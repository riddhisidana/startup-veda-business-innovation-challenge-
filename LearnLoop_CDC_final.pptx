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1042" y="1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0" b="1" i="0">
                <a:solidFill>
                  <a:srgbClr val="37727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1">
                <a:solidFill>
                  <a:srgbClr val="37727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0" b="1" i="0">
                <a:solidFill>
                  <a:srgbClr val="37727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1">
                <a:solidFill>
                  <a:srgbClr val="37727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0" b="1" i="0">
                <a:solidFill>
                  <a:srgbClr val="37727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461207" y="3917575"/>
            <a:ext cx="6448425" cy="5564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77272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0" b="1" i="0">
                <a:solidFill>
                  <a:srgbClr val="37727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F0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3323" y="411511"/>
            <a:ext cx="11445240" cy="2711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0" b="1" i="0">
                <a:solidFill>
                  <a:srgbClr val="37727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4755" y="4177726"/>
            <a:ext cx="8665845" cy="2464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1">
                <a:solidFill>
                  <a:srgbClr val="37727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457190" cy="6282690"/>
          </a:xfrm>
          <a:custGeom>
            <a:avLst/>
            <a:gdLst/>
            <a:ahLst/>
            <a:cxnLst/>
            <a:rect l="l" t="t" r="r" b="b"/>
            <a:pathLst>
              <a:path w="5457190" h="6282690">
                <a:moveTo>
                  <a:pt x="5455391" y="42937"/>
                </a:moveTo>
                <a:lnTo>
                  <a:pt x="5456767" y="42436"/>
                </a:lnTo>
                <a:lnTo>
                  <a:pt x="5457179" y="42783"/>
                </a:lnTo>
                <a:lnTo>
                  <a:pt x="5455803" y="43284"/>
                </a:lnTo>
                <a:lnTo>
                  <a:pt x="5455391" y="42937"/>
                </a:lnTo>
                <a:close/>
              </a:path>
              <a:path w="5457190" h="6282690">
                <a:moveTo>
                  <a:pt x="5228225" y="60508"/>
                </a:moveTo>
                <a:lnTo>
                  <a:pt x="5230655" y="62550"/>
                </a:lnTo>
                <a:lnTo>
                  <a:pt x="5228613" y="64980"/>
                </a:lnTo>
                <a:lnTo>
                  <a:pt x="5226184" y="62938"/>
                </a:lnTo>
                <a:lnTo>
                  <a:pt x="5228225" y="60508"/>
                </a:lnTo>
                <a:close/>
              </a:path>
              <a:path w="5457190" h="6282690">
                <a:moveTo>
                  <a:pt x="5352176" y="165389"/>
                </a:moveTo>
                <a:lnTo>
                  <a:pt x="5353635" y="166613"/>
                </a:lnTo>
                <a:lnTo>
                  <a:pt x="5352411" y="168072"/>
                </a:lnTo>
                <a:lnTo>
                  <a:pt x="5350952" y="166848"/>
                </a:lnTo>
                <a:lnTo>
                  <a:pt x="5352176" y="165389"/>
                </a:lnTo>
                <a:close/>
              </a:path>
              <a:path w="5457190" h="6282690">
                <a:moveTo>
                  <a:pt x="5000242" y="79050"/>
                </a:moveTo>
                <a:lnTo>
                  <a:pt x="5004131" y="82317"/>
                </a:lnTo>
                <a:lnTo>
                  <a:pt x="5000869" y="86197"/>
                </a:lnTo>
                <a:lnTo>
                  <a:pt x="4996982" y="82937"/>
                </a:lnTo>
                <a:lnTo>
                  <a:pt x="5000242" y="79050"/>
                </a:lnTo>
                <a:close/>
              </a:path>
              <a:path w="5457190" h="6282690">
                <a:moveTo>
                  <a:pt x="5124192" y="183931"/>
                </a:moveTo>
                <a:lnTo>
                  <a:pt x="5127114" y="186386"/>
                </a:lnTo>
                <a:lnTo>
                  <a:pt x="5124669" y="189296"/>
                </a:lnTo>
                <a:lnTo>
                  <a:pt x="5121750" y="186847"/>
                </a:lnTo>
                <a:lnTo>
                  <a:pt x="5124192" y="183931"/>
                </a:lnTo>
                <a:close/>
              </a:path>
              <a:path w="5457190" h="6282690">
                <a:moveTo>
                  <a:pt x="5248150" y="288810"/>
                </a:moveTo>
                <a:lnTo>
                  <a:pt x="5250092" y="290444"/>
                </a:lnTo>
                <a:lnTo>
                  <a:pt x="5248460" y="292392"/>
                </a:lnTo>
                <a:lnTo>
                  <a:pt x="5246519" y="290757"/>
                </a:lnTo>
                <a:lnTo>
                  <a:pt x="5248150" y="288810"/>
                </a:lnTo>
                <a:close/>
              </a:path>
              <a:path w="5457190" h="6282690">
                <a:moveTo>
                  <a:pt x="5372065" y="393254"/>
                </a:moveTo>
                <a:lnTo>
                  <a:pt x="5373516" y="394475"/>
                </a:lnTo>
                <a:lnTo>
                  <a:pt x="5372296" y="395926"/>
                </a:lnTo>
                <a:lnTo>
                  <a:pt x="5370845" y="394705"/>
                </a:lnTo>
                <a:lnTo>
                  <a:pt x="5372065" y="393254"/>
                </a:lnTo>
                <a:close/>
              </a:path>
              <a:path w="5457190" h="6282690">
                <a:moveTo>
                  <a:pt x="4644167" y="0"/>
                </a:moveTo>
                <a:lnTo>
                  <a:pt x="4652965" y="0"/>
                </a:lnTo>
                <a:lnTo>
                  <a:pt x="4649329" y="4329"/>
                </a:lnTo>
                <a:lnTo>
                  <a:pt x="4644167" y="0"/>
                </a:lnTo>
                <a:close/>
              </a:path>
              <a:path w="5457190" h="6282690">
                <a:moveTo>
                  <a:pt x="4772306" y="98039"/>
                </a:moveTo>
                <a:lnTo>
                  <a:pt x="4777163" y="102116"/>
                </a:lnTo>
                <a:lnTo>
                  <a:pt x="4773086" y="106973"/>
                </a:lnTo>
                <a:lnTo>
                  <a:pt x="4768229" y="102896"/>
                </a:lnTo>
                <a:lnTo>
                  <a:pt x="4772306" y="98039"/>
                </a:lnTo>
                <a:close/>
              </a:path>
              <a:path w="5457190" h="6282690">
                <a:moveTo>
                  <a:pt x="4896219" y="202477"/>
                </a:moveTo>
                <a:lnTo>
                  <a:pt x="4900590" y="206153"/>
                </a:lnTo>
                <a:lnTo>
                  <a:pt x="4896920" y="210522"/>
                </a:lnTo>
                <a:lnTo>
                  <a:pt x="4892551" y="206852"/>
                </a:lnTo>
                <a:lnTo>
                  <a:pt x="4896219" y="202477"/>
                </a:lnTo>
                <a:close/>
              </a:path>
              <a:path w="5457190" h="6282690">
                <a:moveTo>
                  <a:pt x="5020170" y="307358"/>
                </a:moveTo>
                <a:lnTo>
                  <a:pt x="5023568" y="310210"/>
                </a:lnTo>
                <a:lnTo>
                  <a:pt x="5020712" y="313617"/>
                </a:lnTo>
                <a:lnTo>
                  <a:pt x="5017313" y="310765"/>
                </a:lnTo>
                <a:lnTo>
                  <a:pt x="5020170" y="307358"/>
                </a:lnTo>
                <a:close/>
              </a:path>
              <a:path w="5457190" h="6282690">
                <a:moveTo>
                  <a:pt x="5144123" y="412245"/>
                </a:moveTo>
                <a:lnTo>
                  <a:pt x="5146551" y="414281"/>
                </a:lnTo>
                <a:lnTo>
                  <a:pt x="5144515" y="416709"/>
                </a:lnTo>
                <a:lnTo>
                  <a:pt x="5142088" y="414673"/>
                </a:lnTo>
                <a:lnTo>
                  <a:pt x="5144123" y="412245"/>
                </a:lnTo>
                <a:close/>
              </a:path>
              <a:path w="5457190" h="6282690">
                <a:moveTo>
                  <a:pt x="5268034" y="516678"/>
                </a:moveTo>
                <a:lnTo>
                  <a:pt x="5269981" y="518310"/>
                </a:lnTo>
                <a:lnTo>
                  <a:pt x="5268347" y="520252"/>
                </a:lnTo>
                <a:lnTo>
                  <a:pt x="5266400" y="518620"/>
                </a:lnTo>
                <a:lnTo>
                  <a:pt x="5268034" y="516678"/>
                </a:lnTo>
                <a:close/>
              </a:path>
              <a:path w="5457190" h="6282690">
                <a:moveTo>
                  <a:pt x="4420335" y="11259"/>
                </a:moveTo>
                <a:lnTo>
                  <a:pt x="4428110" y="17786"/>
                </a:lnTo>
                <a:lnTo>
                  <a:pt x="4421584" y="25562"/>
                </a:lnTo>
                <a:lnTo>
                  <a:pt x="4413808" y="19035"/>
                </a:lnTo>
                <a:lnTo>
                  <a:pt x="4420335" y="11259"/>
                </a:lnTo>
                <a:close/>
              </a:path>
              <a:path w="5457190" h="6282690">
                <a:moveTo>
                  <a:pt x="4544286" y="116140"/>
                </a:moveTo>
                <a:lnTo>
                  <a:pt x="4551085" y="121852"/>
                </a:lnTo>
                <a:lnTo>
                  <a:pt x="4545376" y="128657"/>
                </a:lnTo>
                <a:lnTo>
                  <a:pt x="4538577" y="122945"/>
                </a:lnTo>
                <a:lnTo>
                  <a:pt x="4544286" y="116140"/>
                </a:lnTo>
                <a:close/>
              </a:path>
              <a:path w="5457190" h="6282690">
                <a:moveTo>
                  <a:pt x="4668239" y="221027"/>
                </a:moveTo>
                <a:lnTo>
                  <a:pt x="4674073" y="225919"/>
                </a:lnTo>
                <a:lnTo>
                  <a:pt x="4669179" y="231747"/>
                </a:lnTo>
                <a:lnTo>
                  <a:pt x="4663351" y="226853"/>
                </a:lnTo>
                <a:lnTo>
                  <a:pt x="4668239" y="221027"/>
                </a:lnTo>
                <a:close/>
              </a:path>
              <a:path w="5457190" h="6282690">
                <a:moveTo>
                  <a:pt x="4792190" y="325908"/>
                </a:moveTo>
                <a:lnTo>
                  <a:pt x="4797048" y="329985"/>
                </a:lnTo>
                <a:lnTo>
                  <a:pt x="4792971" y="334842"/>
                </a:lnTo>
                <a:lnTo>
                  <a:pt x="4788113" y="330765"/>
                </a:lnTo>
                <a:lnTo>
                  <a:pt x="4792190" y="325908"/>
                </a:lnTo>
                <a:close/>
              </a:path>
              <a:path w="5457190" h="6282690">
                <a:moveTo>
                  <a:pt x="4916147" y="430786"/>
                </a:moveTo>
                <a:lnTo>
                  <a:pt x="4920034" y="434046"/>
                </a:lnTo>
                <a:lnTo>
                  <a:pt x="4916768" y="437935"/>
                </a:lnTo>
                <a:lnTo>
                  <a:pt x="4912881" y="434675"/>
                </a:lnTo>
                <a:lnTo>
                  <a:pt x="4916147" y="430786"/>
                </a:lnTo>
                <a:close/>
              </a:path>
              <a:path w="5457190" h="6282690">
                <a:moveTo>
                  <a:pt x="5040091" y="535670"/>
                </a:moveTo>
                <a:lnTo>
                  <a:pt x="5043010" y="538118"/>
                </a:lnTo>
                <a:lnTo>
                  <a:pt x="5040559" y="541030"/>
                </a:lnTo>
                <a:lnTo>
                  <a:pt x="5037649" y="538585"/>
                </a:lnTo>
                <a:lnTo>
                  <a:pt x="5040091" y="535670"/>
                </a:lnTo>
                <a:close/>
              </a:path>
              <a:path w="5457190" h="6282690">
                <a:moveTo>
                  <a:pt x="5164044" y="640550"/>
                </a:moveTo>
                <a:lnTo>
                  <a:pt x="5165991" y="642182"/>
                </a:lnTo>
                <a:lnTo>
                  <a:pt x="5164359" y="644129"/>
                </a:lnTo>
                <a:lnTo>
                  <a:pt x="5162418" y="642495"/>
                </a:lnTo>
                <a:lnTo>
                  <a:pt x="5164044" y="640550"/>
                </a:lnTo>
                <a:close/>
              </a:path>
              <a:path w="5457190" h="6282690">
                <a:moveTo>
                  <a:pt x="5287960" y="744980"/>
                </a:moveTo>
                <a:lnTo>
                  <a:pt x="5289419" y="746205"/>
                </a:lnTo>
                <a:lnTo>
                  <a:pt x="5288195" y="747664"/>
                </a:lnTo>
                <a:lnTo>
                  <a:pt x="5286735" y="746440"/>
                </a:lnTo>
                <a:lnTo>
                  <a:pt x="5287960" y="744980"/>
                </a:lnTo>
                <a:close/>
              </a:path>
              <a:path w="5457190" h="6282690">
                <a:moveTo>
                  <a:pt x="4192361" y="29806"/>
                </a:moveTo>
                <a:lnTo>
                  <a:pt x="4201594" y="37551"/>
                </a:lnTo>
                <a:lnTo>
                  <a:pt x="4193843" y="46785"/>
                </a:lnTo>
                <a:lnTo>
                  <a:pt x="4184615" y="39032"/>
                </a:lnTo>
                <a:lnTo>
                  <a:pt x="4192361" y="29806"/>
                </a:lnTo>
                <a:close/>
              </a:path>
              <a:path w="5457190" h="6282690">
                <a:moveTo>
                  <a:pt x="4316313" y="134686"/>
                </a:moveTo>
                <a:lnTo>
                  <a:pt x="4324571" y="141623"/>
                </a:lnTo>
                <a:lnTo>
                  <a:pt x="4317635" y="149880"/>
                </a:lnTo>
                <a:lnTo>
                  <a:pt x="4309377" y="142944"/>
                </a:lnTo>
                <a:lnTo>
                  <a:pt x="4316313" y="134686"/>
                </a:lnTo>
                <a:close/>
              </a:path>
              <a:path w="5457190" h="6282690">
                <a:moveTo>
                  <a:pt x="4440264" y="239567"/>
                </a:moveTo>
                <a:lnTo>
                  <a:pt x="4447551" y="245686"/>
                </a:lnTo>
                <a:lnTo>
                  <a:pt x="4441432" y="252973"/>
                </a:lnTo>
                <a:lnTo>
                  <a:pt x="4434145" y="246855"/>
                </a:lnTo>
                <a:lnTo>
                  <a:pt x="4440264" y="239567"/>
                </a:lnTo>
                <a:close/>
              </a:path>
              <a:path w="5457190" h="6282690">
                <a:moveTo>
                  <a:pt x="4564217" y="344454"/>
                </a:moveTo>
                <a:lnTo>
                  <a:pt x="4570532" y="349750"/>
                </a:lnTo>
                <a:lnTo>
                  <a:pt x="4565224" y="356069"/>
                </a:lnTo>
                <a:lnTo>
                  <a:pt x="4558915" y="350771"/>
                </a:lnTo>
                <a:lnTo>
                  <a:pt x="4564217" y="344454"/>
                </a:lnTo>
                <a:close/>
              </a:path>
              <a:path w="5457190" h="6282690">
                <a:moveTo>
                  <a:pt x="4688168" y="449335"/>
                </a:moveTo>
                <a:lnTo>
                  <a:pt x="4693512" y="453814"/>
                </a:lnTo>
                <a:lnTo>
                  <a:pt x="4689027" y="459159"/>
                </a:lnTo>
                <a:lnTo>
                  <a:pt x="4683687" y="454673"/>
                </a:lnTo>
                <a:lnTo>
                  <a:pt x="4688168" y="449335"/>
                </a:lnTo>
                <a:close/>
              </a:path>
              <a:path w="5457190" h="6282690">
                <a:moveTo>
                  <a:pt x="4812124" y="554214"/>
                </a:moveTo>
                <a:lnTo>
                  <a:pt x="4816492" y="557877"/>
                </a:lnTo>
                <a:lnTo>
                  <a:pt x="4812818" y="562254"/>
                </a:lnTo>
                <a:lnTo>
                  <a:pt x="4808449" y="558584"/>
                </a:lnTo>
                <a:lnTo>
                  <a:pt x="4812124" y="554214"/>
                </a:lnTo>
                <a:close/>
              </a:path>
              <a:path w="5457190" h="6282690">
                <a:moveTo>
                  <a:pt x="4936068" y="659090"/>
                </a:moveTo>
                <a:lnTo>
                  <a:pt x="4939468" y="661949"/>
                </a:lnTo>
                <a:lnTo>
                  <a:pt x="4936616" y="665347"/>
                </a:lnTo>
                <a:lnTo>
                  <a:pt x="4933215" y="662488"/>
                </a:lnTo>
                <a:lnTo>
                  <a:pt x="4936068" y="659090"/>
                </a:lnTo>
                <a:close/>
              </a:path>
              <a:path w="5457190" h="6282690">
                <a:moveTo>
                  <a:pt x="5060021" y="763977"/>
                </a:moveTo>
                <a:lnTo>
                  <a:pt x="5062449" y="766013"/>
                </a:lnTo>
                <a:lnTo>
                  <a:pt x="5060408" y="768443"/>
                </a:lnTo>
                <a:lnTo>
                  <a:pt x="5057980" y="766407"/>
                </a:lnTo>
                <a:lnTo>
                  <a:pt x="5060021" y="763977"/>
                </a:lnTo>
                <a:close/>
              </a:path>
              <a:path w="5457190" h="6282690">
                <a:moveTo>
                  <a:pt x="5183938" y="868409"/>
                </a:moveTo>
                <a:lnTo>
                  <a:pt x="5185880" y="870042"/>
                </a:lnTo>
                <a:lnTo>
                  <a:pt x="5184251" y="871982"/>
                </a:lnTo>
                <a:lnTo>
                  <a:pt x="5182306" y="870356"/>
                </a:lnTo>
                <a:lnTo>
                  <a:pt x="5183938" y="868409"/>
                </a:lnTo>
                <a:close/>
              </a:path>
              <a:path w="5457190" h="6282690">
                <a:moveTo>
                  <a:pt x="3964308" y="47456"/>
                </a:moveTo>
                <a:lnTo>
                  <a:pt x="3975964" y="57245"/>
                </a:lnTo>
                <a:lnTo>
                  <a:pt x="3966176" y="68902"/>
                </a:lnTo>
                <a:lnTo>
                  <a:pt x="3954519" y="59113"/>
                </a:lnTo>
                <a:lnTo>
                  <a:pt x="3964308" y="47456"/>
                </a:lnTo>
                <a:close/>
              </a:path>
              <a:path w="5457190" h="6282690">
                <a:moveTo>
                  <a:pt x="4088291" y="152781"/>
                </a:moveTo>
                <a:lnTo>
                  <a:pt x="4098497" y="161349"/>
                </a:lnTo>
                <a:lnTo>
                  <a:pt x="4089935" y="171552"/>
                </a:lnTo>
                <a:lnTo>
                  <a:pt x="4079729" y="162984"/>
                </a:lnTo>
                <a:lnTo>
                  <a:pt x="4088291" y="152781"/>
                </a:lnTo>
                <a:close/>
              </a:path>
              <a:path w="5457190" h="6282690">
                <a:moveTo>
                  <a:pt x="4212285" y="258116"/>
                </a:moveTo>
                <a:lnTo>
                  <a:pt x="4221029" y="265453"/>
                </a:lnTo>
                <a:lnTo>
                  <a:pt x="4213692" y="274197"/>
                </a:lnTo>
                <a:lnTo>
                  <a:pt x="4204945" y="266854"/>
                </a:lnTo>
                <a:lnTo>
                  <a:pt x="4212285" y="258116"/>
                </a:lnTo>
                <a:close/>
              </a:path>
              <a:path w="5457190" h="6282690">
                <a:moveTo>
                  <a:pt x="4336236" y="362997"/>
                </a:moveTo>
                <a:lnTo>
                  <a:pt x="4344010" y="369517"/>
                </a:lnTo>
                <a:lnTo>
                  <a:pt x="4337483" y="377293"/>
                </a:lnTo>
                <a:lnTo>
                  <a:pt x="4329714" y="370764"/>
                </a:lnTo>
                <a:lnTo>
                  <a:pt x="4336236" y="362997"/>
                </a:lnTo>
                <a:close/>
              </a:path>
              <a:path w="5457190" h="6282690">
                <a:moveTo>
                  <a:pt x="4460193" y="467875"/>
                </a:moveTo>
                <a:lnTo>
                  <a:pt x="4466992" y="473587"/>
                </a:lnTo>
                <a:lnTo>
                  <a:pt x="4461281" y="480386"/>
                </a:lnTo>
                <a:lnTo>
                  <a:pt x="4454482" y="474674"/>
                </a:lnTo>
                <a:lnTo>
                  <a:pt x="4460193" y="467875"/>
                </a:lnTo>
                <a:close/>
              </a:path>
              <a:path w="5457190" h="6282690">
                <a:moveTo>
                  <a:pt x="4584144" y="572756"/>
                </a:moveTo>
                <a:lnTo>
                  <a:pt x="4589970" y="577644"/>
                </a:lnTo>
                <a:lnTo>
                  <a:pt x="4585072" y="583480"/>
                </a:lnTo>
                <a:lnTo>
                  <a:pt x="4579244" y="578586"/>
                </a:lnTo>
                <a:lnTo>
                  <a:pt x="4584144" y="572756"/>
                </a:lnTo>
                <a:close/>
              </a:path>
              <a:path w="5457190" h="6282690">
                <a:moveTo>
                  <a:pt x="4708089" y="677638"/>
                </a:moveTo>
                <a:lnTo>
                  <a:pt x="4712949" y="681721"/>
                </a:lnTo>
                <a:lnTo>
                  <a:pt x="4708871" y="686579"/>
                </a:lnTo>
                <a:lnTo>
                  <a:pt x="4704012" y="682496"/>
                </a:lnTo>
                <a:lnTo>
                  <a:pt x="4708089" y="677638"/>
                </a:lnTo>
                <a:close/>
              </a:path>
              <a:path w="5457190" h="6282690">
                <a:moveTo>
                  <a:pt x="4832042" y="782526"/>
                </a:moveTo>
                <a:lnTo>
                  <a:pt x="4835929" y="785786"/>
                </a:lnTo>
                <a:lnTo>
                  <a:pt x="4832675" y="789670"/>
                </a:lnTo>
                <a:lnTo>
                  <a:pt x="4828786" y="786404"/>
                </a:lnTo>
                <a:lnTo>
                  <a:pt x="4832042" y="782526"/>
                </a:lnTo>
                <a:close/>
              </a:path>
              <a:path w="5457190" h="6282690">
                <a:moveTo>
                  <a:pt x="4956000" y="887404"/>
                </a:moveTo>
                <a:lnTo>
                  <a:pt x="4958910" y="889849"/>
                </a:lnTo>
                <a:lnTo>
                  <a:pt x="4956464" y="892759"/>
                </a:lnTo>
                <a:lnTo>
                  <a:pt x="4953548" y="890316"/>
                </a:lnTo>
                <a:lnTo>
                  <a:pt x="4956000" y="887404"/>
                </a:lnTo>
                <a:close/>
              </a:path>
              <a:path w="5457190" h="6282690">
                <a:moveTo>
                  <a:pt x="5079949" y="992285"/>
                </a:moveTo>
                <a:lnTo>
                  <a:pt x="5081896" y="993910"/>
                </a:lnTo>
                <a:lnTo>
                  <a:pt x="5080264" y="995858"/>
                </a:lnTo>
                <a:lnTo>
                  <a:pt x="5078316" y="994226"/>
                </a:lnTo>
                <a:lnTo>
                  <a:pt x="5079949" y="992285"/>
                </a:lnTo>
                <a:close/>
              </a:path>
              <a:path w="5457190" h="6282690">
                <a:moveTo>
                  <a:pt x="5203861" y="1096718"/>
                </a:moveTo>
                <a:lnTo>
                  <a:pt x="5205320" y="1097942"/>
                </a:lnTo>
                <a:lnTo>
                  <a:pt x="5204102" y="1099399"/>
                </a:lnTo>
                <a:lnTo>
                  <a:pt x="5202641" y="1098169"/>
                </a:lnTo>
                <a:lnTo>
                  <a:pt x="5203861" y="1096718"/>
                </a:lnTo>
                <a:close/>
              </a:path>
              <a:path w="5457190" h="6282690">
                <a:moveTo>
                  <a:pt x="3736287" y="65558"/>
                </a:moveTo>
                <a:lnTo>
                  <a:pt x="3749883" y="76974"/>
                </a:lnTo>
                <a:lnTo>
                  <a:pt x="3738466" y="90570"/>
                </a:lnTo>
                <a:lnTo>
                  <a:pt x="3724871" y="79153"/>
                </a:lnTo>
                <a:lnTo>
                  <a:pt x="3736287" y="65558"/>
                </a:lnTo>
                <a:close/>
              </a:path>
              <a:path w="5457190" h="6282690">
                <a:moveTo>
                  <a:pt x="3860239" y="170439"/>
                </a:moveTo>
                <a:lnTo>
                  <a:pt x="3872869" y="181036"/>
                </a:lnTo>
                <a:lnTo>
                  <a:pt x="3862266" y="193669"/>
                </a:lnTo>
                <a:lnTo>
                  <a:pt x="3849639" y="183063"/>
                </a:lnTo>
                <a:lnTo>
                  <a:pt x="3860239" y="170439"/>
                </a:lnTo>
                <a:close/>
              </a:path>
              <a:path w="5457190" h="6282690">
                <a:moveTo>
                  <a:pt x="3984222" y="275763"/>
                </a:moveTo>
                <a:lnTo>
                  <a:pt x="3995398" y="285148"/>
                </a:lnTo>
                <a:lnTo>
                  <a:pt x="3986023" y="296314"/>
                </a:lnTo>
                <a:lnTo>
                  <a:pt x="3974849" y="286935"/>
                </a:lnTo>
                <a:lnTo>
                  <a:pt x="3984222" y="275763"/>
                </a:lnTo>
                <a:close/>
              </a:path>
              <a:path w="5457190" h="6282690">
                <a:moveTo>
                  <a:pt x="4108219" y="381090"/>
                </a:moveTo>
                <a:lnTo>
                  <a:pt x="4117937" y="389250"/>
                </a:lnTo>
                <a:lnTo>
                  <a:pt x="4109782" y="398965"/>
                </a:lnTo>
                <a:lnTo>
                  <a:pt x="4100065" y="390804"/>
                </a:lnTo>
                <a:lnTo>
                  <a:pt x="4108219" y="381090"/>
                </a:lnTo>
                <a:close/>
              </a:path>
              <a:path w="5457190" h="6282690">
                <a:moveTo>
                  <a:pt x="4232211" y="486418"/>
                </a:moveTo>
                <a:lnTo>
                  <a:pt x="4240469" y="493355"/>
                </a:lnTo>
                <a:lnTo>
                  <a:pt x="4233533" y="501612"/>
                </a:lnTo>
                <a:lnTo>
                  <a:pt x="4225275" y="494676"/>
                </a:lnTo>
                <a:lnTo>
                  <a:pt x="4232211" y="486418"/>
                </a:lnTo>
                <a:close/>
              </a:path>
              <a:path w="5457190" h="6282690">
                <a:moveTo>
                  <a:pt x="4356162" y="591299"/>
                </a:moveTo>
                <a:lnTo>
                  <a:pt x="4363449" y="597418"/>
                </a:lnTo>
                <a:lnTo>
                  <a:pt x="4357330" y="604705"/>
                </a:lnTo>
                <a:lnTo>
                  <a:pt x="4350043" y="598587"/>
                </a:lnTo>
                <a:lnTo>
                  <a:pt x="4356162" y="591299"/>
                </a:lnTo>
                <a:close/>
              </a:path>
              <a:path w="5457190" h="6282690">
                <a:moveTo>
                  <a:pt x="4480075" y="695738"/>
                </a:moveTo>
                <a:lnTo>
                  <a:pt x="4486880" y="701447"/>
                </a:lnTo>
                <a:lnTo>
                  <a:pt x="4481171" y="708252"/>
                </a:lnTo>
                <a:lnTo>
                  <a:pt x="4474366" y="702543"/>
                </a:lnTo>
                <a:lnTo>
                  <a:pt x="4480075" y="695738"/>
                </a:lnTo>
                <a:close/>
              </a:path>
              <a:path w="5457190" h="6282690">
                <a:moveTo>
                  <a:pt x="4604066" y="801067"/>
                </a:moveTo>
                <a:lnTo>
                  <a:pt x="4609412" y="805552"/>
                </a:lnTo>
                <a:lnTo>
                  <a:pt x="4604927" y="810898"/>
                </a:lnTo>
                <a:lnTo>
                  <a:pt x="4599579" y="806407"/>
                </a:lnTo>
                <a:lnTo>
                  <a:pt x="4604066" y="801067"/>
                </a:lnTo>
                <a:close/>
              </a:path>
              <a:path w="5457190" h="6282690">
                <a:moveTo>
                  <a:pt x="4728017" y="905947"/>
                </a:moveTo>
                <a:lnTo>
                  <a:pt x="4732387" y="909618"/>
                </a:lnTo>
                <a:lnTo>
                  <a:pt x="4728719" y="913992"/>
                </a:lnTo>
                <a:lnTo>
                  <a:pt x="4724348" y="910317"/>
                </a:lnTo>
                <a:lnTo>
                  <a:pt x="4728017" y="905947"/>
                </a:lnTo>
                <a:close/>
              </a:path>
              <a:path w="5457190" h="6282690">
                <a:moveTo>
                  <a:pt x="4851969" y="1010828"/>
                </a:moveTo>
                <a:lnTo>
                  <a:pt x="4855375" y="1013684"/>
                </a:lnTo>
                <a:lnTo>
                  <a:pt x="4852516" y="1017085"/>
                </a:lnTo>
                <a:lnTo>
                  <a:pt x="4849110" y="1014228"/>
                </a:lnTo>
                <a:lnTo>
                  <a:pt x="4851969" y="1010828"/>
                </a:lnTo>
                <a:close/>
              </a:path>
              <a:path w="5457190" h="6282690">
                <a:moveTo>
                  <a:pt x="4975920" y="1115709"/>
                </a:moveTo>
                <a:lnTo>
                  <a:pt x="4978347" y="1117744"/>
                </a:lnTo>
                <a:lnTo>
                  <a:pt x="4976312" y="1120172"/>
                </a:lnTo>
                <a:lnTo>
                  <a:pt x="4973884" y="1118137"/>
                </a:lnTo>
                <a:lnTo>
                  <a:pt x="4975920" y="1115709"/>
                </a:lnTo>
                <a:close/>
              </a:path>
              <a:path w="5457190" h="6282690">
                <a:moveTo>
                  <a:pt x="5099871" y="1220589"/>
                </a:moveTo>
                <a:lnTo>
                  <a:pt x="5101332" y="1221820"/>
                </a:lnTo>
                <a:lnTo>
                  <a:pt x="5100112" y="1223271"/>
                </a:lnTo>
                <a:lnTo>
                  <a:pt x="5098652" y="1222046"/>
                </a:lnTo>
                <a:lnTo>
                  <a:pt x="5099871" y="1220589"/>
                </a:lnTo>
                <a:close/>
              </a:path>
              <a:path w="5457190" h="6282690">
                <a:moveTo>
                  <a:pt x="3375081" y="0"/>
                </a:moveTo>
                <a:lnTo>
                  <a:pt x="3395480" y="0"/>
                </a:lnTo>
                <a:lnTo>
                  <a:pt x="3387048" y="10044"/>
                </a:lnTo>
                <a:lnTo>
                  <a:pt x="3375081" y="0"/>
                </a:lnTo>
                <a:close/>
              </a:path>
              <a:path w="5457190" h="6282690">
                <a:moveTo>
                  <a:pt x="3508230" y="83201"/>
                </a:moveTo>
                <a:lnTo>
                  <a:pt x="3524264" y="96664"/>
                </a:lnTo>
                <a:lnTo>
                  <a:pt x="3510807" y="112695"/>
                </a:lnTo>
                <a:lnTo>
                  <a:pt x="3494773" y="99233"/>
                </a:lnTo>
                <a:lnTo>
                  <a:pt x="3508230" y="83201"/>
                </a:lnTo>
                <a:close/>
              </a:path>
              <a:path w="5457190" h="6282690">
                <a:moveTo>
                  <a:pt x="3632224" y="188536"/>
                </a:moveTo>
                <a:lnTo>
                  <a:pt x="3646796" y="200767"/>
                </a:lnTo>
                <a:lnTo>
                  <a:pt x="3634564" y="215340"/>
                </a:lnTo>
                <a:lnTo>
                  <a:pt x="3619992" y="203108"/>
                </a:lnTo>
                <a:lnTo>
                  <a:pt x="3632224" y="188536"/>
                </a:lnTo>
                <a:close/>
              </a:path>
              <a:path w="5457190" h="6282690">
                <a:moveTo>
                  <a:pt x="3756207" y="293861"/>
                </a:moveTo>
                <a:lnTo>
                  <a:pt x="3769328" y="304872"/>
                </a:lnTo>
                <a:lnTo>
                  <a:pt x="3758321" y="317985"/>
                </a:lnTo>
                <a:lnTo>
                  <a:pt x="3745200" y="306974"/>
                </a:lnTo>
                <a:lnTo>
                  <a:pt x="3756207" y="293861"/>
                </a:lnTo>
                <a:close/>
              </a:path>
              <a:path w="5457190" h="6282690">
                <a:moveTo>
                  <a:pt x="3880164" y="398739"/>
                </a:moveTo>
                <a:lnTo>
                  <a:pt x="3892309" y="408935"/>
                </a:lnTo>
                <a:lnTo>
                  <a:pt x="3882113" y="421080"/>
                </a:lnTo>
                <a:lnTo>
                  <a:pt x="3869968" y="410884"/>
                </a:lnTo>
                <a:lnTo>
                  <a:pt x="3880164" y="398739"/>
                </a:lnTo>
                <a:close/>
              </a:path>
              <a:path w="5457190" h="6282690">
                <a:moveTo>
                  <a:pt x="4004190" y="504518"/>
                </a:moveTo>
                <a:lnTo>
                  <a:pt x="4014395" y="513086"/>
                </a:lnTo>
                <a:lnTo>
                  <a:pt x="4005831" y="523283"/>
                </a:lnTo>
                <a:lnTo>
                  <a:pt x="3995628" y="514721"/>
                </a:lnTo>
                <a:lnTo>
                  <a:pt x="4004190" y="504518"/>
                </a:lnTo>
                <a:close/>
              </a:path>
              <a:path w="5457190" h="6282690">
                <a:moveTo>
                  <a:pt x="4128188" y="609845"/>
                </a:moveTo>
                <a:lnTo>
                  <a:pt x="4136926" y="617184"/>
                </a:lnTo>
                <a:lnTo>
                  <a:pt x="4129582" y="625930"/>
                </a:lnTo>
                <a:lnTo>
                  <a:pt x="4120844" y="618591"/>
                </a:lnTo>
                <a:lnTo>
                  <a:pt x="4128188" y="609845"/>
                </a:lnTo>
                <a:close/>
              </a:path>
              <a:path w="5457190" h="6282690">
                <a:moveTo>
                  <a:pt x="4252135" y="714734"/>
                </a:moveTo>
                <a:lnTo>
                  <a:pt x="4259908" y="721254"/>
                </a:lnTo>
                <a:lnTo>
                  <a:pt x="4253380" y="729024"/>
                </a:lnTo>
                <a:lnTo>
                  <a:pt x="4245612" y="722501"/>
                </a:lnTo>
                <a:lnTo>
                  <a:pt x="4252135" y="714734"/>
                </a:lnTo>
                <a:close/>
              </a:path>
              <a:path w="5457190" h="6282690">
                <a:moveTo>
                  <a:pt x="4376086" y="819614"/>
                </a:moveTo>
                <a:lnTo>
                  <a:pt x="4382891" y="825324"/>
                </a:lnTo>
                <a:lnTo>
                  <a:pt x="4377180" y="832123"/>
                </a:lnTo>
                <a:lnTo>
                  <a:pt x="4370375" y="826414"/>
                </a:lnTo>
                <a:lnTo>
                  <a:pt x="4376086" y="819614"/>
                </a:lnTo>
                <a:close/>
              </a:path>
              <a:path w="5457190" h="6282690">
                <a:moveTo>
                  <a:pt x="4500043" y="924493"/>
                </a:moveTo>
                <a:lnTo>
                  <a:pt x="4505869" y="929381"/>
                </a:lnTo>
                <a:lnTo>
                  <a:pt x="4500975" y="935209"/>
                </a:lnTo>
                <a:lnTo>
                  <a:pt x="4495149" y="930321"/>
                </a:lnTo>
                <a:lnTo>
                  <a:pt x="4500043" y="924493"/>
                </a:lnTo>
                <a:close/>
              </a:path>
              <a:path w="5457190" h="6282690">
                <a:moveTo>
                  <a:pt x="4623994" y="1029374"/>
                </a:moveTo>
                <a:lnTo>
                  <a:pt x="4628851" y="1033451"/>
                </a:lnTo>
                <a:lnTo>
                  <a:pt x="4624774" y="1038308"/>
                </a:lnTo>
                <a:lnTo>
                  <a:pt x="4619917" y="1034231"/>
                </a:lnTo>
                <a:lnTo>
                  <a:pt x="4623994" y="1029374"/>
                </a:lnTo>
                <a:close/>
              </a:path>
              <a:path w="5457190" h="6282690">
                <a:moveTo>
                  <a:pt x="4747945" y="1134254"/>
                </a:moveTo>
                <a:lnTo>
                  <a:pt x="4751832" y="1137514"/>
                </a:lnTo>
                <a:lnTo>
                  <a:pt x="4748566" y="1141403"/>
                </a:lnTo>
                <a:lnTo>
                  <a:pt x="4744685" y="1138141"/>
                </a:lnTo>
                <a:lnTo>
                  <a:pt x="4747945" y="1134254"/>
                </a:lnTo>
                <a:close/>
              </a:path>
              <a:path w="5457190" h="6282690">
                <a:moveTo>
                  <a:pt x="4871895" y="1239135"/>
                </a:moveTo>
                <a:lnTo>
                  <a:pt x="4874809" y="1241586"/>
                </a:lnTo>
                <a:lnTo>
                  <a:pt x="4872363" y="1244496"/>
                </a:lnTo>
                <a:lnTo>
                  <a:pt x="4869447" y="1242053"/>
                </a:lnTo>
                <a:lnTo>
                  <a:pt x="4871895" y="1239135"/>
                </a:lnTo>
                <a:close/>
              </a:path>
              <a:path w="5457190" h="6282690">
                <a:moveTo>
                  <a:pt x="4995849" y="1344022"/>
                </a:moveTo>
                <a:lnTo>
                  <a:pt x="4997786" y="1345644"/>
                </a:lnTo>
                <a:lnTo>
                  <a:pt x="4996155" y="1347591"/>
                </a:lnTo>
                <a:lnTo>
                  <a:pt x="4994215" y="1345963"/>
                </a:lnTo>
                <a:lnTo>
                  <a:pt x="4995849" y="1344022"/>
                </a:lnTo>
                <a:close/>
              </a:path>
              <a:path w="5457190" h="6282690">
                <a:moveTo>
                  <a:pt x="5118990" y="1449871"/>
                </a:moveTo>
                <a:lnTo>
                  <a:pt x="5120362" y="1449372"/>
                </a:lnTo>
                <a:lnTo>
                  <a:pt x="5120769" y="1449713"/>
                </a:lnTo>
                <a:lnTo>
                  <a:pt x="5119397" y="1450212"/>
                </a:lnTo>
                <a:lnTo>
                  <a:pt x="5118990" y="1449871"/>
                </a:lnTo>
                <a:close/>
              </a:path>
              <a:path w="5457190" h="6282690">
                <a:moveTo>
                  <a:pt x="3152434" y="0"/>
                </a:moveTo>
                <a:lnTo>
                  <a:pt x="3161510" y="0"/>
                </a:lnTo>
                <a:lnTo>
                  <a:pt x="3176103" y="12247"/>
                </a:lnTo>
                <a:lnTo>
                  <a:pt x="3159381" y="32167"/>
                </a:lnTo>
                <a:lnTo>
                  <a:pt x="3139463" y="15451"/>
                </a:lnTo>
                <a:lnTo>
                  <a:pt x="3152434" y="0"/>
                </a:lnTo>
                <a:close/>
              </a:path>
              <a:path w="5457190" h="6282690">
                <a:moveTo>
                  <a:pt x="3280169" y="100855"/>
                </a:moveTo>
                <a:lnTo>
                  <a:pt x="3298630" y="116354"/>
                </a:lnTo>
                <a:lnTo>
                  <a:pt x="3283138" y="134812"/>
                </a:lnTo>
                <a:lnTo>
                  <a:pt x="3264677" y="119314"/>
                </a:lnTo>
                <a:lnTo>
                  <a:pt x="3280169" y="100855"/>
                </a:lnTo>
                <a:close/>
              </a:path>
              <a:path w="5457190" h="6282690">
                <a:moveTo>
                  <a:pt x="3404162" y="206190"/>
                </a:moveTo>
                <a:lnTo>
                  <a:pt x="3421162" y="220457"/>
                </a:lnTo>
                <a:lnTo>
                  <a:pt x="3406895" y="237457"/>
                </a:lnTo>
                <a:lnTo>
                  <a:pt x="3389895" y="223190"/>
                </a:lnTo>
                <a:lnTo>
                  <a:pt x="3404162" y="206190"/>
                </a:lnTo>
                <a:close/>
              </a:path>
              <a:path w="5457190" h="6282690">
                <a:moveTo>
                  <a:pt x="3528152" y="311512"/>
                </a:moveTo>
                <a:lnTo>
                  <a:pt x="3543697" y="324567"/>
                </a:lnTo>
                <a:lnTo>
                  <a:pt x="3530654" y="340108"/>
                </a:lnTo>
                <a:lnTo>
                  <a:pt x="3515103" y="327056"/>
                </a:lnTo>
                <a:lnTo>
                  <a:pt x="3528152" y="311512"/>
                </a:lnTo>
                <a:close/>
              </a:path>
              <a:path w="5457190" h="6282690">
                <a:moveTo>
                  <a:pt x="3652149" y="416839"/>
                </a:moveTo>
                <a:lnTo>
                  <a:pt x="3666233" y="428664"/>
                </a:lnTo>
                <a:lnTo>
                  <a:pt x="3654411" y="442754"/>
                </a:lnTo>
                <a:lnTo>
                  <a:pt x="3640319" y="430925"/>
                </a:lnTo>
                <a:lnTo>
                  <a:pt x="3652149" y="416839"/>
                </a:lnTo>
                <a:close/>
              </a:path>
              <a:path w="5457190" h="6282690">
                <a:moveTo>
                  <a:pt x="3776133" y="522164"/>
                </a:moveTo>
                <a:lnTo>
                  <a:pt x="3788768" y="532773"/>
                </a:lnTo>
                <a:lnTo>
                  <a:pt x="3778164" y="545407"/>
                </a:lnTo>
                <a:lnTo>
                  <a:pt x="3765529" y="534797"/>
                </a:lnTo>
                <a:lnTo>
                  <a:pt x="3776133" y="522164"/>
                </a:lnTo>
                <a:close/>
              </a:path>
              <a:path w="5457190" h="6282690">
                <a:moveTo>
                  <a:pt x="3900126" y="627499"/>
                </a:moveTo>
                <a:lnTo>
                  <a:pt x="3911300" y="636878"/>
                </a:lnTo>
                <a:lnTo>
                  <a:pt x="3901921" y="648052"/>
                </a:lnTo>
                <a:lnTo>
                  <a:pt x="3890747" y="638673"/>
                </a:lnTo>
                <a:lnTo>
                  <a:pt x="3900126" y="627499"/>
                </a:lnTo>
                <a:close/>
              </a:path>
              <a:path w="5457190" h="6282690">
                <a:moveTo>
                  <a:pt x="4024118" y="732828"/>
                </a:moveTo>
                <a:lnTo>
                  <a:pt x="4033833" y="740982"/>
                </a:lnTo>
                <a:lnTo>
                  <a:pt x="4025678" y="750697"/>
                </a:lnTo>
                <a:lnTo>
                  <a:pt x="4015963" y="742543"/>
                </a:lnTo>
                <a:lnTo>
                  <a:pt x="4024118" y="732828"/>
                </a:lnTo>
                <a:close/>
              </a:path>
              <a:path w="5457190" h="6282690">
                <a:moveTo>
                  <a:pt x="4148109" y="838157"/>
                </a:moveTo>
                <a:lnTo>
                  <a:pt x="4156368" y="845093"/>
                </a:lnTo>
                <a:lnTo>
                  <a:pt x="4149438" y="853348"/>
                </a:lnTo>
                <a:lnTo>
                  <a:pt x="4141174" y="846414"/>
                </a:lnTo>
                <a:lnTo>
                  <a:pt x="4148109" y="838157"/>
                </a:lnTo>
                <a:close/>
              </a:path>
              <a:path w="5457190" h="6282690">
                <a:moveTo>
                  <a:pt x="4272061" y="943037"/>
                </a:moveTo>
                <a:lnTo>
                  <a:pt x="4279346" y="949150"/>
                </a:lnTo>
                <a:lnTo>
                  <a:pt x="4273227" y="956438"/>
                </a:lnTo>
                <a:lnTo>
                  <a:pt x="4265942" y="950325"/>
                </a:lnTo>
                <a:lnTo>
                  <a:pt x="4272061" y="943037"/>
                </a:lnTo>
                <a:close/>
              </a:path>
              <a:path w="5457190" h="6282690">
                <a:moveTo>
                  <a:pt x="4396012" y="1047918"/>
                </a:moveTo>
                <a:lnTo>
                  <a:pt x="4402328" y="1053220"/>
                </a:lnTo>
                <a:lnTo>
                  <a:pt x="4397027" y="1059536"/>
                </a:lnTo>
                <a:lnTo>
                  <a:pt x="4390710" y="1054234"/>
                </a:lnTo>
                <a:lnTo>
                  <a:pt x="4396012" y="1047918"/>
                </a:lnTo>
                <a:close/>
              </a:path>
              <a:path w="5457190" h="6282690">
                <a:moveTo>
                  <a:pt x="4519963" y="1152798"/>
                </a:moveTo>
                <a:lnTo>
                  <a:pt x="4525309" y="1157283"/>
                </a:lnTo>
                <a:lnTo>
                  <a:pt x="4520818" y="1162631"/>
                </a:lnTo>
                <a:lnTo>
                  <a:pt x="4515478" y="1158144"/>
                </a:lnTo>
                <a:lnTo>
                  <a:pt x="4519963" y="1152798"/>
                </a:lnTo>
                <a:close/>
              </a:path>
              <a:path w="5457190" h="6282690">
                <a:moveTo>
                  <a:pt x="4643916" y="1257686"/>
                </a:moveTo>
                <a:lnTo>
                  <a:pt x="4648285" y="1261356"/>
                </a:lnTo>
                <a:lnTo>
                  <a:pt x="4644621" y="1265723"/>
                </a:lnTo>
                <a:lnTo>
                  <a:pt x="4640246" y="1262055"/>
                </a:lnTo>
                <a:lnTo>
                  <a:pt x="4643916" y="1257686"/>
                </a:lnTo>
                <a:close/>
              </a:path>
              <a:path w="5457190" h="6282690">
                <a:moveTo>
                  <a:pt x="4767867" y="1362566"/>
                </a:moveTo>
                <a:lnTo>
                  <a:pt x="4771266" y="1365419"/>
                </a:lnTo>
                <a:lnTo>
                  <a:pt x="4768413" y="1368817"/>
                </a:lnTo>
                <a:lnTo>
                  <a:pt x="4765015" y="1365964"/>
                </a:lnTo>
                <a:lnTo>
                  <a:pt x="4767867" y="1362566"/>
                </a:lnTo>
                <a:close/>
              </a:path>
              <a:path w="5457190" h="6282690">
                <a:moveTo>
                  <a:pt x="4891818" y="1467447"/>
                </a:moveTo>
                <a:lnTo>
                  <a:pt x="4894246" y="1469483"/>
                </a:lnTo>
                <a:lnTo>
                  <a:pt x="4892210" y="1471910"/>
                </a:lnTo>
                <a:lnTo>
                  <a:pt x="4889783" y="1469875"/>
                </a:lnTo>
                <a:lnTo>
                  <a:pt x="4891818" y="1467447"/>
                </a:lnTo>
                <a:close/>
              </a:path>
              <a:path w="5457190" h="6282690">
                <a:moveTo>
                  <a:pt x="5015775" y="1572326"/>
                </a:moveTo>
                <a:lnTo>
                  <a:pt x="5017235" y="1573550"/>
                </a:lnTo>
                <a:lnTo>
                  <a:pt x="5016004" y="1575012"/>
                </a:lnTo>
                <a:lnTo>
                  <a:pt x="5014545" y="1573787"/>
                </a:lnTo>
                <a:lnTo>
                  <a:pt x="5015775" y="1572326"/>
                </a:lnTo>
                <a:close/>
              </a:path>
              <a:path w="5457190" h="6282690">
                <a:moveTo>
                  <a:pt x="2928124" y="13185"/>
                </a:moveTo>
                <a:lnTo>
                  <a:pt x="2950470" y="31937"/>
                </a:lnTo>
                <a:lnTo>
                  <a:pt x="2931712" y="54285"/>
                </a:lnTo>
                <a:lnTo>
                  <a:pt x="2909370" y="35525"/>
                </a:lnTo>
                <a:lnTo>
                  <a:pt x="2928124" y="13185"/>
                </a:lnTo>
                <a:close/>
              </a:path>
              <a:path w="5457190" h="6282690">
                <a:moveTo>
                  <a:pt x="3052113" y="118507"/>
                </a:moveTo>
                <a:lnTo>
                  <a:pt x="3073004" y="136047"/>
                </a:lnTo>
                <a:lnTo>
                  <a:pt x="3055465" y="156938"/>
                </a:lnTo>
                <a:lnTo>
                  <a:pt x="3034573" y="139398"/>
                </a:lnTo>
                <a:lnTo>
                  <a:pt x="3052113" y="118507"/>
                </a:lnTo>
                <a:close/>
              </a:path>
              <a:path w="5457190" h="6282690">
                <a:moveTo>
                  <a:pt x="3176105" y="223836"/>
                </a:moveTo>
                <a:lnTo>
                  <a:pt x="3195537" y="240151"/>
                </a:lnTo>
                <a:lnTo>
                  <a:pt x="3179222" y="259583"/>
                </a:lnTo>
                <a:lnTo>
                  <a:pt x="3159790" y="243268"/>
                </a:lnTo>
                <a:lnTo>
                  <a:pt x="3176105" y="223836"/>
                </a:lnTo>
                <a:close/>
              </a:path>
              <a:path w="5457190" h="6282690">
                <a:moveTo>
                  <a:pt x="3300137" y="329614"/>
                </a:moveTo>
                <a:lnTo>
                  <a:pt x="3317619" y="344290"/>
                </a:lnTo>
                <a:lnTo>
                  <a:pt x="3302944" y="361778"/>
                </a:lnTo>
                <a:lnTo>
                  <a:pt x="3285454" y="347098"/>
                </a:lnTo>
                <a:lnTo>
                  <a:pt x="3300137" y="329614"/>
                </a:lnTo>
                <a:close/>
              </a:path>
              <a:path w="5457190" h="6282690">
                <a:moveTo>
                  <a:pt x="3424129" y="434941"/>
                </a:moveTo>
                <a:lnTo>
                  <a:pt x="3440154" y="448400"/>
                </a:lnTo>
                <a:lnTo>
                  <a:pt x="3426698" y="464431"/>
                </a:lnTo>
                <a:lnTo>
                  <a:pt x="3410667" y="450975"/>
                </a:lnTo>
                <a:lnTo>
                  <a:pt x="3424129" y="434941"/>
                </a:lnTo>
                <a:close/>
              </a:path>
              <a:path w="5457190" h="6282690">
                <a:moveTo>
                  <a:pt x="3548114" y="540273"/>
                </a:moveTo>
                <a:lnTo>
                  <a:pt x="3562687" y="552504"/>
                </a:lnTo>
                <a:lnTo>
                  <a:pt x="3550455" y="567077"/>
                </a:lnTo>
                <a:lnTo>
                  <a:pt x="3535883" y="554845"/>
                </a:lnTo>
                <a:lnTo>
                  <a:pt x="3548114" y="540273"/>
                </a:lnTo>
                <a:close/>
              </a:path>
              <a:path w="5457190" h="6282690">
                <a:moveTo>
                  <a:pt x="3672112" y="645599"/>
                </a:moveTo>
                <a:lnTo>
                  <a:pt x="3685226" y="656607"/>
                </a:lnTo>
                <a:lnTo>
                  <a:pt x="3674212" y="669722"/>
                </a:lnTo>
                <a:lnTo>
                  <a:pt x="3661099" y="658715"/>
                </a:lnTo>
                <a:lnTo>
                  <a:pt x="3672112" y="645599"/>
                </a:lnTo>
                <a:close/>
              </a:path>
              <a:path w="5457190" h="6282690">
                <a:moveTo>
                  <a:pt x="3796063" y="750480"/>
                </a:moveTo>
                <a:lnTo>
                  <a:pt x="3808208" y="760677"/>
                </a:lnTo>
                <a:lnTo>
                  <a:pt x="3798012" y="772821"/>
                </a:lnTo>
                <a:lnTo>
                  <a:pt x="3785867" y="762625"/>
                </a:lnTo>
                <a:lnTo>
                  <a:pt x="3796063" y="750480"/>
                </a:lnTo>
                <a:close/>
              </a:path>
              <a:path w="5457190" h="6282690">
                <a:moveTo>
                  <a:pt x="3920093" y="856251"/>
                </a:moveTo>
                <a:lnTo>
                  <a:pt x="3930290" y="864815"/>
                </a:lnTo>
                <a:lnTo>
                  <a:pt x="3921728" y="875018"/>
                </a:lnTo>
                <a:lnTo>
                  <a:pt x="3911531" y="866454"/>
                </a:lnTo>
                <a:lnTo>
                  <a:pt x="3920093" y="856251"/>
                </a:lnTo>
                <a:close/>
              </a:path>
              <a:path w="5457190" h="6282690">
                <a:moveTo>
                  <a:pt x="4044087" y="961586"/>
                </a:moveTo>
                <a:lnTo>
                  <a:pt x="4052825" y="968925"/>
                </a:lnTo>
                <a:lnTo>
                  <a:pt x="4045481" y="977672"/>
                </a:lnTo>
                <a:lnTo>
                  <a:pt x="4036743" y="970332"/>
                </a:lnTo>
                <a:lnTo>
                  <a:pt x="4044087" y="961586"/>
                </a:lnTo>
                <a:close/>
              </a:path>
              <a:path w="5457190" h="6282690">
                <a:moveTo>
                  <a:pt x="4168038" y="1066467"/>
                </a:moveTo>
                <a:lnTo>
                  <a:pt x="4175805" y="1072989"/>
                </a:lnTo>
                <a:lnTo>
                  <a:pt x="4169285" y="1080763"/>
                </a:lnTo>
                <a:lnTo>
                  <a:pt x="4161509" y="1074236"/>
                </a:lnTo>
                <a:lnTo>
                  <a:pt x="4168038" y="1066467"/>
                </a:lnTo>
                <a:close/>
              </a:path>
              <a:path w="5457190" h="6282690">
                <a:moveTo>
                  <a:pt x="4291988" y="1171347"/>
                </a:moveTo>
                <a:lnTo>
                  <a:pt x="4298785" y="1177052"/>
                </a:lnTo>
                <a:lnTo>
                  <a:pt x="4293076" y="1183857"/>
                </a:lnTo>
                <a:lnTo>
                  <a:pt x="4286278" y="1178145"/>
                </a:lnTo>
                <a:lnTo>
                  <a:pt x="4291988" y="1171347"/>
                </a:lnTo>
                <a:close/>
              </a:path>
              <a:path w="5457190" h="6282690">
                <a:moveTo>
                  <a:pt x="4415938" y="1276222"/>
                </a:moveTo>
                <a:lnTo>
                  <a:pt x="4421768" y="1281122"/>
                </a:lnTo>
                <a:lnTo>
                  <a:pt x="4416874" y="1286950"/>
                </a:lnTo>
                <a:lnTo>
                  <a:pt x="4411040" y="1282059"/>
                </a:lnTo>
                <a:lnTo>
                  <a:pt x="4415938" y="1276222"/>
                </a:lnTo>
                <a:close/>
              </a:path>
              <a:path w="5457190" h="6282690">
                <a:moveTo>
                  <a:pt x="4539932" y="1381556"/>
                </a:moveTo>
                <a:lnTo>
                  <a:pt x="4544301" y="1385227"/>
                </a:lnTo>
                <a:lnTo>
                  <a:pt x="4540631" y="1389596"/>
                </a:lnTo>
                <a:lnTo>
                  <a:pt x="4536256" y="1385928"/>
                </a:lnTo>
                <a:lnTo>
                  <a:pt x="4539932" y="1381556"/>
                </a:lnTo>
                <a:close/>
              </a:path>
              <a:path w="5457190" h="6282690">
                <a:moveTo>
                  <a:pt x="4663836" y="1485992"/>
                </a:moveTo>
                <a:lnTo>
                  <a:pt x="4667723" y="1489252"/>
                </a:lnTo>
                <a:lnTo>
                  <a:pt x="4664463" y="1493139"/>
                </a:lnTo>
                <a:lnTo>
                  <a:pt x="4660576" y="1489878"/>
                </a:lnTo>
                <a:lnTo>
                  <a:pt x="4663836" y="1485992"/>
                </a:lnTo>
                <a:close/>
              </a:path>
              <a:path w="5457190" h="6282690">
                <a:moveTo>
                  <a:pt x="4787793" y="1590870"/>
                </a:moveTo>
                <a:lnTo>
                  <a:pt x="4790711" y="1593320"/>
                </a:lnTo>
                <a:lnTo>
                  <a:pt x="4788262" y="1596238"/>
                </a:lnTo>
                <a:lnTo>
                  <a:pt x="4785342" y="1593783"/>
                </a:lnTo>
                <a:lnTo>
                  <a:pt x="4787793" y="1590870"/>
                </a:lnTo>
                <a:close/>
              </a:path>
              <a:path w="5457190" h="6282690">
                <a:moveTo>
                  <a:pt x="4911744" y="1695751"/>
                </a:moveTo>
                <a:lnTo>
                  <a:pt x="4913692" y="1697383"/>
                </a:lnTo>
                <a:lnTo>
                  <a:pt x="4912058" y="1699325"/>
                </a:lnTo>
                <a:lnTo>
                  <a:pt x="4910112" y="1697699"/>
                </a:lnTo>
                <a:lnTo>
                  <a:pt x="4911744" y="1695751"/>
                </a:lnTo>
                <a:close/>
              </a:path>
              <a:path w="5457190" h="6282690">
                <a:moveTo>
                  <a:pt x="5034880" y="1801609"/>
                </a:moveTo>
                <a:lnTo>
                  <a:pt x="5036254" y="1801109"/>
                </a:lnTo>
                <a:lnTo>
                  <a:pt x="5036668" y="1801455"/>
                </a:lnTo>
                <a:lnTo>
                  <a:pt x="5035292" y="1801956"/>
                </a:lnTo>
                <a:lnTo>
                  <a:pt x="5034880" y="1801609"/>
                </a:lnTo>
                <a:close/>
              </a:path>
              <a:path w="5457190" h="6282690">
                <a:moveTo>
                  <a:pt x="2700027" y="30384"/>
                </a:moveTo>
                <a:lnTo>
                  <a:pt x="2725293" y="51591"/>
                </a:lnTo>
                <a:lnTo>
                  <a:pt x="2704084" y="76851"/>
                </a:lnTo>
                <a:lnTo>
                  <a:pt x="2678820" y="55649"/>
                </a:lnTo>
                <a:lnTo>
                  <a:pt x="2700027" y="30384"/>
                </a:lnTo>
                <a:close/>
              </a:path>
              <a:path w="5457190" h="6282690">
                <a:moveTo>
                  <a:pt x="2824061" y="136166"/>
                </a:moveTo>
                <a:lnTo>
                  <a:pt x="2847371" y="155738"/>
                </a:lnTo>
                <a:lnTo>
                  <a:pt x="2827800" y="179048"/>
                </a:lnTo>
                <a:lnTo>
                  <a:pt x="2804489" y="159477"/>
                </a:lnTo>
                <a:lnTo>
                  <a:pt x="2824061" y="136166"/>
                </a:lnTo>
                <a:close/>
              </a:path>
              <a:path w="5457190" h="6282690">
                <a:moveTo>
                  <a:pt x="2948091" y="241937"/>
                </a:moveTo>
                <a:lnTo>
                  <a:pt x="2969462" y="259880"/>
                </a:lnTo>
                <a:lnTo>
                  <a:pt x="2951521" y="281257"/>
                </a:lnTo>
                <a:lnTo>
                  <a:pt x="2930150" y="263314"/>
                </a:lnTo>
                <a:lnTo>
                  <a:pt x="2948091" y="241937"/>
                </a:lnTo>
                <a:close/>
              </a:path>
              <a:path w="5457190" h="6282690">
                <a:moveTo>
                  <a:pt x="3072076" y="347268"/>
                </a:moveTo>
                <a:lnTo>
                  <a:pt x="3091996" y="363991"/>
                </a:lnTo>
                <a:lnTo>
                  <a:pt x="3075278" y="383903"/>
                </a:lnTo>
                <a:lnTo>
                  <a:pt x="3055358" y="367180"/>
                </a:lnTo>
                <a:lnTo>
                  <a:pt x="3072076" y="347268"/>
                </a:lnTo>
                <a:close/>
              </a:path>
              <a:path w="5457190" h="6282690">
                <a:moveTo>
                  <a:pt x="3196068" y="452598"/>
                </a:moveTo>
                <a:lnTo>
                  <a:pt x="3214529" y="468095"/>
                </a:lnTo>
                <a:lnTo>
                  <a:pt x="3199035" y="486548"/>
                </a:lnTo>
                <a:lnTo>
                  <a:pt x="3180576" y="471056"/>
                </a:lnTo>
                <a:lnTo>
                  <a:pt x="3196068" y="452598"/>
                </a:lnTo>
                <a:close/>
              </a:path>
              <a:path w="5457190" h="6282690">
                <a:moveTo>
                  <a:pt x="3320066" y="557924"/>
                </a:moveTo>
                <a:lnTo>
                  <a:pt x="3337068" y="572197"/>
                </a:lnTo>
                <a:lnTo>
                  <a:pt x="3322789" y="589202"/>
                </a:lnTo>
                <a:lnTo>
                  <a:pt x="3305786" y="574928"/>
                </a:lnTo>
                <a:lnTo>
                  <a:pt x="3320066" y="557924"/>
                </a:lnTo>
                <a:close/>
              </a:path>
              <a:path w="5457190" h="6282690">
                <a:moveTo>
                  <a:pt x="3444055" y="663246"/>
                </a:moveTo>
                <a:lnTo>
                  <a:pt x="3459601" y="676301"/>
                </a:lnTo>
                <a:lnTo>
                  <a:pt x="3446548" y="691852"/>
                </a:lnTo>
                <a:lnTo>
                  <a:pt x="3431003" y="678797"/>
                </a:lnTo>
                <a:lnTo>
                  <a:pt x="3444055" y="663246"/>
                </a:lnTo>
                <a:close/>
              </a:path>
              <a:path w="5457190" h="6282690">
                <a:moveTo>
                  <a:pt x="3568081" y="769025"/>
                </a:moveTo>
                <a:lnTo>
                  <a:pt x="3581685" y="780445"/>
                </a:lnTo>
                <a:lnTo>
                  <a:pt x="3570270" y="794047"/>
                </a:lnTo>
                <a:lnTo>
                  <a:pt x="3556667" y="782626"/>
                </a:lnTo>
                <a:lnTo>
                  <a:pt x="3568081" y="769025"/>
                </a:lnTo>
                <a:close/>
              </a:path>
              <a:path w="5457190" h="6282690">
                <a:moveTo>
                  <a:pt x="3692031" y="873906"/>
                </a:moveTo>
                <a:lnTo>
                  <a:pt x="3704667" y="884515"/>
                </a:lnTo>
                <a:lnTo>
                  <a:pt x="3694067" y="897140"/>
                </a:lnTo>
                <a:lnTo>
                  <a:pt x="3681435" y="886536"/>
                </a:lnTo>
                <a:lnTo>
                  <a:pt x="3692031" y="873906"/>
                </a:lnTo>
                <a:close/>
              </a:path>
              <a:path w="5457190" h="6282690">
                <a:moveTo>
                  <a:pt x="3816026" y="979240"/>
                </a:moveTo>
                <a:lnTo>
                  <a:pt x="3827192" y="988616"/>
                </a:lnTo>
                <a:lnTo>
                  <a:pt x="3817819" y="999788"/>
                </a:lnTo>
                <a:lnTo>
                  <a:pt x="3806651" y="990406"/>
                </a:lnTo>
                <a:lnTo>
                  <a:pt x="3816026" y="979240"/>
                </a:lnTo>
                <a:close/>
              </a:path>
              <a:path w="5457190" h="6282690">
                <a:moveTo>
                  <a:pt x="3940056" y="1085011"/>
                </a:moveTo>
                <a:lnTo>
                  <a:pt x="3949282" y="1092758"/>
                </a:lnTo>
                <a:lnTo>
                  <a:pt x="3941537" y="1101991"/>
                </a:lnTo>
                <a:lnTo>
                  <a:pt x="3932311" y="1094244"/>
                </a:lnTo>
                <a:lnTo>
                  <a:pt x="3940056" y="1085011"/>
                </a:lnTo>
                <a:close/>
              </a:path>
              <a:path w="5457190" h="6282690">
                <a:moveTo>
                  <a:pt x="4064007" y="1189892"/>
                </a:moveTo>
                <a:lnTo>
                  <a:pt x="4072263" y="1196822"/>
                </a:lnTo>
                <a:lnTo>
                  <a:pt x="4065329" y="1205086"/>
                </a:lnTo>
                <a:lnTo>
                  <a:pt x="4057073" y="1198156"/>
                </a:lnTo>
                <a:lnTo>
                  <a:pt x="4064007" y="1189892"/>
                </a:lnTo>
                <a:close/>
              </a:path>
              <a:path w="5457190" h="6282690">
                <a:moveTo>
                  <a:pt x="4187964" y="1294770"/>
                </a:moveTo>
                <a:lnTo>
                  <a:pt x="4195251" y="1300889"/>
                </a:lnTo>
                <a:lnTo>
                  <a:pt x="4189132" y="1308177"/>
                </a:lnTo>
                <a:lnTo>
                  <a:pt x="4181845" y="1302058"/>
                </a:lnTo>
                <a:lnTo>
                  <a:pt x="4187964" y="1294770"/>
                </a:lnTo>
                <a:close/>
              </a:path>
              <a:path w="5457190" h="6282690">
                <a:moveTo>
                  <a:pt x="4311911" y="1399660"/>
                </a:moveTo>
                <a:lnTo>
                  <a:pt x="4318228" y="1404961"/>
                </a:lnTo>
                <a:lnTo>
                  <a:pt x="4312930" y="1411270"/>
                </a:lnTo>
                <a:lnTo>
                  <a:pt x="4306613" y="1405968"/>
                </a:lnTo>
                <a:lnTo>
                  <a:pt x="4311911" y="1399660"/>
                </a:lnTo>
                <a:close/>
              </a:path>
              <a:path w="5457190" h="6282690">
                <a:moveTo>
                  <a:pt x="4435900" y="1504982"/>
                </a:moveTo>
                <a:lnTo>
                  <a:pt x="4440758" y="1509059"/>
                </a:lnTo>
                <a:lnTo>
                  <a:pt x="4436680" y="1513917"/>
                </a:lnTo>
                <a:lnTo>
                  <a:pt x="4431823" y="1509840"/>
                </a:lnTo>
                <a:lnTo>
                  <a:pt x="4435900" y="1504982"/>
                </a:lnTo>
                <a:close/>
              </a:path>
              <a:path w="5457190" h="6282690">
                <a:moveTo>
                  <a:pt x="4559851" y="1609863"/>
                </a:moveTo>
                <a:lnTo>
                  <a:pt x="4563740" y="1613129"/>
                </a:lnTo>
                <a:lnTo>
                  <a:pt x="4560478" y="1617010"/>
                </a:lnTo>
                <a:lnTo>
                  <a:pt x="4556591" y="1613750"/>
                </a:lnTo>
                <a:lnTo>
                  <a:pt x="4559851" y="1609863"/>
                </a:lnTo>
                <a:close/>
              </a:path>
              <a:path w="5457190" h="6282690">
                <a:moveTo>
                  <a:pt x="4683803" y="1714744"/>
                </a:moveTo>
                <a:lnTo>
                  <a:pt x="4686723" y="1717199"/>
                </a:lnTo>
                <a:lnTo>
                  <a:pt x="4684278" y="1720109"/>
                </a:lnTo>
                <a:lnTo>
                  <a:pt x="4681360" y="1717660"/>
                </a:lnTo>
                <a:lnTo>
                  <a:pt x="4683803" y="1714744"/>
                </a:lnTo>
                <a:close/>
              </a:path>
              <a:path w="5457190" h="6282690">
                <a:moveTo>
                  <a:pt x="4807721" y="1819180"/>
                </a:moveTo>
                <a:lnTo>
                  <a:pt x="4810151" y="1821222"/>
                </a:lnTo>
                <a:lnTo>
                  <a:pt x="4808110" y="1823652"/>
                </a:lnTo>
                <a:lnTo>
                  <a:pt x="4805680" y="1821610"/>
                </a:lnTo>
                <a:lnTo>
                  <a:pt x="4807721" y="1819180"/>
                </a:lnTo>
                <a:close/>
              </a:path>
              <a:path w="5457190" h="6282690">
                <a:moveTo>
                  <a:pt x="4931669" y="1924070"/>
                </a:moveTo>
                <a:lnTo>
                  <a:pt x="4933126" y="1925288"/>
                </a:lnTo>
                <a:lnTo>
                  <a:pt x="4931905" y="1926739"/>
                </a:lnTo>
                <a:lnTo>
                  <a:pt x="4930448" y="1925520"/>
                </a:lnTo>
                <a:lnTo>
                  <a:pt x="4931669" y="1924070"/>
                </a:lnTo>
                <a:close/>
              </a:path>
              <a:path w="5457190" h="6282690">
                <a:moveTo>
                  <a:pt x="2471973" y="48043"/>
                </a:moveTo>
                <a:lnTo>
                  <a:pt x="2499659" y="71281"/>
                </a:lnTo>
                <a:lnTo>
                  <a:pt x="2476416" y="98975"/>
                </a:lnTo>
                <a:lnTo>
                  <a:pt x="2448729" y="75730"/>
                </a:lnTo>
                <a:lnTo>
                  <a:pt x="2471973" y="48043"/>
                </a:lnTo>
                <a:close/>
              </a:path>
              <a:path w="5457190" h="6282690">
                <a:moveTo>
                  <a:pt x="2595964" y="153365"/>
                </a:moveTo>
                <a:lnTo>
                  <a:pt x="2622194" y="175391"/>
                </a:lnTo>
                <a:lnTo>
                  <a:pt x="2600174" y="201620"/>
                </a:lnTo>
                <a:lnTo>
                  <a:pt x="2573939" y="179602"/>
                </a:lnTo>
                <a:lnTo>
                  <a:pt x="2595964" y="153365"/>
                </a:lnTo>
                <a:close/>
              </a:path>
              <a:path w="5457190" h="6282690">
                <a:moveTo>
                  <a:pt x="2719995" y="259141"/>
                </a:moveTo>
                <a:lnTo>
                  <a:pt x="2744284" y="279534"/>
                </a:lnTo>
                <a:lnTo>
                  <a:pt x="2723897" y="303821"/>
                </a:lnTo>
                <a:lnTo>
                  <a:pt x="2699602" y="283431"/>
                </a:lnTo>
                <a:lnTo>
                  <a:pt x="2719995" y="259141"/>
                </a:lnTo>
                <a:close/>
              </a:path>
              <a:path w="5457190" h="6282690">
                <a:moveTo>
                  <a:pt x="2844021" y="364920"/>
                </a:moveTo>
                <a:lnTo>
                  <a:pt x="2866369" y="383678"/>
                </a:lnTo>
                <a:lnTo>
                  <a:pt x="2847611" y="406026"/>
                </a:lnTo>
                <a:lnTo>
                  <a:pt x="2825269" y="387266"/>
                </a:lnTo>
                <a:lnTo>
                  <a:pt x="2844021" y="364920"/>
                </a:lnTo>
                <a:close/>
              </a:path>
              <a:path w="5457190" h="6282690">
                <a:moveTo>
                  <a:pt x="2968016" y="470240"/>
                </a:moveTo>
                <a:lnTo>
                  <a:pt x="2988907" y="487780"/>
                </a:lnTo>
                <a:lnTo>
                  <a:pt x="2971367" y="508671"/>
                </a:lnTo>
                <a:lnTo>
                  <a:pt x="2950476" y="491132"/>
                </a:lnTo>
                <a:lnTo>
                  <a:pt x="2968016" y="470240"/>
                </a:lnTo>
                <a:close/>
              </a:path>
              <a:path w="5457190" h="6282690">
                <a:moveTo>
                  <a:pt x="3092042" y="576019"/>
                </a:moveTo>
                <a:lnTo>
                  <a:pt x="3110986" y="591927"/>
                </a:lnTo>
                <a:lnTo>
                  <a:pt x="3095084" y="610868"/>
                </a:lnTo>
                <a:lnTo>
                  <a:pt x="3076137" y="594969"/>
                </a:lnTo>
                <a:lnTo>
                  <a:pt x="3092042" y="576019"/>
                </a:lnTo>
                <a:close/>
              </a:path>
              <a:path w="5457190" h="6282690">
                <a:moveTo>
                  <a:pt x="3216036" y="681355"/>
                </a:moveTo>
                <a:lnTo>
                  <a:pt x="3233518" y="696031"/>
                </a:lnTo>
                <a:lnTo>
                  <a:pt x="3218843" y="713520"/>
                </a:lnTo>
                <a:lnTo>
                  <a:pt x="3201353" y="698839"/>
                </a:lnTo>
                <a:lnTo>
                  <a:pt x="3216036" y="681355"/>
                </a:lnTo>
                <a:close/>
              </a:path>
              <a:path w="5457190" h="6282690">
                <a:moveTo>
                  <a:pt x="3340026" y="786676"/>
                </a:moveTo>
                <a:lnTo>
                  <a:pt x="3356057" y="800132"/>
                </a:lnTo>
                <a:lnTo>
                  <a:pt x="3342601" y="816164"/>
                </a:lnTo>
                <a:lnTo>
                  <a:pt x="3326570" y="802708"/>
                </a:lnTo>
                <a:lnTo>
                  <a:pt x="3340026" y="786676"/>
                </a:lnTo>
                <a:close/>
              </a:path>
              <a:path w="5457190" h="6282690">
                <a:moveTo>
                  <a:pt x="3464017" y="892005"/>
                </a:moveTo>
                <a:lnTo>
                  <a:pt x="3478590" y="904237"/>
                </a:lnTo>
                <a:lnTo>
                  <a:pt x="3466358" y="918809"/>
                </a:lnTo>
                <a:lnTo>
                  <a:pt x="3451786" y="906577"/>
                </a:lnTo>
                <a:lnTo>
                  <a:pt x="3464017" y="892005"/>
                </a:lnTo>
                <a:close/>
              </a:path>
              <a:path w="5457190" h="6282690">
                <a:moveTo>
                  <a:pt x="3588009" y="997334"/>
                </a:moveTo>
                <a:lnTo>
                  <a:pt x="3601125" y="1008347"/>
                </a:lnTo>
                <a:lnTo>
                  <a:pt x="3590117" y="1021461"/>
                </a:lnTo>
                <a:lnTo>
                  <a:pt x="3577002" y="1010447"/>
                </a:lnTo>
                <a:lnTo>
                  <a:pt x="3588009" y="997334"/>
                </a:lnTo>
                <a:close/>
              </a:path>
              <a:path w="5457190" h="6282690">
                <a:moveTo>
                  <a:pt x="3711995" y="1102665"/>
                </a:moveTo>
                <a:lnTo>
                  <a:pt x="3723658" y="1112452"/>
                </a:lnTo>
                <a:lnTo>
                  <a:pt x="3713869" y="1124108"/>
                </a:lnTo>
                <a:lnTo>
                  <a:pt x="3702206" y="1114322"/>
                </a:lnTo>
                <a:lnTo>
                  <a:pt x="3711995" y="1102665"/>
                </a:lnTo>
                <a:close/>
              </a:path>
              <a:path w="5457190" h="6282690">
                <a:moveTo>
                  <a:pt x="3836025" y="1208436"/>
                </a:moveTo>
                <a:lnTo>
                  <a:pt x="3845740" y="1216590"/>
                </a:lnTo>
                <a:lnTo>
                  <a:pt x="3837585" y="1226305"/>
                </a:lnTo>
                <a:lnTo>
                  <a:pt x="3827870" y="1218151"/>
                </a:lnTo>
                <a:lnTo>
                  <a:pt x="3836025" y="1208436"/>
                </a:lnTo>
                <a:close/>
              </a:path>
              <a:path w="5457190" h="6282690">
                <a:moveTo>
                  <a:pt x="3959982" y="1313314"/>
                </a:moveTo>
                <a:lnTo>
                  <a:pt x="3968728" y="1320658"/>
                </a:lnTo>
                <a:lnTo>
                  <a:pt x="3961384" y="1329404"/>
                </a:lnTo>
                <a:lnTo>
                  <a:pt x="3952638" y="1322061"/>
                </a:lnTo>
                <a:lnTo>
                  <a:pt x="3959982" y="1313314"/>
                </a:lnTo>
                <a:close/>
              </a:path>
              <a:path w="5457190" h="6282690">
                <a:moveTo>
                  <a:pt x="4083929" y="1418204"/>
                </a:moveTo>
                <a:lnTo>
                  <a:pt x="4091705" y="1424730"/>
                </a:lnTo>
                <a:lnTo>
                  <a:pt x="4085184" y="1432504"/>
                </a:lnTo>
                <a:lnTo>
                  <a:pt x="4077406" y="1425972"/>
                </a:lnTo>
                <a:lnTo>
                  <a:pt x="4083929" y="1418204"/>
                </a:lnTo>
                <a:close/>
              </a:path>
              <a:path w="5457190" h="6282690">
                <a:moveTo>
                  <a:pt x="4207880" y="1523084"/>
                </a:moveTo>
                <a:lnTo>
                  <a:pt x="4214685" y="1528794"/>
                </a:lnTo>
                <a:lnTo>
                  <a:pt x="4208974" y="1535593"/>
                </a:lnTo>
                <a:lnTo>
                  <a:pt x="4202169" y="1529883"/>
                </a:lnTo>
                <a:lnTo>
                  <a:pt x="4207880" y="1523084"/>
                </a:lnTo>
                <a:close/>
              </a:path>
              <a:path w="5457190" h="6282690">
                <a:moveTo>
                  <a:pt x="4331872" y="1628413"/>
                </a:moveTo>
                <a:lnTo>
                  <a:pt x="4337217" y="1632898"/>
                </a:lnTo>
                <a:lnTo>
                  <a:pt x="4332733" y="1638244"/>
                </a:lnTo>
                <a:lnTo>
                  <a:pt x="4327387" y="1633759"/>
                </a:lnTo>
                <a:lnTo>
                  <a:pt x="4331872" y="1628413"/>
                </a:lnTo>
                <a:close/>
              </a:path>
              <a:path w="5457190" h="6282690">
                <a:moveTo>
                  <a:pt x="4455829" y="1733292"/>
                </a:moveTo>
                <a:lnTo>
                  <a:pt x="4460200" y="1736968"/>
                </a:lnTo>
                <a:lnTo>
                  <a:pt x="4456530" y="1741337"/>
                </a:lnTo>
                <a:lnTo>
                  <a:pt x="4452155" y="1737669"/>
                </a:lnTo>
                <a:lnTo>
                  <a:pt x="4455829" y="1733292"/>
                </a:lnTo>
                <a:close/>
              </a:path>
              <a:path w="5457190" h="6282690">
                <a:moveTo>
                  <a:pt x="4579780" y="1838173"/>
                </a:moveTo>
                <a:lnTo>
                  <a:pt x="4583180" y="1841031"/>
                </a:lnTo>
                <a:lnTo>
                  <a:pt x="4580328" y="1844430"/>
                </a:lnTo>
                <a:lnTo>
                  <a:pt x="4576927" y="1841571"/>
                </a:lnTo>
                <a:lnTo>
                  <a:pt x="4579780" y="1838173"/>
                </a:lnTo>
                <a:close/>
              </a:path>
              <a:path w="5457190" h="6282690">
                <a:moveTo>
                  <a:pt x="4703733" y="1943059"/>
                </a:moveTo>
                <a:lnTo>
                  <a:pt x="4706161" y="1945095"/>
                </a:lnTo>
                <a:lnTo>
                  <a:pt x="4704125" y="1947523"/>
                </a:lnTo>
                <a:lnTo>
                  <a:pt x="4701698" y="1945487"/>
                </a:lnTo>
                <a:lnTo>
                  <a:pt x="4703733" y="1943059"/>
                </a:lnTo>
                <a:close/>
              </a:path>
              <a:path w="5457190" h="6282690">
                <a:moveTo>
                  <a:pt x="4827684" y="2047940"/>
                </a:moveTo>
                <a:lnTo>
                  <a:pt x="4829141" y="2049159"/>
                </a:lnTo>
                <a:lnTo>
                  <a:pt x="4827917" y="2050618"/>
                </a:lnTo>
                <a:lnTo>
                  <a:pt x="4826460" y="2049400"/>
                </a:lnTo>
                <a:lnTo>
                  <a:pt x="4827684" y="2047940"/>
                </a:lnTo>
                <a:close/>
              </a:path>
              <a:path w="5457190" h="6282690">
                <a:moveTo>
                  <a:pt x="2102526" y="0"/>
                </a:moveTo>
                <a:lnTo>
                  <a:pt x="2140895" y="0"/>
                </a:lnTo>
                <a:lnTo>
                  <a:pt x="2125032" y="18895"/>
                </a:lnTo>
                <a:lnTo>
                  <a:pt x="2102526" y="0"/>
                </a:lnTo>
                <a:close/>
              </a:path>
              <a:path w="5457190" h="6282690">
                <a:moveTo>
                  <a:pt x="2243877" y="65240"/>
                </a:moveTo>
                <a:lnTo>
                  <a:pt x="2274483" y="90934"/>
                </a:lnTo>
                <a:lnTo>
                  <a:pt x="2248789" y="121540"/>
                </a:lnTo>
                <a:lnTo>
                  <a:pt x="2218183" y="95846"/>
                </a:lnTo>
                <a:lnTo>
                  <a:pt x="2243877" y="65240"/>
                </a:lnTo>
                <a:close/>
              </a:path>
              <a:path w="5457190" h="6282690">
                <a:moveTo>
                  <a:pt x="2367903" y="171019"/>
                </a:moveTo>
                <a:lnTo>
                  <a:pt x="2396561" y="195081"/>
                </a:lnTo>
                <a:lnTo>
                  <a:pt x="2372511" y="223735"/>
                </a:lnTo>
                <a:lnTo>
                  <a:pt x="2343847" y="199675"/>
                </a:lnTo>
                <a:lnTo>
                  <a:pt x="2367903" y="171019"/>
                </a:lnTo>
                <a:close/>
              </a:path>
              <a:path w="5457190" h="6282690">
                <a:moveTo>
                  <a:pt x="2491941" y="276794"/>
                </a:moveTo>
                <a:lnTo>
                  <a:pt x="2518658" y="299221"/>
                </a:lnTo>
                <a:lnTo>
                  <a:pt x="2496224" y="325941"/>
                </a:lnTo>
                <a:lnTo>
                  <a:pt x="2469507" y="303513"/>
                </a:lnTo>
                <a:lnTo>
                  <a:pt x="2491941" y="276794"/>
                </a:lnTo>
                <a:close/>
              </a:path>
              <a:path w="5457190" h="6282690">
                <a:moveTo>
                  <a:pt x="2615926" y="382125"/>
                </a:moveTo>
                <a:lnTo>
                  <a:pt x="2641186" y="403334"/>
                </a:lnTo>
                <a:lnTo>
                  <a:pt x="2619989" y="428590"/>
                </a:lnTo>
                <a:lnTo>
                  <a:pt x="2594723" y="407383"/>
                </a:lnTo>
                <a:lnTo>
                  <a:pt x="2615926" y="382125"/>
                </a:lnTo>
                <a:close/>
              </a:path>
              <a:path w="5457190" h="6282690">
                <a:moveTo>
                  <a:pt x="2739956" y="487896"/>
                </a:moveTo>
                <a:lnTo>
                  <a:pt x="2763274" y="507471"/>
                </a:lnTo>
                <a:lnTo>
                  <a:pt x="2743699" y="530789"/>
                </a:lnTo>
                <a:lnTo>
                  <a:pt x="2720380" y="511214"/>
                </a:lnTo>
                <a:lnTo>
                  <a:pt x="2739956" y="487896"/>
                </a:lnTo>
                <a:close/>
              </a:path>
              <a:path w="5457190" h="6282690">
                <a:moveTo>
                  <a:pt x="2863990" y="593678"/>
                </a:moveTo>
                <a:lnTo>
                  <a:pt x="2885361" y="611621"/>
                </a:lnTo>
                <a:lnTo>
                  <a:pt x="2867424" y="632990"/>
                </a:lnTo>
                <a:lnTo>
                  <a:pt x="2846047" y="615049"/>
                </a:lnTo>
                <a:lnTo>
                  <a:pt x="2863990" y="593678"/>
                </a:lnTo>
                <a:close/>
              </a:path>
              <a:path w="5457190" h="6282690">
                <a:moveTo>
                  <a:pt x="2987980" y="699000"/>
                </a:moveTo>
                <a:lnTo>
                  <a:pt x="3007891" y="715719"/>
                </a:lnTo>
                <a:lnTo>
                  <a:pt x="2991175" y="735637"/>
                </a:lnTo>
                <a:lnTo>
                  <a:pt x="2971257" y="718921"/>
                </a:lnTo>
                <a:lnTo>
                  <a:pt x="2987980" y="699000"/>
                </a:lnTo>
                <a:close/>
              </a:path>
              <a:path w="5457190" h="6282690">
                <a:moveTo>
                  <a:pt x="3112006" y="804779"/>
                </a:moveTo>
                <a:lnTo>
                  <a:pt x="3129984" y="819868"/>
                </a:lnTo>
                <a:lnTo>
                  <a:pt x="3114894" y="837840"/>
                </a:lnTo>
                <a:lnTo>
                  <a:pt x="3096921" y="822750"/>
                </a:lnTo>
                <a:lnTo>
                  <a:pt x="3112006" y="804779"/>
                </a:lnTo>
                <a:close/>
              </a:path>
              <a:path w="5457190" h="6282690">
                <a:moveTo>
                  <a:pt x="3235956" y="909660"/>
                </a:moveTo>
                <a:lnTo>
                  <a:pt x="3252959" y="923933"/>
                </a:lnTo>
                <a:lnTo>
                  <a:pt x="3238692" y="940934"/>
                </a:lnTo>
                <a:lnTo>
                  <a:pt x="3221689" y="926660"/>
                </a:lnTo>
                <a:lnTo>
                  <a:pt x="3235956" y="909660"/>
                </a:lnTo>
                <a:close/>
              </a:path>
              <a:path w="5457190" h="6282690">
                <a:moveTo>
                  <a:pt x="3359986" y="1015431"/>
                </a:moveTo>
                <a:lnTo>
                  <a:pt x="3375049" y="1028076"/>
                </a:lnTo>
                <a:lnTo>
                  <a:pt x="3362410" y="1043136"/>
                </a:lnTo>
                <a:lnTo>
                  <a:pt x="3347347" y="1030491"/>
                </a:lnTo>
                <a:lnTo>
                  <a:pt x="3359986" y="1015431"/>
                </a:lnTo>
                <a:close/>
              </a:path>
              <a:path w="5457190" h="6282690">
                <a:moveTo>
                  <a:pt x="3483980" y="1120766"/>
                </a:moveTo>
                <a:lnTo>
                  <a:pt x="3497582" y="1132180"/>
                </a:lnTo>
                <a:lnTo>
                  <a:pt x="3486167" y="1145782"/>
                </a:lnTo>
                <a:lnTo>
                  <a:pt x="3472565" y="1134367"/>
                </a:lnTo>
                <a:lnTo>
                  <a:pt x="3483980" y="1120766"/>
                </a:lnTo>
                <a:close/>
              </a:path>
              <a:path w="5457190" h="6282690">
                <a:moveTo>
                  <a:pt x="3607972" y="1226094"/>
                </a:moveTo>
                <a:lnTo>
                  <a:pt x="3620117" y="1236291"/>
                </a:lnTo>
                <a:lnTo>
                  <a:pt x="3609927" y="1248433"/>
                </a:lnTo>
                <a:lnTo>
                  <a:pt x="3597782" y="1238237"/>
                </a:lnTo>
                <a:lnTo>
                  <a:pt x="3607972" y="1226094"/>
                </a:lnTo>
                <a:close/>
              </a:path>
              <a:path w="5457190" h="6282690">
                <a:moveTo>
                  <a:pt x="3731962" y="1331417"/>
                </a:moveTo>
                <a:lnTo>
                  <a:pt x="3742649" y="1340394"/>
                </a:lnTo>
                <a:lnTo>
                  <a:pt x="3733684" y="1351078"/>
                </a:lnTo>
                <a:lnTo>
                  <a:pt x="3722990" y="1342102"/>
                </a:lnTo>
                <a:lnTo>
                  <a:pt x="3731962" y="1331417"/>
                </a:lnTo>
                <a:close/>
              </a:path>
              <a:path w="5457190" h="6282690">
                <a:moveTo>
                  <a:pt x="3855993" y="1437194"/>
                </a:moveTo>
                <a:lnTo>
                  <a:pt x="3864740" y="1444537"/>
                </a:lnTo>
                <a:lnTo>
                  <a:pt x="3857396" y="1453283"/>
                </a:lnTo>
                <a:lnTo>
                  <a:pt x="3848650" y="1445940"/>
                </a:lnTo>
                <a:lnTo>
                  <a:pt x="3855993" y="1437194"/>
                </a:lnTo>
                <a:close/>
              </a:path>
              <a:path w="5457190" h="6282690">
                <a:moveTo>
                  <a:pt x="3979944" y="1542074"/>
                </a:moveTo>
                <a:lnTo>
                  <a:pt x="3987720" y="1548600"/>
                </a:lnTo>
                <a:lnTo>
                  <a:pt x="3981194" y="1556376"/>
                </a:lnTo>
                <a:lnTo>
                  <a:pt x="3973418" y="1549850"/>
                </a:lnTo>
                <a:lnTo>
                  <a:pt x="3979944" y="1542074"/>
                </a:lnTo>
                <a:close/>
              </a:path>
              <a:path w="5457190" h="6282690">
                <a:moveTo>
                  <a:pt x="4103895" y="1646955"/>
                </a:moveTo>
                <a:lnTo>
                  <a:pt x="4110695" y="1652666"/>
                </a:lnTo>
                <a:lnTo>
                  <a:pt x="4104989" y="1659463"/>
                </a:lnTo>
                <a:lnTo>
                  <a:pt x="4098184" y="1653754"/>
                </a:lnTo>
                <a:lnTo>
                  <a:pt x="4103895" y="1646955"/>
                </a:lnTo>
                <a:close/>
              </a:path>
              <a:path w="5457190" h="6282690">
                <a:moveTo>
                  <a:pt x="4227849" y="1751842"/>
                </a:moveTo>
                <a:lnTo>
                  <a:pt x="4233677" y="1756736"/>
                </a:lnTo>
                <a:lnTo>
                  <a:pt x="4228789" y="1762562"/>
                </a:lnTo>
                <a:lnTo>
                  <a:pt x="4222955" y="1757670"/>
                </a:lnTo>
                <a:lnTo>
                  <a:pt x="4227849" y="1751842"/>
                </a:lnTo>
                <a:close/>
              </a:path>
              <a:path w="5457190" h="6282690">
                <a:moveTo>
                  <a:pt x="4351800" y="1856723"/>
                </a:moveTo>
                <a:lnTo>
                  <a:pt x="4356658" y="1860800"/>
                </a:lnTo>
                <a:lnTo>
                  <a:pt x="4352580" y="1865657"/>
                </a:lnTo>
                <a:lnTo>
                  <a:pt x="4347723" y="1861580"/>
                </a:lnTo>
                <a:lnTo>
                  <a:pt x="4351800" y="1856723"/>
                </a:lnTo>
                <a:close/>
              </a:path>
              <a:path w="5457190" h="6282690">
                <a:moveTo>
                  <a:pt x="4475751" y="1961604"/>
                </a:moveTo>
                <a:lnTo>
                  <a:pt x="4479638" y="1964864"/>
                </a:lnTo>
                <a:lnTo>
                  <a:pt x="4476378" y="1968751"/>
                </a:lnTo>
                <a:lnTo>
                  <a:pt x="4472491" y="1965490"/>
                </a:lnTo>
                <a:lnTo>
                  <a:pt x="4475751" y="1961604"/>
                </a:lnTo>
                <a:close/>
              </a:path>
              <a:path w="5457190" h="6282690">
                <a:moveTo>
                  <a:pt x="4599708" y="2066482"/>
                </a:moveTo>
                <a:lnTo>
                  <a:pt x="4602619" y="2068927"/>
                </a:lnTo>
                <a:lnTo>
                  <a:pt x="4600169" y="2071846"/>
                </a:lnTo>
                <a:lnTo>
                  <a:pt x="4597253" y="2069403"/>
                </a:lnTo>
                <a:lnTo>
                  <a:pt x="4599708" y="2066482"/>
                </a:lnTo>
                <a:close/>
              </a:path>
              <a:path w="5457190" h="6282690">
                <a:moveTo>
                  <a:pt x="4723653" y="2171365"/>
                </a:moveTo>
                <a:lnTo>
                  <a:pt x="4725595" y="2173000"/>
                </a:lnTo>
                <a:lnTo>
                  <a:pt x="4723973" y="2174937"/>
                </a:lnTo>
                <a:lnTo>
                  <a:pt x="4722025" y="2173305"/>
                </a:lnTo>
                <a:lnTo>
                  <a:pt x="4723653" y="2171365"/>
                </a:lnTo>
                <a:close/>
              </a:path>
              <a:path w="5457190" h="6282690">
                <a:moveTo>
                  <a:pt x="4846794" y="2277215"/>
                </a:moveTo>
                <a:lnTo>
                  <a:pt x="4848164" y="2276717"/>
                </a:lnTo>
                <a:lnTo>
                  <a:pt x="4848576" y="2277064"/>
                </a:lnTo>
                <a:lnTo>
                  <a:pt x="4847206" y="2277562"/>
                </a:lnTo>
                <a:lnTo>
                  <a:pt x="4846794" y="2277215"/>
                </a:lnTo>
                <a:close/>
              </a:path>
              <a:path w="5457190" h="6282690">
                <a:moveTo>
                  <a:pt x="1872177" y="0"/>
                </a:moveTo>
                <a:lnTo>
                  <a:pt x="1919536" y="0"/>
                </a:lnTo>
                <a:lnTo>
                  <a:pt x="1927215" y="6445"/>
                </a:lnTo>
                <a:lnTo>
                  <a:pt x="1897444" y="41908"/>
                </a:lnTo>
                <a:lnTo>
                  <a:pt x="1861983" y="12143"/>
                </a:lnTo>
                <a:lnTo>
                  <a:pt x="1872177" y="0"/>
                </a:lnTo>
                <a:close/>
              </a:path>
              <a:path w="5457190" h="6282690">
                <a:moveTo>
                  <a:pt x="2015784" y="82451"/>
                </a:moveTo>
                <a:lnTo>
                  <a:pt x="2049306" y="110588"/>
                </a:lnTo>
                <a:lnTo>
                  <a:pt x="2021167" y="144104"/>
                </a:lnTo>
                <a:lnTo>
                  <a:pt x="1987644" y="115966"/>
                </a:lnTo>
                <a:lnTo>
                  <a:pt x="2015784" y="82451"/>
                </a:lnTo>
                <a:close/>
              </a:path>
              <a:path w="5457190" h="6282690">
                <a:moveTo>
                  <a:pt x="2139810" y="188230"/>
                </a:moveTo>
                <a:lnTo>
                  <a:pt x="2171384" y="214735"/>
                </a:lnTo>
                <a:lnTo>
                  <a:pt x="2144879" y="246309"/>
                </a:lnTo>
                <a:lnTo>
                  <a:pt x="2113305" y="219804"/>
                </a:lnTo>
                <a:lnTo>
                  <a:pt x="2139810" y="188230"/>
                </a:lnTo>
                <a:close/>
              </a:path>
              <a:path w="5457190" h="6282690">
                <a:moveTo>
                  <a:pt x="2263840" y="294000"/>
                </a:moveTo>
                <a:lnTo>
                  <a:pt x="2293475" y="318878"/>
                </a:lnTo>
                <a:lnTo>
                  <a:pt x="2268603" y="348510"/>
                </a:lnTo>
                <a:lnTo>
                  <a:pt x="2238968" y="323633"/>
                </a:lnTo>
                <a:lnTo>
                  <a:pt x="2263840" y="294000"/>
                </a:lnTo>
                <a:close/>
              </a:path>
              <a:path w="5457190" h="6282690">
                <a:moveTo>
                  <a:pt x="2387912" y="400225"/>
                </a:moveTo>
                <a:lnTo>
                  <a:pt x="2415109" y="423056"/>
                </a:lnTo>
                <a:lnTo>
                  <a:pt x="2392280" y="450259"/>
                </a:lnTo>
                <a:lnTo>
                  <a:pt x="2365074" y="427424"/>
                </a:lnTo>
                <a:lnTo>
                  <a:pt x="2387912" y="400225"/>
                </a:lnTo>
                <a:close/>
              </a:path>
              <a:path w="5457190" h="6282690">
                <a:moveTo>
                  <a:pt x="2511862" y="505106"/>
                </a:moveTo>
                <a:lnTo>
                  <a:pt x="2538098" y="527123"/>
                </a:lnTo>
                <a:lnTo>
                  <a:pt x="2516073" y="553360"/>
                </a:lnTo>
                <a:lnTo>
                  <a:pt x="2489842" y="531334"/>
                </a:lnTo>
                <a:lnTo>
                  <a:pt x="2511862" y="505106"/>
                </a:lnTo>
                <a:close/>
              </a:path>
              <a:path w="5457190" h="6282690">
                <a:moveTo>
                  <a:pt x="2635889" y="610884"/>
                </a:moveTo>
                <a:lnTo>
                  <a:pt x="2660176" y="631271"/>
                </a:lnTo>
                <a:lnTo>
                  <a:pt x="2639790" y="655558"/>
                </a:lnTo>
                <a:lnTo>
                  <a:pt x="2615503" y="635171"/>
                </a:lnTo>
                <a:lnTo>
                  <a:pt x="2635889" y="610884"/>
                </a:lnTo>
                <a:close/>
              </a:path>
              <a:path w="5457190" h="6282690">
                <a:moveTo>
                  <a:pt x="2759959" y="717103"/>
                </a:moveTo>
                <a:lnTo>
                  <a:pt x="2781819" y="735453"/>
                </a:lnTo>
                <a:lnTo>
                  <a:pt x="2763469" y="757313"/>
                </a:lnTo>
                <a:lnTo>
                  <a:pt x="2741609" y="738962"/>
                </a:lnTo>
                <a:lnTo>
                  <a:pt x="2759959" y="717103"/>
                </a:lnTo>
                <a:close/>
              </a:path>
              <a:path w="5457190" h="6282690">
                <a:moveTo>
                  <a:pt x="2883953" y="822437"/>
                </a:moveTo>
                <a:lnTo>
                  <a:pt x="2904352" y="839558"/>
                </a:lnTo>
                <a:lnTo>
                  <a:pt x="2887226" y="859958"/>
                </a:lnTo>
                <a:lnTo>
                  <a:pt x="2866827" y="842838"/>
                </a:lnTo>
                <a:lnTo>
                  <a:pt x="2883953" y="822437"/>
                </a:lnTo>
                <a:close/>
              </a:path>
              <a:path w="5457190" h="6282690">
                <a:moveTo>
                  <a:pt x="3007943" y="927760"/>
                </a:moveTo>
                <a:lnTo>
                  <a:pt x="3026890" y="943659"/>
                </a:lnTo>
                <a:lnTo>
                  <a:pt x="3010985" y="962609"/>
                </a:lnTo>
                <a:lnTo>
                  <a:pt x="2992041" y="946701"/>
                </a:lnTo>
                <a:lnTo>
                  <a:pt x="3007943" y="927760"/>
                </a:lnTo>
                <a:close/>
              </a:path>
              <a:path w="5457190" h="6282690">
                <a:moveTo>
                  <a:pt x="3131935" y="1033088"/>
                </a:moveTo>
                <a:lnTo>
                  <a:pt x="3149425" y="1047769"/>
                </a:lnTo>
                <a:lnTo>
                  <a:pt x="3134743" y="1065253"/>
                </a:lnTo>
                <a:lnTo>
                  <a:pt x="3117258" y="1050570"/>
                </a:lnTo>
                <a:lnTo>
                  <a:pt x="3131935" y="1033088"/>
                </a:lnTo>
                <a:close/>
              </a:path>
              <a:path w="5457190" h="6282690">
                <a:moveTo>
                  <a:pt x="3255967" y="1138865"/>
                </a:moveTo>
                <a:lnTo>
                  <a:pt x="3271510" y="1151914"/>
                </a:lnTo>
                <a:lnTo>
                  <a:pt x="3258461" y="1167458"/>
                </a:lnTo>
                <a:lnTo>
                  <a:pt x="3242918" y="1154409"/>
                </a:lnTo>
                <a:lnTo>
                  <a:pt x="3255967" y="1138865"/>
                </a:lnTo>
                <a:close/>
              </a:path>
              <a:path w="5457190" h="6282690">
                <a:moveTo>
                  <a:pt x="3379956" y="1244188"/>
                </a:moveTo>
                <a:lnTo>
                  <a:pt x="3394040" y="1256012"/>
                </a:lnTo>
                <a:lnTo>
                  <a:pt x="3382218" y="1270102"/>
                </a:lnTo>
                <a:lnTo>
                  <a:pt x="3368126" y="1258274"/>
                </a:lnTo>
                <a:lnTo>
                  <a:pt x="3379956" y="1244188"/>
                </a:lnTo>
                <a:close/>
              </a:path>
              <a:path w="5457190" h="6282690">
                <a:moveTo>
                  <a:pt x="3503946" y="1349517"/>
                </a:moveTo>
                <a:lnTo>
                  <a:pt x="3516575" y="1360122"/>
                </a:lnTo>
                <a:lnTo>
                  <a:pt x="3505975" y="1372747"/>
                </a:lnTo>
                <a:lnTo>
                  <a:pt x="3493344" y="1362149"/>
                </a:lnTo>
                <a:lnTo>
                  <a:pt x="3503946" y="1349517"/>
                </a:lnTo>
                <a:close/>
              </a:path>
              <a:path w="5457190" h="6282690">
                <a:moveTo>
                  <a:pt x="3627942" y="1454851"/>
                </a:moveTo>
                <a:lnTo>
                  <a:pt x="3639108" y="1464226"/>
                </a:lnTo>
                <a:lnTo>
                  <a:pt x="3629729" y="1475401"/>
                </a:lnTo>
                <a:lnTo>
                  <a:pt x="3618563" y="1466025"/>
                </a:lnTo>
                <a:lnTo>
                  <a:pt x="3627942" y="1454851"/>
                </a:lnTo>
                <a:close/>
              </a:path>
              <a:path w="5457190" h="6282690">
                <a:moveTo>
                  <a:pt x="3751972" y="1560622"/>
                </a:moveTo>
                <a:lnTo>
                  <a:pt x="3761198" y="1568369"/>
                </a:lnTo>
                <a:lnTo>
                  <a:pt x="3753453" y="1577602"/>
                </a:lnTo>
                <a:lnTo>
                  <a:pt x="3744219" y="1569851"/>
                </a:lnTo>
                <a:lnTo>
                  <a:pt x="3751972" y="1560622"/>
                </a:lnTo>
                <a:close/>
              </a:path>
              <a:path w="5457190" h="6282690">
                <a:moveTo>
                  <a:pt x="3875917" y="1665505"/>
                </a:moveTo>
                <a:lnTo>
                  <a:pt x="3884175" y="1672441"/>
                </a:lnTo>
                <a:lnTo>
                  <a:pt x="3877245" y="1680697"/>
                </a:lnTo>
                <a:lnTo>
                  <a:pt x="3868987" y="1673760"/>
                </a:lnTo>
                <a:lnTo>
                  <a:pt x="3875917" y="1665505"/>
                </a:lnTo>
                <a:close/>
              </a:path>
              <a:path w="5457190" h="6282690">
                <a:moveTo>
                  <a:pt x="3999870" y="1770392"/>
                </a:moveTo>
                <a:lnTo>
                  <a:pt x="4007155" y="1776504"/>
                </a:lnTo>
                <a:lnTo>
                  <a:pt x="4001043" y="1783789"/>
                </a:lnTo>
                <a:lnTo>
                  <a:pt x="3993758" y="1777677"/>
                </a:lnTo>
                <a:lnTo>
                  <a:pt x="3999870" y="1770392"/>
                </a:lnTo>
                <a:close/>
              </a:path>
              <a:path w="5457190" h="6282690">
                <a:moveTo>
                  <a:pt x="4123827" y="1875270"/>
                </a:moveTo>
                <a:lnTo>
                  <a:pt x="4130136" y="1880568"/>
                </a:lnTo>
                <a:lnTo>
                  <a:pt x="4124834" y="1886885"/>
                </a:lnTo>
                <a:lnTo>
                  <a:pt x="4118526" y="1881587"/>
                </a:lnTo>
                <a:lnTo>
                  <a:pt x="4123827" y="1875270"/>
                </a:lnTo>
                <a:close/>
              </a:path>
              <a:path w="5457190" h="6282690">
                <a:moveTo>
                  <a:pt x="4247811" y="1980595"/>
                </a:moveTo>
                <a:lnTo>
                  <a:pt x="4252668" y="1984673"/>
                </a:lnTo>
                <a:lnTo>
                  <a:pt x="4248591" y="1989530"/>
                </a:lnTo>
                <a:lnTo>
                  <a:pt x="4243734" y="1985453"/>
                </a:lnTo>
                <a:lnTo>
                  <a:pt x="4247811" y="1980595"/>
                </a:lnTo>
                <a:close/>
              </a:path>
              <a:path w="5457190" h="6282690">
                <a:moveTo>
                  <a:pt x="4371762" y="2085476"/>
                </a:moveTo>
                <a:lnTo>
                  <a:pt x="4375651" y="2088742"/>
                </a:lnTo>
                <a:lnTo>
                  <a:pt x="4372391" y="2092629"/>
                </a:lnTo>
                <a:lnTo>
                  <a:pt x="4368502" y="2089363"/>
                </a:lnTo>
                <a:lnTo>
                  <a:pt x="4371762" y="2085476"/>
                </a:lnTo>
                <a:close/>
              </a:path>
              <a:path w="5457190" h="6282690">
                <a:moveTo>
                  <a:pt x="4495720" y="2190355"/>
                </a:moveTo>
                <a:lnTo>
                  <a:pt x="4498632" y="2192806"/>
                </a:lnTo>
                <a:lnTo>
                  <a:pt x="4496186" y="2195716"/>
                </a:lnTo>
                <a:lnTo>
                  <a:pt x="4493270" y="2193273"/>
                </a:lnTo>
                <a:lnTo>
                  <a:pt x="4495720" y="2190355"/>
                </a:lnTo>
                <a:close/>
              </a:path>
              <a:path w="5457190" h="6282690">
                <a:moveTo>
                  <a:pt x="4619670" y="2295236"/>
                </a:moveTo>
                <a:lnTo>
                  <a:pt x="4621612" y="2296870"/>
                </a:lnTo>
                <a:lnTo>
                  <a:pt x="4619986" y="2298816"/>
                </a:lnTo>
                <a:lnTo>
                  <a:pt x="4618038" y="2297184"/>
                </a:lnTo>
                <a:lnTo>
                  <a:pt x="4619670" y="2295236"/>
                </a:lnTo>
                <a:close/>
              </a:path>
              <a:path w="5457190" h="6282690">
                <a:moveTo>
                  <a:pt x="4743583" y="2399675"/>
                </a:moveTo>
                <a:lnTo>
                  <a:pt x="4745042" y="2400899"/>
                </a:lnTo>
                <a:lnTo>
                  <a:pt x="4743818" y="2402359"/>
                </a:lnTo>
                <a:lnTo>
                  <a:pt x="4742359" y="2401134"/>
                </a:lnTo>
                <a:lnTo>
                  <a:pt x="4743583" y="2399675"/>
                </a:lnTo>
                <a:close/>
              </a:path>
              <a:path w="5457190" h="6282690">
                <a:moveTo>
                  <a:pt x="1658931" y="0"/>
                </a:moveTo>
                <a:lnTo>
                  <a:pt x="1670450" y="0"/>
                </a:lnTo>
                <a:lnTo>
                  <a:pt x="1701586" y="26139"/>
                </a:lnTo>
                <a:lnTo>
                  <a:pt x="1669783" y="64022"/>
                </a:lnTo>
                <a:lnTo>
                  <a:pt x="1631892" y="32215"/>
                </a:lnTo>
                <a:lnTo>
                  <a:pt x="1658931" y="0"/>
                </a:lnTo>
                <a:close/>
              </a:path>
              <a:path w="5457190" h="6282690">
                <a:moveTo>
                  <a:pt x="1787691" y="99654"/>
                </a:moveTo>
                <a:lnTo>
                  <a:pt x="1824125" y="130242"/>
                </a:lnTo>
                <a:lnTo>
                  <a:pt x="1793536" y="166676"/>
                </a:lnTo>
                <a:lnTo>
                  <a:pt x="1757104" y="136094"/>
                </a:lnTo>
                <a:lnTo>
                  <a:pt x="1787691" y="99654"/>
                </a:lnTo>
                <a:close/>
              </a:path>
              <a:path w="5457190" h="6282690">
                <a:moveTo>
                  <a:pt x="1911717" y="205432"/>
                </a:moveTo>
                <a:lnTo>
                  <a:pt x="1946209" y="234387"/>
                </a:lnTo>
                <a:lnTo>
                  <a:pt x="1917259" y="268871"/>
                </a:lnTo>
                <a:lnTo>
                  <a:pt x="1882768" y="239923"/>
                </a:lnTo>
                <a:lnTo>
                  <a:pt x="1911717" y="205432"/>
                </a:lnTo>
                <a:close/>
              </a:path>
              <a:path w="5457190" h="6282690">
                <a:moveTo>
                  <a:pt x="2035789" y="311657"/>
                </a:moveTo>
                <a:lnTo>
                  <a:pt x="2067852" y="338569"/>
                </a:lnTo>
                <a:lnTo>
                  <a:pt x="2040937" y="370626"/>
                </a:lnTo>
                <a:lnTo>
                  <a:pt x="2008874" y="343714"/>
                </a:lnTo>
                <a:lnTo>
                  <a:pt x="2035789" y="311657"/>
                </a:lnTo>
                <a:close/>
              </a:path>
              <a:path w="5457190" h="6282690">
                <a:moveTo>
                  <a:pt x="2159779" y="416979"/>
                </a:moveTo>
                <a:lnTo>
                  <a:pt x="2190384" y="442673"/>
                </a:lnTo>
                <a:lnTo>
                  <a:pt x="2164694" y="473271"/>
                </a:lnTo>
                <a:lnTo>
                  <a:pt x="2134090" y="447583"/>
                </a:lnTo>
                <a:lnTo>
                  <a:pt x="2159779" y="416979"/>
                </a:lnTo>
                <a:close/>
              </a:path>
              <a:path w="5457190" h="6282690">
                <a:moveTo>
                  <a:pt x="2283845" y="523206"/>
                </a:moveTo>
                <a:lnTo>
                  <a:pt x="2312021" y="546858"/>
                </a:lnTo>
                <a:lnTo>
                  <a:pt x="2288374" y="575032"/>
                </a:lnTo>
                <a:lnTo>
                  <a:pt x="2260196" y="551373"/>
                </a:lnTo>
                <a:lnTo>
                  <a:pt x="2283845" y="523206"/>
                </a:lnTo>
                <a:close/>
              </a:path>
              <a:path w="5457190" h="6282690">
                <a:moveTo>
                  <a:pt x="2407841" y="628526"/>
                </a:moveTo>
                <a:lnTo>
                  <a:pt x="2434560" y="650959"/>
                </a:lnTo>
                <a:lnTo>
                  <a:pt x="2412126" y="677679"/>
                </a:lnTo>
                <a:lnTo>
                  <a:pt x="2385407" y="655245"/>
                </a:lnTo>
                <a:lnTo>
                  <a:pt x="2407841" y="628526"/>
                </a:lnTo>
                <a:close/>
              </a:path>
              <a:path w="5457190" h="6282690">
                <a:moveTo>
                  <a:pt x="2531869" y="734310"/>
                </a:moveTo>
                <a:lnTo>
                  <a:pt x="2556644" y="755104"/>
                </a:lnTo>
                <a:lnTo>
                  <a:pt x="2535848" y="779873"/>
                </a:lnTo>
                <a:lnTo>
                  <a:pt x="2511073" y="759080"/>
                </a:lnTo>
                <a:lnTo>
                  <a:pt x="2531869" y="734310"/>
                </a:lnTo>
                <a:close/>
              </a:path>
              <a:path w="5457190" h="6282690">
                <a:moveTo>
                  <a:pt x="2655899" y="840082"/>
                </a:moveTo>
                <a:lnTo>
                  <a:pt x="2678726" y="859243"/>
                </a:lnTo>
                <a:lnTo>
                  <a:pt x="2659561" y="882080"/>
                </a:lnTo>
                <a:lnTo>
                  <a:pt x="2636731" y="862912"/>
                </a:lnTo>
                <a:lnTo>
                  <a:pt x="2655899" y="840082"/>
                </a:lnTo>
                <a:close/>
              </a:path>
              <a:path w="5457190" h="6282690">
                <a:moveTo>
                  <a:pt x="2779930" y="945858"/>
                </a:moveTo>
                <a:lnTo>
                  <a:pt x="2800819" y="963392"/>
                </a:lnTo>
                <a:lnTo>
                  <a:pt x="2783285" y="984281"/>
                </a:lnTo>
                <a:lnTo>
                  <a:pt x="2762394" y="966741"/>
                </a:lnTo>
                <a:lnTo>
                  <a:pt x="2779930" y="945858"/>
                </a:lnTo>
                <a:close/>
              </a:path>
              <a:path w="5457190" h="6282690">
                <a:moveTo>
                  <a:pt x="2903922" y="1051187"/>
                </a:moveTo>
                <a:lnTo>
                  <a:pt x="2923352" y="1067496"/>
                </a:lnTo>
                <a:lnTo>
                  <a:pt x="2907039" y="1086934"/>
                </a:lnTo>
                <a:lnTo>
                  <a:pt x="2887607" y="1070619"/>
                </a:lnTo>
                <a:lnTo>
                  <a:pt x="2903922" y="1051187"/>
                </a:lnTo>
                <a:close/>
              </a:path>
              <a:path w="5457190" h="6282690">
                <a:moveTo>
                  <a:pt x="3027912" y="1156509"/>
                </a:moveTo>
                <a:lnTo>
                  <a:pt x="3045884" y="1171600"/>
                </a:lnTo>
                <a:lnTo>
                  <a:pt x="3030796" y="1189579"/>
                </a:lnTo>
                <a:lnTo>
                  <a:pt x="3012823" y="1174488"/>
                </a:lnTo>
                <a:lnTo>
                  <a:pt x="3027912" y="1156509"/>
                </a:lnTo>
                <a:close/>
              </a:path>
              <a:path w="5457190" h="6282690">
                <a:moveTo>
                  <a:pt x="3151906" y="1261844"/>
                </a:moveTo>
                <a:lnTo>
                  <a:pt x="3168420" y="1275710"/>
                </a:lnTo>
                <a:lnTo>
                  <a:pt x="3154554" y="1292224"/>
                </a:lnTo>
                <a:lnTo>
                  <a:pt x="3138040" y="1278358"/>
                </a:lnTo>
                <a:lnTo>
                  <a:pt x="3151906" y="1261844"/>
                </a:lnTo>
                <a:close/>
              </a:path>
              <a:path w="5457190" h="6282690">
                <a:moveTo>
                  <a:pt x="3275934" y="1367615"/>
                </a:moveTo>
                <a:lnTo>
                  <a:pt x="3290508" y="1379846"/>
                </a:lnTo>
                <a:lnTo>
                  <a:pt x="3278272" y="1394427"/>
                </a:lnTo>
                <a:lnTo>
                  <a:pt x="3263697" y="1382189"/>
                </a:lnTo>
                <a:lnTo>
                  <a:pt x="3275934" y="1367615"/>
                </a:lnTo>
                <a:close/>
              </a:path>
              <a:path w="5457190" h="6282690">
                <a:moveTo>
                  <a:pt x="3399919" y="1472940"/>
                </a:moveTo>
                <a:lnTo>
                  <a:pt x="3413040" y="1483951"/>
                </a:lnTo>
                <a:lnTo>
                  <a:pt x="3402029" y="1497072"/>
                </a:lnTo>
                <a:lnTo>
                  <a:pt x="3388907" y="1486061"/>
                </a:lnTo>
                <a:lnTo>
                  <a:pt x="3399919" y="1472940"/>
                </a:lnTo>
                <a:close/>
              </a:path>
              <a:path w="5457190" h="6282690">
                <a:moveTo>
                  <a:pt x="3523912" y="1578274"/>
                </a:moveTo>
                <a:lnTo>
                  <a:pt x="3535575" y="1588061"/>
                </a:lnTo>
                <a:lnTo>
                  <a:pt x="3525786" y="1599717"/>
                </a:lnTo>
                <a:lnTo>
                  <a:pt x="3514124" y="1589931"/>
                </a:lnTo>
                <a:lnTo>
                  <a:pt x="3523912" y="1578274"/>
                </a:lnTo>
                <a:close/>
              </a:path>
              <a:path w="5457190" h="6282690">
                <a:moveTo>
                  <a:pt x="3647939" y="1684053"/>
                </a:moveTo>
                <a:lnTo>
                  <a:pt x="3657653" y="1692207"/>
                </a:lnTo>
                <a:lnTo>
                  <a:pt x="3649499" y="1701922"/>
                </a:lnTo>
                <a:lnTo>
                  <a:pt x="3639784" y="1693768"/>
                </a:lnTo>
                <a:lnTo>
                  <a:pt x="3647939" y="1684053"/>
                </a:lnTo>
                <a:close/>
              </a:path>
              <a:path w="5457190" h="6282690">
                <a:moveTo>
                  <a:pt x="3771896" y="1788932"/>
                </a:moveTo>
                <a:lnTo>
                  <a:pt x="3780640" y="1796269"/>
                </a:lnTo>
                <a:lnTo>
                  <a:pt x="3773302" y="1805014"/>
                </a:lnTo>
                <a:lnTo>
                  <a:pt x="3764556" y="1797670"/>
                </a:lnTo>
                <a:lnTo>
                  <a:pt x="3771896" y="1788932"/>
                </a:lnTo>
                <a:close/>
              </a:path>
              <a:path w="5457190" h="6282690">
                <a:moveTo>
                  <a:pt x="3895847" y="1893813"/>
                </a:moveTo>
                <a:lnTo>
                  <a:pt x="3903614" y="1900336"/>
                </a:lnTo>
                <a:lnTo>
                  <a:pt x="3897094" y="1908109"/>
                </a:lnTo>
                <a:lnTo>
                  <a:pt x="3889324" y="1901580"/>
                </a:lnTo>
                <a:lnTo>
                  <a:pt x="3895847" y="1893813"/>
                </a:lnTo>
                <a:close/>
              </a:path>
              <a:path w="5457190" h="6282690">
                <a:moveTo>
                  <a:pt x="4019798" y="1998694"/>
                </a:moveTo>
                <a:lnTo>
                  <a:pt x="4026603" y="2004403"/>
                </a:lnTo>
                <a:lnTo>
                  <a:pt x="4020891" y="2011202"/>
                </a:lnTo>
                <a:lnTo>
                  <a:pt x="4014086" y="2005493"/>
                </a:lnTo>
                <a:lnTo>
                  <a:pt x="4019798" y="1998694"/>
                </a:lnTo>
                <a:close/>
              </a:path>
              <a:path w="5457190" h="6282690">
                <a:moveTo>
                  <a:pt x="4143789" y="2104022"/>
                </a:moveTo>
                <a:lnTo>
                  <a:pt x="4149135" y="2108507"/>
                </a:lnTo>
                <a:lnTo>
                  <a:pt x="4144650" y="2113853"/>
                </a:lnTo>
                <a:lnTo>
                  <a:pt x="4139305" y="2109368"/>
                </a:lnTo>
                <a:lnTo>
                  <a:pt x="4143789" y="2104022"/>
                </a:lnTo>
                <a:close/>
              </a:path>
              <a:path w="5457190" h="6282690">
                <a:moveTo>
                  <a:pt x="4267740" y="2208903"/>
                </a:moveTo>
                <a:lnTo>
                  <a:pt x="4272110" y="2212573"/>
                </a:lnTo>
                <a:lnTo>
                  <a:pt x="4268440" y="2216942"/>
                </a:lnTo>
                <a:lnTo>
                  <a:pt x="4264073" y="2213278"/>
                </a:lnTo>
                <a:lnTo>
                  <a:pt x="4267740" y="2208903"/>
                </a:lnTo>
                <a:close/>
              </a:path>
              <a:path w="5457190" h="6282690">
                <a:moveTo>
                  <a:pt x="4391698" y="2313782"/>
                </a:moveTo>
                <a:lnTo>
                  <a:pt x="4395096" y="2316635"/>
                </a:lnTo>
                <a:lnTo>
                  <a:pt x="4392240" y="2320041"/>
                </a:lnTo>
                <a:lnTo>
                  <a:pt x="4388841" y="2317189"/>
                </a:lnTo>
                <a:lnTo>
                  <a:pt x="4391698" y="2313782"/>
                </a:lnTo>
                <a:close/>
              </a:path>
              <a:path w="5457190" h="6282690">
                <a:moveTo>
                  <a:pt x="4515645" y="2418671"/>
                </a:moveTo>
                <a:lnTo>
                  <a:pt x="4518072" y="2420707"/>
                </a:lnTo>
                <a:lnTo>
                  <a:pt x="4516037" y="2423134"/>
                </a:lnTo>
                <a:lnTo>
                  <a:pt x="4513609" y="2421099"/>
                </a:lnTo>
                <a:lnTo>
                  <a:pt x="4515645" y="2418671"/>
                </a:lnTo>
                <a:close/>
              </a:path>
              <a:path w="5457190" h="6282690">
                <a:moveTo>
                  <a:pt x="4639594" y="2523546"/>
                </a:moveTo>
                <a:lnTo>
                  <a:pt x="4641053" y="2524770"/>
                </a:lnTo>
                <a:lnTo>
                  <a:pt x="4639835" y="2526227"/>
                </a:lnTo>
                <a:lnTo>
                  <a:pt x="4638375" y="2525003"/>
                </a:lnTo>
                <a:lnTo>
                  <a:pt x="4639594" y="2523546"/>
                </a:lnTo>
                <a:close/>
              </a:path>
              <a:path w="5457190" h="6282690">
                <a:moveTo>
                  <a:pt x="1435565" y="11086"/>
                </a:moveTo>
                <a:lnTo>
                  <a:pt x="1476854" y="45746"/>
                </a:lnTo>
                <a:lnTo>
                  <a:pt x="1442195" y="87035"/>
                </a:lnTo>
                <a:lnTo>
                  <a:pt x="1400905" y="52376"/>
                </a:lnTo>
                <a:lnTo>
                  <a:pt x="1435565" y="11086"/>
                </a:lnTo>
                <a:close/>
              </a:path>
              <a:path w="5457190" h="6282690">
                <a:moveTo>
                  <a:pt x="1559635" y="117305"/>
                </a:moveTo>
                <a:lnTo>
                  <a:pt x="1598497" y="149929"/>
                </a:lnTo>
                <a:lnTo>
                  <a:pt x="1565872" y="188791"/>
                </a:lnTo>
                <a:lnTo>
                  <a:pt x="1527011" y="156166"/>
                </a:lnTo>
                <a:lnTo>
                  <a:pt x="1559635" y="117305"/>
                </a:lnTo>
                <a:close/>
              </a:path>
              <a:path w="5457190" h="6282690">
                <a:moveTo>
                  <a:pt x="1683661" y="223084"/>
                </a:moveTo>
                <a:lnTo>
                  <a:pt x="1720576" y="254076"/>
                </a:lnTo>
                <a:lnTo>
                  <a:pt x="1689584" y="290990"/>
                </a:lnTo>
                <a:lnTo>
                  <a:pt x="1652671" y="260004"/>
                </a:lnTo>
                <a:lnTo>
                  <a:pt x="1683661" y="223084"/>
                </a:lnTo>
                <a:close/>
              </a:path>
              <a:path w="5457190" h="6282690">
                <a:moveTo>
                  <a:pt x="1807659" y="328410"/>
                </a:moveTo>
                <a:lnTo>
                  <a:pt x="1843114" y="358178"/>
                </a:lnTo>
                <a:lnTo>
                  <a:pt x="1813343" y="393641"/>
                </a:lnTo>
                <a:lnTo>
                  <a:pt x="1777888" y="363874"/>
                </a:lnTo>
                <a:lnTo>
                  <a:pt x="1807659" y="328410"/>
                </a:lnTo>
                <a:close/>
              </a:path>
              <a:path w="5457190" h="6282690">
                <a:moveTo>
                  <a:pt x="1931723" y="434631"/>
                </a:moveTo>
                <a:lnTo>
                  <a:pt x="1964757" y="462361"/>
                </a:lnTo>
                <a:lnTo>
                  <a:pt x="1937027" y="495394"/>
                </a:lnTo>
                <a:lnTo>
                  <a:pt x="1903994" y="467665"/>
                </a:lnTo>
                <a:lnTo>
                  <a:pt x="1931723" y="434631"/>
                </a:lnTo>
                <a:close/>
              </a:path>
              <a:path w="5457190" h="6282690">
                <a:moveTo>
                  <a:pt x="2055747" y="540404"/>
                </a:moveTo>
                <a:lnTo>
                  <a:pt x="2086841" y="566506"/>
                </a:lnTo>
                <a:lnTo>
                  <a:pt x="2060738" y="597594"/>
                </a:lnTo>
                <a:lnTo>
                  <a:pt x="2029651" y="571496"/>
                </a:lnTo>
                <a:lnTo>
                  <a:pt x="2055747" y="540404"/>
                </a:lnTo>
                <a:close/>
              </a:path>
              <a:path w="5457190" h="6282690">
                <a:moveTo>
                  <a:pt x="2179787" y="646184"/>
                </a:moveTo>
                <a:lnTo>
                  <a:pt x="2208931" y="670648"/>
                </a:lnTo>
                <a:lnTo>
                  <a:pt x="2184462" y="699795"/>
                </a:lnTo>
                <a:lnTo>
                  <a:pt x="2155318" y="675331"/>
                </a:lnTo>
                <a:lnTo>
                  <a:pt x="2179787" y="646184"/>
                </a:lnTo>
                <a:close/>
              </a:path>
              <a:path w="5457190" h="6282690">
                <a:moveTo>
                  <a:pt x="2303811" y="751957"/>
                </a:moveTo>
                <a:lnTo>
                  <a:pt x="2331010" y="774795"/>
                </a:lnTo>
                <a:lnTo>
                  <a:pt x="2308181" y="801999"/>
                </a:lnTo>
                <a:lnTo>
                  <a:pt x="2280975" y="779163"/>
                </a:lnTo>
                <a:lnTo>
                  <a:pt x="2303811" y="751957"/>
                </a:lnTo>
                <a:close/>
              </a:path>
              <a:path w="5457190" h="6282690">
                <a:moveTo>
                  <a:pt x="2427800" y="857280"/>
                </a:moveTo>
                <a:lnTo>
                  <a:pt x="2453549" y="878897"/>
                </a:lnTo>
                <a:lnTo>
                  <a:pt x="2431938" y="904643"/>
                </a:lnTo>
                <a:lnTo>
                  <a:pt x="2406189" y="883026"/>
                </a:lnTo>
                <a:lnTo>
                  <a:pt x="2427800" y="857280"/>
                </a:lnTo>
                <a:close/>
              </a:path>
              <a:path w="5457190" h="6282690">
                <a:moveTo>
                  <a:pt x="2551834" y="963062"/>
                </a:moveTo>
                <a:lnTo>
                  <a:pt x="2575635" y="983047"/>
                </a:lnTo>
                <a:lnTo>
                  <a:pt x="2555656" y="1006846"/>
                </a:lnTo>
                <a:lnTo>
                  <a:pt x="2531852" y="986869"/>
                </a:lnTo>
                <a:lnTo>
                  <a:pt x="2551834" y="963062"/>
                </a:lnTo>
                <a:close/>
              </a:path>
              <a:path w="5457190" h="6282690">
                <a:moveTo>
                  <a:pt x="2675899" y="1069283"/>
                </a:moveTo>
                <a:lnTo>
                  <a:pt x="2697270" y="1087226"/>
                </a:lnTo>
                <a:lnTo>
                  <a:pt x="2679329" y="1108603"/>
                </a:lnTo>
                <a:lnTo>
                  <a:pt x="2657956" y="1090654"/>
                </a:lnTo>
                <a:lnTo>
                  <a:pt x="2675899" y="1069283"/>
                </a:lnTo>
                <a:close/>
              </a:path>
              <a:path w="5457190" h="6282690">
                <a:moveTo>
                  <a:pt x="2799891" y="1174612"/>
                </a:moveTo>
                <a:lnTo>
                  <a:pt x="2819803" y="1191330"/>
                </a:lnTo>
                <a:lnTo>
                  <a:pt x="2803086" y="1211248"/>
                </a:lnTo>
                <a:lnTo>
                  <a:pt x="2783174" y="1194530"/>
                </a:lnTo>
                <a:lnTo>
                  <a:pt x="2799891" y="1174612"/>
                </a:lnTo>
                <a:close/>
              </a:path>
              <a:path w="5457190" h="6282690">
                <a:moveTo>
                  <a:pt x="2923880" y="1279934"/>
                </a:moveTo>
                <a:lnTo>
                  <a:pt x="2942341" y="1295433"/>
                </a:lnTo>
                <a:lnTo>
                  <a:pt x="2926843" y="1313894"/>
                </a:lnTo>
                <a:lnTo>
                  <a:pt x="2908382" y="1298395"/>
                </a:lnTo>
                <a:lnTo>
                  <a:pt x="2923880" y="1279934"/>
                </a:lnTo>
                <a:close/>
              </a:path>
              <a:path w="5457190" h="6282690">
                <a:moveTo>
                  <a:pt x="3047874" y="1385269"/>
                </a:moveTo>
                <a:lnTo>
                  <a:pt x="3064877" y="1399542"/>
                </a:lnTo>
                <a:lnTo>
                  <a:pt x="3050603" y="1416545"/>
                </a:lnTo>
                <a:lnTo>
                  <a:pt x="3033601" y="1402271"/>
                </a:lnTo>
                <a:lnTo>
                  <a:pt x="3047874" y="1385269"/>
                </a:lnTo>
                <a:close/>
              </a:path>
              <a:path w="5457190" h="6282690">
                <a:moveTo>
                  <a:pt x="3171900" y="1491048"/>
                </a:moveTo>
                <a:lnTo>
                  <a:pt x="3186961" y="1503687"/>
                </a:lnTo>
                <a:lnTo>
                  <a:pt x="3174322" y="1518748"/>
                </a:lnTo>
                <a:lnTo>
                  <a:pt x="3159259" y="1506103"/>
                </a:lnTo>
                <a:lnTo>
                  <a:pt x="3171900" y="1491048"/>
                </a:lnTo>
                <a:close/>
              </a:path>
              <a:path w="5457190" h="6282690">
                <a:moveTo>
                  <a:pt x="3295896" y="1596368"/>
                </a:moveTo>
                <a:lnTo>
                  <a:pt x="3309497" y="1607783"/>
                </a:lnTo>
                <a:lnTo>
                  <a:pt x="3298076" y="1621386"/>
                </a:lnTo>
                <a:lnTo>
                  <a:pt x="3284475" y="1609972"/>
                </a:lnTo>
                <a:lnTo>
                  <a:pt x="3295896" y="1596368"/>
                </a:lnTo>
                <a:close/>
              </a:path>
              <a:path w="5457190" h="6282690">
                <a:moveTo>
                  <a:pt x="3419887" y="1701697"/>
                </a:moveTo>
                <a:lnTo>
                  <a:pt x="3432032" y="1711893"/>
                </a:lnTo>
                <a:lnTo>
                  <a:pt x="3421836" y="1724038"/>
                </a:lnTo>
                <a:lnTo>
                  <a:pt x="3409691" y="1713842"/>
                </a:lnTo>
                <a:lnTo>
                  <a:pt x="3419887" y="1701697"/>
                </a:lnTo>
                <a:close/>
              </a:path>
              <a:path w="5457190" h="6282690">
                <a:moveTo>
                  <a:pt x="3543880" y="1807026"/>
                </a:moveTo>
                <a:lnTo>
                  <a:pt x="3554565" y="1815998"/>
                </a:lnTo>
                <a:lnTo>
                  <a:pt x="3545587" y="1826685"/>
                </a:lnTo>
                <a:lnTo>
                  <a:pt x="3534904" y="1817720"/>
                </a:lnTo>
                <a:lnTo>
                  <a:pt x="3543880" y="1807026"/>
                </a:lnTo>
                <a:close/>
              </a:path>
              <a:path w="5457190" h="6282690">
                <a:moveTo>
                  <a:pt x="3667911" y="1912802"/>
                </a:moveTo>
                <a:lnTo>
                  <a:pt x="3676655" y="1920140"/>
                </a:lnTo>
                <a:lnTo>
                  <a:pt x="3669312" y="1928886"/>
                </a:lnTo>
                <a:lnTo>
                  <a:pt x="3660568" y="1921549"/>
                </a:lnTo>
                <a:lnTo>
                  <a:pt x="3667911" y="1912802"/>
                </a:lnTo>
                <a:close/>
              </a:path>
              <a:path w="5457190" h="6282690">
                <a:moveTo>
                  <a:pt x="3791857" y="2017685"/>
                </a:moveTo>
                <a:lnTo>
                  <a:pt x="3799632" y="2024212"/>
                </a:lnTo>
                <a:lnTo>
                  <a:pt x="3793104" y="2031982"/>
                </a:lnTo>
                <a:lnTo>
                  <a:pt x="3785337" y="2025459"/>
                </a:lnTo>
                <a:lnTo>
                  <a:pt x="3791857" y="2017685"/>
                </a:lnTo>
                <a:close/>
              </a:path>
              <a:path w="5457190" h="6282690">
                <a:moveTo>
                  <a:pt x="3915808" y="2122566"/>
                </a:moveTo>
                <a:lnTo>
                  <a:pt x="3922613" y="2128275"/>
                </a:lnTo>
                <a:lnTo>
                  <a:pt x="3916903" y="2135081"/>
                </a:lnTo>
                <a:lnTo>
                  <a:pt x="3910098" y="2129372"/>
                </a:lnTo>
                <a:lnTo>
                  <a:pt x="3915808" y="2122566"/>
                </a:lnTo>
                <a:close/>
              </a:path>
              <a:path w="5457190" h="6282690">
                <a:moveTo>
                  <a:pt x="4039765" y="2227445"/>
                </a:moveTo>
                <a:lnTo>
                  <a:pt x="4045593" y="2232340"/>
                </a:lnTo>
                <a:lnTo>
                  <a:pt x="4040693" y="2238170"/>
                </a:lnTo>
                <a:lnTo>
                  <a:pt x="4034866" y="2233282"/>
                </a:lnTo>
                <a:lnTo>
                  <a:pt x="4039765" y="2227445"/>
                </a:lnTo>
                <a:close/>
              </a:path>
              <a:path w="5457190" h="6282690">
                <a:moveTo>
                  <a:pt x="4163759" y="2332780"/>
                </a:moveTo>
                <a:lnTo>
                  <a:pt x="4168125" y="2336444"/>
                </a:lnTo>
                <a:lnTo>
                  <a:pt x="4164452" y="2340821"/>
                </a:lnTo>
                <a:lnTo>
                  <a:pt x="4160083" y="2337152"/>
                </a:lnTo>
                <a:lnTo>
                  <a:pt x="4163759" y="2332780"/>
                </a:lnTo>
                <a:close/>
              </a:path>
              <a:path w="5457190" h="6282690">
                <a:moveTo>
                  <a:pt x="4287710" y="2437661"/>
                </a:moveTo>
                <a:lnTo>
                  <a:pt x="4291108" y="2440513"/>
                </a:lnTo>
                <a:lnTo>
                  <a:pt x="4288249" y="2443914"/>
                </a:lnTo>
                <a:lnTo>
                  <a:pt x="4284851" y="2441062"/>
                </a:lnTo>
                <a:lnTo>
                  <a:pt x="4287710" y="2437661"/>
                </a:lnTo>
                <a:close/>
              </a:path>
              <a:path w="5457190" h="6282690">
                <a:moveTo>
                  <a:pt x="4411661" y="2542542"/>
                </a:moveTo>
                <a:lnTo>
                  <a:pt x="4414088" y="2544577"/>
                </a:lnTo>
                <a:lnTo>
                  <a:pt x="4412053" y="2547005"/>
                </a:lnTo>
                <a:lnTo>
                  <a:pt x="4409625" y="2544969"/>
                </a:lnTo>
                <a:lnTo>
                  <a:pt x="4411661" y="2542542"/>
                </a:lnTo>
                <a:close/>
              </a:path>
              <a:path w="5457190" h="6282690">
                <a:moveTo>
                  <a:pt x="4535610" y="2647417"/>
                </a:moveTo>
                <a:lnTo>
                  <a:pt x="4537069" y="2648641"/>
                </a:lnTo>
                <a:lnTo>
                  <a:pt x="4535845" y="2650100"/>
                </a:lnTo>
                <a:lnTo>
                  <a:pt x="4534385" y="2648876"/>
                </a:lnTo>
                <a:lnTo>
                  <a:pt x="4535610" y="2647417"/>
                </a:lnTo>
                <a:close/>
              </a:path>
              <a:path w="5457190" h="6282690">
                <a:moveTo>
                  <a:pt x="1081049" y="0"/>
                </a:moveTo>
                <a:lnTo>
                  <a:pt x="1097892" y="0"/>
                </a:lnTo>
                <a:lnTo>
                  <a:pt x="1090930" y="8293"/>
                </a:lnTo>
                <a:lnTo>
                  <a:pt x="1081049" y="0"/>
                </a:lnTo>
                <a:close/>
              </a:path>
              <a:path w="5457190" h="6282690">
                <a:moveTo>
                  <a:pt x="1207431" y="27842"/>
                </a:moveTo>
                <a:lnTo>
                  <a:pt x="1252121" y="65360"/>
                </a:lnTo>
                <a:lnTo>
                  <a:pt x="1214608" y="110048"/>
                </a:lnTo>
                <a:lnTo>
                  <a:pt x="1169913" y="72532"/>
                </a:lnTo>
                <a:lnTo>
                  <a:pt x="1207431" y="27842"/>
                </a:lnTo>
                <a:close/>
              </a:path>
              <a:path w="5457190" h="6282690">
                <a:moveTo>
                  <a:pt x="1331498" y="134069"/>
                </a:moveTo>
                <a:lnTo>
                  <a:pt x="1373758" y="169545"/>
                </a:lnTo>
                <a:lnTo>
                  <a:pt x="1338287" y="211804"/>
                </a:lnTo>
                <a:lnTo>
                  <a:pt x="1296027" y="176327"/>
                </a:lnTo>
                <a:lnTo>
                  <a:pt x="1331498" y="134069"/>
                </a:lnTo>
                <a:close/>
              </a:path>
              <a:path w="5457190" h="6282690">
                <a:moveTo>
                  <a:pt x="1455568" y="240287"/>
                </a:moveTo>
                <a:lnTo>
                  <a:pt x="1495400" y="273728"/>
                </a:lnTo>
                <a:lnTo>
                  <a:pt x="1461965" y="313559"/>
                </a:lnTo>
                <a:lnTo>
                  <a:pt x="1422133" y="280117"/>
                </a:lnTo>
                <a:lnTo>
                  <a:pt x="1455568" y="240287"/>
                </a:lnTo>
                <a:close/>
              </a:path>
              <a:path w="5457190" h="6282690">
                <a:moveTo>
                  <a:pt x="1579600" y="346064"/>
                </a:moveTo>
                <a:lnTo>
                  <a:pt x="1617491" y="377870"/>
                </a:lnTo>
                <a:lnTo>
                  <a:pt x="1585684" y="415762"/>
                </a:lnTo>
                <a:lnTo>
                  <a:pt x="1547793" y="383955"/>
                </a:lnTo>
                <a:lnTo>
                  <a:pt x="1579600" y="346064"/>
                </a:lnTo>
                <a:close/>
              </a:path>
              <a:path w="5457190" h="6282690">
                <a:moveTo>
                  <a:pt x="1703626" y="451843"/>
                </a:moveTo>
                <a:lnTo>
                  <a:pt x="1739575" y="482016"/>
                </a:lnTo>
                <a:lnTo>
                  <a:pt x="1709397" y="517967"/>
                </a:lnTo>
                <a:lnTo>
                  <a:pt x="1673451" y="487786"/>
                </a:lnTo>
                <a:lnTo>
                  <a:pt x="1703626" y="451843"/>
                </a:lnTo>
                <a:close/>
              </a:path>
              <a:path w="5457190" h="6282690">
                <a:moveTo>
                  <a:pt x="1827656" y="557613"/>
                </a:moveTo>
                <a:lnTo>
                  <a:pt x="1861660" y="586160"/>
                </a:lnTo>
                <a:lnTo>
                  <a:pt x="1833119" y="620162"/>
                </a:lnTo>
                <a:lnTo>
                  <a:pt x="1799115" y="591615"/>
                </a:lnTo>
                <a:lnTo>
                  <a:pt x="1827656" y="557613"/>
                </a:lnTo>
                <a:close/>
              </a:path>
              <a:path w="5457190" h="6282690">
                <a:moveTo>
                  <a:pt x="1951685" y="663384"/>
                </a:moveTo>
                <a:lnTo>
                  <a:pt x="1983750" y="690303"/>
                </a:lnTo>
                <a:lnTo>
                  <a:pt x="1956838" y="722366"/>
                </a:lnTo>
                <a:lnTo>
                  <a:pt x="1924773" y="695447"/>
                </a:lnTo>
                <a:lnTo>
                  <a:pt x="1951685" y="663384"/>
                </a:lnTo>
                <a:close/>
              </a:path>
              <a:path w="5457190" h="6282690">
                <a:moveTo>
                  <a:pt x="2075717" y="769161"/>
                </a:moveTo>
                <a:lnTo>
                  <a:pt x="2105835" y="794447"/>
                </a:lnTo>
                <a:lnTo>
                  <a:pt x="2080554" y="824563"/>
                </a:lnTo>
                <a:lnTo>
                  <a:pt x="2050431" y="799278"/>
                </a:lnTo>
                <a:lnTo>
                  <a:pt x="2075717" y="769161"/>
                </a:lnTo>
                <a:close/>
              </a:path>
              <a:path w="5457190" h="6282690">
                <a:moveTo>
                  <a:pt x="2199784" y="875387"/>
                </a:moveTo>
                <a:lnTo>
                  <a:pt x="2227478" y="898630"/>
                </a:lnTo>
                <a:lnTo>
                  <a:pt x="2204233" y="926317"/>
                </a:lnTo>
                <a:lnTo>
                  <a:pt x="2176545" y="903072"/>
                </a:lnTo>
                <a:lnTo>
                  <a:pt x="2199784" y="875387"/>
                </a:lnTo>
                <a:close/>
              </a:path>
              <a:path w="5457190" h="6282690">
                <a:moveTo>
                  <a:pt x="2323775" y="980717"/>
                </a:moveTo>
                <a:lnTo>
                  <a:pt x="2350010" y="1002734"/>
                </a:lnTo>
                <a:lnTo>
                  <a:pt x="2327986" y="1028971"/>
                </a:lnTo>
                <a:lnTo>
                  <a:pt x="2301757" y="1006951"/>
                </a:lnTo>
                <a:lnTo>
                  <a:pt x="2323775" y="980717"/>
                </a:lnTo>
                <a:close/>
              </a:path>
              <a:path w="5457190" h="6282690">
                <a:moveTo>
                  <a:pt x="2447805" y="1086487"/>
                </a:moveTo>
                <a:lnTo>
                  <a:pt x="2472095" y="1106879"/>
                </a:lnTo>
                <a:lnTo>
                  <a:pt x="2451708" y="1131167"/>
                </a:lnTo>
                <a:lnTo>
                  <a:pt x="2427419" y="1110774"/>
                </a:lnTo>
                <a:lnTo>
                  <a:pt x="2447805" y="1086487"/>
                </a:lnTo>
                <a:close/>
              </a:path>
              <a:path w="5457190" h="6282690">
                <a:moveTo>
                  <a:pt x="2571837" y="1192264"/>
                </a:moveTo>
                <a:lnTo>
                  <a:pt x="2594183" y="1211016"/>
                </a:lnTo>
                <a:lnTo>
                  <a:pt x="2575419" y="1233366"/>
                </a:lnTo>
                <a:lnTo>
                  <a:pt x="2553079" y="1214612"/>
                </a:lnTo>
                <a:lnTo>
                  <a:pt x="2571837" y="1192264"/>
                </a:lnTo>
                <a:close/>
              </a:path>
              <a:path w="5457190" h="6282690">
                <a:moveTo>
                  <a:pt x="2695863" y="1298043"/>
                </a:moveTo>
                <a:lnTo>
                  <a:pt x="2716270" y="1315167"/>
                </a:lnTo>
                <a:lnTo>
                  <a:pt x="2699143" y="1335567"/>
                </a:lnTo>
                <a:lnTo>
                  <a:pt x="2678743" y="1318441"/>
                </a:lnTo>
                <a:lnTo>
                  <a:pt x="2695863" y="1298043"/>
                </a:lnTo>
                <a:close/>
              </a:path>
              <a:path w="5457190" h="6282690">
                <a:moveTo>
                  <a:pt x="2819855" y="1403372"/>
                </a:moveTo>
                <a:lnTo>
                  <a:pt x="2838804" y="1419277"/>
                </a:lnTo>
                <a:lnTo>
                  <a:pt x="2822897" y="1438220"/>
                </a:lnTo>
                <a:lnTo>
                  <a:pt x="2803954" y="1422313"/>
                </a:lnTo>
                <a:lnTo>
                  <a:pt x="2819855" y="1403372"/>
                </a:lnTo>
                <a:close/>
              </a:path>
              <a:path w="5457190" h="6282690">
                <a:moveTo>
                  <a:pt x="2943851" y="1508692"/>
                </a:moveTo>
                <a:lnTo>
                  <a:pt x="2961341" y="1523372"/>
                </a:lnTo>
                <a:lnTo>
                  <a:pt x="2946654" y="1540865"/>
                </a:lnTo>
                <a:lnTo>
                  <a:pt x="2929163" y="1526185"/>
                </a:lnTo>
                <a:lnTo>
                  <a:pt x="2943851" y="1508692"/>
                </a:lnTo>
                <a:close/>
              </a:path>
              <a:path w="5457190" h="6282690">
                <a:moveTo>
                  <a:pt x="3067879" y="1614477"/>
                </a:moveTo>
                <a:lnTo>
                  <a:pt x="3083420" y="1627520"/>
                </a:lnTo>
                <a:lnTo>
                  <a:pt x="3070377" y="1643061"/>
                </a:lnTo>
                <a:lnTo>
                  <a:pt x="3054836" y="1630018"/>
                </a:lnTo>
                <a:lnTo>
                  <a:pt x="3067879" y="1614477"/>
                </a:lnTo>
                <a:close/>
              </a:path>
              <a:path w="5457190" h="6282690">
                <a:moveTo>
                  <a:pt x="3191868" y="1719799"/>
                </a:moveTo>
                <a:lnTo>
                  <a:pt x="3205954" y="1731629"/>
                </a:lnTo>
                <a:lnTo>
                  <a:pt x="3194130" y="1745713"/>
                </a:lnTo>
                <a:lnTo>
                  <a:pt x="3180040" y="1733891"/>
                </a:lnTo>
                <a:lnTo>
                  <a:pt x="3191868" y="1719799"/>
                </a:lnTo>
                <a:close/>
              </a:path>
              <a:path w="5457190" h="6282690">
                <a:moveTo>
                  <a:pt x="3315865" y="1825126"/>
                </a:moveTo>
                <a:lnTo>
                  <a:pt x="3328491" y="1835726"/>
                </a:lnTo>
                <a:lnTo>
                  <a:pt x="3317887" y="1848359"/>
                </a:lnTo>
                <a:lnTo>
                  <a:pt x="3305256" y="1837761"/>
                </a:lnTo>
                <a:lnTo>
                  <a:pt x="3315865" y="1825126"/>
                </a:lnTo>
                <a:close/>
              </a:path>
              <a:path w="5457190" h="6282690">
                <a:moveTo>
                  <a:pt x="3439851" y="1930457"/>
                </a:moveTo>
                <a:lnTo>
                  <a:pt x="3451025" y="1939835"/>
                </a:lnTo>
                <a:lnTo>
                  <a:pt x="3441646" y="1951009"/>
                </a:lnTo>
                <a:lnTo>
                  <a:pt x="3430472" y="1941631"/>
                </a:lnTo>
                <a:lnTo>
                  <a:pt x="3439851" y="1930457"/>
                </a:lnTo>
                <a:close/>
              </a:path>
              <a:path w="5457190" h="6282690">
                <a:moveTo>
                  <a:pt x="3563883" y="2036233"/>
                </a:moveTo>
                <a:lnTo>
                  <a:pt x="3573110" y="2043980"/>
                </a:lnTo>
                <a:lnTo>
                  <a:pt x="3565362" y="2053207"/>
                </a:lnTo>
                <a:lnTo>
                  <a:pt x="3556136" y="2045460"/>
                </a:lnTo>
                <a:lnTo>
                  <a:pt x="3563883" y="2036233"/>
                </a:lnTo>
                <a:close/>
              </a:path>
              <a:path w="5457190" h="6282690">
                <a:moveTo>
                  <a:pt x="3687832" y="2141108"/>
                </a:moveTo>
                <a:lnTo>
                  <a:pt x="3696090" y="2148044"/>
                </a:lnTo>
                <a:lnTo>
                  <a:pt x="3689160" y="2156300"/>
                </a:lnTo>
                <a:lnTo>
                  <a:pt x="3680896" y="2149366"/>
                </a:lnTo>
                <a:lnTo>
                  <a:pt x="3687832" y="2141108"/>
                </a:lnTo>
                <a:close/>
              </a:path>
              <a:path w="5457190" h="6282690">
                <a:moveTo>
                  <a:pt x="3811783" y="2245989"/>
                </a:moveTo>
                <a:lnTo>
                  <a:pt x="3819071" y="2252108"/>
                </a:lnTo>
                <a:lnTo>
                  <a:pt x="3812952" y="2259395"/>
                </a:lnTo>
                <a:lnTo>
                  <a:pt x="3805665" y="2253276"/>
                </a:lnTo>
                <a:lnTo>
                  <a:pt x="3811783" y="2245989"/>
                </a:lnTo>
                <a:close/>
              </a:path>
              <a:path w="5457190" h="6282690">
                <a:moveTo>
                  <a:pt x="3935777" y="2351324"/>
                </a:moveTo>
                <a:lnTo>
                  <a:pt x="3941603" y="2356212"/>
                </a:lnTo>
                <a:lnTo>
                  <a:pt x="3936709" y="2362040"/>
                </a:lnTo>
                <a:lnTo>
                  <a:pt x="3930883" y="2357152"/>
                </a:lnTo>
                <a:lnTo>
                  <a:pt x="3935777" y="2351324"/>
                </a:lnTo>
                <a:close/>
              </a:path>
              <a:path w="5457190" h="6282690">
                <a:moveTo>
                  <a:pt x="4059728" y="2456204"/>
                </a:moveTo>
                <a:lnTo>
                  <a:pt x="4064586" y="2460282"/>
                </a:lnTo>
                <a:lnTo>
                  <a:pt x="4060509" y="2465139"/>
                </a:lnTo>
                <a:lnTo>
                  <a:pt x="4055651" y="2461062"/>
                </a:lnTo>
                <a:lnTo>
                  <a:pt x="4059728" y="2456204"/>
                </a:lnTo>
                <a:close/>
              </a:path>
              <a:path w="5457190" h="6282690">
                <a:moveTo>
                  <a:pt x="4183680" y="2561085"/>
                </a:moveTo>
                <a:lnTo>
                  <a:pt x="4187568" y="2564352"/>
                </a:lnTo>
                <a:lnTo>
                  <a:pt x="4184308" y="2568238"/>
                </a:lnTo>
                <a:lnTo>
                  <a:pt x="4180419" y="2564972"/>
                </a:lnTo>
                <a:lnTo>
                  <a:pt x="4183680" y="2561085"/>
                </a:lnTo>
                <a:close/>
              </a:path>
              <a:path w="5457190" h="6282690">
                <a:moveTo>
                  <a:pt x="4307637" y="2665964"/>
                </a:moveTo>
                <a:lnTo>
                  <a:pt x="4310547" y="2668409"/>
                </a:lnTo>
                <a:lnTo>
                  <a:pt x="4308098" y="2671328"/>
                </a:lnTo>
                <a:lnTo>
                  <a:pt x="4305182" y="2668885"/>
                </a:lnTo>
                <a:lnTo>
                  <a:pt x="4307637" y="2665964"/>
                </a:lnTo>
                <a:close/>
              </a:path>
              <a:path w="5457190" h="6282690">
                <a:moveTo>
                  <a:pt x="4431584" y="2770853"/>
                </a:moveTo>
                <a:lnTo>
                  <a:pt x="4433525" y="2772487"/>
                </a:lnTo>
                <a:lnTo>
                  <a:pt x="4431903" y="2774424"/>
                </a:lnTo>
                <a:lnTo>
                  <a:pt x="4429956" y="2772792"/>
                </a:lnTo>
                <a:lnTo>
                  <a:pt x="4431584" y="2770853"/>
                </a:lnTo>
                <a:close/>
              </a:path>
              <a:path w="5457190" h="6282690">
                <a:moveTo>
                  <a:pt x="4554724" y="2876703"/>
                </a:moveTo>
                <a:lnTo>
                  <a:pt x="4556096" y="2876204"/>
                </a:lnTo>
                <a:lnTo>
                  <a:pt x="4556504" y="2876545"/>
                </a:lnTo>
                <a:lnTo>
                  <a:pt x="4555132" y="2877044"/>
                </a:lnTo>
                <a:lnTo>
                  <a:pt x="4554724" y="2876703"/>
                </a:lnTo>
                <a:close/>
              </a:path>
              <a:path w="5457190" h="6282690">
                <a:moveTo>
                  <a:pt x="826046" y="0"/>
                </a:moveTo>
                <a:lnTo>
                  <a:pt x="889622" y="0"/>
                </a:lnTo>
                <a:lnTo>
                  <a:pt x="863337" y="31307"/>
                </a:lnTo>
                <a:lnTo>
                  <a:pt x="826046" y="0"/>
                </a:lnTo>
                <a:close/>
              </a:path>
              <a:path w="5457190" h="6282690">
                <a:moveTo>
                  <a:pt x="979296" y="44598"/>
                </a:moveTo>
                <a:lnTo>
                  <a:pt x="1027393" y="84972"/>
                </a:lnTo>
                <a:lnTo>
                  <a:pt x="987016" y="133062"/>
                </a:lnTo>
                <a:lnTo>
                  <a:pt x="938928" y="92691"/>
                </a:lnTo>
                <a:lnTo>
                  <a:pt x="979296" y="44598"/>
                </a:lnTo>
                <a:close/>
              </a:path>
              <a:path w="5457190" h="6282690">
                <a:moveTo>
                  <a:pt x="1103369" y="150822"/>
                </a:moveTo>
                <a:lnTo>
                  <a:pt x="1149029" y="189157"/>
                </a:lnTo>
                <a:lnTo>
                  <a:pt x="1110700" y="234816"/>
                </a:lnTo>
                <a:lnTo>
                  <a:pt x="1065033" y="196482"/>
                </a:lnTo>
                <a:lnTo>
                  <a:pt x="1103369" y="150822"/>
                </a:lnTo>
                <a:close/>
              </a:path>
              <a:path w="5457190" h="6282690">
                <a:moveTo>
                  <a:pt x="1227441" y="257046"/>
                </a:moveTo>
                <a:lnTo>
                  <a:pt x="1270672" y="293340"/>
                </a:lnTo>
                <a:lnTo>
                  <a:pt x="1234378" y="336571"/>
                </a:lnTo>
                <a:lnTo>
                  <a:pt x="1191147" y="300277"/>
                </a:lnTo>
                <a:lnTo>
                  <a:pt x="1227441" y="257046"/>
                </a:lnTo>
                <a:close/>
              </a:path>
              <a:path w="5457190" h="6282690">
                <a:moveTo>
                  <a:pt x="1351503" y="363261"/>
                </a:moveTo>
                <a:lnTo>
                  <a:pt x="1392307" y="397519"/>
                </a:lnTo>
                <a:lnTo>
                  <a:pt x="1358054" y="438320"/>
                </a:lnTo>
                <a:lnTo>
                  <a:pt x="1317247" y="404070"/>
                </a:lnTo>
                <a:lnTo>
                  <a:pt x="1351503" y="363261"/>
                </a:lnTo>
                <a:close/>
              </a:path>
              <a:path w="5457190" h="6282690">
                <a:moveTo>
                  <a:pt x="1475576" y="469486"/>
                </a:moveTo>
                <a:lnTo>
                  <a:pt x="1513949" y="501702"/>
                </a:lnTo>
                <a:lnTo>
                  <a:pt x="1481735" y="540082"/>
                </a:lnTo>
                <a:lnTo>
                  <a:pt x="1443359" y="507859"/>
                </a:lnTo>
                <a:lnTo>
                  <a:pt x="1475576" y="469486"/>
                </a:lnTo>
                <a:close/>
              </a:path>
              <a:path w="5457190" h="6282690">
                <a:moveTo>
                  <a:pt x="1599602" y="575264"/>
                </a:moveTo>
                <a:lnTo>
                  <a:pt x="1636036" y="605853"/>
                </a:lnTo>
                <a:lnTo>
                  <a:pt x="1605454" y="642285"/>
                </a:lnTo>
                <a:lnTo>
                  <a:pt x="1569020" y="611696"/>
                </a:lnTo>
                <a:lnTo>
                  <a:pt x="1599602" y="575264"/>
                </a:lnTo>
                <a:close/>
              </a:path>
              <a:path w="5457190" h="6282690">
                <a:moveTo>
                  <a:pt x="1723594" y="680593"/>
                </a:moveTo>
                <a:lnTo>
                  <a:pt x="1758569" y="709957"/>
                </a:lnTo>
                <a:lnTo>
                  <a:pt x="1729211" y="744930"/>
                </a:lnTo>
                <a:lnTo>
                  <a:pt x="1694236" y="715566"/>
                </a:lnTo>
                <a:lnTo>
                  <a:pt x="1723594" y="680593"/>
                </a:lnTo>
                <a:close/>
              </a:path>
              <a:path w="5457190" h="6282690">
                <a:moveTo>
                  <a:pt x="1847660" y="786820"/>
                </a:moveTo>
                <a:lnTo>
                  <a:pt x="1880203" y="814136"/>
                </a:lnTo>
                <a:lnTo>
                  <a:pt x="1852887" y="846679"/>
                </a:lnTo>
                <a:lnTo>
                  <a:pt x="1820344" y="819363"/>
                </a:lnTo>
                <a:lnTo>
                  <a:pt x="1847660" y="786820"/>
                </a:lnTo>
                <a:close/>
              </a:path>
              <a:path w="5457190" h="6282690">
                <a:moveTo>
                  <a:pt x="1971690" y="892590"/>
                </a:moveTo>
                <a:lnTo>
                  <a:pt x="2002296" y="918284"/>
                </a:lnTo>
                <a:lnTo>
                  <a:pt x="1976608" y="948888"/>
                </a:lnTo>
                <a:lnTo>
                  <a:pt x="1946002" y="923194"/>
                </a:lnTo>
                <a:lnTo>
                  <a:pt x="1971690" y="892590"/>
                </a:lnTo>
                <a:close/>
              </a:path>
              <a:path w="5457190" h="6282690">
                <a:moveTo>
                  <a:pt x="2095762" y="998815"/>
                </a:moveTo>
                <a:lnTo>
                  <a:pt x="2123936" y="1022461"/>
                </a:lnTo>
                <a:lnTo>
                  <a:pt x="2100283" y="1050637"/>
                </a:lnTo>
                <a:lnTo>
                  <a:pt x="2072110" y="1026991"/>
                </a:lnTo>
                <a:lnTo>
                  <a:pt x="2095762" y="998815"/>
                </a:lnTo>
                <a:close/>
              </a:path>
              <a:path w="5457190" h="6282690">
                <a:moveTo>
                  <a:pt x="2219752" y="1104137"/>
                </a:moveTo>
                <a:lnTo>
                  <a:pt x="2246469" y="1126565"/>
                </a:lnTo>
                <a:lnTo>
                  <a:pt x="2224041" y="1153282"/>
                </a:lnTo>
                <a:lnTo>
                  <a:pt x="2197324" y="1130854"/>
                </a:lnTo>
                <a:lnTo>
                  <a:pt x="2219752" y="1104137"/>
                </a:lnTo>
                <a:close/>
              </a:path>
              <a:path w="5457190" h="6282690">
                <a:moveTo>
                  <a:pt x="2343784" y="1209914"/>
                </a:moveTo>
                <a:lnTo>
                  <a:pt x="2368561" y="1230714"/>
                </a:lnTo>
                <a:lnTo>
                  <a:pt x="2347761" y="1255491"/>
                </a:lnTo>
                <a:lnTo>
                  <a:pt x="2322984" y="1234692"/>
                </a:lnTo>
                <a:lnTo>
                  <a:pt x="2343784" y="1209914"/>
                </a:lnTo>
                <a:close/>
              </a:path>
              <a:path w="5457190" h="6282690">
                <a:moveTo>
                  <a:pt x="2467810" y="1315693"/>
                </a:moveTo>
                <a:lnTo>
                  <a:pt x="2490640" y="1334860"/>
                </a:lnTo>
                <a:lnTo>
                  <a:pt x="2471478" y="1357688"/>
                </a:lnTo>
                <a:lnTo>
                  <a:pt x="2448648" y="1338521"/>
                </a:lnTo>
                <a:lnTo>
                  <a:pt x="2467810" y="1315693"/>
                </a:lnTo>
                <a:close/>
              </a:path>
              <a:path w="5457190" h="6282690">
                <a:moveTo>
                  <a:pt x="2591842" y="1421469"/>
                </a:moveTo>
                <a:lnTo>
                  <a:pt x="2612728" y="1438997"/>
                </a:lnTo>
                <a:lnTo>
                  <a:pt x="2595189" y="1459888"/>
                </a:lnTo>
                <a:lnTo>
                  <a:pt x="2574308" y="1442358"/>
                </a:lnTo>
                <a:lnTo>
                  <a:pt x="2591842" y="1421469"/>
                </a:lnTo>
                <a:close/>
              </a:path>
              <a:path w="5457190" h="6282690">
                <a:moveTo>
                  <a:pt x="2715831" y="1526792"/>
                </a:moveTo>
                <a:lnTo>
                  <a:pt x="2735261" y="1543101"/>
                </a:lnTo>
                <a:lnTo>
                  <a:pt x="2718946" y="1562533"/>
                </a:lnTo>
                <a:lnTo>
                  <a:pt x="2699516" y="1546224"/>
                </a:lnTo>
                <a:lnTo>
                  <a:pt x="2715831" y="1526792"/>
                </a:lnTo>
                <a:close/>
              </a:path>
              <a:path w="5457190" h="6282690">
                <a:moveTo>
                  <a:pt x="2839861" y="1632563"/>
                </a:moveTo>
                <a:lnTo>
                  <a:pt x="2857354" y="1647250"/>
                </a:lnTo>
                <a:lnTo>
                  <a:pt x="2842671" y="1664734"/>
                </a:lnTo>
                <a:lnTo>
                  <a:pt x="2825180" y="1650053"/>
                </a:lnTo>
                <a:lnTo>
                  <a:pt x="2839861" y="1632563"/>
                </a:lnTo>
                <a:close/>
              </a:path>
              <a:path w="5457190" h="6282690">
                <a:moveTo>
                  <a:pt x="2963855" y="1737897"/>
                </a:moveTo>
                <a:lnTo>
                  <a:pt x="2979886" y="1751353"/>
                </a:lnTo>
                <a:lnTo>
                  <a:pt x="2966424" y="1767387"/>
                </a:lnTo>
                <a:lnTo>
                  <a:pt x="2950392" y="1753931"/>
                </a:lnTo>
                <a:lnTo>
                  <a:pt x="2963855" y="1737897"/>
                </a:lnTo>
                <a:close/>
              </a:path>
              <a:path w="5457190" h="6282690">
                <a:moveTo>
                  <a:pt x="3087847" y="1843226"/>
                </a:moveTo>
                <a:lnTo>
                  <a:pt x="3102419" y="1855458"/>
                </a:lnTo>
                <a:lnTo>
                  <a:pt x="3090181" y="1870032"/>
                </a:lnTo>
                <a:lnTo>
                  <a:pt x="3075609" y="1857801"/>
                </a:lnTo>
                <a:lnTo>
                  <a:pt x="3087847" y="1843226"/>
                </a:lnTo>
                <a:close/>
              </a:path>
              <a:path w="5457190" h="6282690">
                <a:moveTo>
                  <a:pt x="3211832" y="1948557"/>
                </a:moveTo>
                <a:lnTo>
                  <a:pt x="3224954" y="1959568"/>
                </a:lnTo>
                <a:lnTo>
                  <a:pt x="3213946" y="1972682"/>
                </a:lnTo>
                <a:lnTo>
                  <a:pt x="3200825" y="1961671"/>
                </a:lnTo>
                <a:lnTo>
                  <a:pt x="3211832" y="1948557"/>
                </a:lnTo>
                <a:close/>
              </a:path>
              <a:path w="5457190" h="6282690">
                <a:moveTo>
                  <a:pt x="3335862" y="2054328"/>
                </a:moveTo>
                <a:lnTo>
                  <a:pt x="3347036" y="2063707"/>
                </a:lnTo>
                <a:lnTo>
                  <a:pt x="3337657" y="2074881"/>
                </a:lnTo>
                <a:lnTo>
                  <a:pt x="3326483" y="2065502"/>
                </a:lnTo>
                <a:lnTo>
                  <a:pt x="3335862" y="2054328"/>
                </a:lnTo>
                <a:close/>
              </a:path>
              <a:path w="5457190" h="6282690">
                <a:moveTo>
                  <a:pt x="3459854" y="2159657"/>
                </a:moveTo>
                <a:lnTo>
                  <a:pt x="3469571" y="2167817"/>
                </a:lnTo>
                <a:lnTo>
                  <a:pt x="3461416" y="2177532"/>
                </a:lnTo>
                <a:lnTo>
                  <a:pt x="3451699" y="2169371"/>
                </a:lnTo>
                <a:lnTo>
                  <a:pt x="3459854" y="2159657"/>
                </a:lnTo>
                <a:close/>
              </a:path>
              <a:path w="5457190" h="6282690">
                <a:moveTo>
                  <a:pt x="3583845" y="2264985"/>
                </a:moveTo>
                <a:lnTo>
                  <a:pt x="3592103" y="2271921"/>
                </a:lnTo>
                <a:lnTo>
                  <a:pt x="3585173" y="2280177"/>
                </a:lnTo>
                <a:lnTo>
                  <a:pt x="3576916" y="2273241"/>
                </a:lnTo>
                <a:lnTo>
                  <a:pt x="3583845" y="2264985"/>
                </a:lnTo>
                <a:close/>
              </a:path>
              <a:path w="5457190" h="6282690">
                <a:moveTo>
                  <a:pt x="3707797" y="2369866"/>
                </a:moveTo>
                <a:lnTo>
                  <a:pt x="3715084" y="2375985"/>
                </a:lnTo>
                <a:lnTo>
                  <a:pt x="3708965" y="2383272"/>
                </a:lnTo>
                <a:lnTo>
                  <a:pt x="3701678" y="2377153"/>
                </a:lnTo>
                <a:lnTo>
                  <a:pt x="3707797" y="2369866"/>
                </a:lnTo>
                <a:close/>
              </a:path>
              <a:path w="5457190" h="6282690">
                <a:moveTo>
                  <a:pt x="3831748" y="2474747"/>
                </a:moveTo>
                <a:lnTo>
                  <a:pt x="3838064" y="2480049"/>
                </a:lnTo>
                <a:lnTo>
                  <a:pt x="3832763" y="2486365"/>
                </a:lnTo>
                <a:lnTo>
                  <a:pt x="3826446" y="2481064"/>
                </a:lnTo>
                <a:lnTo>
                  <a:pt x="3831748" y="2474747"/>
                </a:lnTo>
                <a:close/>
              </a:path>
              <a:path w="5457190" h="6282690">
                <a:moveTo>
                  <a:pt x="3955740" y="2580075"/>
                </a:moveTo>
                <a:lnTo>
                  <a:pt x="3960599" y="2584159"/>
                </a:lnTo>
                <a:lnTo>
                  <a:pt x="3956522" y="2589016"/>
                </a:lnTo>
                <a:lnTo>
                  <a:pt x="3951662" y="2584933"/>
                </a:lnTo>
                <a:lnTo>
                  <a:pt x="3955740" y="2580075"/>
                </a:lnTo>
                <a:close/>
              </a:path>
              <a:path w="5457190" h="6282690">
                <a:moveTo>
                  <a:pt x="4079693" y="2684962"/>
                </a:moveTo>
                <a:lnTo>
                  <a:pt x="4083579" y="2688222"/>
                </a:lnTo>
                <a:lnTo>
                  <a:pt x="4080319" y="2692109"/>
                </a:lnTo>
                <a:lnTo>
                  <a:pt x="4076433" y="2688849"/>
                </a:lnTo>
                <a:lnTo>
                  <a:pt x="4079693" y="2684962"/>
                </a:lnTo>
                <a:close/>
              </a:path>
              <a:path w="5457190" h="6282690">
                <a:moveTo>
                  <a:pt x="4203649" y="2789841"/>
                </a:moveTo>
                <a:lnTo>
                  <a:pt x="4206560" y="2792286"/>
                </a:lnTo>
                <a:lnTo>
                  <a:pt x="4204114" y="2795196"/>
                </a:lnTo>
                <a:lnTo>
                  <a:pt x="4201198" y="2792754"/>
                </a:lnTo>
                <a:lnTo>
                  <a:pt x="4203649" y="2789841"/>
                </a:lnTo>
                <a:close/>
              </a:path>
              <a:path w="5457190" h="6282690">
                <a:moveTo>
                  <a:pt x="4327602" y="2894722"/>
                </a:moveTo>
                <a:lnTo>
                  <a:pt x="4329543" y="2896356"/>
                </a:lnTo>
                <a:lnTo>
                  <a:pt x="4327915" y="2898295"/>
                </a:lnTo>
                <a:lnTo>
                  <a:pt x="4325967" y="2896663"/>
                </a:lnTo>
                <a:lnTo>
                  <a:pt x="4327602" y="2894722"/>
                </a:lnTo>
                <a:close/>
              </a:path>
              <a:path w="5457190" h="6282690">
                <a:moveTo>
                  <a:pt x="4450735" y="3000574"/>
                </a:moveTo>
                <a:lnTo>
                  <a:pt x="4452105" y="3000075"/>
                </a:lnTo>
                <a:lnTo>
                  <a:pt x="4452517" y="3000422"/>
                </a:lnTo>
                <a:lnTo>
                  <a:pt x="4451147" y="3000920"/>
                </a:lnTo>
                <a:lnTo>
                  <a:pt x="4450735" y="3000574"/>
                </a:lnTo>
                <a:close/>
              </a:path>
              <a:path w="5457190" h="6282690">
                <a:moveTo>
                  <a:pt x="589853" y="0"/>
                </a:moveTo>
                <a:lnTo>
                  <a:pt x="680054" y="0"/>
                </a:lnTo>
                <a:lnTo>
                  <a:pt x="680573" y="435"/>
                </a:lnTo>
                <a:lnTo>
                  <a:pt x="635713" y="53878"/>
                </a:lnTo>
                <a:lnTo>
                  <a:pt x="582280" y="9022"/>
                </a:lnTo>
                <a:lnTo>
                  <a:pt x="589853" y="0"/>
                </a:lnTo>
                <a:close/>
              </a:path>
              <a:path w="5457190" h="6282690">
                <a:moveTo>
                  <a:pt x="751206" y="61806"/>
                </a:moveTo>
                <a:lnTo>
                  <a:pt x="802210" y="104620"/>
                </a:lnTo>
                <a:lnTo>
                  <a:pt x="759392" y="155632"/>
                </a:lnTo>
                <a:lnTo>
                  <a:pt x="708385" y="112812"/>
                </a:lnTo>
                <a:lnTo>
                  <a:pt x="751206" y="61806"/>
                </a:lnTo>
                <a:close/>
              </a:path>
              <a:path w="5457190" h="6282690">
                <a:moveTo>
                  <a:pt x="875237" y="167583"/>
                </a:moveTo>
                <a:lnTo>
                  <a:pt x="924294" y="208765"/>
                </a:lnTo>
                <a:lnTo>
                  <a:pt x="883108" y="257829"/>
                </a:lnTo>
                <a:lnTo>
                  <a:pt x="834050" y="216641"/>
                </a:lnTo>
                <a:lnTo>
                  <a:pt x="875237" y="167583"/>
                </a:lnTo>
                <a:close/>
              </a:path>
              <a:path w="5457190" h="6282690">
                <a:moveTo>
                  <a:pt x="999302" y="273803"/>
                </a:moveTo>
                <a:lnTo>
                  <a:pt x="1045937" y="312947"/>
                </a:lnTo>
                <a:lnTo>
                  <a:pt x="1006793" y="359582"/>
                </a:lnTo>
                <a:lnTo>
                  <a:pt x="960158" y="320438"/>
                </a:lnTo>
                <a:lnTo>
                  <a:pt x="999302" y="273803"/>
                </a:lnTo>
                <a:close/>
              </a:path>
              <a:path w="5457190" h="6282690">
                <a:moveTo>
                  <a:pt x="1123372" y="380022"/>
                </a:moveTo>
                <a:lnTo>
                  <a:pt x="1167579" y="417130"/>
                </a:lnTo>
                <a:lnTo>
                  <a:pt x="1130471" y="461338"/>
                </a:lnTo>
                <a:lnTo>
                  <a:pt x="1086264" y="424229"/>
                </a:lnTo>
                <a:lnTo>
                  <a:pt x="1123372" y="380022"/>
                </a:lnTo>
                <a:close/>
              </a:path>
              <a:path w="5457190" h="6282690">
                <a:moveTo>
                  <a:pt x="1247439" y="486248"/>
                </a:moveTo>
                <a:lnTo>
                  <a:pt x="1289219" y="521321"/>
                </a:lnTo>
                <a:lnTo>
                  <a:pt x="1254149" y="563093"/>
                </a:lnTo>
                <a:lnTo>
                  <a:pt x="1212370" y="528020"/>
                </a:lnTo>
                <a:lnTo>
                  <a:pt x="1247439" y="486248"/>
                </a:lnTo>
                <a:close/>
              </a:path>
              <a:path w="5457190" h="6282690">
                <a:moveTo>
                  <a:pt x="1371509" y="592467"/>
                </a:moveTo>
                <a:lnTo>
                  <a:pt x="1410853" y="625500"/>
                </a:lnTo>
                <a:lnTo>
                  <a:pt x="1377825" y="664842"/>
                </a:lnTo>
                <a:lnTo>
                  <a:pt x="1338478" y="631817"/>
                </a:lnTo>
                <a:lnTo>
                  <a:pt x="1371509" y="592467"/>
                </a:lnTo>
                <a:close/>
              </a:path>
              <a:path w="5457190" h="6282690">
                <a:moveTo>
                  <a:pt x="1495541" y="698243"/>
                </a:moveTo>
                <a:lnTo>
                  <a:pt x="1532950" y="729641"/>
                </a:lnTo>
                <a:lnTo>
                  <a:pt x="1501546" y="767052"/>
                </a:lnTo>
                <a:lnTo>
                  <a:pt x="1464135" y="735648"/>
                </a:lnTo>
                <a:lnTo>
                  <a:pt x="1495541" y="698243"/>
                </a:lnTo>
                <a:close/>
              </a:path>
              <a:path w="5457190" h="6282690">
                <a:moveTo>
                  <a:pt x="1619565" y="804016"/>
                </a:moveTo>
                <a:lnTo>
                  <a:pt x="1655028" y="833788"/>
                </a:lnTo>
                <a:lnTo>
                  <a:pt x="1625257" y="869251"/>
                </a:lnTo>
                <a:lnTo>
                  <a:pt x="1589794" y="839480"/>
                </a:lnTo>
                <a:lnTo>
                  <a:pt x="1619565" y="804016"/>
                </a:lnTo>
                <a:close/>
              </a:path>
              <a:path w="5457190" h="6282690">
                <a:moveTo>
                  <a:pt x="1743637" y="910241"/>
                </a:moveTo>
                <a:lnTo>
                  <a:pt x="1776671" y="937970"/>
                </a:lnTo>
                <a:lnTo>
                  <a:pt x="1748947" y="971002"/>
                </a:lnTo>
                <a:lnTo>
                  <a:pt x="1715914" y="943272"/>
                </a:lnTo>
                <a:lnTo>
                  <a:pt x="1743637" y="910241"/>
                </a:lnTo>
                <a:close/>
              </a:path>
              <a:path w="5457190" h="6282690">
                <a:moveTo>
                  <a:pt x="1867667" y="1016012"/>
                </a:moveTo>
                <a:lnTo>
                  <a:pt x="1898755" y="1042115"/>
                </a:lnTo>
                <a:lnTo>
                  <a:pt x="1872657" y="1073202"/>
                </a:lnTo>
                <a:lnTo>
                  <a:pt x="1841571" y="1047104"/>
                </a:lnTo>
                <a:lnTo>
                  <a:pt x="1867667" y="1016012"/>
                </a:lnTo>
                <a:close/>
              </a:path>
              <a:path w="5457190" h="6282690">
                <a:moveTo>
                  <a:pt x="1991693" y="1121790"/>
                </a:moveTo>
                <a:lnTo>
                  <a:pt x="2020848" y="1146264"/>
                </a:lnTo>
                <a:lnTo>
                  <a:pt x="1996378" y="1175410"/>
                </a:lnTo>
                <a:lnTo>
                  <a:pt x="1967229" y="1150935"/>
                </a:lnTo>
                <a:lnTo>
                  <a:pt x="1991693" y="1121790"/>
                </a:lnTo>
                <a:close/>
              </a:path>
              <a:path w="5457190" h="6282690">
                <a:moveTo>
                  <a:pt x="2115731" y="1227565"/>
                </a:moveTo>
                <a:lnTo>
                  <a:pt x="2142930" y="1250403"/>
                </a:lnTo>
                <a:lnTo>
                  <a:pt x="2120094" y="1277609"/>
                </a:lnTo>
                <a:lnTo>
                  <a:pt x="2092895" y="1254771"/>
                </a:lnTo>
                <a:lnTo>
                  <a:pt x="2115731" y="1227565"/>
                </a:lnTo>
                <a:close/>
              </a:path>
              <a:path w="5457190" h="6282690">
                <a:moveTo>
                  <a:pt x="2239716" y="1332896"/>
                </a:moveTo>
                <a:lnTo>
                  <a:pt x="2265463" y="1354507"/>
                </a:lnTo>
                <a:lnTo>
                  <a:pt x="2243852" y="1380254"/>
                </a:lnTo>
                <a:lnTo>
                  <a:pt x="2218103" y="1358637"/>
                </a:lnTo>
                <a:lnTo>
                  <a:pt x="2239716" y="1332896"/>
                </a:lnTo>
                <a:close/>
              </a:path>
              <a:path w="5457190" h="6282690">
                <a:moveTo>
                  <a:pt x="2363786" y="1439115"/>
                </a:moveTo>
                <a:lnTo>
                  <a:pt x="2387105" y="1458690"/>
                </a:lnTo>
                <a:lnTo>
                  <a:pt x="2367535" y="1482006"/>
                </a:lnTo>
                <a:lnTo>
                  <a:pt x="2344217" y="1462431"/>
                </a:lnTo>
                <a:lnTo>
                  <a:pt x="2363786" y="1439115"/>
                </a:lnTo>
                <a:close/>
              </a:path>
              <a:path w="5457190" h="6282690">
                <a:moveTo>
                  <a:pt x="2487818" y="1544891"/>
                </a:moveTo>
                <a:lnTo>
                  <a:pt x="2509190" y="1562834"/>
                </a:lnTo>
                <a:lnTo>
                  <a:pt x="2491247" y="1584206"/>
                </a:lnTo>
                <a:lnTo>
                  <a:pt x="2469875" y="1566263"/>
                </a:lnTo>
                <a:lnTo>
                  <a:pt x="2487818" y="1544891"/>
                </a:lnTo>
                <a:close/>
              </a:path>
              <a:path w="5457190" h="6282690">
                <a:moveTo>
                  <a:pt x="2611810" y="1650220"/>
                </a:moveTo>
                <a:lnTo>
                  <a:pt x="2631722" y="1666939"/>
                </a:lnTo>
                <a:lnTo>
                  <a:pt x="2615006" y="1686857"/>
                </a:lnTo>
                <a:lnTo>
                  <a:pt x="2595094" y="1670138"/>
                </a:lnTo>
                <a:lnTo>
                  <a:pt x="2611810" y="1650220"/>
                </a:lnTo>
                <a:close/>
              </a:path>
              <a:path w="5457190" h="6282690">
                <a:moveTo>
                  <a:pt x="2735839" y="1755991"/>
                </a:moveTo>
                <a:lnTo>
                  <a:pt x="2753813" y="1771082"/>
                </a:lnTo>
                <a:lnTo>
                  <a:pt x="2738722" y="1789054"/>
                </a:lnTo>
                <a:lnTo>
                  <a:pt x="2720751" y="1773970"/>
                </a:lnTo>
                <a:lnTo>
                  <a:pt x="2735839" y="1755991"/>
                </a:lnTo>
                <a:close/>
              </a:path>
              <a:path w="5457190" h="6282690">
                <a:moveTo>
                  <a:pt x="2859825" y="1861322"/>
                </a:moveTo>
                <a:lnTo>
                  <a:pt x="2876345" y="1875186"/>
                </a:lnTo>
                <a:lnTo>
                  <a:pt x="2862481" y="1891706"/>
                </a:lnTo>
                <a:lnTo>
                  <a:pt x="2845959" y="1877836"/>
                </a:lnTo>
                <a:lnTo>
                  <a:pt x="2859825" y="1861322"/>
                </a:lnTo>
                <a:close/>
              </a:path>
              <a:path w="5457190" h="6282690">
                <a:moveTo>
                  <a:pt x="2983859" y="1967105"/>
                </a:moveTo>
                <a:lnTo>
                  <a:pt x="2998431" y="1979336"/>
                </a:lnTo>
                <a:lnTo>
                  <a:pt x="2986200" y="1993909"/>
                </a:lnTo>
                <a:lnTo>
                  <a:pt x="2971628" y="1981677"/>
                </a:lnTo>
                <a:lnTo>
                  <a:pt x="2983859" y="1967105"/>
                </a:lnTo>
                <a:close/>
              </a:path>
              <a:path w="5457190" h="6282690">
                <a:moveTo>
                  <a:pt x="3107849" y="2072428"/>
                </a:moveTo>
                <a:lnTo>
                  <a:pt x="3120971" y="2083439"/>
                </a:lnTo>
                <a:lnTo>
                  <a:pt x="3109957" y="2096554"/>
                </a:lnTo>
                <a:lnTo>
                  <a:pt x="3096836" y="2085543"/>
                </a:lnTo>
                <a:lnTo>
                  <a:pt x="3107849" y="2072428"/>
                </a:lnTo>
                <a:close/>
              </a:path>
              <a:path w="5457190" h="6282690">
                <a:moveTo>
                  <a:pt x="3231841" y="2177756"/>
                </a:moveTo>
                <a:lnTo>
                  <a:pt x="3243503" y="2187543"/>
                </a:lnTo>
                <a:lnTo>
                  <a:pt x="3233717" y="2199205"/>
                </a:lnTo>
                <a:lnTo>
                  <a:pt x="3222054" y="2189419"/>
                </a:lnTo>
                <a:lnTo>
                  <a:pt x="3231841" y="2177756"/>
                </a:lnTo>
                <a:close/>
              </a:path>
              <a:path w="5457190" h="6282690">
                <a:moveTo>
                  <a:pt x="3355867" y="2283535"/>
                </a:moveTo>
                <a:lnTo>
                  <a:pt x="3365582" y="2291690"/>
                </a:lnTo>
                <a:lnTo>
                  <a:pt x="3357427" y="2301404"/>
                </a:lnTo>
                <a:lnTo>
                  <a:pt x="3347712" y="2293250"/>
                </a:lnTo>
                <a:lnTo>
                  <a:pt x="3355867" y="2283535"/>
                </a:lnTo>
                <a:close/>
              </a:path>
              <a:path w="5457190" h="6282690">
                <a:moveTo>
                  <a:pt x="3479824" y="2388414"/>
                </a:moveTo>
                <a:lnTo>
                  <a:pt x="3488570" y="2395757"/>
                </a:lnTo>
                <a:lnTo>
                  <a:pt x="3481230" y="2404495"/>
                </a:lnTo>
                <a:lnTo>
                  <a:pt x="3472484" y="2397152"/>
                </a:lnTo>
                <a:lnTo>
                  <a:pt x="3479824" y="2388414"/>
                </a:lnTo>
                <a:close/>
              </a:path>
              <a:path w="5457190" h="6282690">
                <a:moveTo>
                  <a:pt x="3603775" y="2493295"/>
                </a:moveTo>
                <a:lnTo>
                  <a:pt x="3611542" y="2499817"/>
                </a:lnTo>
                <a:lnTo>
                  <a:pt x="3605022" y="2507591"/>
                </a:lnTo>
                <a:lnTo>
                  <a:pt x="3597255" y="2501068"/>
                </a:lnTo>
                <a:lnTo>
                  <a:pt x="3603775" y="2493295"/>
                </a:lnTo>
                <a:close/>
              </a:path>
              <a:path w="5457190" h="6282690">
                <a:moveTo>
                  <a:pt x="3727726" y="2598176"/>
                </a:moveTo>
                <a:lnTo>
                  <a:pt x="3734531" y="2603885"/>
                </a:lnTo>
                <a:lnTo>
                  <a:pt x="3728822" y="2610690"/>
                </a:lnTo>
                <a:lnTo>
                  <a:pt x="3722017" y="2604981"/>
                </a:lnTo>
                <a:lnTo>
                  <a:pt x="3727726" y="2598176"/>
                </a:lnTo>
                <a:close/>
              </a:path>
              <a:path w="5457190" h="6282690">
                <a:moveTo>
                  <a:pt x="3851718" y="2703504"/>
                </a:moveTo>
                <a:lnTo>
                  <a:pt x="3857064" y="2707989"/>
                </a:lnTo>
                <a:lnTo>
                  <a:pt x="3852579" y="2713335"/>
                </a:lnTo>
                <a:lnTo>
                  <a:pt x="3847231" y="2708844"/>
                </a:lnTo>
                <a:lnTo>
                  <a:pt x="3851718" y="2703504"/>
                </a:lnTo>
                <a:close/>
              </a:path>
              <a:path w="5457190" h="6282690">
                <a:moveTo>
                  <a:pt x="3975669" y="2808385"/>
                </a:moveTo>
                <a:lnTo>
                  <a:pt x="3980038" y="2812055"/>
                </a:lnTo>
                <a:lnTo>
                  <a:pt x="3976370" y="2816430"/>
                </a:lnTo>
                <a:lnTo>
                  <a:pt x="3971999" y="2812754"/>
                </a:lnTo>
                <a:lnTo>
                  <a:pt x="3975669" y="2808385"/>
                </a:lnTo>
                <a:close/>
              </a:path>
              <a:path w="5457190" h="6282690">
                <a:moveTo>
                  <a:pt x="4099620" y="2913266"/>
                </a:moveTo>
                <a:lnTo>
                  <a:pt x="4103027" y="2916122"/>
                </a:lnTo>
                <a:lnTo>
                  <a:pt x="4100169" y="2919523"/>
                </a:lnTo>
                <a:lnTo>
                  <a:pt x="4096762" y="2916666"/>
                </a:lnTo>
                <a:lnTo>
                  <a:pt x="4099620" y="2913266"/>
                </a:lnTo>
                <a:close/>
              </a:path>
              <a:path w="5457190" h="6282690">
                <a:moveTo>
                  <a:pt x="4223572" y="3018147"/>
                </a:moveTo>
                <a:lnTo>
                  <a:pt x="4226002" y="3020188"/>
                </a:lnTo>
                <a:lnTo>
                  <a:pt x="4223960" y="3022618"/>
                </a:lnTo>
                <a:lnTo>
                  <a:pt x="4221530" y="3020577"/>
                </a:lnTo>
                <a:lnTo>
                  <a:pt x="4223572" y="3018147"/>
                </a:lnTo>
                <a:close/>
              </a:path>
              <a:path w="5457190" h="6282690">
                <a:moveTo>
                  <a:pt x="4347522" y="3123028"/>
                </a:moveTo>
                <a:lnTo>
                  <a:pt x="4348984" y="3124258"/>
                </a:lnTo>
                <a:lnTo>
                  <a:pt x="4347763" y="3125709"/>
                </a:lnTo>
                <a:lnTo>
                  <a:pt x="4346304" y="3124485"/>
                </a:lnTo>
                <a:lnTo>
                  <a:pt x="4347522" y="3123028"/>
                </a:lnTo>
                <a:close/>
              </a:path>
              <a:path w="5457190" h="6282690">
                <a:moveTo>
                  <a:pt x="375782" y="0"/>
                </a:moveTo>
                <a:lnTo>
                  <a:pt x="431947" y="0"/>
                </a:lnTo>
                <a:lnTo>
                  <a:pt x="455840" y="20056"/>
                </a:lnTo>
                <a:lnTo>
                  <a:pt x="408126" y="76890"/>
                </a:lnTo>
                <a:lnTo>
                  <a:pt x="351419" y="29290"/>
                </a:lnTo>
                <a:lnTo>
                  <a:pt x="351286" y="29178"/>
                </a:lnTo>
                <a:lnTo>
                  <a:pt x="375782" y="0"/>
                </a:lnTo>
                <a:close/>
              </a:path>
              <a:path w="5457190" h="6282690">
                <a:moveTo>
                  <a:pt x="523070" y="78562"/>
                </a:moveTo>
                <a:lnTo>
                  <a:pt x="577475" y="124235"/>
                </a:lnTo>
                <a:lnTo>
                  <a:pt x="531804" y="178645"/>
                </a:lnTo>
                <a:lnTo>
                  <a:pt x="477400" y="132973"/>
                </a:lnTo>
                <a:lnTo>
                  <a:pt x="523070" y="78562"/>
                </a:lnTo>
                <a:close/>
              </a:path>
              <a:path w="5457190" h="6282690">
                <a:moveTo>
                  <a:pt x="647143" y="184787"/>
                </a:moveTo>
                <a:lnTo>
                  <a:pt x="699118" y="228418"/>
                </a:lnTo>
                <a:lnTo>
                  <a:pt x="655483" y="280401"/>
                </a:lnTo>
                <a:lnTo>
                  <a:pt x="603508" y="236770"/>
                </a:lnTo>
                <a:lnTo>
                  <a:pt x="647143" y="184787"/>
                </a:lnTo>
                <a:close/>
              </a:path>
              <a:path w="5457190" h="6282690">
                <a:moveTo>
                  <a:pt x="771207" y="291007"/>
                </a:moveTo>
                <a:lnTo>
                  <a:pt x="820760" y="332601"/>
                </a:lnTo>
                <a:lnTo>
                  <a:pt x="779161" y="382156"/>
                </a:lnTo>
                <a:lnTo>
                  <a:pt x="729611" y="340554"/>
                </a:lnTo>
                <a:lnTo>
                  <a:pt x="771207" y="291007"/>
                </a:lnTo>
                <a:close/>
              </a:path>
              <a:path w="5457190" h="6282690">
                <a:moveTo>
                  <a:pt x="895237" y="396778"/>
                </a:moveTo>
                <a:lnTo>
                  <a:pt x="942845" y="436746"/>
                </a:lnTo>
                <a:lnTo>
                  <a:pt x="902883" y="484352"/>
                </a:lnTo>
                <a:lnTo>
                  <a:pt x="855275" y="444384"/>
                </a:lnTo>
                <a:lnTo>
                  <a:pt x="895237" y="396778"/>
                </a:lnTo>
                <a:close/>
              </a:path>
              <a:path w="5457190" h="6282690">
                <a:moveTo>
                  <a:pt x="1019309" y="503002"/>
                </a:moveTo>
                <a:lnTo>
                  <a:pt x="1064487" y="540928"/>
                </a:lnTo>
                <a:lnTo>
                  <a:pt x="1026561" y="586107"/>
                </a:lnTo>
                <a:lnTo>
                  <a:pt x="981383" y="548181"/>
                </a:lnTo>
                <a:lnTo>
                  <a:pt x="1019309" y="503002"/>
                </a:lnTo>
                <a:close/>
              </a:path>
              <a:path w="5457190" h="6282690">
                <a:moveTo>
                  <a:pt x="1143416" y="609677"/>
                </a:moveTo>
                <a:lnTo>
                  <a:pt x="1185674" y="645148"/>
                </a:lnTo>
                <a:lnTo>
                  <a:pt x="1150200" y="687414"/>
                </a:lnTo>
                <a:lnTo>
                  <a:pt x="1107939" y="651938"/>
                </a:lnTo>
                <a:lnTo>
                  <a:pt x="1143416" y="609677"/>
                </a:lnTo>
                <a:close/>
              </a:path>
              <a:path w="5457190" h="6282690">
                <a:moveTo>
                  <a:pt x="1267478" y="715892"/>
                </a:moveTo>
                <a:lnTo>
                  <a:pt x="1307319" y="749337"/>
                </a:lnTo>
                <a:lnTo>
                  <a:pt x="1273877" y="789169"/>
                </a:lnTo>
                <a:lnTo>
                  <a:pt x="1234039" y="755730"/>
                </a:lnTo>
                <a:lnTo>
                  <a:pt x="1267478" y="715892"/>
                </a:lnTo>
                <a:close/>
              </a:path>
              <a:path w="5457190" h="6282690">
                <a:moveTo>
                  <a:pt x="1391518" y="821673"/>
                </a:moveTo>
                <a:lnTo>
                  <a:pt x="1429401" y="853476"/>
                </a:lnTo>
                <a:lnTo>
                  <a:pt x="1397594" y="891367"/>
                </a:lnTo>
                <a:lnTo>
                  <a:pt x="1359711" y="859564"/>
                </a:lnTo>
                <a:lnTo>
                  <a:pt x="1391518" y="821673"/>
                </a:lnTo>
                <a:close/>
              </a:path>
              <a:path w="5457190" h="6282690">
                <a:moveTo>
                  <a:pt x="1515542" y="927446"/>
                </a:moveTo>
                <a:lnTo>
                  <a:pt x="1551494" y="957624"/>
                </a:lnTo>
                <a:lnTo>
                  <a:pt x="1521313" y="993570"/>
                </a:lnTo>
                <a:lnTo>
                  <a:pt x="1485369" y="963395"/>
                </a:lnTo>
                <a:lnTo>
                  <a:pt x="1515542" y="927446"/>
                </a:lnTo>
                <a:close/>
              </a:path>
              <a:path w="5457190" h="6282690">
                <a:moveTo>
                  <a:pt x="1639574" y="1033222"/>
                </a:moveTo>
                <a:lnTo>
                  <a:pt x="1673576" y="1061763"/>
                </a:lnTo>
                <a:lnTo>
                  <a:pt x="1645029" y="1095767"/>
                </a:lnTo>
                <a:lnTo>
                  <a:pt x="1611027" y="1067226"/>
                </a:lnTo>
                <a:lnTo>
                  <a:pt x="1639574" y="1033222"/>
                </a:lnTo>
                <a:close/>
              </a:path>
              <a:path w="5457190" h="6282690">
                <a:moveTo>
                  <a:pt x="1763644" y="1139441"/>
                </a:moveTo>
                <a:lnTo>
                  <a:pt x="1795221" y="1165952"/>
                </a:lnTo>
                <a:lnTo>
                  <a:pt x="1768716" y="1197526"/>
                </a:lnTo>
                <a:lnTo>
                  <a:pt x="1737139" y="1171015"/>
                </a:lnTo>
                <a:lnTo>
                  <a:pt x="1763644" y="1139441"/>
                </a:lnTo>
                <a:close/>
              </a:path>
              <a:path w="5457190" h="6282690">
                <a:moveTo>
                  <a:pt x="1887670" y="1245220"/>
                </a:moveTo>
                <a:lnTo>
                  <a:pt x="1917305" y="1270097"/>
                </a:lnTo>
                <a:lnTo>
                  <a:pt x="1892426" y="1299726"/>
                </a:lnTo>
                <a:lnTo>
                  <a:pt x="1862799" y="1274853"/>
                </a:lnTo>
                <a:lnTo>
                  <a:pt x="1887670" y="1245220"/>
                </a:lnTo>
                <a:close/>
              </a:path>
              <a:path w="5457190" h="6282690">
                <a:moveTo>
                  <a:pt x="2011743" y="1351444"/>
                </a:moveTo>
                <a:lnTo>
                  <a:pt x="2038942" y="1374282"/>
                </a:lnTo>
                <a:lnTo>
                  <a:pt x="2016110" y="1401479"/>
                </a:lnTo>
                <a:lnTo>
                  <a:pt x="1988905" y="1378643"/>
                </a:lnTo>
                <a:lnTo>
                  <a:pt x="2011743" y="1351444"/>
                </a:lnTo>
                <a:close/>
              </a:path>
              <a:path w="5457190" h="6282690">
                <a:moveTo>
                  <a:pt x="2135732" y="1456766"/>
                </a:moveTo>
                <a:lnTo>
                  <a:pt x="2161479" y="1478377"/>
                </a:lnTo>
                <a:lnTo>
                  <a:pt x="2139868" y="1504124"/>
                </a:lnTo>
                <a:lnTo>
                  <a:pt x="2114121" y="1482513"/>
                </a:lnTo>
                <a:lnTo>
                  <a:pt x="2135732" y="1456766"/>
                </a:lnTo>
                <a:close/>
              </a:path>
              <a:path w="5457190" h="6282690">
                <a:moveTo>
                  <a:pt x="2259724" y="1562095"/>
                </a:moveTo>
                <a:lnTo>
                  <a:pt x="2284013" y="1582487"/>
                </a:lnTo>
                <a:lnTo>
                  <a:pt x="2263627" y="1606775"/>
                </a:lnTo>
                <a:lnTo>
                  <a:pt x="2239338" y="1586382"/>
                </a:lnTo>
                <a:lnTo>
                  <a:pt x="2259724" y="1562095"/>
                </a:lnTo>
                <a:close/>
              </a:path>
              <a:path w="5457190" h="6282690">
                <a:moveTo>
                  <a:pt x="2383797" y="1668319"/>
                </a:moveTo>
                <a:lnTo>
                  <a:pt x="2405656" y="1686670"/>
                </a:lnTo>
                <a:lnTo>
                  <a:pt x="2387306" y="1708530"/>
                </a:lnTo>
                <a:lnTo>
                  <a:pt x="2365446" y="1690179"/>
                </a:lnTo>
                <a:lnTo>
                  <a:pt x="2383797" y="1668319"/>
                </a:lnTo>
                <a:close/>
              </a:path>
              <a:path w="5457190" h="6282690">
                <a:moveTo>
                  <a:pt x="2507780" y="1773644"/>
                </a:moveTo>
                <a:lnTo>
                  <a:pt x="2528188" y="1790774"/>
                </a:lnTo>
                <a:lnTo>
                  <a:pt x="2511058" y="1811183"/>
                </a:lnTo>
                <a:lnTo>
                  <a:pt x="2490656" y="1794051"/>
                </a:lnTo>
                <a:lnTo>
                  <a:pt x="2507780" y="1773644"/>
                </a:lnTo>
                <a:close/>
              </a:path>
              <a:path w="5457190" h="6282690">
                <a:moveTo>
                  <a:pt x="2631806" y="1879423"/>
                </a:moveTo>
                <a:lnTo>
                  <a:pt x="2650267" y="1894921"/>
                </a:lnTo>
                <a:lnTo>
                  <a:pt x="2634775" y="1913380"/>
                </a:lnTo>
                <a:lnTo>
                  <a:pt x="2616314" y="1897882"/>
                </a:lnTo>
                <a:lnTo>
                  <a:pt x="2631806" y="1879423"/>
                </a:lnTo>
                <a:close/>
              </a:path>
              <a:path w="5457190" h="6282690">
                <a:moveTo>
                  <a:pt x="2755803" y="1984750"/>
                </a:moveTo>
                <a:lnTo>
                  <a:pt x="2772806" y="1999023"/>
                </a:lnTo>
                <a:lnTo>
                  <a:pt x="2758532" y="2016026"/>
                </a:lnTo>
                <a:lnTo>
                  <a:pt x="2741530" y="2001752"/>
                </a:lnTo>
                <a:lnTo>
                  <a:pt x="2755803" y="1984750"/>
                </a:lnTo>
                <a:close/>
              </a:path>
              <a:path w="5457190" h="6282690">
                <a:moveTo>
                  <a:pt x="2879829" y="2090529"/>
                </a:moveTo>
                <a:lnTo>
                  <a:pt x="2894890" y="2103168"/>
                </a:lnTo>
                <a:lnTo>
                  <a:pt x="2882249" y="2118223"/>
                </a:lnTo>
                <a:lnTo>
                  <a:pt x="2867188" y="2105583"/>
                </a:lnTo>
                <a:lnTo>
                  <a:pt x="2879829" y="2090529"/>
                </a:lnTo>
                <a:close/>
              </a:path>
              <a:path w="5457190" h="6282690">
                <a:moveTo>
                  <a:pt x="3003821" y="2195857"/>
                </a:moveTo>
                <a:lnTo>
                  <a:pt x="3017422" y="2207272"/>
                </a:lnTo>
                <a:lnTo>
                  <a:pt x="3006008" y="2220873"/>
                </a:lnTo>
                <a:lnTo>
                  <a:pt x="2992407" y="2209459"/>
                </a:lnTo>
                <a:lnTo>
                  <a:pt x="3003821" y="2195857"/>
                </a:lnTo>
                <a:close/>
              </a:path>
              <a:path w="5457190" h="6282690">
                <a:moveTo>
                  <a:pt x="3127817" y="2301178"/>
                </a:moveTo>
                <a:lnTo>
                  <a:pt x="3139962" y="2311374"/>
                </a:lnTo>
                <a:lnTo>
                  <a:pt x="3129765" y="2323519"/>
                </a:lnTo>
                <a:lnTo>
                  <a:pt x="3117620" y="2313322"/>
                </a:lnTo>
                <a:lnTo>
                  <a:pt x="3127817" y="2301178"/>
                </a:lnTo>
                <a:close/>
              </a:path>
              <a:path w="5457190" h="6282690">
                <a:moveTo>
                  <a:pt x="3251843" y="2406957"/>
                </a:moveTo>
                <a:lnTo>
                  <a:pt x="3262048" y="2415525"/>
                </a:lnTo>
                <a:lnTo>
                  <a:pt x="3253484" y="2425722"/>
                </a:lnTo>
                <a:lnTo>
                  <a:pt x="3243281" y="2417160"/>
                </a:lnTo>
                <a:lnTo>
                  <a:pt x="3251843" y="2406957"/>
                </a:lnTo>
                <a:close/>
              </a:path>
              <a:path w="5457190" h="6282690">
                <a:moveTo>
                  <a:pt x="3375834" y="2512285"/>
                </a:moveTo>
                <a:lnTo>
                  <a:pt x="3384581" y="2519629"/>
                </a:lnTo>
                <a:lnTo>
                  <a:pt x="3377243" y="2528373"/>
                </a:lnTo>
                <a:lnTo>
                  <a:pt x="3368497" y="2521029"/>
                </a:lnTo>
                <a:lnTo>
                  <a:pt x="3375834" y="2512285"/>
                </a:lnTo>
                <a:close/>
              </a:path>
              <a:path w="5457190" h="6282690">
                <a:moveTo>
                  <a:pt x="3499788" y="2617172"/>
                </a:moveTo>
                <a:lnTo>
                  <a:pt x="3507561" y="2623692"/>
                </a:lnTo>
                <a:lnTo>
                  <a:pt x="3501033" y="2631462"/>
                </a:lnTo>
                <a:lnTo>
                  <a:pt x="3493266" y="2624939"/>
                </a:lnTo>
                <a:lnTo>
                  <a:pt x="3499788" y="2617172"/>
                </a:lnTo>
                <a:close/>
              </a:path>
              <a:path w="5457190" h="6282690">
                <a:moveTo>
                  <a:pt x="3623739" y="2722053"/>
                </a:moveTo>
                <a:lnTo>
                  <a:pt x="3630544" y="2727762"/>
                </a:lnTo>
                <a:lnTo>
                  <a:pt x="3624832" y="2734561"/>
                </a:lnTo>
                <a:lnTo>
                  <a:pt x="3618027" y="2728852"/>
                </a:lnTo>
                <a:lnTo>
                  <a:pt x="3623739" y="2722053"/>
                </a:lnTo>
                <a:close/>
              </a:path>
              <a:path w="5457190" h="6282690">
                <a:moveTo>
                  <a:pt x="3747729" y="2827376"/>
                </a:moveTo>
                <a:lnTo>
                  <a:pt x="3753076" y="2831866"/>
                </a:lnTo>
                <a:lnTo>
                  <a:pt x="3748590" y="2837206"/>
                </a:lnTo>
                <a:lnTo>
                  <a:pt x="3743244" y="2832721"/>
                </a:lnTo>
                <a:lnTo>
                  <a:pt x="3747729" y="2827376"/>
                </a:lnTo>
                <a:close/>
              </a:path>
              <a:path w="5457190" h="6282690">
                <a:moveTo>
                  <a:pt x="3871680" y="2932256"/>
                </a:moveTo>
                <a:lnTo>
                  <a:pt x="3876057" y="2935930"/>
                </a:lnTo>
                <a:lnTo>
                  <a:pt x="3872381" y="2940302"/>
                </a:lnTo>
                <a:lnTo>
                  <a:pt x="3868012" y="2936632"/>
                </a:lnTo>
                <a:lnTo>
                  <a:pt x="3871680" y="2932256"/>
                </a:lnTo>
                <a:close/>
              </a:path>
              <a:path w="5457190" h="6282690">
                <a:moveTo>
                  <a:pt x="3995631" y="3037137"/>
                </a:moveTo>
                <a:lnTo>
                  <a:pt x="3999038" y="3039994"/>
                </a:lnTo>
                <a:lnTo>
                  <a:pt x="3996181" y="3043400"/>
                </a:lnTo>
                <a:lnTo>
                  <a:pt x="3992775" y="3040544"/>
                </a:lnTo>
                <a:lnTo>
                  <a:pt x="3995631" y="3037137"/>
                </a:lnTo>
                <a:close/>
              </a:path>
              <a:path w="5457190" h="6282690">
                <a:moveTo>
                  <a:pt x="4119588" y="3142016"/>
                </a:moveTo>
                <a:lnTo>
                  <a:pt x="4122018" y="3144058"/>
                </a:lnTo>
                <a:lnTo>
                  <a:pt x="4119977" y="3146487"/>
                </a:lnTo>
                <a:lnTo>
                  <a:pt x="4117546" y="3144446"/>
                </a:lnTo>
                <a:lnTo>
                  <a:pt x="4119588" y="3142016"/>
                </a:lnTo>
                <a:close/>
              </a:path>
              <a:path w="5457190" h="6282690">
                <a:moveTo>
                  <a:pt x="4243536" y="3246905"/>
                </a:moveTo>
                <a:lnTo>
                  <a:pt x="4244995" y="3248130"/>
                </a:lnTo>
                <a:lnTo>
                  <a:pt x="4243776" y="3249587"/>
                </a:lnTo>
                <a:lnTo>
                  <a:pt x="4242315" y="3248356"/>
                </a:lnTo>
                <a:lnTo>
                  <a:pt x="4243536" y="3246905"/>
                </a:lnTo>
                <a:close/>
              </a:path>
              <a:path w="5457190" h="6282690">
                <a:moveTo>
                  <a:pt x="161298" y="0"/>
                </a:moveTo>
                <a:lnTo>
                  <a:pt x="184346" y="0"/>
                </a:lnTo>
                <a:lnTo>
                  <a:pt x="231555" y="39628"/>
                </a:lnTo>
                <a:lnTo>
                  <a:pt x="180581" y="100350"/>
                </a:lnTo>
                <a:lnTo>
                  <a:pt x="119857" y="49369"/>
                </a:lnTo>
                <a:lnTo>
                  <a:pt x="161298" y="0"/>
                </a:lnTo>
                <a:close/>
              </a:path>
              <a:path w="5457190" h="6282690">
                <a:moveTo>
                  <a:pt x="294937" y="95323"/>
                </a:moveTo>
                <a:lnTo>
                  <a:pt x="352744" y="143854"/>
                </a:lnTo>
                <a:lnTo>
                  <a:pt x="304218" y="201657"/>
                </a:lnTo>
                <a:lnTo>
                  <a:pt x="246409" y="153133"/>
                </a:lnTo>
                <a:lnTo>
                  <a:pt x="294937" y="95323"/>
                </a:lnTo>
                <a:close/>
              </a:path>
              <a:path w="5457190" h="6282690">
                <a:moveTo>
                  <a:pt x="419005" y="201549"/>
                </a:moveTo>
                <a:lnTo>
                  <a:pt x="474387" y="248037"/>
                </a:lnTo>
                <a:lnTo>
                  <a:pt x="427897" y="303412"/>
                </a:lnTo>
                <a:lnTo>
                  <a:pt x="372521" y="256922"/>
                </a:lnTo>
                <a:lnTo>
                  <a:pt x="419005" y="201549"/>
                </a:lnTo>
                <a:close/>
              </a:path>
              <a:path w="5457190" h="6282690">
                <a:moveTo>
                  <a:pt x="543074" y="307761"/>
                </a:moveTo>
                <a:lnTo>
                  <a:pt x="596021" y="352216"/>
                </a:lnTo>
                <a:lnTo>
                  <a:pt x="551573" y="405161"/>
                </a:lnTo>
                <a:lnTo>
                  <a:pt x="498621" y="360716"/>
                </a:lnTo>
                <a:lnTo>
                  <a:pt x="543074" y="307761"/>
                </a:lnTo>
                <a:close/>
              </a:path>
              <a:path w="5457190" h="6282690">
                <a:moveTo>
                  <a:pt x="667140" y="413988"/>
                </a:moveTo>
                <a:lnTo>
                  <a:pt x="717664" y="456398"/>
                </a:lnTo>
                <a:lnTo>
                  <a:pt x="675252" y="506916"/>
                </a:lnTo>
                <a:lnTo>
                  <a:pt x="624736" y="464510"/>
                </a:lnTo>
                <a:lnTo>
                  <a:pt x="667140" y="413988"/>
                </a:lnTo>
                <a:close/>
              </a:path>
              <a:path w="5457190" h="6282690">
                <a:moveTo>
                  <a:pt x="791213" y="520212"/>
                </a:moveTo>
                <a:lnTo>
                  <a:pt x="839307" y="560581"/>
                </a:lnTo>
                <a:lnTo>
                  <a:pt x="798930" y="608671"/>
                </a:lnTo>
                <a:lnTo>
                  <a:pt x="750842" y="568300"/>
                </a:lnTo>
                <a:lnTo>
                  <a:pt x="791213" y="520212"/>
                </a:lnTo>
                <a:close/>
              </a:path>
              <a:path w="5457190" h="6282690">
                <a:moveTo>
                  <a:pt x="915283" y="626431"/>
                </a:moveTo>
                <a:lnTo>
                  <a:pt x="960944" y="664766"/>
                </a:lnTo>
                <a:lnTo>
                  <a:pt x="922616" y="710430"/>
                </a:lnTo>
                <a:lnTo>
                  <a:pt x="876950" y="672097"/>
                </a:lnTo>
                <a:lnTo>
                  <a:pt x="915283" y="626431"/>
                </a:lnTo>
                <a:close/>
              </a:path>
              <a:path w="5457190" h="6282690">
                <a:moveTo>
                  <a:pt x="1039348" y="732651"/>
                </a:moveTo>
                <a:lnTo>
                  <a:pt x="1082584" y="768943"/>
                </a:lnTo>
                <a:lnTo>
                  <a:pt x="1046287" y="812182"/>
                </a:lnTo>
                <a:lnTo>
                  <a:pt x="1003056" y="775888"/>
                </a:lnTo>
                <a:lnTo>
                  <a:pt x="1039348" y="732651"/>
                </a:lnTo>
                <a:close/>
              </a:path>
              <a:path w="5457190" h="6282690">
                <a:moveTo>
                  <a:pt x="1163420" y="838876"/>
                </a:moveTo>
                <a:lnTo>
                  <a:pt x="1204221" y="873128"/>
                </a:lnTo>
                <a:lnTo>
                  <a:pt x="1169971" y="913935"/>
                </a:lnTo>
                <a:lnTo>
                  <a:pt x="1129162" y="879679"/>
                </a:lnTo>
                <a:lnTo>
                  <a:pt x="1163420" y="838876"/>
                </a:lnTo>
                <a:close/>
              </a:path>
              <a:path w="5457190" h="6282690">
                <a:moveTo>
                  <a:pt x="1287490" y="945094"/>
                </a:moveTo>
                <a:lnTo>
                  <a:pt x="1325863" y="977311"/>
                </a:lnTo>
                <a:lnTo>
                  <a:pt x="1293649" y="1015691"/>
                </a:lnTo>
                <a:lnTo>
                  <a:pt x="1255276" y="983474"/>
                </a:lnTo>
                <a:lnTo>
                  <a:pt x="1287490" y="945094"/>
                </a:lnTo>
                <a:close/>
              </a:path>
              <a:path w="5457190" h="6282690">
                <a:moveTo>
                  <a:pt x="1411522" y="1050871"/>
                </a:moveTo>
                <a:lnTo>
                  <a:pt x="1447954" y="1081453"/>
                </a:lnTo>
                <a:lnTo>
                  <a:pt x="1417365" y="1117887"/>
                </a:lnTo>
                <a:lnTo>
                  <a:pt x="1380933" y="1087305"/>
                </a:lnTo>
                <a:lnTo>
                  <a:pt x="1411522" y="1050871"/>
                </a:lnTo>
                <a:close/>
              </a:path>
              <a:path w="5457190" h="6282690">
                <a:moveTo>
                  <a:pt x="1535552" y="1156642"/>
                </a:moveTo>
                <a:lnTo>
                  <a:pt x="1570044" y="1185596"/>
                </a:lnTo>
                <a:lnTo>
                  <a:pt x="1541084" y="1220091"/>
                </a:lnTo>
                <a:lnTo>
                  <a:pt x="1506592" y="1191136"/>
                </a:lnTo>
                <a:lnTo>
                  <a:pt x="1535552" y="1156642"/>
                </a:lnTo>
                <a:close/>
              </a:path>
              <a:path w="5457190" h="6282690">
                <a:moveTo>
                  <a:pt x="1659618" y="1262868"/>
                </a:moveTo>
                <a:lnTo>
                  <a:pt x="1691679" y="1289775"/>
                </a:lnTo>
                <a:lnTo>
                  <a:pt x="1664761" y="1321840"/>
                </a:lnTo>
                <a:lnTo>
                  <a:pt x="1632706" y="1294931"/>
                </a:lnTo>
                <a:lnTo>
                  <a:pt x="1659618" y="1262868"/>
                </a:lnTo>
                <a:close/>
              </a:path>
              <a:path w="5457190" h="6282690">
                <a:moveTo>
                  <a:pt x="1783648" y="1368639"/>
                </a:moveTo>
                <a:lnTo>
                  <a:pt x="1813765" y="1393925"/>
                </a:lnTo>
                <a:lnTo>
                  <a:pt x="1788485" y="1424041"/>
                </a:lnTo>
                <a:lnTo>
                  <a:pt x="1758362" y="1398757"/>
                </a:lnTo>
                <a:lnTo>
                  <a:pt x="1783648" y="1368639"/>
                </a:lnTo>
                <a:close/>
              </a:path>
              <a:path w="5457190" h="6282690">
                <a:moveTo>
                  <a:pt x="1907715" y="1474865"/>
                </a:moveTo>
                <a:lnTo>
                  <a:pt x="1935408" y="1498108"/>
                </a:lnTo>
                <a:lnTo>
                  <a:pt x="1912164" y="1525796"/>
                </a:lnTo>
                <a:lnTo>
                  <a:pt x="1884476" y="1502551"/>
                </a:lnTo>
                <a:lnTo>
                  <a:pt x="1907715" y="1474865"/>
                </a:lnTo>
                <a:close/>
              </a:path>
              <a:path w="5457190" h="6282690">
                <a:moveTo>
                  <a:pt x="2031706" y="1580195"/>
                </a:moveTo>
                <a:lnTo>
                  <a:pt x="2057943" y="1602219"/>
                </a:lnTo>
                <a:lnTo>
                  <a:pt x="2035917" y="1628450"/>
                </a:lnTo>
                <a:lnTo>
                  <a:pt x="2009688" y="1606430"/>
                </a:lnTo>
                <a:lnTo>
                  <a:pt x="2031706" y="1580195"/>
                </a:lnTo>
                <a:close/>
              </a:path>
              <a:path w="5457190" h="6282690">
                <a:moveTo>
                  <a:pt x="2155738" y="1685971"/>
                </a:moveTo>
                <a:lnTo>
                  <a:pt x="2180025" y="1706358"/>
                </a:lnTo>
                <a:lnTo>
                  <a:pt x="2159639" y="1730645"/>
                </a:lnTo>
                <a:lnTo>
                  <a:pt x="2135352" y="1710258"/>
                </a:lnTo>
                <a:lnTo>
                  <a:pt x="2155738" y="1685971"/>
                </a:lnTo>
                <a:close/>
              </a:path>
              <a:path w="5457190" h="6282690">
                <a:moveTo>
                  <a:pt x="2279809" y="1792190"/>
                </a:moveTo>
                <a:lnTo>
                  <a:pt x="2301668" y="1810540"/>
                </a:lnTo>
                <a:lnTo>
                  <a:pt x="2283318" y="1832400"/>
                </a:lnTo>
                <a:lnTo>
                  <a:pt x="2261458" y="1814050"/>
                </a:lnTo>
                <a:lnTo>
                  <a:pt x="2279809" y="1792190"/>
                </a:lnTo>
                <a:close/>
              </a:path>
              <a:path w="5457190" h="6282690">
                <a:moveTo>
                  <a:pt x="2403794" y="1897521"/>
                </a:moveTo>
                <a:lnTo>
                  <a:pt x="2424203" y="1914651"/>
                </a:lnTo>
                <a:lnTo>
                  <a:pt x="2407076" y="1935051"/>
                </a:lnTo>
                <a:lnTo>
                  <a:pt x="2386674" y="1917919"/>
                </a:lnTo>
                <a:lnTo>
                  <a:pt x="2403794" y="1897521"/>
                </a:lnTo>
                <a:close/>
              </a:path>
              <a:path w="5457190" h="6282690">
                <a:moveTo>
                  <a:pt x="2527786" y="2002850"/>
                </a:moveTo>
                <a:lnTo>
                  <a:pt x="2546735" y="2018755"/>
                </a:lnTo>
                <a:lnTo>
                  <a:pt x="2530828" y="2037699"/>
                </a:lnTo>
                <a:lnTo>
                  <a:pt x="2511886" y="2021797"/>
                </a:lnTo>
                <a:lnTo>
                  <a:pt x="2527786" y="2002850"/>
                </a:lnTo>
                <a:close/>
              </a:path>
              <a:path w="5457190" h="6282690">
                <a:moveTo>
                  <a:pt x="2651818" y="2108626"/>
                </a:moveTo>
                <a:lnTo>
                  <a:pt x="2668818" y="2122894"/>
                </a:lnTo>
                <a:lnTo>
                  <a:pt x="2654551" y="2139894"/>
                </a:lnTo>
                <a:lnTo>
                  <a:pt x="2637551" y="2125627"/>
                </a:lnTo>
                <a:lnTo>
                  <a:pt x="2651818" y="2108626"/>
                </a:lnTo>
                <a:close/>
              </a:path>
              <a:path w="5457190" h="6282690">
                <a:moveTo>
                  <a:pt x="2775807" y="2213949"/>
                </a:moveTo>
                <a:lnTo>
                  <a:pt x="2791353" y="2227004"/>
                </a:lnTo>
                <a:lnTo>
                  <a:pt x="2778310" y="2242545"/>
                </a:lnTo>
                <a:lnTo>
                  <a:pt x="2762759" y="2229492"/>
                </a:lnTo>
                <a:lnTo>
                  <a:pt x="2775807" y="2213949"/>
                </a:lnTo>
                <a:close/>
              </a:path>
              <a:path w="5457190" h="6282690">
                <a:moveTo>
                  <a:pt x="2899839" y="2319726"/>
                </a:moveTo>
                <a:lnTo>
                  <a:pt x="2913441" y="2331140"/>
                </a:lnTo>
                <a:lnTo>
                  <a:pt x="2902020" y="2344744"/>
                </a:lnTo>
                <a:lnTo>
                  <a:pt x="2888425" y="2333328"/>
                </a:lnTo>
                <a:lnTo>
                  <a:pt x="2899839" y="2319726"/>
                </a:lnTo>
                <a:close/>
              </a:path>
              <a:path w="5457190" h="6282690">
                <a:moveTo>
                  <a:pt x="3023831" y="2425054"/>
                </a:moveTo>
                <a:lnTo>
                  <a:pt x="3035976" y="2435250"/>
                </a:lnTo>
                <a:lnTo>
                  <a:pt x="3025780" y="2447395"/>
                </a:lnTo>
                <a:lnTo>
                  <a:pt x="3013635" y="2437199"/>
                </a:lnTo>
                <a:lnTo>
                  <a:pt x="3023831" y="2425054"/>
                </a:lnTo>
                <a:close/>
              </a:path>
              <a:path w="5457190" h="6282690">
                <a:moveTo>
                  <a:pt x="3147823" y="2530383"/>
                </a:moveTo>
                <a:lnTo>
                  <a:pt x="3158509" y="2539354"/>
                </a:lnTo>
                <a:lnTo>
                  <a:pt x="3149537" y="2550040"/>
                </a:lnTo>
                <a:lnTo>
                  <a:pt x="3138851" y="2541069"/>
                </a:lnTo>
                <a:lnTo>
                  <a:pt x="3147823" y="2530383"/>
                </a:lnTo>
                <a:close/>
              </a:path>
              <a:path w="5457190" h="6282690">
                <a:moveTo>
                  <a:pt x="3271852" y="2636153"/>
                </a:moveTo>
                <a:lnTo>
                  <a:pt x="3280599" y="2643497"/>
                </a:lnTo>
                <a:lnTo>
                  <a:pt x="3273255" y="2652244"/>
                </a:lnTo>
                <a:lnTo>
                  <a:pt x="3264509" y="2644900"/>
                </a:lnTo>
                <a:lnTo>
                  <a:pt x="3271852" y="2636153"/>
                </a:lnTo>
                <a:close/>
              </a:path>
              <a:path w="5457190" h="6282690">
                <a:moveTo>
                  <a:pt x="3395806" y="2741040"/>
                </a:moveTo>
                <a:lnTo>
                  <a:pt x="3403580" y="2747561"/>
                </a:lnTo>
                <a:lnTo>
                  <a:pt x="3397047" y="2755338"/>
                </a:lnTo>
                <a:lnTo>
                  <a:pt x="3389280" y="2748816"/>
                </a:lnTo>
                <a:lnTo>
                  <a:pt x="3395806" y="2741040"/>
                </a:lnTo>
                <a:close/>
              </a:path>
              <a:path w="5457190" h="6282690">
                <a:moveTo>
                  <a:pt x="3519751" y="2845924"/>
                </a:moveTo>
                <a:lnTo>
                  <a:pt x="3526556" y="2851632"/>
                </a:lnTo>
                <a:lnTo>
                  <a:pt x="3520847" y="2858437"/>
                </a:lnTo>
                <a:lnTo>
                  <a:pt x="3514048" y="2852726"/>
                </a:lnTo>
                <a:lnTo>
                  <a:pt x="3519751" y="2845924"/>
                </a:lnTo>
                <a:close/>
              </a:path>
              <a:path w="5457190" h="6282690">
                <a:moveTo>
                  <a:pt x="3643708" y="2950802"/>
                </a:moveTo>
                <a:lnTo>
                  <a:pt x="3649536" y="2955696"/>
                </a:lnTo>
                <a:lnTo>
                  <a:pt x="3644642" y="2961525"/>
                </a:lnTo>
                <a:lnTo>
                  <a:pt x="3638814" y="2956630"/>
                </a:lnTo>
                <a:lnTo>
                  <a:pt x="3643708" y="2950802"/>
                </a:lnTo>
                <a:close/>
              </a:path>
              <a:path w="5457190" h="6282690">
                <a:moveTo>
                  <a:pt x="3767693" y="3056133"/>
                </a:moveTo>
                <a:lnTo>
                  <a:pt x="3772068" y="3059801"/>
                </a:lnTo>
                <a:lnTo>
                  <a:pt x="3768395" y="3064178"/>
                </a:lnTo>
                <a:lnTo>
                  <a:pt x="3764023" y="3060502"/>
                </a:lnTo>
                <a:lnTo>
                  <a:pt x="3767693" y="3056133"/>
                </a:lnTo>
                <a:close/>
              </a:path>
              <a:path w="5457190" h="6282690">
                <a:moveTo>
                  <a:pt x="3891645" y="3161014"/>
                </a:moveTo>
                <a:lnTo>
                  <a:pt x="3895052" y="3163870"/>
                </a:lnTo>
                <a:lnTo>
                  <a:pt x="3892199" y="3167269"/>
                </a:lnTo>
                <a:lnTo>
                  <a:pt x="3888792" y="3164412"/>
                </a:lnTo>
                <a:lnTo>
                  <a:pt x="3891645" y="3161014"/>
                </a:lnTo>
                <a:close/>
              </a:path>
              <a:path w="5457190" h="6282690">
                <a:moveTo>
                  <a:pt x="4015602" y="3265893"/>
                </a:moveTo>
                <a:lnTo>
                  <a:pt x="4018030" y="3267928"/>
                </a:lnTo>
                <a:lnTo>
                  <a:pt x="4015988" y="3270358"/>
                </a:lnTo>
                <a:lnTo>
                  <a:pt x="4013560" y="3268322"/>
                </a:lnTo>
                <a:lnTo>
                  <a:pt x="4015602" y="3265893"/>
                </a:lnTo>
                <a:close/>
              </a:path>
              <a:path w="5457190" h="6282690">
                <a:moveTo>
                  <a:pt x="4139553" y="3370774"/>
                </a:moveTo>
                <a:lnTo>
                  <a:pt x="4141012" y="3371998"/>
                </a:lnTo>
                <a:lnTo>
                  <a:pt x="4139788" y="3373457"/>
                </a:lnTo>
                <a:lnTo>
                  <a:pt x="4138328" y="3372233"/>
                </a:lnTo>
                <a:lnTo>
                  <a:pt x="4139553" y="3370774"/>
                </a:lnTo>
                <a:close/>
              </a:path>
              <a:path w="5457190" h="6282690">
                <a:moveTo>
                  <a:pt x="0" y="53511"/>
                </a:moveTo>
                <a:lnTo>
                  <a:pt x="6819" y="59236"/>
                </a:lnTo>
                <a:lnTo>
                  <a:pt x="0" y="67359"/>
                </a:lnTo>
                <a:lnTo>
                  <a:pt x="0" y="53511"/>
                </a:lnTo>
                <a:close/>
              </a:path>
              <a:path w="5457190" h="6282690">
                <a:moveTo>
                  <a:pt x="66769" y="111627"/>
                </a:moveTo>
                <a:lnTo>
                  <a:pt x="128462" y="163419"/>
                </a:lnTo>
                <a:lnTo>
                  <a:pt x="76672" y="225117"/>
                </a:lnTo>
                <a:lnTo>
                  <a:pt x="14977" y="173319"/>
                </a:lnTo>
                <a:lnTo>
                  <a:pt x="66769" y="111627"/>
                </a:lnTo>
                <a:close/>
              </a:path>
              <a:path w="5457190" h="6282690">
                <a:moveTo>
                  <a:pt x="190876" y="218302"/>
                </a:moveTo>
                <a:lnTo>
                  <a:pt x="249656" y="267642"/>
                </a:lnTo>
                <a:lnTo>
                  <a:pt x="200309" y="326424"/>
                </a:lnTo>
                <a:lnTo>
                  <a:pt x="141530" y="277083"/>
                </a:lnTo>
                <a:lnTo>
                  <a:pt x="190876" y="218302"/>
                </a:lnTo>
                <a:close/>
              </a:path>
              <a:path w="5457190" h="6282690">
                <a:moveTo>
                  <a:pt x="314981" y="324970"/>
                </a:moveTo>
                <a:lnTo>
                  <a:pt x="370844" y="371867"/>
                </a:lnTo>
                <a:lnTo>
                  <a:pt x="323947" y="427731"/>
                </a:lnTo>
                <a:lnTo>
                  <a:pt x="268083" y="380834"/>
                </a:lnTo>
                <a:lnTo>
                  <a:pt x="314981" y="324970"/>
                </a:lnTo>
                <a:close/>
              </a:path>
              <a:path w="5457190" h="6282690">
                <a:moveTo>
                  <a:pt x="439053" y="431194"/>
                </a:moveTo>
                <a:lnTo>
                  <a:pt x="492487" y="476050"/>
                </a:lnTo>
                <a:lnTo>
                  <a:pt x="447631" y="529484"/>
                </a:lnTo>
                <a:lnTo>
                  <a:pt x="394197" y="484628"/>
                </a:lnTo>
                <a:lnTo>
                  <a:pt x="439053" y="431194"/>
                </a:lnTo>
                <a:close/>
              </a:path>
              <a:path w="5457190" h="6282690">
                <a:moveTo>
                  <a:pt x="563115" y="537409"/>
                </a:moveTo>
                <a:lnTo>
                  <a:pt x="614124" y="580235"/>
                </a:lnTo>
                <a:lnTo>
                  <a:pt x="571310" y="631239"/>
                </a:lnTo>
                <a:lnTo>
                  <a:pt x="520295" y="588416"/>
                </a:lnTo>
                <a:lnTo>
                  <a:pt x="563115" y="537409"/>
                </a:lnTo>
                <a:close/>
              </a:path>
              <a:path w="5457190" h="6282690">
                <a:moveTo>
                  <a:pt x="687188" y="643634"/>
                </a:moveTo>
                <a:lnTo>
                  <a:pt x="735766" y="684418"/>
                </a:lnTo>
                <a:lnTo>
                  <a:pt x="694988" y="732995"/>
                </a:lnTo>
                <a:lnTo>
                  <a:pt x="646409" y="692210"/>
                </a:lnTo>
                <a:lnTo>
                  <a:pt x="687188" y="643634"/>
                </a:lnTo>
                <a:close/>
              </a:path>
              <a:path w="5457190" h="6282690">
                <a:moveTo>
                  <a:pt x="811254" y="749860"/>
                </a:moveTo>
                <a:lnTo>
                  <a:pt x="857401" y="788597"/>
                </a:lnTo>
                <a:lnTo>
                  <a:pt x="818664" y="834744"/>
                </a:lnTo>
                <a:lnTo>
                  <a:pt x="772517" y="796007"/>
                </a:lnTo>
                <a:lnTo>
                  <a:pt x="811254" y="749860"/>
                </a:lnTo>
                <a:close/>
              </a:path>
              <a:path w="5457190" h="6282690">
                <a:moveTo>
                  <a:pt x="935325" y="856079"/>
                </a:moveTo>
                <a:lnTo>
                  <a:pt x="979044" y="892780"/>
                </a:lnTo>
                <a:lnTo>
                  <a:pt x="942342" y="936499"/>
                </a:lnTo>
                <a:lnTo>
                  <a:pt x="898623" y="899798"/>
                </a:lnTo>
                <a:lnTo>
                  <a:pt x="935325" y="856079"/>
                </a:lnTo>
                <a:close/>
              </a:path>
              <a:path w="5457190" h="6282690">
                <a:moveTo>
                  <a:pt x="1059397" y="962303"/>
                </a:moveTo>
                <a:lnTo>
                  <a:pt x="1100686" y="996962"/>
                </a:lnTo>
                <a:lnTo>
                  <a:pt x="1066021" y="1038254"/>
                </a:lnTo>
                <a:lnTo>
                  <a:pt x="1024731" y="1003595"/>
                </a:lnTo>
                <a:lnTo>
                  <a:pt x="1059397" y="962303"/>
                </a:lnTo>
                <a:close/>
              </a:path>
              <a:path w="5457190" h="6282690">
                <a:moveTo>
                  <a:pt x="1183462" y="1068524"/>
                </a:moveTo>
                <a:lnTo>
                  <a:pt x="1222330" y="1101146"/>
                </a:lnTo>
                <a:lnTo>
                  <a:pt x="1189705" y="1140007"/>
                </a:lnTo>
                <a:lnTo>
                  <a:pt x="1150837" y="1107385"/>
                </a:lnTo>
                <a:lnTo>
                  <a:pt x="1183462" y="1068524"/>
                </a:lnTo>
                <a:close/>
              </a:path>
              <a:path w="5457190" h="6282690">
                <a:moveTo>
                  <a:pt x="1307499" y="1174298"/>
                </a:moveTo>
                <a:lnTo>
                  <a:pt x="1344414" y="1205290"/>
                </a:lnTo>
                <a:lnTo>
                  <a:pt x="1313418" y="1242213"/>
                </a:lnTo>
                <a:lnTo>
                  <a:pt x="1276504" y="1211221"/>
                </a:lnTo>
                <a:lnTo>
                  <a:pt x="1307499" y="1174298"/>
                </a:lnTo>
                <a:close/>
              </a:path>
              <a:path w="5457190" h="6282690">
                <a:moveTo>
                  <a:pt x="1431525" y="1280077"/>
                </a:moveTo>
                <a:lnTo>
                  <a:pt x="1466498" y="1309435"/>
                </a:lnTo>
                <a:lnTo>
                  <a:pt x="1437140" y="1344407"/>
                </a:lnTo>
                <a:lnTo>
                  <a:pt x="1402168" y="1315050"/>
                </a:lnTo>
                <a:lnTo>
                  <a:pt x="1431525" y="1280077"/>
                </a:lnTo>
                <a:close/>
              </a:path>
              <a:path w="5457190" h="6282690">
                <a:moveTo>
                  <a:pt x="1555588" y="1386292"/>
                </a:moveTo>
                <a:lnTo>
                  <a:pt x="1588135" y="1413620"/>
                </a:lnTo>
                <a:lnTo>
                  <a:pt x="1560819" y="1446163"/>
                </a:lnTo>
                <a:lnTo>
                  <a:pt x="1528266" y="1418837"/>
                </a:lnTo>
                <a:lnTo>
                  <a:pt x="1555588" y="1386292"/>
                </a:lnTo>
                <a:close/>
              </a:path>
              <a:path w="5457190" h="6282690">
                <a:moveTo>
                  <a:pt x="1679619" y="1492068"/>
                </a:moveTo>
                <a:lnTo>
                  <a:pt x="1710223" y="1517757"/>
                </a:lnTo>
                <a:lnTo>
                  <a:pt x="1684529" y="1548362"/>
                </a:lnTo>
                <a:lnTo>
                  <a:pt x="1653931" y="1522672"/>
                </a:lnTo>
                <a:lnTo>
                  <a:pt x="1679619" y="1492068"/>
                </a:lnTo>
                <a:close/>
              </a:path>
              <a:path w="5457190" h="6282690">
                <a:moveTo>
                  <a:pt x="1803690" y="1598287"/>
                </a:moveTo>
                <a:lnTo>
                  <a:pt x="1831866" y="1621940"/>
                </a:lnTo>
                <a:lnTo>
                  <a:pt x="1808213" y="1650115"/>
                </a:lnTo>
                <a:lnTo>
                  <a:pt x="1780037" y="1626463"/>
                </a:lnTo>
                <a:lnTo>
                  <a:pt x="1803690" y="1598287"/>
                </a:lnTo>
                <a:close/>
              </a:path>
              <a:path w="5457190" h="6282690">
                <a:moveTo>
                  <a:pt x="1927684" y="1703622"/>
                </a:moveTo>
                <a:lnTo>
                  <a:pt x="1954401" y="1726049"/>
                </a:lnTo>
                <a:lnTo>
                  <a:pt x="1931973" y="1752767"/>
                </a:lnTo>
                <a:lnTo>
                  <a:pt x="1905256" y="1730339"/>
                </a:lnTo>
                <a:lnTo>
                  <a:pt x="1927684" y="1703622"/>
                </a:lnTo>
                <a:close/>
              </a:path>
              <a:path w="5457190" h="6282690">
                <a:moveTo>
                  <a:pt x="2051713" y="1809392"/>
                </a:moveTo>
                <a:lnTo>
                  <a:pt x="2076483" y="1830188"/>
                </a:lnTo>
                <a:lnTo>
                  <a:pt x="2055683" y="1854966"/>
                </a:lnTo>
                <a:lnTo>
                  <a:pt x="2030913" y="1834170"/>
                </a:lnTo>
                <a:lnTo>
                  <a:pt x="2051713" y="1809392"/>
                </a:lnTo>
                <a:close/>
              </a:path>
              <a:path w="5457190" h="6282690">
                <a:moveTo>
                  <a:pt x="2175780" y="1915619"/>
                </a:moveTo>
                <a:lnTo>
                  <a:pt x="2198126" y="1934371"/>
                </a:lnTo>
                <a:lnTo>
                  <a:pt x="2179362" y="1956721"/>
                </a:lnTo>
                <a:lnTo>
                  <a:pt x="2157022" y="1937967"/>
                </a:lnTo>
                <a:lnTo>
                  <a:pt x="2175780" y="1915619"/>
                </a:lnTo>
                <a:close/>
              </a:path>
              <a:path w="5457190" h="6282690">
                <a:moveTo>
                  <a:pt x="2299770" y="2020941"/>
                </a:moveTo>
                <a:lnTo>
                  <a:pt x="2320661" y="2038481"/>
                </a:lnTo>
                <a:lnTo>
                  <a:pt x="2303121" y="2059372"/>
                </a:lnTo>
                <a:lnTo>
                  <a:pt x="2282230" y="2041832"/>
                </a:lnTo>
                <a:lnTo>
                  <a:pt x="2299770" y="2020941"/>
                </a:lnTo>
                <a:close/>
              </a:path>
              <a:path w="5457190" h="6282690">
                <a:moveTo>
                  <a:pt x="2423801" y="2126718"/>
                </a:moveTo>
                <a:lnTo>
                  <a:pt x="2442751" y="2142623"/>
                </a:lnTo>
                <a:lnTo>
                  <a:pt x="2426843" y="2161567"/>
                </a:lnTo>
                <a:lnTo>
                  <a:pt x="2407902" y="2145665"/>
                </a:lnTo>
                <a:lnTo>
                  <a:pt x="2423801" y="2126718"/>
                </a:lnTo>
                <a:close/>
              </a:path>
              <a:path w="5457190" h="6282690">
                <a:moveTo>
                  <a:pt x="2547793" y="2232047"/>
                </a:moveTo>
                <a:lnTo>
                  <a:pt x="2565284" y="2246728"/>
                </a:lnTo>
                <a:lnTo>
                  <a:pt x="2550597" y="2264220"/>
                </a:lnTo>
                <a:lnTo>
                  <a:pt x="2533106" y="2249539"/>
                </a:lnTo>
                <a:lnTo>
                  <a:pt x="2547793" y="2232047"/>
                </a:lnTo>
                <a:close/>
              </a:path>
              <a:path w="5457190" h="6282690">
                <a:moveTo>
                  <a:pt x="2671819" y="2337825"/>
                </a:moveTo>
                <a:lnTo>
                  <a:pt x="2687368" y="2350872"/>
                </a:lnTo>
                <a:lnTo>
                  <a:pt x="2674319" y="2366415"/>
                </a:lnTo>
                <a:lnTo>
                  <a:pt x="2658770" y="2353369"/>
                </a:lnTo>
                <a:lnTo>
                  <a:pt x="2671819" y="2337825"/>
                </a:lnTo>
                <a:close/>
              </a:path>
              <a:path w="5457190" h="6282690">
                <a:moveTo>
                  <a:pt x="2795815" y="2443146"/>
                </a:moveTo>
                <a:lnTo>
                  <a:pt x="2809901" y="2454976"/>
                </a:lnTo>
                <a:lnTo>
                  <a:pt x="2798079" y="2469066"/>
                </a:lnTo>
                <a:lnTo>
                  <a:pt x="2783987" y="2457238"/>
                </a:lnTo>
                <a:lnTo>
                  <a:pt x="2795815" y="2443146"/>
                </a:lnTo>
                <a:close/>
              </a:path>
              <a:path w="5457190" h="6282690">
                <a:moveTo>
                  <a:pt x="2919808" y="2548481"/>
                </a:moveTo>
                <a:lnTo>
                  <a:pt x="2932433" y="2559081"/>
                </a:lnTo>
                <a:lnTo>
                  <a:pt x="2921830" y="2571714"/>
                </a:lnTo>
                <a:lnTo>
                  <a:pt x="2909199" y="2561116"/>
                </a:lnTo>
                <a:lnTo>
                  <a:pt x="2919808" y="2548481"/>
                </a:lnTo>
                <a:close/>
              </a:path>
              <a:path w="5457190" h="6282690">
                <a:moveTo>
                  <a:pt x="3043835" y="2654260"/>
                </a:moveTo>
                <a:lnTo>
                  <a:pt x="3054518" y="2663225"/>
                </a:lnTo>
                <a:lnTo>
                  <a:pt x="3045546" y="2673911"/>
                </a:lnTo>
                <a:lnTo>
                  <a:pt x="3034863" y="2664945"/>
                </a:lnTo>
                <a:lnTo>
                  <a:pt x="3043835" y="2654260"/>
                </a:lnTo>
                <a:close/>
              </a:path>
              <a:path w="5457190" h="6282690">
                <a:moveTo>
                  <a:pt x="3167824" y="2759582"/>
                </a:moveTo>
                <a:lnTo>
                  <a:pt x="3177057" y="2767327"/>
                </a:lnTo>
                <a:lnTo>
                  <a:pt x="3169306" y="2776562"/>
                </a:lnTo>
                <a:lnTo>
                  <a:pt x="3160077" y="2768809"/>
                </a:lnTo>
                <a:lnTo>
                  <a:pt x="3167824" y="2759582"/>
                </a:lnTo>
                <a:close/>
              </a:path>
              <a:path w="5457190" h="6282690">
                <a:moveTo>
                  <a:pt x="3291775" y="2864463"/>
                </a:moveTo>
                <a:lnTo>
                  <a:pt x="3300033" y="2871399"/>
                </a:lnTo>
                <a:lnTo>
                  <a:pt x="3293104" y="2879655"/>
                </a:lnTo>
                <a:lnTo>
                  <a:pt x="3284846" y="2872719"/>
                </a:lnTo>
                <a:lnTo>
                  <a:pt x="3291775" y="2864463"/>
                </a:lnTo>
                <a:close/>
              </a:path>
              <a:path w="5457190" h="6282690">
                <a:moveTo>
                  <a:pt x="3415727" y="2969344"/>
                </a:moveTo>
                <a:lnTo>
                  <a:pt x="3423014" y="2975463"/>
                </a:lnTo>
                <a:lnTo>
                  <a:pt x="3416896" y="2982750"/>
                </a:lnTo>
                <a:lnTo>
                  <a:pt x="3409608" y="2976631"/>
                </a:lnTo>
                <a:lnTo>
                  <a:pt x="3415727" y="2969344"/>
                </a:lnTo>
                <a:close/>
              </a:path>
              <a:path w="5457190" h="6282690">
                <a:moveTo>
                  <a:pt x="3539721" y="3074679"/>
                </a:moveTo>
                <a:lnTo>
                  <a:pt x="3545547" y="3079567"/>
                </a:lnTo>
                <a:lnTo>
                  <a:pt x="3540653" y="3085395"/>
                </a:lnTo>
                <a:lnTo>
                  <a:pt x="3534827" y="3080507"/>
                </a:lnTo>
                <a:lnTo>
                  <a:pt x="3539721" y="3074679"/>
                </a:lnTo>
                <a:close/>
              </a:path>
              <a:path w="5457190" h="6282690">
                <a:moveTo>
                  <a:pt x="3663672" y="3179560"/>
                </a:moveTo>
                <a:lnTo>
                  <a:pt x="3668529" y="3183637"/>
                </a:lnTo>
                <a:lnTo>
                  <a:pt x="3664452" y="3188494"/>
                </a:lnTo>
                <a:lnTo>
                  <a:pt x="3659595" y="3184417"/>
                </a:lnTo>
                <a:lnTo>
                  <a:pt x="3663672" y="3179560"/>
                </a:lnTo>
                <a:close/>
              </a:path>
              <a:path w="5457190" h="6282690">
                <a:moveTo>
                  <a:pt x="3787623" y="3284441"/>
                </a:moveTo>
                <a:lnTo>
                  <a:pt x="3791510" y="3287701"/>
                </a:lnTo>
                <a:lnTo>
                  <a:pt x="3788244" y="3291590"/>
                </a:lnTo>
                <a:lnTo>
                  <a:pt x="3784363" y="3288327"/>
                </a:lnTo>
                <a:lnTo>
                  <a:pt x="3787623" y="3284441"/>
                </a:lnTo>
                <a:close/>
              </a:path>
              <a:path w="5457190" h="6282690">
                <a:moveTo>
                  <a:pt x="3911579" y="3389320"/>
                </a:moveTo>
                <a:lnTo>
                  <a:pt x="3914490" y="3391765"/>
                </a:lnTo>
                <a:lnTo>
                  <a:pt x="3912047" y="3394681"/>
                </a:lnTo>
                <a:lnTo>
                  <a:pt x="3909128" y="3392232"/>
                </a:lnTo>
                <a:lnTo>
                  <a:pt x="3911579" y="3389320"/>
                </a:lnTo>
                <a:close/>
              </a:path>
              <a:path w="5457190" h="6282690">
                <a:moveTo>
                  <a:pt x="4035531" y="3494200"/>
                </a:moveTo>
                <a:lnTo>
                  <a:pt x="4037471" y="3495828"/>
                </a:lnTo>
                <a:lnTo>
                  <a:pt x="4035837" y="3497770"/>
                </a:lnTo>
                <a:lnTo>
                  <a:pt x="4033899" y="3496148"/>
                </a:lnTo>
                <a:lnTo>
                  <a:pt x="4035531" y="3494200"/>
                </a:lnTo>
                <a:close/>
              </a:path>
              <a:path w="5457190" h="6282690">
                <a:moveTo>
                  <a:pt x="0" y="266336"/>
                </a:moveTo>
                <a:lnTo>
                  <a:pt x="24922" y="287256"/>
                </a:lnTo>
                <a:lnTo>
                  <a:pt x="0" y="316944"/>
                </a:lnTo>
                <a:lnTo>
                  <a:pt x="0" y="266336"/>
                </a:lnTo>
                <a:close/>
              </a:path>
              <a:path w="5457190" h="6282690">
                <a:moveTo>
                  <a:pt x="86846" y="341726"/>
                </a:moveTo>
                <a:lnTo>
                  <a:pt x="146116" y="391480"/>
                </a:lnTo>
                <a:lnTo>
                  <a:pt x="96360" y="450744"/>
                </a:lnTo>
                <a:lnTo>
                  <a:pt x="37098" y="400994"/>
                </a:lnTo>
                <a:lnTo>
                  <a:pt x="86846" y="341726"/>
                </a:lnTo>
                <a:close/>
              </a:path>
              <a:path w="5457190" h="6282690">
                <a:moveTo>
                  <a:pt x="210951" y="448394"/>
                </a:moveTo>
                <a:lnTo>
                  <a:pt x="267303" y="495699"/>
                </a:lnTo>
                <a:lnTo>
                  <a:pt x="220004" y="552049"/>
                </a:lnTo>
                <a:lnTo>
                  <a:pt x="163651" y="504744"/>
                </a:lnTo>
                <a:lnTo>
                  <a:pt x="210951" y="448394"/>
                </a:lnTo>
                <a:close/>
              </a:path>
              <a:path w="5457190" h="6282690">
                <a:moveTo>
                  <a:pt x="335023" y="554618"/>
                </a:moveTo>
                <a:lnTo>
                  <a:pt x="388945" y="599882"/>
                </a:lnTo>
                <a:lnTo>
                  <a:pt x="343682" y="653804"/>
                </a:lnTo>
                <a:lnTo>
                  <a:pt x="289757" y="608535"/>
                </a:lnTo>
                <a:lnTo>
                  <a:pt x="335023" y="554618"/>
                </a:lnTo>
                <a:close/>
              </a:path>
              <a:path w="5457190" h="6282690">
                <a:moveTo>
                  <a:pt x="459094" y="660837"/>
                </a:moveTo>
                <a:lnTo>
                  <a:pt x="510582" y="704067"/>
                </a:lnTo>
                <a:lnTo>
                  <a:pt x="467359" y="755553"/>
                </a:lnTo>
                <a:lnTo>
                  <a:pt x="415872" y="712330"/>
                </a:lnTo>
                <a:lnTo>
                  <a:pt x="459094" y="660837"/>
                </a:lnTo>
                <a:close/>
              </a:path>
              <a:path w="5457190" h="6282690">
                <a:moveTo>
                  <a:pt x="583166" y="767061"/>
                </a:moveTo>
                <a:lnTo>
                  <a:pt x="632224" y="808249"/>
                </a:lnTo>
                <a:lnTo>
                  <a:pt x="591037" y="857308"/>
                </a:lnTo>
                <a:lnTo>
                  <a:pt x="541978" y="816120"/>
                </a:lnTo>
                <a:lnTo>
                  <a:pt x="583166" y="767061"/>
                </a:lnTo>
                <a:close/>
              </a:path>
              <a:path w="5457190" h="6282690">
                <a:moveTo>
                  <a:pt x="707230" y="873282"/>
                </a:moveTo>
                <a:lnTo>
                  <a:pt x="753868" y="912432"/>
                </a:lnTo>
                <a:lnTo>
                  <a:pt x="714721" y="959062"/>
                </a:lnTo>
                <a:lnTo>
                  <a:pt x="668084" y="919911"/>
                </a:lnTo>
                <a:lnTo>
                  <a:pt x="707230" y="873282"/>
                </a:lnTo>
                <a:close/>
              </a:path>
              <a:path w="5457190" h="6282690">
                <a:moveTo>
                  <a:pt x="831301" y="979501"/>
                </a:moveTo>
                <a:lnTo>
                  <a:pt x="875510" y="1016615"/>
                </a:lnTo>
                <a:lnTo>
                  <a:pt x="838399" y="1060817"/>
                </a:lnTo>
                <a:lnTo>
                  <a:pt x="794192" y="1023708"/>
                </a:lnTo>
                <a:lnTo>
                  <a:pt x="831301" y="979501"/>
                </a:lnTo>
                <a:close/>
              </a:path>
              <a:path w="5457190" h="6282690">
                <a:moveTo>
                  <a:pt x="955367" y="1085727"/>
                </a:moveTo>
                <a:lnTo>
                  <a:pt x="997145" y="1120794"/>
                </a:lnTo>
                <a:lnTo>
                  <a:pt x="962078" y="1162571"/>
                </a:lnTo>
                <a:lnTo>
                  <a:pt x="920298" y="1127499"/>
                </a:lnTo>
                <a:lnTo>
                  <a:pt x="955367" y="1085727"/>
                </a:lnTo>
                <a:close/>
              </a:path>
              <a:path w="5457190" h="6282690">
                <a:moveTo>
                  <a:pt x="1079440" y="1191951"/>
                </a:moveTo>
                <a:lnTo>
                  <a:pt x="1118781" y="1224979"/>
                </a:lnTo>
                <a:lnTo>
                  <a:pt x="1085756" y="1264326"/>
                </a:lnTo>
                <a:lnTo>
                  <a:pt x="1046406" y="1231295"/>
                </a:lnTo>
                <a:lnTo>
                  <a:pt x="1079440" y="1191951"/>
                </a:lnTo>
                <a:close/>
              </a:path>
              <a:path w="5457190" h="6282690">
                <a:moveTo>
                  <a:pt x="1203510" y="1298170"/>
                </a:moveTo>
                <a:lnTo>
                  <a:pt x="1240424" y="1329161"/>
                </a:lnTo>
                <a:lnTo>
                  <a:pt x="1209434" y="1366082"/>
                </a:lnTo>
                <a:lnTo>
                  <a:pt x="1172520" y="1335090"/>
                </a:lnTo>
                <a:lnTo>
                  <a:pt x="1203510" y="1298170"/>
                </a:lnTo>
                <a:close/>
              </a:path>
              <a:path w="5457190" h="6282690">
                <a:moveTo>
                  <a:pt x="1327495" y="1403501"/>
                </a:moveTo>
                <a:lnTo>
                  <a:pt x="1362956" y="1433266"/>
                </a:lnTo>
                <a:lnTo>
                  <a:pt x="1333185" y="1468729"/>
                </a:lnTo>
                <a:lnTo>
                  <a:pt x="1297724" y="1438964"/>
                </a:lnTo>
                <a:lnTo>
                  <a:pt x="1327495" y="1403501"/>
                </a:lnTo>
                <a:close/>
              </a:path>
              <a:path w="5457190" h="6282690">
                <a:moveTo>
                  <a:pt x="1451566" y="1509719"/>
                </a:moveTo>
                <a:lnTo>
                  <a:pt x="1484602" y="1537455"/>
                </a:lnTo>
                <a:lnTo>
                  <a:pt x="1456872" y="1570488"/>
                </a:lnTo>
                <a:lnTo>
                  <a:pt x="1423836" y="1542753"/>
                </a:lnTo>
                <a:lnTo>
                  <a:pt x="1451566" y="1509719"/>
                </a:lnTo>
                <a:close/>
              </a:path>
              <a:path w="5457190" h="6282690">
                <a:moveTo>
                  <a:pt x="1575597" y="1615496"/>
                </a:moveTo>
                <a:lnTo>
                  <a:pt x="1606684" y="1641594"/>
                </a:lnTo>
                <a:lnTo>
                  <a:pt x="1580588" y="1672686"/>
                </a:lnTo>
                <a:lnTo>
                  <a:pt x="1549499" y="1646582"/>
                </a:lnTo>
                <a:lnTo>
                  <a:pt x="1575597" y="1615496"/>
                </a:lnTo>
                <a:close/>
              </a:path>
              <a:path w="5457190" h="6282690">
                <a:moveTo>
                  <a:pt x="1699668" y="1721714"/>
                </a:moveTo>
                <a:lnTo>
                  <a:pt x="1728326" y="1745777"/>
                </a:lnTo>
                <a:lnTo>
                  <a:pt x="1704266" y="1774441"/>
                </a:lnTo>
                <a:lnTo>
                  <a:pt x="1675607" y="1750379"/>
                </a:lnTo>
                <a:lnTo>
                  <a:pt x="1699668" y="1721714"/>
                </a:lnTo>
                <a:close/>
              </a:path>
              <a:path w="5457190" h="6282690">
                <a:moveTo>
                  <a:pt x="1823694" y="1827493"/>
                </a:moveTo>
                <a:lnTo>
                  <a:pt x="1850411" y="1849921"/>
                </a:lnTo>
                <a:lnTo>
                  <a:pt x="1827983" y="1876638"/>
                </a:lnTo>
                <a:lnTo>
                  <a:pt x="1801266" y="1854210"/>
                </a:lnTo>
                <a:lnTo>
                  <a:pt x="1823694" y="1827493"/>
                </a:lnTo>
                <a:close/>
              </a:path>
              <a:path w="5457190" h="6282690">
                <a:moveTo>
                  <a:pt x="1947691" y="1932820"/>
                </a:moveTo>
                <a:lnTo>
                  <a:pt x="1972949" y="1954023"/>
                </a:lnTo>
                <a:lnTo>
                  <a:pt x="1951740" y="1979283"/>
                </a:lnTo>
                <a:lnTo>
                  <a:pt x="1926482" y="1958080"/>
                </a:lnTo>
                <a:lnTo>
                  <a:pt x="1947691" y="1932820"/>
                </a:lnTo>
                <a:close/>
              </a:path>
              <a:path w="5457190" h="6282690">
                <a:moveTo>
                  <a:pt x="2071756" y="2039041"/>
                </a:moveTo>
                <a:lnTo>
                  <a:pt x="2094586" y="2058208"/>
                </a:lnTo>
                <a:lnTo>
                  <a:pt x="2075420" y="2081045"/>
                </a:lnTo>
                <a:lnTo>
                  <a:pt x="2052588" y="2061871"/>
                </a:lnTo>
                <a:lnTo>
                  <a:pt x="2071756" y="2039041"/>
                </a:lnTo>
                <a:close/>
              </a:path>
              <a:path w="5457190" h="6282690">
                <a:moveTo>
                  <a:pt x="2195782" y="2144819"/>
                </a:moveTo>
                <a:lnTo>
                  <a:pt x="2216671" y="2162353"/>
                </a:lnTo>
                <a:lnTo>
                  <a:pt x="2199137" y="2183242"/>
                </a:lnTo>
                <a:lnTo>
                  <a:pt x="2178248" y="2165708"/>
                </a:lnTo>
                <a:lnTo>
                  <a:pt x="2195782" y="2144819"/>
                </a:lnTo>
                <a:close/>
              </a:path>
              <a:path w="5457190" h="6282690">
                <a:moveTo>
                  <a:pt x="2319774" y="2250148"/>
                </a:moveTo>
                <a:lnTo>
                  <a:pt x="2339203" y="2266458"/>
                </a:lnTo>
                <a:lnTo>
                  <a:pt x="2322894" y="2285887"/>
                </a:lnTo>
                <a:lnTo>
                  <a:pt x="2303464" y="2269578"/>
                </a:lnTo>
                <a:lnTo>
                  <a:pt x="2319774" y="2250148"/>
                </a:lnTo>
                <a:close/>
              </a:path>
              <a:path w="5457190" h="6282690">
                <a:moveTo>
                  <a:pt x="2443803" y="2355919"/>
                </a:moveTo>
                <a:lnTo>
                  <a:pt x="2461296" y="2370606"/>
                </a:lnTo>
                <a:lnTo>
                  <a:pt x="2446613" y="2388090"/>
                </a:lnTo>
                <a:lnTo>
                  <a:pt x="2429123" y="2373409"/>
                </a:lnTo>
                <a:lnTo>
                  <a:pt x="2443803" y="2355919"/>
                </a:lnTo>
                <a:close/>
              </a:path>
              <a:path w="5457190" h="6282690">
                <a:moveTo>
                  <a:pt x="2567797" y="2461254"/>
                </a:moveTo>
                <a:lnTo>
                  <a:pt x="2583821" y="2474706"/>
                </a:lnTo>
                <a:lnTo>
                  <a:pt x="2570365" y="2490737"/>
                </a:lnTo>
                <a:lnTo>
                  <a:pt x="2554341" y="2477285"/>
                </a:lnTo>
                <a:lnTo>
                  <a:pt x="2567797" y="2461254"/>
                </a:lnTo>
                <a:close/>
              </a:path>
              <a:path w="5457190" h="6282690">
                <a:moveTo>
                  <a:pt x="2691827" y="2567024"/>
                </a:moveTo>
                <a:lnTo>
                  <a:pt x="2705913" y="2578854"/>
                </a:lnTo>
                <a:lnTo>
                  <a:pt x="2694089" y="2592938"/>
                </a:lnTo>
                <a:lnTo>
                  <a:pt x="2679997" y="2581110"/>
                </a:lnTo>
                <a:lnTo>
                  <a:pt x="2691827" y="2567024"/>
                </a:lnTo>
                <a:close/>
              </a:path>
              <a:path w="5457190" h="6282690">
                <a:moveTo>
                  <a:pt x="2815818" y="2672353"/>
                </a:moveTo>
                <a:lnTo>
                  <a:pt x="2828446" y="2682958"/>
                </a:lnTo>
                <a:lnTo>
                  <a:pt x="2817846" y="2695583"/>
                </a:lnTo>
                <a:lnTo>
                  <a:pt x="2805215" y="2684986"/>
                </a:lnTo>
                <a:lnTo>
                  <a:pt x="2815818" y="2672353"/>
                </a:lnTo>
                <a:close/>
              </a:path>
              <a:path w="5457190" h="6282690">
                <a:moveTo>
                  <a:pt x="2939804" y="2777684"/>
                </a:moveTo>
                <a:lnTo>
                  <a:pt x="2950978" y="2787062"/>
                </a:lnTo>
                <a:lnTo>
                  <a:pt x="2941605" y="2798234"/>
                </a:lnTo>
                <a:lnTo>
                  <a:pt x="2930429" y="2788849"/>
                </a:lnTo>
                <a:lnTo>
                  <a:pt x="2939804" y="2777684"/>
                </a:lnTo>
                <a:close/>
              </a:path>
              <a:path w="5457190" h="6282690">
                <a:moveTo>
                  <a:pt x="3063834" y="2883454"/>
                </a:moveTo>
                <a:lnTo>
                  <a:pt x="3073068" y="2891205"/>
                </a:lnTo>
                <a:lnTo>
                  <a:pt x="3065315" y="2900434"/>
                </a:lnTo>
                <a:lnTo>
                  <a:pt x="3056089" y="2892687"/>
                </a:lnTo>
                <a:lnTo>
                  <a:pt x="3063834" y="2883454"/>
                </a:lnTo>
                <a:close/>
              </a:path>
              <a:path w="5457190" h="6282690">
                <a:moveTo>
                  <a:pt x="3187791" y="2988333"/>
                </a:moveTo>
                <a:lnTo>
                  <a:pt x="3196049" y="2995269"/>
                </a:lnTo>
                <a:lnTo>
                  <a:pt x="3189114" y="3003533"/>
                </a:lnTo>
                <a:lnTo>
                  <a:pt x="3180857" y="2996597"/>
                </a:lnTo>
                <a:lnTo>
                  <a:pt x="3187791" y="2988333"/>
                </a:lnTo>
                <a:close/>
              </a:path>
              <a:path w="5457190" h="6282690">
                <a:moveTo>
                  <a:pt x="3311738" y="3093222"/>
                </a:moveTo>
                <a:lnTo>
                  <a:pt x="3319024" y="3099334"/>
                </a:lnTo>
                <a:lnTo>
                  <a:pt x="3312905" y="3106622"/>
                </a:lnTo>
                <a:lnTo>
                  <a:pt x="3305620" y="3100509"/>
                </a:lnTo>
                <a:lnTo>
                  <a:pt x="3311738" y="3093222"/>
                </a:lnTo>
                <a:close/>
              </a:path>
              <a:path w="5457190" h="6282690">
                <a:moveTo>
                  <a:pt x="3435735" y="3198548"/>
                </a:moveTo>
                <a:lnTo>
                  <a:pt x="3441562" y="3203436"/>
                </a:lnTo>
                <a:lnTo>
                  <a:pt x="3436670" y="3209270"/>
                </a:lnTo>
                <a:lnTo>
                  <a:pt x="3430842" y="3204376"/>
                </a:lnTo>
                <a:lnTo>
                  <a:pt x="3435735" y="3198548"/>
                </a:lnTo>
                <a:close/>
              </a:path>
              <a:path w="5457190" h="6282690">
                <a:moveTo>
                  <a:pt x="3559681" y="3303431"/>
                </a:moveTo>
                <a:lnTo>
                  <a:pt x="3564539" y="3307508"/>
                </a:lnTo>
                <a:lnTo>
                  <a:pt x="3560461" y="3312366"/>
                </a:lnTo>
                <a:lnTo>
                  <a:pt x="3555604" y="3308289"/>
                </a:lnTo>
                <a:lnTo>
                  <a:pt x="3559681" y="3303431"/>
                </a:lnTo>
                <a:close/>
              </a:path>
              <a:path w="5457190" h="6282690">
                <a:moveTo>
                  <a:pt x="3683638" y="3408310"/>
                </a:moveTo>
                <a:lnTo>
                  <a:pt x="3687519" y="3411572"/>
                </a:lnTo>
                <a:lnTo>
                  <a:pt x="3684259" y="3415459"/>
                </a:lnTo>
                <a:lnTo>
                  <a:pt x="3680378" y="3412197"/>
                </a:lnTo>
                <a:lnTo>
                  <a:pt x="3683638" y="3408310"/>
                </a:lnTo>
                <a:close/>
              </a:path>
              <a:path w="5457190" h="6282690">
                <a:moveTo>
                  <a:pt x="3807590" y="3513191"/>
                </a:moveTo>
                <a:lnTo>
                  <a:pt x="3810501" y="3515642"/>
                </a:lnTo>
                <a:lnTo>
                  <a:pt x="3808056" y="3518553"/>
                </a:lnTo>
                <a:lnTo>
                  <a:pt x="3805146" y="3516107"/>
                </a:lnTo>
                <a:lnTo>
                  <a:pt x="3807590" y="3513191"/>
                </a:lnTo>
                <a:close/>
              </a:path>
              <a:path w="5457190" h="6282690">
                <a:moveTo>
                  <a:pt x="3931543" y="3618078"/>
                </a:moveTo>
                <a:lnTo>
                  <a:pt x="3933480" y="3619700"/>
                </a:lnTo>
                <a:lnTo>
                  <a:pt x="3931848" y="3621647"/>
                </a:lnTo>
                <a:lnTo>
                  <a:pt x="3929908" y="3620019"/>
                </a:lnTo>
                <a:lnTo>
                  <a:pt x="3931543" y="3618078"/>
                </a:lnTo>
                <a:close/>
              </a:path>
              <a:path w="5457190" h="6282690">
                <a:moveTo>
                  <a:pt x="0" y="479158"/>
                </a:moveTo>
                <a:lnTo>
                  <a:pt x="43016" y="515271"/>
                </a:lnTo>
                <a:lnTo>
                  <a:pt x="0" y="566517"/>
                </a:lnTo>
                <a:lnTo>
                  <a:pt x="0" y="479158"/>
                </a:lnTo>
                <a:close/>
              </a:path>
              <a:path w="5457190" h="6282690">
                <a:moveTo>
                  <a:pt x="106894" y="571370"/>
                </a:moveTo>
                <a:lnTo>
                  <a:pt x="164217" y="619492"/>
                </a:lnTo>
                <a:lnTo>
                  <a:pt x="116095" y="676815"/>
                </a:lnTo>
                <a:lnTo>
                  <a:pt x="58772" y="628693"/>
                </a:lnTo>
                <a:lnTo>
                  <a:pt x="106894" y="571370"/>
                </a:lnTo>
                <a:close/>
              </a:path>
              <a:path w="5457190" h="6282690">
                <a:moveTo>
                  <a:pt x="230998" y="678039"/>
                </a:moveTo>
                <a:lnTo>
                  <a:pt x="285403" y="723711"/>
                </a:lnTo>
                <a:lnTo>
                  <a:pt x="239732" y="778122"/>
                </a:lnTo>
                <a:lnTo>
                  <a:pt x="185320" y="732445"/>
                </a:lnTo>
                <a:lnTo>
                  <a:pt x="230998" y="678039"/>
                </a:lnTo>
                <a:close/>
              </a:path>
              <a:path w="5457190" h="6282690">
                <a:moveTo>
                  <a:pt x="355065" y="784265"/>
                </a:moveTo>
                <a:lnTo>
                  <a:pt x="407046" y="827894"/>
                </a:lnTo>
                <a:lnTo>
                  <a:pt x="363411" y="879877"/>
                </a:lnTo>
                <a:lnTo>
                  <a:pt x="311428" y="836242"/>
                </a:lnTo>
                <a:lnTo>
                  <a:pt x="355065" y="784265"/>
                </a:lnTo>
                <a:close/>
              </a:path>
              <a:path w="5457190" h="6282690">
                <a:moveTo>
                  <a:pt x="479135" y="890484"/>
                </a:moveTo>
                <a:lnTo>
                  <a:pt x="528688" y="932077"/>
                </a:lnTo>
                <a:lnTo>
                  <a:pt x="487089" y="981632"/>
                </a:lnTo>
                <a:lnTo>
                  <a:pt x="437542" y="940037"/>
                </a:lnTo>
                <a:lnTo>
                  <a:pt x="479135" y="890484"/>
                </a:lnTo>
                <a:close/>
              </a:path>
              <a:path w="5457190" h="6282690">
                <a:moveTo>
                  <a:pt x="603208" y="996708"/>
                </a:moveTo>
                <a:lnTo>
                  <a:pt x="650328" y="1036268"/>
                </a:lnTo>
                <a:lnTo>
                  <a:pt x="610768" y="1083388"/>
                </a:lnTo>
                <a:lnTo>
                  <a:pt x="563648" y="1043828"/>
                </a:lnTo>
                <a:lnTo>
                  <a:pt x="603208" y="996708"/>
                </a:lnTo>
                <a:close/>
              </a:path>
              <a:path w="5457190" h="6282690">
                <a:moveTo>
                  <a:pt x="727272" y="1102929"/>
                </a:moveTo>
                <a:lnTo>
                  <a:pt x="771962" y="1140447"/>
                </a:lnTo>
                <a:lnTo>
                  <a:pt x="734444" y="1185137"/>
                </a:lnTo>
                <a:lnTo>
                  <a:pt x="689756" y="1147624"/>
                </a:lnTo>
                <a:lnTo>
                  <a:pt x="727272" y="1102929"/>
                </a:lnTo>
                <a:close/>
              </a:path>
              <a:path w="5457190" h="6282690">
                <a:moveTo>
                  <a:pt x="851377" y="1209597"/>
                </a:moveTo>
                <a:lnTo>
                  <a:pt x="893157" y="1244670"/>
                </a:lnTo>
                <a:lnTo>
                  <a:pt x="858087" y="1286442"/>
                </a:lnTo>
                <a:lnTo>
                  <a:pt x="816310" y="1251375"/>
                </a:lnTo>
                <a:lnTo>
                  <a:pt x="851377" y="1209597"/>
                </a:lnTo>
                <a:close/>
              </a:path>
              <a:path w="5457190" h="6282690">
                <a:moveTo>
                  <a:pt x="975409" y="1315374"/>
                </a:moveTo>
                <a:lnTo>
                  <a:pt x="1015247" y="1348813"/>
                </a:lnTo>
                <a:lnTo>
                  <a:pt x="981806" y="1388645"/>
                </a:lnTo>
                <a:lnTo>
                  <a:pt x="941967" y="1355206"/>
                </a:lnTo>
                <a:lnTo>
                  <a:pt x="975409" y="1315374"/>
                </a:lnTo>
                <a:close/>
              </a:path>
              <a:path w="5457190" h="6282690">
                <a:moveTo>
                  <a:pt x="1099479" y="1421592"/>
                </a:moveTo>
                <a:lnTo>
                  <a:pt x="1136890" y="1452996"/>
                </a:lnTo>
                <a:lnTo>
                  <a:pt x="1105484" y="1490401"/>
                </a:lnTo>
                <a:lnTo>
                  <a:pt x="1068081" y="1459001"/>
                </a:lnTo>
                <a:lnTo>
                  <a:pt x="1099479" y="1421592"/>
                </a:lnTo>
                <a:close/>
              </a:path>
              <a:path w="5457190" h="6282690">
                <a:moveTo>
                  <a:pt x="1223505" y="1527371"/>
                </a:moveTo>
                <a:lnTo>
                  <a:pt x="1258968" y="1557142"/>
                </a:lnTo>
                <a:lnTo>
                  <a:pt x="1229201" y="1592598"/>
                </a:lnTo>
                <a:lnTo>
                  <a:pt x="1193739" y="1562832"/>
                </a:lnTo>
                <a:lnTo>
                  <a:pt x="1223505" y="1527371"/>
                </a:lnTo>
                <a:close/>
              </a:path>
              <a:path w="5457190" h="6282690">
                <a:moveTo>
                  <a:pt x="1347537" y="1633148"/>
                </a:moveTo>
                <a:lnTo>
                  <a:pt x="1381057" y="1661279"/>
                </a:lnTo>
                <a:lnTo>
                  <a:pt x="1352919" y="1694801"/>
                </a:lnTo>
                <a:lnTo>
                  <a:pt x="1319397" y="1666664"/>
                </a:lnTo>
                <a:lnTo>
                  <a:pt x="1347537" y="1633148"/>
                </a:lnTo>
                <a:close/>
              </a:path>
              <a:path w="5457190" h="6282690">
                <a:moveTo>
                  <a:pt x="1471607" y="1739366"/>
                </a:moveTo>
                <a:lnTo>
                  <a:pt x="1502701" y="1765468"/>
                </a:lnTo>
                <a:lnTo>
                  <a:pt x="1476597" y="1796557"/>
                </a:lnTo>
                <a:lnTo>
                  <a:pt x="1445511" y="1770459"/>
                </a:lnTo>
                <a:lnTo>
                  <a:pt x="1471607" y="1739366"/>
                </a:lnTo>
                <a:close/>
              </a:path>
              <a:path w="5457190" h="6282690">
                <a:moveTo>
                  <a:pt x="1595637" y="1845137"/>
                </a:moveTo>
                <a:lnTo>
                  <a:pt x="1624783" y="1869607"/>
                </a:lnTo>
                <a:lnTo>
                  <a:pt x="1600316" y="1898759"/>
                </a:lnTo>
                <a:lnTo>
                  <a:pt x="1571169" y="1874290"/>
                </a:lnTo>
                <a:lnTo>
                  <a:pt x="1595637" y="1845137"/>
                </a:lnTo>
                <a:close/>
              </a:path>
              <a:path w="5457190" h="6282690">
                <a:moveTo>
                  <a:pt x="1719709" y="1951362"/>
                </a:moveTo>
                <a:lnTo>
                  <a:pt x="1746426" y="1973789"/>
                </a:lnTo>
                <a:lnTo>
                  <a:pt x="1723995" y="2000515"/>
                </a:lnTo>
                <a:lnTo>
                  <a:pt x="1697278" y="1978087"/>
                </a:lnTo>
                <a:lnTo>
                  <a:pt x="1719709" y="1951362"/>
                </a:lnTo>
                <a:close/>
              </a:path>
              <a:path w="5457190" h="6282690">
                <a:moveTo>
                  <a:pt x="1843701" y="2056690"/>
                </a:moveTo>
                <a:lnTo>
                  <a:pt x="1868959" y="2077894"/>
                </a:lnTo>
                <a:lnTo>
                  <a:pt x="1847752" y="2103160"/>
                </a:lnTo>
                <a:lnTo>
                  <a:pt x="1822494" y="2081956"/>
                </a:lnTo>
                <a:lnTo>
                  <a:pt x="1843701" y="2056690"/>
                </a:lnTo>
                <a:close/>
              </a:path>
              <a:path w="5457190" h="6282690">
                <a:moveTo>
                  <a:pt x="1967727" y="2162469"/>
                </a:moveTo>
                <a:lnTo>
                  <a:pt x="1991037" y="2182041"/>
                </a:lnTo>
                <a:lnTo>
                  <a:pt x="1971468" y="2205357"/>
                </a:lnTo>
                <a:lnTo>
                  <a:pt x="1948157" y="2185786"/>
                </a:lnTo>
                <a:lnTo>
                  <a:pt x="1967727" y="2162469"/>
                </a:lnTo>
                <a:close/>
              </a:path>
              <a:path w="5457190" h="6282690">
                <a:moveTo>
                  <a:pt x="2091759" y="2268246"/>
                </a:moveTo>
                <a:lnTo>
                  <a:pt x="2113130" y="2286189"/>
                </a:lnTo>
                <a:lnTo>
                  <a:pt x="2095187" y="2307560"/>
                </a:lnTo>
                <a:lnTo>
                  <a:pt x="2073816" y="2289617"/>
                </a:lnTo>
                <a:lnTo>
                  <a:pt x="2091759" y="2268246"/>
                </a:lnTo>
                <a:close/>
              </a:path>
              <a:path w="5457190" h="6282690">
                <a:moveTo>
                  <a:pt x="2215788" y="2374017"/>
                </a:moveTo>
                <a:lnTo>
                  <a:pt x="2235218" y="2390326"/>
                </a:lnTo>
                <a:lnTo>
                  <a:pt x="2218909" y="2409755"/>
                </a:lnTo>
                <a:lnTo>
                  <a:pt x="2199479" y="2393446"/>
                </a:lnTo>
                <a:lnTo>
                  <a:pt x="2215788" y="2374017"/>
                </a:lnTo>
                <a:close/>
              </a:path>
              <a:path w="5457190" h="6282690">
                <a:moveTo>
                  <a:pt x="2339780" y="2479345"/>
                </a:moveTo>
                <a:lnTo>
                  <a:pt x="2357753" y="2494436"/>
                </a:lnTo>
                <a:lnTo>
                  <a:pt x="2342662" y="2512409"/>
                </a:lnTo>
                <a:lnTo>
                  <a:pt x="2324692" y="2497324"/>
                </a:lnTo>
                <a:lnTo>
                  <a:pt x="2339780" y="2479345"/>
                </a:lnTo>
                <a:close/>
              </a:path>
              <a:path w="5457190" h="6282690">
                <a:moveTo>
                  <a:pt x="2463806" y="2585124"/>
                </a:moveTo>
                <a:lnTo>
                  <a:pt x="2479838" y="2598580"/>
                </a:lnTo>
                <a:lnTo>
                  <a:pt x="2466380" y="2614606"/>
                </a:lnTo>
                <a:lnTo>
                  <a:pt x="2450356" y="2601153"/>
                </a:lnTo>
                <a:lnTo>
                  <a:pt x="2463806" y="2585124"/>
                </a:lnTo>
                <a:close/>
              </a:path>
              <a:path w="5457190" h="6282690">
                <a:moveTo>
                  <a:pt x="2587796" y="2690447"/>
                </a:moveTo>
                <a:lnTo>
                  <a:pt x="2602368" y="2702678"/>
                </a:lnTo>
                <a:lnTo>
                  <a:pt x="2590137" y="2717251"/>
                </a:lnTo>
                <a:lnTo>
                  <a:pt x="2575564" y="2705019"/>
                </a:lnTo>
                <a:lnTo>
                  <a:pt x="2587796" y="2690447"/>
                </a:lnTo>
                <a:close/>
              </a:path>
              <a:path w="5457190" h="6282690">
                <a:moveTo>
                  <a:pt x="2711790" y="2795781"/>
                </a:moveTo>
                <a:lnTo>
                  <a:pt x="2724903" y="2806789"/>
                </a:lnTo>
                <a:lnTo>
                  <a:pt x="2713890" y="2819904"/>
                </a:lnTo>
                <a:lnTo>
                  <a:pt x="2700777" y="2808897"/>
                </a:lnTo>
                <a:lnTo>
                  <a:pt x="2711790" y="2795781"/>
                </a:lnTo>
                <a:close/>
              </a:path>
              <a:path w="5457190" h="6282690">
                <a:moveTo>
                  <a:pt x="2835820" y="2901552"/>
                </a:moveTo>
                <a:lnTo>
                  <a:pt x="2846996" y="2910937"/>
                </a:lnTo>
                <a:lnTo>
                  <a:pt x="2837615" y="2922105"/>
                </a:lnTo>
                <a:lnTo>
                  <a:pt x="2826441" y="2912726"/>
                </a:lnTo>
                <a:lnTo>
                  <a:pt x="2835820" y="2901552"/>
                </a:lnTo>
                <a:close/>
              </a:path>
              <a:path w="5457190" h="6282690">
                <a:moveTo>
                  <a:pt x="2959811" y="3006881"/>
                </a:moveTo>
                <a:lnTo>
                  <a:pt x="2969526" y="3015035"/>
                </a:lnTo>
                <a:lnTo>
                  <a:pt x="2961372" y="3024750"/>
                </a:lnTo>
                <a:lnTo>
                  <a:pt x="2951657" y="3016595"/>
                </a:lnTo>
                <a:lnTo>
                  <a:pt x="2959811" y="3006881"/>
                </a:lnTo>
                <a:close/>
              </a:path>
              <a:path w="5457190" h="6282690">
                <a:moveTo>
                  <a:pt x="3083803" y="3112209"/>
                </a:moveTo>
                <a:lnTo>
                  <a:pt x="3092061" y="3119145"/>
                </a:lnTo>
                <a:lnTo>
                  <a:pt x="3085125" y="3127403"/>
                </a:lnTo>
                <a:lnTo>
                  <a:pt x="3076867" y="3120467"/>
                </a:lnTo>
                <a:lnTo>
                  <a:pt x="3083803" y="3112209"/>
                </a:lnTo>
                <a:close/>
              </a:path>
              <a:path w="5457190" h="6282690">
                <a:moveTo>
                  <a:pt x="3207754" y="3217090"/>
                </a:moveTo>
                <a:lnTo>
                  <a:pt x="3215040" y="3223203"/>
                </a:lnTo>
                <a:lnTo>
                  <a:pt x="3208921" y="3230490"/>
                </a:lnTo>
                <a:lnTo>
                  <a:pt x="3201636" y="3224377"/>
                </a:lnTo>
                <a:lnTo>
                  <a:pt x="3207754" y="3217090"/>
                </a:lnTo>
                <a:close/>
              </a:path>
              <a:path w="5457190" h="6282690">
                <a:moveTo>
                  <a:pt x="3331705" y="3321971"/>
                </a:moveTo>
                <a:lnTo>
                  <a:pt x="3338024" y="3327279"/>
                </a:lnTo>
                <a:lnTo>
                  <a:pt x="3332720" y="3333589"/>
                </a:lnTo>
                <a:lnTo>
                  <a:pt x="3326404" y="3328287"/>
                </a:lnTo>
                <a:lnTo>
                  <a:pt x="3331705" y="3321971"/>
                </a:lnTo>
                <a:close/>
              </a:path>
              <a:path w="5457190" h="6282690">
                <a:moveTo>
                  <a:pt x="3455697" y="3427299"/>
                </a:moveTo>
                <a:lnTo>
                  <a:pt x="3460555" y="3431377"/>
                </a:lnTo>
                <a:lnTo>
                  <a:pt x="3456477" y="3436234"/>
                </a:lnTo>
                <a:lnTo>
                  <a:pt x="3451620" y="3432157"/>
                </a:lnTo>
                <a:lnTo>
                  <a:pt x="3455697" y="3427299"/>
                </a:lnTo>
                <a:close/>
              </a:path>
              <a:path w="5457190" h="6282690">
                <a:moveTo>
                  <a:pt x="3579651" y="3532186"/>
                </a:moveTo>
                <a:lnTo>
                  <a:pt x="3583531" y="3535449"/>
                </a:lnTo>
                <a:lnTo>
                  <a:pt x="3580269" y="3539329"/>
                </a:lnTo>
                <a:lnTo>
                  <a:pt x="3576388" y="3536067"/>
                </a:lnTo>
                <a:lnTo>
                  <a:pt x="3579651" y="3532186"/>
                </a:lnTo>
                <a:close/>
              </a:path>
              <a:path w="5457190" h="6282690">
                <a:moveTo>
                  <a:pt x="3703602" y="3637067"/>
                </a:moveTo>
                <a:lnTo>
                  <a:pt x="3706518" y="3639510"/>
                </a:lnTo>
                <a:lnTo>
                  <a:pt x="3704069" y="3642428"/>
                </a:lnTo>
                <a:lnTo>
                  <a:pt x="3701157" y="3639977"/>
                </a:lnTo>
                <a:lnTo>
                  <a:pt x="3703602" y="3637067"/>
                </a:lnTo>
                <a:close/>
              </a:path>
              <a:path w="5457190" h="6282690">
                <a:moveTo>
                  <a:pt x="3827553" y="3741948"/>
                </a:moveTo>
                <a:lnTo>
                  <a:pt x="3829493" y="3743576"/>
                </a:lnTo>
                <a:lnTo>
                  <a:pt x="3827858" y="3745518"/>
                </a:lnTo>
                <a:lnTo>
                  <a:pt x="3825921" y="3743896"/>
                </a:lnTo>
                <a:lnTo>
                  <a:pt x="3827553" y="3741948"/>
                </a:lnTo>
                <a:close/>
              </a:path>
              <a:path w="5457190" h="6282690">
                <a:moveTo>
                  <a:pt x="3950689" y="3847806"/>
                </a:moveTo>
                <a:lnTo>
                  <a:pt x="3952075" y="3847302"/>
                </a:lnTo>
                <a:lnTo>
                  <a:pt x="3952481" y="3847644"/>
                </a:lnTo>
                <a:lnTo>
                  <a:pt x="3951097" y="3848147"/>
                </a:lnTo>
                <a:lnTo>
                  <a:pt x="3950689" y="3847806"/>
                </a:lnTo>
                <a:close/>
              </a:path>
              <a:path w="5457190" h="6282690">
                <a:moveTo>
                  <a:pt x="2865" y="694799"/>
                </a:moveTo>
                <a:lnTo>
                  <a:pt x="60670" y="743331"/>
                </a:lnTo>
                <a:lnTo>
                  <a:pt x="12144" y="801134"/>
                </a:lnTo>
                <a:lnTo>
                  <a:pt x="0" y="790940"/>
                </a:lnTo>
                <a:lnTo>
                  <a:pt x="0" y="698212"/>
                </a:lnTo>
                <a:lnTo>
                  <a:pt x="2865" y="694799"/>
                </a:lnTo>
                <a:close/>
              </a:path>
              <a:path w="5457190" h="6282690">
                <a:moveTo>
                  <a:pt x="126976" y="801466"/>
                </a:moveTo>
                <a:lnTo>
                  <a:pt x="181869" y="847546"/>
                </a:lnTo>
                <a:lnTo>
                  <a:pt x="135783" y="902441"/>
                </a:lnTo>
                <a:lnTo>
                  <a:pt x="80890" y="856361"/>
                </a:lnTo>
                <a:lnTo>
                  <a:pt x="126976" y="801466"/>
                </a:lnTo>
                <a:close/>
              </a:path>
              <a:path w="5457190" h="6282690">
                <a:moveTo>
                  <a:pt x="251043" y="907692"/>
                </a:moveTo>
                <a:lnTo>
                  <a:pt x="303506" y="951731"/>
                </a:lnTo>
                <a:lnTo>
                  <a:pt x="259468" y="1004194"/>
                </a:lnTo>
                <a:lnTo>
                  <a:pt x="207004" y="960156"/>
                </a:lnTo>
                <a:lnTo>
                  <a:pt x="251043" y="907692"/>
                </a:lnTo>
                <a:close/>
              </a:path>
              <a:path w="5457190" h="6282690">
                <a:moveTo>
                  <a:pt x="375105" y="1013907"/>
                </a:moveTo>
                <a:lnTo>
                  <a:pt x="425141" y="1055910"/>
                </a:lnTo>
                <a:lnTo>
                  <a:pt x="383138" y="1105946"/>
                </a:lnTo>
                <a:lnTo>
                  <a:pt x="333102" y="1063942"/>
                </a:lnTo>
                <a:lnTo>
                  <a:pt x="375105" y="1013907"/>
                </a:lnTo>
                <a:close/>
              </a:path>
              <a:path w="5457190" h="6282690">
                <a:moveTo>
                  <a:pt x="499178" y="1120131"/>
                </a:moveTo>
                <a:lnTo>
                  <a:pt x="546784" y="1160093"/>
                </a:lnTo>
                <a:lnTo>
                  <a:pt x="506822" y="1207699"/>
                </a:lnTo>
                <a:lnTo>
                  <a:pt x="459216" y="1167737"/>
                </a:lnTo>
                <a:lnTo>
                  <a:pt x="499178" y="1120131"/>
                </a:lnTo>
                <a:close/>
              </a:path>
              <a:path w="5457190" h="6282690">
                <a:moveTo>
                  <a:pt x="623250" y="1226356"/>
                </a:moveTo>
                <a:lnTo>
                  <a:pt x="668428" y="1264282"/>
                </a:lnTo>
                <a:lnTo>
                  <a:pt x="630502" y="1309460"/>
                </a:lnTo>
                <a:lnTo>
                  <a:pt x="585324" y="1271534"/>
                </a:lnTo>
                <a:lnTo>
                  <a:pt x="623250" y="1226356"/>
                </a:lnTo>
                <a:close/>
              </a:path>
              <a:path w="5457190" h="6282690">
                <a:moveTo>
                  <a:pt x="747354" y="1333024"/>
                </a:moveTo>
                <a:lnTo>
                  <a:pt x="789615" y="1368501"/>
                </a:lnTo>
                <a:lnTo>
                  <a:pt x="754140" y="1410767"/>
                </a:lnTo>
                <a:lnTo>
                  <a:pt x="711872" y="1375287"/>
                </a:lnTo>
                <a:lnTo>
                  <a:pt x="747354" y="1333024"/>
                </a:lnTo>
                <a:close/>
              </a:path>
              <a:path w="5457190" h="6282690">
                <a:moveTo>
                  <a:pt x="871425" y="1439243"/>
                </a:moveTo>
                <a:lnTo>
                  <a:pt x="911257" y="1472684"/>
                </a:lnTo>
                <a:lnTo>
                  <a:pt x="877818" y="1512522"/>
                </a:lnTo>
                <a:lnTo>
                  <a:pt x="837980" y="1479083"/>
                </a:lnTo>
                <a:lnTo>
                  <a:pt x="871425" y="1439243"/>
                </a:lnTo>
                <a:close/>
              </a:path>
              <a:path w="5457190" h="6282690">
                <a:moveTo>
                  <a:pt x="995457" y="1545019"/>
                </a:moveTo>
                <a:lnTo>
                  <a:pt x="1033348" y="1576826"/>
                </a:lnTo>
                <a:lnTo>
                  <a:pt x="1001535" y="1614719"/>
                </a:lnTo>
                <a:lnTo>
                  <a:pt x="963644" y="1582913"/>
                </a:lnTo>
                <a:lnTo>
                  <a:pt x="995457" y="1545019"/>
                </a:lnTo>
                <a:close/>
              </a:path>
              <a:path w="5457190" h="6282690">
                <a:moveTo>
                  <a:pt x="1119480" y="1650792"/>
                </a:moveTo>
                <a:lnTo>
                  <a:pt x="1155426" y="1680973"/>
                </a:lnTo>
                <a:lnTo>
                  <a:pt x="1125251" y="1716917"/>
                </a:lnTo>
                <a:lnTo>
                  <a:pt x="1089302" y="1686744"/>
                </a:lnTo>
                <a:lnTo>
                  <a:pt x="1119480" y="1650792"/>
                </a:lnTo>
                <a:close/>
              </a:path>
              <a:path w="5457190" h="6282690">
                <a:moveTo>
                  <a:pt x="1243553" y="1757017"/>
                </a:moveTo>
                <a:lnTo>
                  <a:pt x="1277069" y="1785156"/>
                </a:lnTo>
                <a:lnTo>
                  <a:pt x="1248929" y="1818672"/>
                </a:lnTo>
                <a:lnTo>
                  <a:pt x="1215416" y="1790539"/>
                </a:lnTo>
                <a:lnTo>
                  <a:pt x="1243553" y="1757017"/>
                </a:lnTo>
                <a:close/>
              </a:path>
              <a:path w="5457190" h="6282690">
                <a:moveTo>
                  <a:pt x="1367583" y="1862787"/>
                </a:moveTo>
                <a:lnTo>
                  <a:pt x="1399159" y="1889298"/>
                </a:lnTo>
                <a:lnTo>
                  <a:pt x="1372654" y="1920873"/>
                </a:lnTo>
                <a:lnTo>
                  <a:pt x="1341072" y="1894364"/>
                </a:lnTo>
                <a:lnTo>
                  <a:pt x="1367583" y="1862787"/>
                </a:lnTo>
                <a:close/>
              </a:path>
              <a:path w="5457190" h="6282690">
                <a:moveTo>
                  <a:pt x="1491649" y="1969014"/>
                </a:moveTo>
                <a:lnTo>
                  <a:pt x="1520796" y="1993483"/>
                </a:lnTo>
                <a:lnTo>
                  <a:pt x="1496332" y="2022628"/>
                </a:lnTo>
                <a:lnTo>
                  <a:pt x="1467186" y="1998158"/>
                </a:lnTo>
                <a:lnTo>
                  <a:pt x="1491649" y="1969014"/>
                </a:lnTo>
                <a:close/>
              </a:path>
              <a:path w="5457190" h="6282690">
                <a:moveTo>
                  <a:pt x="1615675" y="2074793"/>
                </a:moveTo>
                <a:lnTo>
                  <a:pt x="1642881" y="2097628"/>
                </a:lnTo>
                <a:lnTo>
                  <a:pt x="1620052" y="2124832"/>
                </a:lnTo>
                <a:lnTo>
                  <a:pt x="1592844" y="2101990"/>
                </a:lnTo>
                <a:lnTo>
                  <a:pt x="1615675" y="2074793"/>
                </a:lnTo>
                <a:close/>
              </a:path>
              <a:path w="5457190" h="6282690">
                <a:moveTo>
                  <a:pt x="1739673" y="2180119"/>
                </a:moveTo>
                <a:lnTo>
                  <a:pt x="1765419" y="2201730"/>
                </a:lnTo>
                <a:lnTo>
                  <a:pt x="1743808" y="2227477"/>
                </a:lnTo>
                <a:lnTo>
                  <a:pt x="1718062" y="2205866"/>
                </a:lnTo>
                <a:lnTo>
                  <a:pt x="1739673" y="2180119"/>
                </a:lnTo>
                <a:close/>
              </a:path>
              <a:path w="5457190" h="6282690">
                <a:moveTo>
                  <a:pt x="1863743" y="2286338"/>
                </a:moveTo>
                <a:lnTo>
                  <a:pt x="1887054" y="2305910"/>
                </a:lnTo>
                <a:lnTo>
                  <a:pt x="1867478" y="2329228"/>
                </a:lnTo>
                <a:lnTo>
                  <a:pt x="1844168" y="2309656"/>
                </a:lnTo>
                <a:lnTo>
                  <a:pt x="1863743" y="2286338"/>
                </a:lnTo>
                <a:close/>
              </a:path>
              <a:path w="5457190" h="6282690">
                <a:moveTo>
                  <a:pt x="1987769" y="2392117"/>
                </a:moveTo>
                <a:lnTo>
                  <a:pt x="2009146" y="2410058"/>
                </a:lnTo>
                <a:lnTo>
                  <a:pt x="1991200" y="2431437"/>
                </a:lnTo>
                <a:lnTo>
                  <a:pt x="1969828" y="2413494"/>
                </a:lnTo>
                <a:lnTo>
                  <a:pt x="1987769" y="2392117"/>
                </a:lnTo>
                <a:close/>
              </a:path>
              <a:path w="5457190" h="6282690">
                <a:moveTo>
                  <a:pt x="2111761" y="2497445"/>
                </a:moveTo>
                <a:lnTo>
                  <a:pt x="2131681" y="2514168"/>
                </a:lnTo>
                <a:lnTo>
                  <a:pt x="2114956" y="2534082"/>
                </a:lnTo>
                <a:lnTo>
                  <a:pt x="2095036" y="2517360"/>
                </a:lnTo>
                <a:lnTo>
                  <a:pt x="2111761" y="2497445"/>
                </a:lnTo>
                <a:close/>
              </a:path>
              <a:path w="5457190" h="6282690">
                <a:moveTo>
                  <a:pt x="2235793" y="2603222"/>
                </a:moveTo>
                <a:lnTo>
                  <a:pt x="2253763" y="2618307"/>
                </a:lnTo>
                <a:lnTo>
                  <a:pt x="2238679" y="2636277"/>
                </a:lnTo>
                <a:lnTo>
                  <a:pt x="2220708" y="2621193"/>
                </a:lnTo>
                <a:lnTo>
                  <a:pt x="2235793" y="2603222"/>
                </a:lnTo>
                <a:close/>
              </a:path>
              <a:path w="5457190" h="6282690">
                <a:moveTo>
                  <a:pt x="2359783" y="2708545"/>
                </a:moveTo>
                <a:lnTo>
                  <a:pt x="2376297" y="2722411"/>
                </a:lnTo>
                <a:lnTo>
                  <a:pt x="2362433" y="2738930"/>
                </a:lnTo>
                <a:lnTo>
                  <a:pt x="2345913" y="2725067"/>
                </a:lnTo>
                <a:lnTo>
                  <a:pt x="2359783" y="2708545"/>
                </a:lnTo>
                <a:close/>
              </a:path>
              <a:path w="5457190" h="6282690">
                <a:moveTo>
                  <a:pt x="2483814" y="2814322"/>
                </a:moveTo>
                <a:lnTo>
                  <a:pt x="2498387" y="2826553"/>
                </a:lnTo>
                <a:lnTo>
                  <a:pt x="2486149" y="2841128"/>
                </a:lnTo>
                <a:lnTo>
                  <a:pt x="2471576" y="2828896"/>
                </a:lnTo>
                <a:lnTo>
                  <a:pt x="2483814" y="2814322"/>
                </a:lnTo>
                <a:close/>
              </a:path>
              <a:path w="5457190" h="6282690">
                <a:moveTo>
                  <a:pt x="2607806" y="2919650"/>
                </a:moveTo>
                <a:lnTo>
                  <a:pt x="2620919" y="2930657"/>
                </a:lnTo>
                <a:lnTo>
                  <a:pt x="2609906" y="2943773"/>
                </a:lnTo>
                <a:lnTo>
                  <a:pt x="2596793" y="2932766"/>
                </a:lnTo>
                <a:lnTo>
                  <a:pt x="2607806" y="2919650"/>
                </a:lnTo>
                <a:close/>
              </a:path>
              <a:path w="5457190" h="6282690">
                <a:moveTo>
                  <a:pt x="2731798" y="3024979"/>
                </a:moveTo>
                <a:lnTo>
                  <a:pt x="2743455" y="3034767"/>
                </a:lnTo>
                <a:lnTo>
                  <a:pt x="2733666" y="3046424"/>
                </a:lnTo>
                <a:lnTo>
                  <a:pt x="2722011" y="3036641"/>
                </a:lnTo>
                <a:lnTo>
                  <a:pt x="2731798" y="3024979"/>
                </a:lnTo>
                <a:close/>
              </a:path>
              <a:path w="5457190" h="6282690">
                <a:moveTo>
                  <a:pt x="2855830" y="3130755"/>
                </a:moveTo>
                <a:lnTo>
                  <a:pt x="2865545" y="3138910"/>
                </a:lnTo>
                <a:lnTo>
                  <a:pt x="2857384" y="3148627"/>
                </a:lnTo>
                <a:lnTo>
                  <a:pt x="2847669" y="3140472"/>
                </a:lnTo>
                <a:lnTo>
                  <a:pt x="2855830" y="3130755"/>
                </a:lnTo>
                <a:close/>
              </a:path>
              <a:path w="5457190" h="6282690">
                <a:moveTo>
                  <a:pt x="2979813" y="3236080"/>
                </a:moveTo>
                <a:lnTo>
                  <a:pt x="2988077" y="3243014"/>
                </a:lnTo>
                <a:lnTo>
                  <a:pt x="2981141" y="3251272"/>
                </a:lnTo>
                <a:lnTo>
                  <a:pt x="2972883" y="3244336"/>
                </a:lnTo>
                <a:lnTo>
                  <a:pt x="2979813" y="3236080"/>
                </a:lnTo>
                <a:close/>
              </a:path>
              <a:path w="5457190" h="6282690">
                <a:moveTo>
                  <a:pt x="3103764" y="3340961"/>
                </a:moveTo>
                <a:lnTo>
                  <a:pt x="3111052" y="3347080"/>
                </a:lnTo>
                <a:lnTo>
                  <a:pt x="3104939" y="3354365"/>
                </a:lnTo>
                <a:lnTo>
                  <a:pt x="3097651" y="3348246"/>
                </a:lnTo>
                <a:lnTo>
                  <a:pt x="3103764" y="3340961"/>
                </a:lnTo>
                <a:close/>
              </a:path>
              <a:path w="5457190" h="6282690">
                <a:moveTo>
                  <a:pt x="3227721" y="3445840"/>
                </a:moveTo>
                <a:lnTo>
                  <a:pt x="3234040" y="3451148"/>
                </a:lnTo>
                <a:lnTo>
                  <a:pt x="3228732" y="3457467"/>
                </a:lnTo>
                <a:lnTo>
                  <a:pt x="3222414" y="3452159"/>
                </a:lnTo>
                <a:lnTo>
                  <a:pt x="3227721" y="3445840"/>
                </a:lnTo>
                <a:close/>
              </a:path>
              <a:path w="5457190" h="6282690">
                <a:moveTo>
                  <a:pt x="3351715" y="3551175"/>
                </a:moveTo>
                <a:lnTo>
                  <a:pt x="3356573" y="3555252"/>
                </a:lnTo>
                <a:lnTo>
                  <a:pt x="3352490" y="3560111"/>
                </a:lnTo>
                <a:lnTo>
                  <a:pt x="3347632" y="3556034"/>
                </a:lnTo>
                <a:lnTo>
                  <a:pt x="3351715" y="3551175"/>
                </a:lnTo>
                <a:close/>
              </a:path>
              <a:path w="5457190" h="6282690">
                <a:moveTo>
                  <a:pt x="3475666" y="3656056"/>
                </a:moveTo>
                <a:lnTo>
                  <a:pt x="3479547" y="3659318"/>
                </a:lnTo>
                <a:lnTo>
                  <a:pt x="3476287" y="3663205"/>
                </a:lnTo>
                <a:lnTo>
                  <a:pt x="3472400" y="3659945"/>
                </a:lnTo>
                <a:lnTo>
                  <a:pt x="3475666" y="3656056"/>
                </a:lnTo>
                <a:close/>
              </a:path>
              <a:path w="5457190" h="6282690">
                <a:moveTo>
                  <a:pt x="3599612" y="3760939"/>
                </a:moveTo>
                <a:lnTo>
                  <a:pt x="3602530" y="3763388"/>
                </a:lnTo>
                <a:lnTo>
                  <a:pt x="3600079" y="3766300"/>
                </a:lnTo>
                <a:lnTo>
                  <a:pt x="3597169" y="3763855"/>
                </a:lnTo>
                <a:lnTo>
                  <a:pt x="3599612" y="3760939"/>
                </a:lnTo>
                <a:close/>
              </a:path>
              <a:path w="5457190" h="6282690">
                <a:moveTo>
                  <a:pt x="3723565" y="3865825"/>
                </a:moveTo>
                <a:lnTo>
                  <a:pt x="3725502" y="3867447"/>
                </a:lnTo>
                <a:lnTo>
                  <a:pt x="3723877" y="3869393"/>
                </a:lnTo>
                <a:lnTo>
                  <a:pt x="3721937" y="3867765"/>
                </a:lnTo>
                <a:lnTo>
                  <a:pt x="3723565" y="3865825"/>
                </a:lnTo>
                <a:close/>
              </a:path>
              <a:path w="5457190" h="6282690">
                <a:moveTo>
                  <a:pt x="3846705" y="3971675"/>
                </a:moveTo>
                <a:lnTo>
                  <a:pt x="3848083" y="3971174"/>
                </a:lnTo>
                <a:lnTo>
                  <a:pt x="3848491" y="3971515"/>
                </a:lnTo>
                <a:lnTo>
                  <a:pt x="3847113" y="3972016"/>
                </a:lnTo>
                <a:lnTo>
                  <a:pt x="3846705" y="3971675"/>
                </a:lnTo>
                <a:close/>
              </a:path>
              <a:path w="5457190" h="6282690">
                <a:moveTo>
                  <a:pt x="22946" y="924889"/>
                </a:moveTo>
                <a:lnTo>
                  <a:pt x="78322" y="971379"/>
                </a:lnTo>
                <a:lnTo>
                  <a:pt x="31834" y="1026760"/>
                </a:lnTo>
                <a:lnTo>
                  <a:pt x="0" y="1000038"/>
                </a:lnTo>
                <a:lnTo>
                  <a:pt x="0" y="952223"/>
                </a:lnTo>
                <a:lnTo>
                  <a:pt x="22946" y="924889"/>
                </a:lnTo>
                <a:close/>
              </a:path>
              <a:path w="5457190" h="6282690">
                <a:moveTo>
                  <a:pt x="147018" y="1031113"/>
                </a:moveTo>
                <a:lnTo>
                  <a:pt x="199964" y="1075561"/>
                </a:lnTo>
                <a:lnTo>
                  <a:pt x="155511" y="1128515"/>
                </a:lnTo>
                <a:lnTo>
                  <a:pt x="102566" y="1084067"/>
                </a:lnTo>
                <a:lnTo>
                  <a:pt x="147018" y="1031113"/>
                </a:lnTo>
                <a:close/>
              </a:path>
              <a:path w="5457190" h="6282690">
                <a:moveTo>
                  <a:pt x="271082" y="1137334"/>
                </a:moveTo>
                <a:lnTo>
                  <a:pt x="321607" y="1179744"/>
                </a:lnTo>
                <a:lnTo>
                  <a:pt x="279190" y="1230270"/>
                </a:lnTo>
                <a:lnTo>
                  <a:pt x="228672" y="1187858"/>
                </a:lnTo>
                <a:lnTo>
                  <a:pt x="271082" y="1137334"/>
                </a:lnTo>
                <a:close/>
              </a:path>
              <a:path w="5457190" h="6282690">
                <a:moveTo>
                  <a:pt x="395156" y="1243558"/>
                </a:moveTo>
                <a:lnTo>
                  <a:pt x="443250" y="1283927"/>
                </a:lnTo>
                <a:lnTo>
                  <a:pt x="402875" y="1332023"/>
                </a:lnTo>
                <a:lnTo>
                  <a:pt x="354787" y="1291652"/>
                </a:lnTo>
                <a:lnTo>
                  <a:pt x="395156" y="1243558"/>
                </a:lnTo>
                <a:close/>
              </a:path>
              <a:path w="5457190" h="6282690">
                <a:moveTo>
                  <a:pt x="519260" y="1350227"/>
                </a:moveTo>
                <a:lnTo>
                  <a:pt x="564438" y="1388153"/>
                </a:lnTo>
                <a:lnTo>
                  <a:pt x="526512" y="1433331"/>
                </a:lnTo>
                <a:lnTo>
                  <a:pt x="481334" y="1395405"/>
                </a:lnTo>
                <a:lnTo>
                  <a:pt x="519260" y="1350227"/>
                </a:lnTo>
                <a:close/>
              </a:path>
              <a:path w="5457190" h="6282690">
                <a:moveTo>
                  <a:pt x="643332" y="1456451"/>
                </a:moveTo>
                <a:lnTo>
                  <a:pt x="686081" y="1492335"/>
                </a:lnTo>
                <a:lnTo>
                  <a:pt x="650190" y="1535086"/>
                </a:lnTo>
                <a:lnTo>
                  <a:pt x="607442" y="1499202"/>
                </a:lnTo>
                <a:lnTo>
                  <a:pt x="643332" y="1456451"/>
                </a:lnTo>
                <a:close/>
              </a:path>
              <a:path w="5457190" h="6282690">
                <a:moveTo>
                  <a:pt x="767403" y="1562669"/>
                </a:moveTo>
                <a:lnTo>
                  <a:pt x="807715" y="1596514"/>
                </a:lnTo>
                <a:lnTo>
                  <a:pt x="773867" y="1636835"/>
                </a:lnTo>
                <a:lnTo>
                  <a:pt x="733554" y="1602990"/>
                </a:lnTo>
                <a:lnTo>
                  <a:pt x="767403" y="1562669"/>
                </a:lnTo>
                <a:close/>
              </a:path>
              <a:path w="5457190" h="6282690">
                <a:moveTo>
                  <a:pt x="891467" y="1668890"/>
                </a:moveTo>
                <a:lnTo>
                  <a:pt x="929358" y="1700697"/>
                </a:lnTo>
                <a:lnTo>
                  <a:pt x="897546" y="1738590"/>
                </a:lnTo>
                <a:lnTo>
                  <a:pt x="859654" y="1706783"/>
                </a:lnTo>
                <a:lnTo>
                  <a:pt x="891467" y="1668890"/>
                </a:lnTo>
                <a:close/>
              </a:path>
              <a:path w="5457190" h="6282690">
                <a:moveTo>
                  <a:pt x="1015497" y="1774661"/>
                </a:moveTo>
                <a:lnTo>
                  <a:pt x="1051443" y="1804842"/>
                </a:lnTo>
                <a:lnTo>
                  <a:pt x="1021267" y="1840786"/>
                </a:lnTo>
                <a:lnTo>
                  <a:pt x="985318" y="1810613"/>
                </a:lnTo>
                <a:lnTo>
                  <a:pt x="1015497" y="1774661"/>
                </a:lnTo>
                <a:close/>
              </a:path>
              <a:path w="5457190" h="6282690">
                <a:moveTo>
                  <a:pt x="1139525" y="1880446"/>
                </a:moveTo>
                <a:lnTo>
                  <a:pt x="1173529" y="1908992"/>
                </a:lnTo>
                <a:lnTo>
                  <a:pt x="1144988" y="1942994"/>
                </a:lnTo>
                <a:lnTo>
                  <a:pt x="1110984" y="1914448"/>
                </a:lnTo>
                <a:lnTo>
                  <a:pt x="1139525" y="1880446"/>
                </a:lnTo>
                <a:close/>
              </a:path>
              <a:path w="5457190" h="6282690">
                <a:moveTo>
                  <a:pt x="1263595" y="1986664"/>
                </a:moveTo>
                <a:lnTo>
                  <a:pt x="1295172" y="2013175"/>
                </a:lnTo>
                <a:lnTo>
                  <a:pt x="1268667" y="2044750"/>
                </a:lnTo>
                <a:lnTo>
                  <a:pt x="1237090" y="2018239"/>
                </a:lnTo>
                <a:lnTo>
                  <a:pt x="1263595" y="1986664"/>
                </a:lnTo>
                <a:close/>
              </a:path>
              <a:path w="5457190" h="6282690">
                <a:moveTo>
                  <a:pt x="1387627" y="2092441"/>
                </a:moveTo>
                <a:lnTo>
                  <a:pt x="1417260" y="2117312"/>
                </a:lnTo>
                <a:lnTo>
                  <a:pt x="1392383" y="2146947"/>
                </a:lnTo>
                <a:lnTo>
                  <a:pt x="1362750" y="2122076"/>
                </a:lnTo>
                <a:lnTo>
                  <a:pt x="1387627" y="2092441"/>
                </a:lnTo>
                <a:close/>
              </a:path>
              <a:path w="5457190" h="6282690">
                <a:moveTo>
                  <a:pt x="1511691" y="2198662"/>
                </a:moveTo>
                <a:lnTo>
                  <a:pt x="1538897" y="2221497"/>
                </a:lnTo>
                <a:lnTo>
                  <a:pt x="1516062" y="2248703"/>
                </a:lnTo>
                <a:lnTo>
                  <a:pt x="1488856" y="2225867"/>
                </a:lnTo>
                <a:lnTo>
                  <a:pt x="1511691" y="2198662"/>
                </a:lnTo>
                <a:close/>
              </a:path>
              <a:path w="5457190" h="6282690">
                <a:moveTo>
                  <a:pt x="1635683" y="2303990"/>
                </a:moveTo>
                <a:lnTo>
                  <a:pt x="1661432" y="2325607"/>
                </a:lnTo>
                <a:lnTo>
                  <a:pt x="1639821" y="2351354"/>
                </a:lnTo>
                <a:lnTo>
                  <a:pt x="1614072" y="2329737"/>
                </a:lnTo>
                <a:lnTo>
                  <a:pt x="1635683" y="2303990"/>
                </a:lnTo>
                <a:close/>
              </a:path>
              <a:path w="5457190" h="6282690">
                <a:moveTo>
                  <a:pt x="1759713" y="2409761"/>
                </a:moveTo>
                <a:lnTo>
                  <a:pt x="1783520" y="2429744"/>
                </a:lnTo>
                <a:lnTo>
                  <a:pt x="1763537" y="2453550"/>
                </a:lnTo>
                <a:lnTo>
                  <a:pt x="1739736" y="2433566"/>
                </a:lnTo>
                <a:lnTo>
                  <a:pt x="1759713" y="2409761"/>
                </a:lnTo>
                <a:close/>
              </a:path>
              <a:path w="5457190" h="6282690">
                <a:moveTo>
                  <a:pt x="1883786" y="2515986"/>
                </a:moveTo>
                <a:lnTo>
                  <a:pt x="1905163" y="2533927"/>
                </a:lnTo>
                <a:lnTo>
                  <a:pt x="1887216" y="2555306"/>
                </a:lnTo>
                <a:lnTo>
                  <a:pt x="1865845" y="2537363"/>
                </a:lnTo>
                <a:lnTo>
                  <a:pt x="1883786" y="2515986"/>
                </a:lnTo>
                <a:close/>
              </a:path>
              <a:path w="5457190" h="6282690">
                <a:moveTo>
                  <a:pt x="2007777" y="2621314"/>
                </a:moveTo>
                <a:lnTo>
                  <a:pt x="2027698" y="2638037"/>
                </a:lnTo>
                <a:lnTo>
                  <a:pt x="2010975" y="2657957"/>
                </a:lnTo>
                <a:lnTo>
                  <a:pt x="1991055" y="2641235"/>
                </a:lnTo>
                <a:lnTo>
                  <a:pt x="2007777" y="2621314"/>
                </a:lnTo>
                <a:close/>
              </a:path>
              <a:path w="5457190" h="6282690">
                <a:moveTo>
                  <a:pt x="2131803" y="2727093"/>
                </a:moveTo>
                <a:lnTo>
                  <a:pt x="2149776" y="2742184"/>
                </a:lnTo>
                <a:lnTo>
                  <a:pt x="2134691" y="2760155"/>
                </a:lnTo>
                <a:lnTo>
                  <a:pt x="2116719" y="2745064"/>
                </a:lnTo>
                <a:lnTo>
                  <a:pt x="2131803" y="2727093"/>
                </a:lnTo>
                <a:close/>
              </a:path>
              <a:path w="5457190" h="6282690">
                <a:moveTo>
                  <a:pt x="2255799" y="2832414"/>
                </a:moveTo>
                <a:lnTo>
                  <a:pt x="2272313" y="2846280"/>
                </a:lnTo>
                <a:lnTo>
                  <a:pt x="2258449" y="2862799"/>
                </a:lnTo>
                <a:lnTo>
                  <a:pt x="2241929" y="2848936"/>
                </a:lnTo>
                <a:lnTo>
                  <a:pt x="2255799" y="2832414"/>
                </a:lnTo>
                <a:close/>
              </a:path>
              <a:path w="5457190" h="6282690">
                <a:moveTo>
                  <a:pt x="2379825" y="2938193"/>
                </a:moveTo>
                <a:lnTo>
                  <a:pt x="2394397" y="2950424"/>
                </a:lnTo>
                <a:lnTo>
                  <a:pt x="2382159" y="2964999"/>
                </a:lnTo>
                <a:lnTo>
                  <a:pt x="2367587" y="2952767"/>
                </a:lnTo>
                <a:lnTo>
                  <a:pt x="2379825" y="2938193"/>
                </a:lnTo>
                <a:close/>
              </a:path>
              <a:path w="5457190" h="6282690">
                <a:moveTo>
                  <a:pt x="2503819" y="3043527"/>
                </a:moveTo>
                <a:lnTo>
                  <a:pt x="2516932" y="3054535"/>
                </a:lnTo>
                <a:lnTo>
                  <a:pt x="2505924" y="3067648"/>
                </a:lnTo>
                <a:lnTo>
                  <a:pt x="2492811" y="3056641"/>
                </a:lnTo>
                <a:lnTo>
                  <a:pt x="2503819" y="3043527"/>
                </a:lnTo>
                <a:close/>
              </a:path>
              <a:path w="5457190" h="6282690">
                <a:moveTo>
                  <a:pt x="2627811" y="3148856"/>
                </a:moveTo>
                <a:lnTo>
                  <a:pt x="2639465" y="3158638"/>
                </a:lnTo>
                <a:lnTo>
                  <a:pt x="2629682" y="3170293"/>
                </a:lnTo>
                <a:lnTo>
                  <a:pt x="2618028" y="3160510"/>
                </a:lnTo>
                <a:lnTo>
                  <a:pt x="2627811" y="3148856"/>
                </a:lnTo>
                <a:close/>
              </a:path>
              <a:path w="5457190" h="6282690">
                <a:moveTo>
                  <a:pt x="2751840" y="3254626"/>
                </a:moveTo>
                <a:lnTo>
                  <a:pt x="2761555" y="3262781"/>
                </a:lnTo>
                <a:lnTo>
                  <a:pt x="2753401" y="3272496"/>
                </a:lnTo>
                <a:lnTo>
                  <a:pt x="2743686" y="3264341"/>
                </a:lnTo>
                <a:lnTo>
                  <a:pt x="2751840" y="3254626"/>
                </a:lnTo>
                <a:close/>
              </a:path>
              <a:path w="5457190" h="6282690">
                <a:moveTo>
                  <a:pt x="2875826" y="3359957"/>
                </a:moveTo>
                <a:lnTo>
                  <a:pt x="2884090" y="3366891"/>
                </a:lnTo>
                <a:lnTo>
                  <a:pt x="2877160" y="3375147"/>
                </a:lnTo>
                <a:lnTo>
                  <a:pt x="2868896" y="3368213"/>
                </a:lnTo>
                <a:lnTo>
                  <a:pt x="2875826" y="3359957"/>
                </a:lnTo>
                <a:close/>
              </a:path>
              <a:path w="5457190" h="6282690">
                <a:moveTo>
                  <a:pt x="2999777" y="3464838"/>
                </a:moveTo>
                <a:lnTo>
                  <a:pt x="3007062" y="3470951"/>
                </a:lnTo>
                <a:lnTo>
                  <a:pt x="3000949" y="3478236"/>
                </a:lnTo>
                <a:lnTo>
                  <a:pt x="2993664" y="3472123"/>
                </a:lnTo>
                <a:lnTo>
                  <a:pt x="2999777" y="3464838"/>
                </a:lnTo>
                <a:close/>
              </a:path>
              <a:path w="5457190" h="6282690">
                <a:moveTo>
                  <a:pt x="3123734" y="3569717"/>
                </a:moveTo>
                <a:lnTo>
                  <a:pt x="3130051" y="3575019"/>
                </a:lnTo>
                <a:lnTo>
                  <a:pt x="3124749" y="3581335"/>
                </a:lnTo>
                <a:lnTo>
                  <a:pt x="3118432" y="3576034"/>
                </a:lnTo>
                <a:lnTo>
                  <a:pt x="3123734" y="3569717"/>
                </a:lnTo>
                <a:close/>
              </a:path>
              <a:path w="5457190" h="6282690">
                <a:moveTo>
                  <a:pt x="3247726" y="3675046"/>
                </a:moveTo>
                <a:lnTo>
                  <a:pt x="3252583" y="3679123"/>
                </a:lnTo>
                <a:lnTo>
                  <a:pt x="3248506" y="3683980"/>
                </a:lnTo>
                <a:lnTo>
                  <a:pt x="3243648" y="3679903"/>
                </a:lnTo>
                <a:lnTo>
                  <a:pt x="3247726" y="3675046"/>
                </a:lnTo>
                <a:close/>
              </a:path>
              <a:path w="5457190" h="6282690">
                <a:moveTo>
                  <a:pt x="3371677" y="3779927"/>
                </a:moveTo>
                <a:lnTo>
                  <a:pt x="3375558" y="3783189"/>
                </a:lnTo>
                <a:lnTo>
                  <a:pt x="3372297" y="3787076"/>
                </a:lnTo>
                <a:lnTo>
                  <a:pt x="3368411" y="3783815"/>
                </a:lnTo>
                <a:lnTo>
                  <a:pt x="3371677" y="3779927"/>
                </a:lnTo>
                <a:close/>
              </a:path>
              <a:path w="5457190" h="6282690">
                <a:moveTo>
                  <a:pt x="3495628" y="3884807"/>
                </a:moveTo>
                <a:lnTo>
                  <a:pt x="3498546" y="3887256"/>
                </a:lnTo>
                <a:lnTo>
                  <a:pt x="3496097" y="3890175"/>
                </a:lnTo>
                <a:lnTo>
                  <a:pt x="3493179" y="3887726"/>
                </a:lnTo>
                <a:lnTo>
                  <a:pt x="3495628" y="3884807"/>
                </a:lnTo>
                <a:close/>
              </a:path>
              <a:path w="5457190" h="6282690">
                <a:moveTo>
                  <a:pt x="3619581" y="3989694"/>
                </a:moveTo>
                <a:lnTo>
                  <a:pt x="3621521" y="3991322"/>
                </a:lnTo>
                <a:lnTo>
                  <a:pt x="3619893" y="3993262"/>
                </a:lnTo>
                <a:lnTo>
                  <a:pt x="3617953" y="3991633"/>
                </a:lnTo>
                <a:lnTo>
                  <a:pt x="3619581" y="3989694"/>
                </a:lnTo>
                <a:close/>
              </a:path>
              <a:path w="5457190" h="6282690">
                <a:moveTo>
                  <a:pt x="3742716" y="4095546"/>
                </a:moveTo>
                <a:lnTo>
                  <a:pt x="3744091" y="4095045"/>
                </a:lnTo>
                <a:lnTo>
                  <a:pt x="3744503" y="4095392"/>
                </a:lnTo>
                <a:lnTo>
                  <a:pt x="3743128" y="4095893"/>
                </a:lnTo>
                <a:lnTo>
                  <a:pt x="3742716" y="4095546"/>
                </a:lnTo>
                <a:close/>
              </a:path>
              <a:path w="5457190" h="6282690">
                <a:moveTo>
                  <a:pt x="43029" y="1154985"/>
                </a:moveTo>
                <a:lnTo>
                  <a:pt x="95976" y="1199439"/>
                </a:lnTo>
                <a:lnTo>
                  <a:pt x="51528" y="1252385"/>
                </a:lnTo>
                <a:lnTo>
                  <a:pt x="0" y="1209126"/>
                </a:lnTo>
                <a:lnTo>
                  <a:pt x="0" y="1206249"/>
                </a:lnTo>
                <a:lnTo>
                  <a:pt x="43029" y="1154985"/>
                </a:lnTo>
                <a:close/>
              </a:path>
              <a:path w="5457190" h="6282690">
                <a:moveTo>
                  <a:pt x="167101" y="1261209"/>
                </a:moveTo>
                <a:lnTo>
                  <a:pt x="217619" y="1303622"/>
                </a:lnTo>
                <a:lnTo>
                  <a:pt x="175206" y="1354140"/>
                </a:lnTo>
                <a:lnTo>
                  <a:pt x="124688" y="1311727"/>
                </a:lnTo>
                <a:lnTo>
                  <a:pt x="167101" y="1261209"/>
                </a:lnTo>
                <a:close/>
              </a:path>
              <a:path w="5457190" h="6282690">
                <a:moveTo>
                  <a:pt x="291168" y="1367436"/>
                </a:moveTo>
                <a:lnTo>
                  <a:pt x="339262" y="1407804"/>
                </a:lnTo>
                <a:lnTo>
                  <a:pt x="298891" y="1455892"/>
                </a:lnTo>
                <a:lnTo>
                  <a:pt x="250796" y="1415524"/>
                </a:lnTo>
                <a:lnTo>
                  <a:pt x="291168" y="1367436"/>
                </a:lnTo>
                <a:close/>
              </a:path>
              <a:path w="5457190" h="6282690">
                <a:moveTo>
                  <a:pt x="415236" y="1473648"/>
                </a:moveTo>
                <a:lnTo>
                  <a:pt x="460896" y="1511984"/>
                </a:lnTo>
                <a:lnTo>
                  <a:pt x="422563" y="1557650"/>
                </a:lnTo>
                <a:lnTo>
                  <a:pt x="376903" y="1519315"/>
                </a:lnTo>
                <a:lnTo>
                  <a:pt x="415236" y="1473648"/>
                </a:lnTo>
                <a:close/>
              </a:path>
              <a:path w="5457190" h="6282690">
                <a:moveTo>
                  <a:pt x="539342" y="1580323"/>
                </a:moveTo>
                <a:lnTo>
                  <a:pt x="582093" y="1616214"/>
                </a:lnTo>
                <a:lnTo>
                  <a:pt x="546209" y="1658962"/>
                </a:lnTo>
                <a:lnTo>
                  <a:pt x="503459" y="1623072"/>
                </a:lnTo>
                <a:lnTo>
                  <a:pt x="539342" y="1580323"/>
                </a:lnTo>
                <a:close/>
              </a:path>
              <a:path w="5457190" h="6282690">
                <a:moveTo>
                  <a:pt x="663415" y="1686548"/>
                </a:moveTo>
                <a:lnTo>
                  <a:pt x="703728" y="1720392"/>
                </a:lnTo>
                <a:lnTo>
                  <a:pt x="669879" y="1760713"/>
                </a:lnTo>
                <a:lnTo>
                  <a:pt x="629567" y="1726868"/>
                </a:lnTo>
                <a:lnTo>
                  <a:pt x="663415" y="1686548"/>
                </a:lnTo>
                <a:close/>
              </a:path>
              <a:path w="5457190" h="6282690">
                <a:moveTo>
                  <a:pt x="787479" y="1792768"/>
                </a:moveTo>
                <a:lnTo>
                  <a:pt x="825371" y="1824575"/>
                </a:lnTo>
                <a:lnTo>
                  <a:pt x="793564" y="1862466"/>
                </a:lnTo>
                <a:lnTo>
                  <a:pt x="755673" y="1830659"/>
                </a:lnTo>
                <a:lnTo>
                  <a:pt x="787479" y="1792768"/>
                </a:lnTo>
                <a:close/>
              </a:path>
              <a:path w="5457190" h="6282690">
                <a:moveTo>
                  <a:pt x="911509" y="1898539"/>
                </a:moveTo>
                <a:lnTo>
                  <a:pt x="947453" y="1928714"/>
                </a:lnTo>
                <a:lnTo>
                  <a:pt x="917280" y="1964664"/>
                </a:lnTo>
                <a:lnTo>
                  <a:pt x="881328" y="1934485"/>
                </a:lnTo>
                <a:lnTo>
                  <a:pt x="911509" y="1898539"/>
                </a:lnTo>
                <a:close/>
              </a:path>
              <a:path w="5457190" h="6282690">
                <a:moveTo>
                  <a:pt x="1035543" y="2004322"/>
                </a:moveTo>
                <a:lnTo>
                  <a:pt x="1069545" y="2032862"/>
                </a:lnTo>
                <a:lnTo>
                  <a:pt x="1040998" y="2066866"/>
                </a:lnTo>
                <a:lnTo>
                  <a:pt x="1006996" y="2038326"/>
                </a:lnTo>
                <a:lnTo>
                  <a:pt x="1035543" y="2004322"/>
                </a:lnTo>
                <a:close/>
              </a:path>
              <a:path w="5457190" h="6282690">
                <a:moveTo>
                  <a:pt x="1159605" y="2110536"/>
                </a:moveTo>
                <a:lnTo>
                  <a:pt x="1191182" y="2137047"/>
                </a:lnTo>
                <a:lnTo>
                  <a:pt x="1164677" y="2168622"/>
                </a:lnTo>
                <a:lnTo>
                  <a:pt x="1133100" y="2142111"/>
                </a:lnTo>
                <a:lnTo>
                  <a:pt x="1159605" y="2110536"/>
                </a:lnTo>
                <a:close/>
              </a:path>
              <a:path w="5457190" h="6282690">
                <a:moveTo>
                  <a:pt x="1283639" y="2216319"/>
                </a:moveTo>
                <a:lnTo>
                  <a:pt x="1313272" y="2241190"/>
                </a:lnTo>
                <a:lnTo>
                  <a:pt x="1288399" y="2270817"/>
                </a:lnTo>
                <a:lnTo>
                  <a:pt x="1258766" y="2245946"/>
                </a:lnTo>
                <a:lnTo>
                  <a:pt x="1283639" y="2216319"/>
                </a:lnTo>
                <a:close/>
              </a:path>
              <a:path w="5457190" h="6282690">
                <a:moveTo>
                  <a:pt x="1407707" y="2322532"/>
                </a:moveTo>
                <a:lnTo>
                  <a:pt x="1434915" y="2345373"/>
                </a:lnTo>
                <a:lnTo>
                  <a:pt x="1412077" y="2372572"/>
                </a:lnTo>
                <a:lnTo>
                  <a:pt x="1384872" y="2349737"/>
                </a:lnTo>
                <a:lnTo>
                  <a:pt x="1407707" y="2322532"/>
                </a:lnTo>
                <a:close/>
              </a:path>
              <a:path w="5457190" h="6282690">
                <a:moveTo>
                  <a:pt x="1531702" y="2427866"/>
                </a:moveTo>
                <a:lnTo>
                  <a:pt x="1557448" y="2449477"/>
                </a:lnTo>
                <a:lnTo>
                  <a:pt x="1535831" y="2475226"/>
                </a:lnTo>
                <a:lnTo>
                  <a:pt x="1510085" y="2453615"/>
                </a:lnTo>
                <a:lnTo>
                  <a:pt x="1531702" y="2427866"/>
                </a:lnTo>
                <a:close/>
              </a:path>
              <a:path w="5457190" h="6282690">
                <a:moveTo>
                  <a:pt x="1655731" y="2533637"/>
                </a:moveTo>
                <a:lnTo>
                  <a:pt x="1679532" y="2553622"/>
                </a:lnTo>
                <a:lnTo>
                  <a:pt x="1659547" y="2577423"/>
                </a:lnTo>
                <a:lnTo>
                  <a:pt x="1635747" y="2557438"/>
                </a:lnTo>
                <a:lnTo>
                  <a:pt x="1655731" y="2533637"/>
                </a:lnTo>
                <a:close/>
              </a:path>
              <a:path w="5457190" h="6282690">
                <a:moveTo>
                  <a:pt x="1779798" y="2639864"/>
                </a:moveTo>
                <a:lnTo>
                  <a:pt x="1801175" y="2657805"/>
                </a:lnTo>
                <a:lnTo>
                  <a:pt x="1783232" y="2679176"/>
                </a:lnTo>
                <a:lnTo>
                  <a:pt x="1761855" y="2661235"/>
                </a:lnTo>
                <a:lnTo>
                  <a:pt x="1779798" y="2639864"/>
                </a:lnTo>
                <a:close/>
              </a:path>
              <a:path w="5457190" h="6282690">
                <a:moveTo>
                  <a:pt x="1903788" y="2745186"/>
                </a:moveTo>
                <a:lnTo>
                  <a:pt x="1923708" y="2761909"/>
                </a:lnTo>
                <a:lnTo>
                  <a:pt x="1906991" y="2781827"/>
                </a:lnTo>
                <a:lnTo>
                  <a:pt x="1887071" y="2765104"/>
                </a:lnTo>
                <a:lnTo>
                  <a:pt x="1903788" y="2745186"/>
                </a:lnTo>
                <a:close/>
              </a:path>
              <a:path w="5457190" h="6282690">
                <a:moveTo>
                  <a:pt x="2027819" y="2850963"/>
                </a:moveTo>
                <a:lnTo>
                  <a:pt x="2045792" y="2866054"/>
                </a:lnTo>
                <a:lnTo>
                  <a:pt x="2030702" y="2884027"/>
                </a:lnTo>
                <a:lnTo>
                  <a:pt x="2012731" y="2868942"/>
                </a:lnTo>
                <a:lnTo>
                  <a:pt x="2027819" y="2850963"/>
                </a:lnTo>
                <a:close/>
              </a:path>
              <a:path w="5457190" h="6282690">
                <a:moveTo>
                  <a:pt x="2151811" y="2956292"/>
                </a:moveTo>
                <a:lnTo>
                  <a:pt x="2168325" y="2970157"/>
                </a:lnTo>
                <a:lnTo>
                  <a:pt x="2154459" y="2986671"/>
                </a:lnTo>
                <a:lnTo>
                  <a:pt x="2137945" y="2972805"/>
                </a:lnTo>
                <a:lnTo>
                  <a:pt x="2151811" y="2956292"/>
                </a:lnTo>
                <a:close/>
              </a:path>
              <a:path w="5457190" h="6282690">
                <a:moveTo>
                  <a:pt x="2275837" y="3062070"/>
                </a:moveTo>
                <a:lnTo>
                  <a:pt x="2290409" y="3074302"/>
                </a:lnTo>
                <a:lnTo>
                  <a:pt x="2278178" y="3088874"/>
                </a:lnTo>
                <a:lnTo>
                  <a:pt x="2263606" y="3076643"/>
                </a:lnTo>
                <a:lnTo>
                  <a:pt x="2275837" y="3062070"/>
                </a:lnTo>
                <a:close/>
              </a:path>
              <a:path w="5457190" h="6282690">
                <a:moveTo>
                  <a:pt x="2399835" y="3167397"/>
                </a:moveTo>
                <a:lnTo>
                  <a:pt x="2412948" y="3178404"/>
                </a:lnTo>
                <a:lnTo>
                  <a:pt x="2401934" y="3191520"/>
                </a:lnTo>
                <a:lnTo>
                  <a:pt x="2388821" y="3180512"/>
                </a:lnTo>
                <a:lnTo>
                  <a:pt x="2399835" y="3167397"/>
                </a:lnTo>
                <a:close/>
              </a:path>
              <a:path w="5457190" h="6282690">
                <a:moveTo>
                  <a:pt x="2523827" y="3272725"/>
                </a:moveTo>
                <a:lnTo>
                  <a:pt x="2535481" y="3282508"/>
                </a:lnTo>
                <a:lnTo>
                  <a:pt x="2525694" y="3294170"/>
                </a:lnTo>
                <a:lnTo>
                  <a:pt x="2514038" y="3284382"/>
                </a:lnTo>
                <a:lnTo>
                  <a:pt x="2523827" y="3272725"/>
                </a:lnTo>
                <a:close/>
              </a:path>
              <a:path w="5457190" h="6282690">
                <a:moveTo>
                  <a:pt x="2647853" y="3378504"/>
                </a:moveTo>
                <a:lnTo>
                  <a:pt x="2657567" y="3386659"/>
                </a:lnTo>
                <a:lnTo>
                  <a:pt x="2649413" y="3396374"/>
                </a:lnTo>
                <a:lnTo>
                  <a:pt x="2639698" y="3388219"/>
                </a:lnTo>
                <a:lnTo>
                  <a:pt x="2647853" y="3378504"/>
                </a:lnTo>
                <a:close/>
              </a:path>
              <a:path w="5457190" h="6282690">
                <a:moveTo>
                  <a:pt x="2771842" y="3483827"/>
                </a:moveTo>
                <a:lnTo>
                  <a:pt x="2780106" y="3490761"/>
                </a:lnTo>
                <a:lnTo>
                  <a:pt x="2773170" y="3499019"/>
                </a:lnTo>
                <a:lnTo>
                  <a:pt x="2764906" y="3492085"/>
                </a:lnTo>
                <a:lnTo>
                  <a:pt x="2771842" y="3483827"/>
                </a:lnTo>
                <a:close/>
              </a:path>
              <a:path w="5457190" h="6282690">
                <a:moveTo>
                  <a:pt x="2895793" y="3588708"/>
                </a:moveTo>
                <a:lnTo>
                  <a:pt x="2903081" y="3594827"/>
                </a:lnTo>
                <a:lnTo>
                  <a:pt x="2896962" y="3602114"/>
                </a:lnTo>
                <a:lnTo>
                  <a:pt x="2889675" y="3595995"/>
                </a:lnTo>
                <a:lnTo>
                  <a:pt x="2895793" y="3588708"/>
                </a:lnTo>
                <a:close/>
              </a:path>
              <a:path w="5457190" h="6282690">
                <a:moveTo>
                  <a:pt x="3019745" y="3693589"/>
                </a:moveTo>
                <a:lnTo>
                  <a:pt x="3026063" y="3698897"/>
                </a:lnTo>
                <a:lnTo>
                  <a:pt x="3020762" y="3705213"/>
                </a:lnTo>
                <a:lnTo>
                  <a:pt x="3014443" y="3699905"/>
                </a:lnTo>
                <a:lnTo>
                  <a:pt x="3019745" y="3693589"/>
                </a:lnTo>
                <a:close/>
              </a:path>
              <a:path w="5457190" h="6282690">
                <a:moveTo>
                  <a:pt x="3143739" y="3798923"/>
                </a:moveTo>
                <a:lnTo>
                  <a:pt x="3148596" y="3803001"/>
                </a:lnTo>
                <a:lnTo>
                  <a:pt x="3144519" y="3807858"/>
                </a:lnTo>
                <a:lnTo>
                  <a:pt x="3139661" y="3803781"/>
                </a:lnTo>
                <a:lnTo>
                  <a:pt x="3143739" y="3798923"/>
                </a:lnTo>
                <a:close/>
              </a:path>
              <a:path w="5457190" h="6282690">
                <a:moveTo>
                  <a:pt x="3267690" y="3903804"/>
                </a:moveTo>
                <a:lnTo>
                  <a:pt x="3271576" y="3907065"/>
                </a:lnTo>
                <a:lnTo>
                  <a:pt x="3268310" y="3910954"/>
                </a:lnTo>
                <a:lnTo>
                  <a:pt x="3264424" y="3907693"/>
                </a:lnTo>
                <a:lnTo>
                  <a:pt x="3267690" y="3903804"/>
                </a:lnTo>
                <a:close/>
              </a:path>
              <a:path w="5457190" h="6282690">
                <a:moveTo>
                  <a:pt x="3391640" y="4008685"/>
                </a:moveTo>
                <a:lnTo>
                  <a:pt x="3394557" y="4011128"/>
                </a:lnTo>
                <a:lnTo>
                  <a:pt x="3392114" y="4014044"/>
                </a:lnTo>
                <a:lnTo>
                  <a:pt x="3389195" y="4011595"/>
                </a:lnTo>
                <a:lnTo>
                  <a:pt x="3391640" y="4008685"/>
                </a:lnTo>
                <a:close/>
              </a:path>
              <a:path w="5457190" h="6282690">
                <a:moveTo>
                  <a:pt x="3515598" y="4113564"/>
                </a:moveTo>
                <a:lnTo>
                  <a:pt x="3517538" y="4115192"/>
                </a:lnTo>
                <a:lnTo>
                  <a:pt x="3515903" y="4117134"/>
                </a:lnTo>
                <a:lnTo>
                  <a:pt x="3513966" y="4115512"/>
                </a:lnTo>
                <a:lnTo>
                  <a:pt x="3515598" y="4113564"/>
                </a:lnTo>
                <a:close/>
              </a:path>
              <a:path w="5457190" h="6282690">
                <a:moveTo>
                  <a:pt x="3638734" y="4219422"/>
                </a:moveTo>
                <a:lnTo>
                  <a:pt x="3640106" y="4218923"/>
                </a:lnTo>
                <a:lnTo>
                  <a:pt x="3640514" y="4219264"/>
                </a:lnTo>
                <a:lnTo>
                  <a:pt x="3639142" y="4219763"/>
                </a:lnTo>
                <a:lnTo>
                  <a:pt x="3638734" y="4219422"/>
                </a:lnTo>
                <a:close/>
              </a:path>
              <a:path w="5457190" h="6282690">
                <a:moveTo>
                  <a:pt x="63112" y="1385081"/>
                </a:moveTo>
                <a:lnTo>
                  <a:pt x="113630" y="1427493"/>
                </a:lnTo>
                <a:lnTo>
                  <a:pt x="71220" y="1478017"/>
                </a:lnTo>
                <a:lnTo>
                  <a:pt x="20702" y="1435605"/>
                </a:lnTo>
                <a:lnTo>
                  <a:pt x="63112" y="1385081"/>
                </a:lnTo>
                <a:close/>
              </a:path>
              <a:path w="5457190" h="6282690">
                <a:moveTo>
                  <a:pt x="187179" y="1491307"/>
                </a:moveTo>
                <a:lnTo>
                  <a:pt x="235273" y="1531676"/>
                </a:lnTo>
                <a:lnTo>
                  <a:pt x="194905" y="1579771"/>
                </a:lnTo>
                <a:lnTo>
                  <a:pt x="146810" y="1539402"/>
                </a:lnTo>
                <a:lnTo>
                  <a:pt x="187179" y="1491307"/>
                </a:lnTo>
                <a:close/>
              </a:path>
              <a:path w="5457190" h="6282690">
                <a:moveTo>
                  <a:pt x="311249" y="1597526"/>
                </a:moveTo>
                <a:lnTo>
                  <a:pt x="356910" y="1635861"/>
                </a:lnTo>
                <a:lnTo>
                  <a:pt x="318580" y="1681520"/>
                </a:lnTo>
                <a:lnTo>
                  <a:pt x="272914" y="1643187"/>
                </a:lnTo>
                <a:lnTo>
                  <a:pt x="311249" y="1597526"/>
                </a:lnTo>
                <a:close/>
              </a:path>
              <a:path w="5457190" h="6282690">
                <a:moveTo>
                  <a:pt x="435356" y="1704201"/>
                </a:moveTo>
                <a:lnTo>
                  <a:pt x="478105" y="1740085"/>
                </a:lnTo>
                <a:lnTo>
                  <a:pt x="442227" y="1782831"/>
                </a:lnTo>
                <a:lnTo>
                  <a:pt x="399476" y="1746941"/>
                </a:lnTo>
                <a:lnTo>
                  <a:pt x="435356" y="1704201"/>
                </a:lnTo>
                <a:close/>
              </a:path>
              <a:path w="5457190" h="6282690">
                <a:moveTo>
                  <a:pt x="559426" y="1810419"/>
                </a:moveTo>
                <a:lnTo>
                  <a:pt x="599739" y="1844264"/>
                </a:lnTo>
                <a:lnTo>
                  <a:pt x="565896" y="1884582"/>
                </a:lnTo>
                <a:lnTo>
                  <a:pt x="525584" y="1850738"/>
                </a:lnTo>
                <a:lnTo>
                  <a:pt x="559426" y="1810419"/>
                </a:lnTo>
                <a:close/>
              </a:path>
              <a:path w="5457190" h="6282690">
                <a:moveTo>
                  <a:pt x="683491" y="1916640"/>
                </a:moveTo>
                <a:lnTo>
                  <a:pt x="721382" y="1948447"/>
                </a:lnTo>
                <a:lnTo>
                  <a:pt x="689581" y="1986336"/>
                </a:lnTo>
                <a:lnTo>
                  <a:pt x="651690" y="1954529"/>
                </a:lnTo>
                <a:lnTo>
                  <a:pt x="683491" y="1916640"/>
                </a:lnTo>
                <a:close/>
              </a:path>
              <a:path w="5457190" h="6282690">
                <a:moveTo>
                  <a:pt x="807520" y="2022411"/>
                </a:moveTo>
                <a:lnTo>
                  <a:pt x="843472" y="2052590"/>
                </a:lnTo>
                <a:lnTo>
                  <a:pt x="813291" y="2088536"/>
                </a:lnTo>
                <a:lnTo>
                  <a:pt x="777348" y="2058360"/>
                </a:lnTo>
                <a:lnTo>
                  <a:pt x="807520" y="2022411"/>
                </a:lnTo>
                <a:close/>
              </a:path>
              <a:path w="5457190" h="6282690">
                <a:moveTo>
                  <a:pt x="931561" y="2128192"/>
                </a:moveTo>
                <a:lnTo>
                  <a:pt x="965562" y="2156732"/>
                </a:lnTo>
                <a:lnTo>
                  <a:pt x="937011" y="2190745"/>
                </a:lnTo>
                <a:lnTo>
                  <a:pt x="903007" y="2162198"/>
                </a:lnTo>
                <a:lnTo>
                  <a:pt x="931561" y="2128192"/>
                </a:lnTo>
                <a:close/>
              </a:path>
              <a:path w="5457190" h="6282690">
                <a:moveTo>
                  <a:pt x="1055623" y="2234406"/>
                </a:moveTo>
                <a:lnTo>
                  <a:pt x="1087199" y="2260917"/>
                </a:lnTo>
                <a:lnTo>
                  <a:pt x="1060691" y="2292499"/>
                </a:lnTo>
                <a:lnTo>
                  <a:pt x="1029114" y="2265989"/>
                </a:lnTo>
                <a:lnTo>
                  <a:pt x="1055623" y="2234406"/>
                </a:lnTo>
                <a:close/>
              </a:path>
              <a:path w="5457190" h="6282690">
                <a:moveTo>
                  <a:pt x="1179657" y="2340189"/>
                </a:moveTo>
                <a:lnTo>
                  <a:pt x="1209284" y="2365062"/>
                </a:lnTo>
                <a:lnTo>
                  <a:pt x="1184412" y="2394695"/>
                </a:lnTo>
                <a:lnTo>
                  <a:pt x="1154780" y="2369824"/>
                </a:lnTo>
                <a:lnTo>
                  <a:pt x="1179657" y="2340189"/>
                </a:lnTo>
                <a:close/>
              </a:path>
              <a:path w="5457190" h="6282690">
                <a:moveTo>
                  <a:pt x="1303721" y="2446410"/>
                </a:moveTo>
                <a:lnTo>
                  <a:pt x="1330927" y="2469245"/>
                </a:lnTo>
                <a:lnTo>
                  <a:pt x="1308091" y="2496450"/>
                </a:lnTo>
                <a:lnTo>
                  <a:pt x="1280883" y="2473609"/>
                </a:lnTo>
                <a:lnTo>
                  <a:pt x="1303721" y="2446410"/>
                </a:lnTo>
                <a:close/>
              </a:path>
              <a:path w="5457190" h="6282690">
                <a:moveTo>
                  <a:pt x="1427713" y="2551738"/>
                </a:moveTo>
                <a:lnTo>
                  <a:pt x="1453461" y="2573355"/>
                </a:lnTo>
                <a:lnTo>
                  <a:pt x="1431848" y="2599095"/>
                </a:lnTo>
                <a:lnTo>
                  <a:pt x="1406102" y="2577484"/>
                </a:lnTo>
                <a:lnTo>
                  <a:pt x="1427713" y="2551738"/>
                </a:lnTo>
                <a:close/>
              </a:path>
              <a:path w="5457190" h="6282690">
                <a:moveTo>
                  <a:pt x="1551743" y="2657509"/>
                </a:moveTo>
                <a:lnTo>
                  <a:pt x="1575543" y="2677494"/>
                </a:lnTo>
                <a:lnTo>
                  <a:pt x="1555561" y="2701301"/>
                </a:lnTo>
                <a:lnTo>
                  <a:pt x="1531760" y="2681316"/>
                </a:lnTo>
                <a:lnTo>
                  <a:pt x="1551743" y="2657509"/>
                </a:lnTo>
                <a:close/>
              </a:path>
              <a:path w="5457190" h="6282690">
                <a:moveTo>
                  <a:pt x="1675809" y="2763735"/>
                </a:moveTo>
                <a:lnTo>
                  <a:pt x="1697186" y="2781676"/>
                </a:lnTo>
                <a:lnTo>
                  <a:pt x="1679246" y="2803054"/>
                </a:lnTo>
                <a:lnTo>
                  <a:pt x="1657868" y="2785113"/>
                </a:lnTo>
                <a:lnTo>
                  <a:pt x="1675809" y="2763735"/>
                </a:lnTo>
                <a:close/>
              </a:path>
              <a:path w="5457190" h="6282690">
                <a:moveTo>
                  <a:pt x="1799801" y="2869064"/>
                </a:moveTo>
                <a:lnTo>
                  <a:pt x="1819721" y="2885787"/>
                </a:lnTo>
                <a:lnTo>
                  <a:pt x="1803003" y="2905699"/>
                </a:lnTo>
                <a:lnTo>
                  <a:pt x="1783083" y="2888976"/>
                </a:lnTo>
                <a:lnTo>
                  <a:pt x="1799801" y="2869064"/>
                </a:lnTo>
                <a:close/>
              </a:path>
              <a:path w="5457190" h="6282690">
                <a:moveTo>
                  <a:pt x="1923832" y="2974841"/>
                </a:moveTo>
                <a:lnTo>
                  <a:pt x="1941803" y="2989925"/>
                </a:lnTo>
                <a:lnTo>
                  <a:pt x="1926715" y="3007904"/>
                </a:lnTo>
                <a:lnTo>
                  <a:pt x="1908742" y="2992813"/>
                </a:lnTo>
                <a:lnTo>
                  <a:pt x="1923832" y="2974841"/>
                </a:lnTo>
                <a:close/>
              </a:path>
              <a:path w="5457190" h="6282690">
                <a:moveTo>
                  <a:pt x="2047823" y="3080163"/>
                </a:moveTo>
                <a:lnTo>
                  <a:pt x="2064336" y="3094029"/>
                </a:lnTo>
                <a:lnTo>
                  <a:pt x="2050473" y="3110549"/>
                </a:lnTo>
                <a:lnTo>
                  <a:pt x="2033959" y="3096683"/>
                </a:lnTo>
                <a:lnTo>
                  <a:pt x="2047823" y="3080163"/>
                </a:lnTo>
                <a:close/>
              </a:path>
              <a:path w="5457190" h="6282690">
                <a:moveTo>
                  <a:pt x="2171854" y="3185940"/>
                </a:moveTo>
                <a:lnTo>
                  <a:pt x="2186427" y="3198172"/>
                </a:lnTo>
                <a:lnTo>
                  <a:pt x="2174189" y="3212746"/>
                </a:lnTo>
                <a:lnTo>
                  <a:pt x="2159616" y="3200515"/>
                </a:lnTo>
                <a:lnTo>
                  <a:pt x="2171854" y="3185940"/>
                </a:lnTo>
                <a:close/>
              </a:path>
              <a:path w="5457190" h="6282690">
                <a:moveTo>
                  <a:pt x="2295846" y="3291269"/>
                </a:moveTo>
                <a:lnTo>
                  <a:pt x="2308959" y="3302276"/>
                </a:lnTo>
                <a:lnTo>
                  <a:pt x="2297948" y="3315397"/>
                </a:lnTo>
                <a:lnTo>
                  <a:pt x="2284835" y="3304390"/>
                </a:lnTo>
                <a:lnTo>
                  <a:pt x="2295846" y="3291269"/>
                </a:lnTo>
                <a:close/>
              </a:path>
              <a:path w="5457190" h="6282690">
                <a:moveTo>
                  <a:pt x="2419838" y="3396597"/>
                </a:moveTo>
                <a:lnTo>
                  <a:pt x="2431495" y="3406386"/>
                </a:lnTo>
                <a:lnTo>
                  <a:pt x="2421706" y="3418042"/>
                </a:lnTo>
                <a:lnTo>
                  <a:pt x="2410051" y="3408260"/>
                </a:lnTo>
                <a:lnTo>
                  <a:pt x="2419838" y="3396597"/>
                </a:lnTo>
                <a:close/>
              </a:path>
              <a:path w="5457190" h="6282690">
                <a:moveTo>
                  <a:pt x="2543870" y="3502374"/>
                </a:moveTo>
                <a:lnTo>
                  <a:pt x="2553585" y="3510529"/>
                </a:lnTo>
                <a:lnTo>
                  <a:pt x="2545424" y="3520246"/>
                </a:lnTo>
                <a:lnTo>
                  <a:pt x="2535709" y="3512091"/>
                </a:lnTo>
                <a:lnTo>
                  <a:pt x="2543870" y="3502374"/>
                </a:lnTo>
                <a:close/>
              </a:path>
              <a:path w="5457190" h="6282690">
                <a:moveTo>
                  <a:pt x="2667853" y="3607699"/>
                </a:moveTo>
                <a:lnTo>
                  <a:pt x="2676117" y="3614633"/>
                </a:lnTo>
                <a:lnTo>
                  <a:pt x="2669183" y="3622897"/>
                </a:lnTo>
                <a:lnTo>
                  <a:pt x="2660919" y="3615963"/>
                </a:lnTo>
                <a:lnTo>
                  <a:pt x="2667853" y="3607699"/>
                </a:lnTo>
                <a:close/>
              </a:path>
              <a:path w="5457190" h="6282690">
                <a:moveTo>
                  <a:pt x="2791810" y="3712578"/>
                </a:moveTo>
                <a:lnTo>
                  <a:pt x="2799098" y="3718697"/>
                </a:lnTo>
                <a:lnTo>
                  <a:pt x="2792972" y="3725986"/>
                </a:lnTo>
                <a:lnTo>
                  <a:pt x="2785687" y="3719873"/>
                </a:lnTo>
                <a:lnTo>
                  <a:pt x="2791810" y="3712578"/>
                </a:lnTo>
                <a:close/>
              </a:path>
              <a:path w="5457190" h="6282690">
                <a:moveTo>
                  <a:pt x="2915758" y="3817467"/>
                </a:moveTo>
                <a:lnTo>
                  <a:pt x="2922074" y="3822768"/>
                </a:lnTo>
                <a:lnTo>
                  <a:pt x="2916778" y="3829083"/>
                </a:lnTo>
                <a:lnTo>
                  <a:pt x="2910459" y="3823775"/>
                </a:lnTo>
                <a:lnTo>
                  <a:pt x="2915758" y="3817467"/>
                </a:lnTo>
                <a:close/>
              </a:path>
              <a:path w="5457190" h="6282690">
                <a:moveTo>
                  <a:pt x="3039755" y="3922793"/>
                </a:moveTo>
                <a:lnTo>
                  <a:pt x="3044612" y="3926870"/>
                </a:lnTo>
                <a:lnTo>
                  <a:pt x="3040535" y="3931728"/>
                </a:lnTo>
                <a:lnTo>
                  <a:pt x="3035678" y="3927650"/>
                </a:lnTo>
                <a:lnTo>
                  <a:pt x="3039755" y="3922793"/>
                </a:lnTo>
                <a:close/>
              </a:path>
              <a:path w="5457190" h="6282690">
                <a:moveTo>
                  <a:pt x="3163700" y="4027676"/>
                </a:moveTo>
                <a:lnTo>
                  <a:pt x="3167587" y="4030936"/>
                </a:lnTo>
                <a:lnTo>
                  <a:pt x="3164327" y="4034823"/>
                </a:lnTo>
                <a:lnTo>
                  <a:pt x="3160440" y="4031563"/>
                </a:lnTo>
                <a:lnTo>
                  <a:pt x="3163700" y="4027676"/>
                </a:lnTo>
                <a:close/>
              </a:path>
              <a:path w="5457190" h="6282690">
                <a:moveTo>
                  <a:pt x="3287657" y="4132555"/>
                </a:moveTo>
                <a:lnTo>
                  <a:pt x="3290570" y="4135006"/>
                </a:lnTo>
                <a:lnTo>
                  <a:pt x="3288124" y="4137916"/>
                </a:lnTo>
                <a:lnTo>
                  <a:pt x="3285208" y="4135474"/>
                </a:lnTo>
                <a:lnTo>
                  <a:pt x="3287657" y="4132555"/>
                </a:lnTo>
                <a:close/>
              </a:path>
              <a:path w="5457190" h="6282690">
                <a:moveTo>
                  <a:pt x="3411611" y="4237442"/>
                </a:moveTo>
                <a:lnTo>
                  <a:pt x="3413548" y="4239064"/>
                </a:lnTo>
                <a:lnTo>
                  <a:pt x="3411916" y="4241011"/>
                </a:lnTo>
                <a:lnTo>
                  <a:pt x="3409976" y="4239383"/>
                </a:lnTo>
                <a:lnTo>
                  <a:pt x="3411611" y="4237442"/>
                </a:lnTo>
                <a:close/>
              </a:path>
              <a:path w="5457190" h="6282690">
                <a:moveTo>
                  <a:pt x="3534745" y="4343293"/>
                </a:moveTo>
                <a:lnTo>
                  <a:pt x="3536123" y="4342792"/>
                </a:lnTo>
                <a:lnTo>
                  <a:pt x="3536531" y="4343134"/>
                </a:lnTo>
                <a:lnTo>
                  <a:pt x="3535152" y="4343635"/>
                </a:lnTo>
                <a:lnTo>
                  <a:pt x="3534745" y="4343293"/>
                </a:lnTo>
                <a:close/>
              </a:path>
              <a:path w="5457190" h="6282690">
                <a:moveTo>
                  <a:pt x="0" y="1543275"/>
                </a:moveTo>
                <a:lnTo>
                  <a:pt x="9642" y="1551371"/>
                </a:lnTo>
                <a:lnTo>
                  <a:pt x="0" y="1562858"/>
                </a:lnTo>
                <a:lnTo>
                  <a:pt x="0" y="1543275"/>
                </a:lnTo>
                <a:close/>
              </a:path>
              <a:path w="5457190" h="6282690">
                <a:moveTo>
                  <a:pt x="83196" y="1615183"/>
                </a:moveTo>
                <a:lnTo>
                  <a:pt x="131285" y="1655554"/>
                </a:lnTo>
                <a:lnTo>
                  <a:pt x="90914" y="1703642"/>
                </a:lnTo>
                <a:lnTo>
                  <a:pt x="42819" y="1663273"/>
                </a:lnTo>
                <a:lnTo>
                  <a:pt x="83196" y="1615183"/>
                </a:lnTo>
                <a:close/>
              </a:path>
              <a:path w="5457190" h="6282690">
                <a:moveTo>
                  <a:pt x="207259" y="1721398"/>
                </a:moveTo>
                <a:lnTo>
                  <a:pt x="252920" y="1759733"/>
                </a:lnTo>
                <a:lnTo>
                  <a:pt x="214593" y="1805397"/>
                </a:lnTo>
                <a:lnTo>
                  <a:pt x="168926" y="1767064"/>
                </a:lnTo>
                <a:lnTo>
                  <a:pt x="207259" y="1721398"/>
                </a:lnTo>
                <a:close/>
              </a:path>
              <a:path w="5457190" h="6282690">
                <a:moveTo>
                  <a:pt x="331372" y="1828070"/>
                </a:moveTo>
                <a:lnTo>
                  <a:pt x="374121" y="1863954"/>
                </a:lnTo>
                <a:lnTo>
                  <a:pt x="338237" y="1906703"/>
                </a:lnTo>
                <a:lnTo>
                  <a:pt x="295489" y="1870819"/>
                </a:lnTo>
                <a:lnTo>
                  <a:pt x="331372" y="1828070"/>
                </a:lnTo>
                <a:close/>
              </a:path>
              <a:path w="5457190" h="6282690">
                <a:moveTo>
                  <a:pt x="455443" y="1934289"/>
                </a:moveTo>
                <a:lnTo>
                  <a:pt x="495755" y="1968133"/>
                </a:lnTo>
                <a:lnTo>
                  <a:pt x="461913" y="2008452"/>
                </a:lnTo>
                <a:lnTo>
                  <a:pt x="421594" y="1974609"/>
                </a:lnTo>
                <a:lnTo>
                  <a:pt x="455443" y="1934289"/>
                </a:lnTo>
                <a:close/>
              </a:path>
              <a:path w="5457190" h="6282690">
                <a:moveTo>
                  <a:pt x="579507" y="2040509"/>
                </a:moveTo>
                <a:lnTo>
                  <a:pt x="617398" y="2072316"/>
                </a:lnTo>
                <a:lnTo>
                  <a:pt x="585592" y="2110207"/>
                </a:lnTo>
                <a:lnTo>
                  <a:pt x="547700" y="2078400"/>
                </a:lnTo>
                <a:lnTo>
                  <a:pt x="579507" y="2040509"/>
                </a:lnTo>
                <a:close/>
              </a:path>
              <a:path w="5457190" h="6282690">
                <a:moveTo>
                  <a:pt x="703533" y="2146288"/>
                </a:moveTo>
                <a:lnTo>
                  <a:pt x="739483" y="2176461"/>
                </a:lnTo>
                <a:lnTo>
                  <a:pt x="709304" y="2212413"/>
                </a:lnTo>
                <a:lnTo>
                  <a:pt x="673358" y="2182232"/>
                </a:lnTo>
                <a:lnTo>
                  <a:pt x="703533" y="2146288"/>
                </a:lnTo>
                <a:close/>
              </a:path>
              <a:path w="5457190" h="6282690">
                <a:moveTo>
                  <a:pt x="827571" y="2252063"/>
                </a:moveTo>
                <a:lnTo>
                  <a:pt x="861575" y="2280609"/>
                </a:lnTo>
                <a:lnTo>
                  <a:pt x="833028" y="2314613"/>
                </a:lnTo>
                <a:lnTo>
                  <a:pt x="799024" y="2286067"/>
                </a:lnTo>
                <a:lnTo>
                  <a:pt x="827571" y="2252063"/>
                </a:lnTo>
                <a:close/>
              </a:path>
              <a:path w="5457190" h="6282690">
                <a:moveTo>
                  <a:pt x="951635" y="2358283"/>
                </a:moveTo>
                <a:lnTo>
                  <a:pt x="983218" y="2384792"/>
                </a:lnTo>
                <a:lnTo>
                  <a:pt x="956707" y="2416369"/>
                </a:lnTo>
                <a:lnTo>
                  <a:pt x="925130" y="2389858"/>
                </a:lnTo>
                <a:lnTo>
                  <a:pt x="951635" y="2358283"/>
                </a:lnTo>
                <a:close/>
              </a:path>
              <a:path w="5457190" h="6282690">
                <a:moveTo>
                  <a:pt x="1075669" y="2464066"/>
                </a:moveTo>
                <a:lnTo>
                  <a:pt x="1105296" y="2488939"/>
                </a:lnTo>
                <a:lnTo>
                  <a:pt x="1080423" y="2518566"/>
                </a:lnTo>
                <a:lnTo>
                  <a:pt x="1050790" y="2493695"/>
                </a:lnTo>
                <a:lnTo>
                  <a:pt x="1075669" y="2464066"/>
                </a:lnTo>
                <a:close/>
              </a:path>
              <a:path w="5457190" h="6282690">
                <a:moveTo>
                  <a:pt x="1199731" y="2570281"/>
                </a:moveTo>
                <a:lnTo>
                  <a:pt x="1226939" y="2593122"/>
                </a:lnTo>
                <a:lnTo>
                  <a:pt x="1204102" y="2620321"/>
                </a:lnTo>
                <a:lnTo>
                  <a:pt x="1176896" y="2597486"/>
                </a:lnTo>
                <a:lnTo>
                  <a:pt x="1199731" y="2570281"/>
                </a:lnTo>
                <a:close/>
              </a:path>
              <a:path w="5457190" h="6282690">
                <a:moveTo>
                  <a:pt x="1323729" y="2675607"/>
                </a:moveTo>
                <a:lnTo>
                  <a:pt x="1349478" y="2697224"/>
                </a:lnTo>
                <a:lnTo>
                  <a:pt x="1327861" y="2722972"/>
                </a:lnTo>
                <a:lnTo>
                  <a:pt x="1302113" y="2701356"/>
                </a:lnTo>
                <a:lnTo>
                  <a:pt x="1323729" y="2675607"/>
                </a:lnTo>
                <a:close/>
              </a:path>
              <a:path w="5457190" h="6282690">
                <a:moveTo>
                  <a:pt x="1447755" y="2781386"/>
                </a:moveTo>
                <a:lnTo>
                  <a:pt x="1471556" y="2801371"/>
                </a:lnTo>
                <a:lnTo>
                  <a:pt x="1451577" y="2825170"/>
                </a:lnTo>
                <a:lnTo>
                  <a:pt x="1427771" y="2805187"/>
                </a:lnTo>
                <a:lnTo>
                  <a:pt x="1447755" y="2781386"/>
                </a:lnTo>
                <a:close/>
              </a:path>
              <a:path w="5457190" h="6282690">
                <a:moveTo>
                  <a:pt x="1571828" y="2887611"/>
                </a:moveTo>
                <a:lnTo>
                  <a:pt x="1593199" y="2905554"/>
                </a:lnTo>
                <a:lnTo>
                  <a:pt x="1575256" y="2926925"/>
                </a:lnTo>
                <a:lnTo>
                  <a:pt x="1553879" y="2908984"/>
                </a:lnTo>
                <a:lnTo>
                  <a:pt x="1571828" y="2887611"/>
                </a:lnTo>
                <a:close/>
              </a:path>
              <a:path w="5457190" h="6282690">
                <a:moveTo>
                  <a:pt x="1695811" y="2992936"/>
                </a:moveTo>
                <a:lnTo>
                  <a:pt x="1715731" y="3009658"/>
                </a:lnTo>
                <a:lnTo>
                  <a:pt x="1699015" y="3029576"/>
                </a:lnTo>
                <a:lnTo>
                  <a:pt x="1679095" y="3012854"/>
                </a:lnTo>
                <a:lnTo>
                  <a:pt x="1695811" y="2992936"/>
                </a:lnTo>
                <a:close/>
              </a:path>
              <a:path w="5457190" h="6282690">
                <a:moveTo>
                  <a:pt x="1819849" y="3098711"/>
                </a:moveTo>
                <a:lnTo>
                  <a:pt x="1837821" y="3113801"/>
                </a:lnTo>
                <a:lnTo>
                  <a:pt x="1822725" y="3131776"/>
                </a:lnTo>
                <a:lnTo>
                  <a:pt x="1804755" y="3116691"/>
                </a:lnTo>
                <a:lnTo>
                  <a:pt x="1819849" y="3098711"/>
                </a:lnTo>
                <a:close/>
              </a:path>
              <a:path w="5457190" h="6282690">
                <a:moveTo>
                  <a:pt x="1943834" y="3204041"/>
                </a:moveTo>
                <a:lnTo>
                  <a:pt x="1960354" y="3217905"/>
                </a:lnTo>
                <a:lnTo>
                  <a:pt x="1946482" y="3234421"/>
                </a:lnTo>
                <a:lnTo>
                  <a:pt x="1929968" y="3220555"/>
                </a:lnTo>
                <a:lnTo>
                  <a:pt x="1943834" y="3204041"/>
                </a:lnTo>
                <a:close/>
              </a:path>
              <a:path w="5457190" h="6282690">
                <a:moveTo>
                  <a:pt x="2067864" y="3309812"/>
                </a:moveTo>
                <a:lnTo>
                  <a:pt x="2082436" y="3322043"/>
                </a:lnTo>
                <a:lnTo>
                  <a:pt x="2070204" y="3336616"/>
                </a:lnTo>
                <a:lnTo>
                  <a:pt x="2055632" y="3324384"/>
                </a:lnTo>
                <a:lnTo>
                  <a:pt x="2067864" y="3309812"/>
                </a:lnTo>
                <a:close/>
              </a:path>
              <a:path w="5457190" h="6282690">
                <a:moveTo>
                  <a:pt x="2191858" y="3415146"/>
                </a:moveTo>
                <a:lnTo>
                  <a:pt x="2204971" y="3426154"/>
                </a:lnTo>
                <a:lnTo>
                  <a:pt x="2193963" y="3439267"/>
                </a:lnTo>
                <a:lnTo>
                  <a:pt x="2180850" y="3428260"/>
                </a:lnTo>
                <a:lnTo>
                  <a:pt x="2191858" y="3415146"/>
                </a:lnTo>
                <a:close/>
              </a:path>
              <a:path w="5457190" h="6282690">
                <a:moveTo>
                  <a:pt x="2315849" y="3520475"/>
                </a:moveTo>
                <a:lnTo>
                  <a:pt x="2327504" y="3530257"/>
                </a:lnTo>
                <a:lnTo>
                  <a:pt x="2317717" y="3541920"/>
                </a:lnTo>
                <a:lnTo>
                  <a:pt x="2306061" y="3532131"/>
                </a:lnTo>
                <a:lnTo>
                  <a:pt x="2315849" y="3520475"/>
                </a:lnTo>
                <a:close/>
              </a:path>
              <a:path w="5457190" h="6282690">
                <a:moveTo>
                  <a:pt x="2439879" y="3626245"/>
                </a:moveTo>
                <a:lnTo>
                  <a:pt x="2449594" y="3634400"/>
                </a:lnTo>
                <a:lnTo>
                  <a:pt x="2441440" y="3644115"/>
                </a:lnTo>
                <a:lnTo>
                  <a:pt x="2431725" y="3635960"/>
                </a:lnTo>
                <a:lnTo>
                  <a:pt x="2439879" y="3626245"/>
                </a:lnTo>
                <a:close/>
              </a:path>
              <a:path w="5457190" h="6282690">
                <a:moveTo>
                  <a:pt x="2563871" y="3731574"/>
                </a:moveTo>
                <a:lnTo>
                  <a:pt x="2572129" y="3738510"/>
                </a:lnTo>
                <a:lnTo>
                  <a:pt x="2565199" y="3746766"/>
                </a:lnTo>
                <a:lnTo>
                  <a:pt x="2556935" y="3739832"/>
                </a:lnTo>
                <a:lnTo>
                  <a:pt x="2563871" y="3731574"/>
                </a:lnTo>
                <a:close/>
              </a:path>
              <a:path w="5457190" h="6282690">
                <a:moveTo>
                  <a:pt x="2687822" y="3836455"/>
                </a:moveTo>
                <a:lnTo>
                  <a:pt x="2695107" y="3842568"/>
                </a:lnTo>
                <a:lnTo>
                  <a:pt x="2688989" y="3849855"/>
                </a:lnTo>
                <a:lnTo>
                  <a:pt x="2681703" y="3843742"/>
                </a:lnTo>
                <a:lnTo>
                  <a:pt x="2687822" y="3836455"/>
                </a:lnTo>
                <a:close/>
              </a:path>
              <a:path w="5457190" h="6282690">
                <a:moveTo>
                  <a:pt x="2811773" y="3941336"/>
                </a:moveTo>
                <a:lnTo>
                  <a:pt x="2818090" y="3946638"/>
                </a:lnTo>
                <a:lnTo>
                  <a:pt x="2812788" y="3952954"/>
                </a:lnTo>
                <a:lnTo>
                  <a:pt x="2806472" y="3947653"/>
                </a:lnTo>
                <a:lnTo>
                  <a:pt x="2811773" y="3941336"/>
                </a:lnTo>
                <a:close/>
              </a:path>
              <a:path w="5457190" h="6282690">
                <a:moveTo>
                  <a:pt x="2935765" y="4046664"/>
                </a:moveTo>
                <a:lnTo>
                  <a:pt x="2940622" y="4050742"/>
                </a:lnTo>
                <a:lnTo>
                  <a:pt x="2936545" y="4055599"/>
                </a:lnTo>
                <a:lnTo>
                  <a:pt x="2931688" y="4051522"/>
                </a:lnTo>
                <a:lnTo>
                  <a:pt x="2935765" y="4046664"/>
                </a:lnTo>
                <a:close/>
              </a:path>
              <a:path w="5457190" h="6282690">
                <a:moveTo>
                  <a:pt x="3059716" y="4151545"/>
                </a:moveTo>
                <a:lnTo>
                  <a:pt x="3063603" y="4154806"/>
                </a:lnTo>
                <a:lnTo>
                  <a:pt x="3060337" y="4158695"/>
                </a:lnTo>
                <a:lnTo>
                  <a:pt x="3056456" y="4155432"/>
                </a:lnTo>
                <a:lnTo>
                  <a:pt x="3059716" y="4151545"/>
                </a:lnTo>
                <a:close/>
              </a:path>
              <a:path w="5457190" h="6282690">
                <a:moveTo>
                  <a:pt x="3183669" y="4256432"/>
                </a:moveTo>
                <a:lnTo>
                  <a:pt x="3186579" y="4258877"/>
                </a:lnTo>
                <a:lnTo>
                  <a:pt x="3184136" y="4261793"/>
                </a:lnTo>
                <a:lnTo>
                  <a:pt x="3181218" y="4259344"/>
                </a:lnTo>
                <a:lnTo>
                  <a:pt x="3183669" y="4256432"/>
                </a:lnTo>
                <a:close/>
              </a:path>
              <a:path w="5457190" h="6282690">
                <a:moveTo>
                  <a:pt x="3307621" y="4361313"/>
                </a:moveTo>
                <a:lnTo>
                  <a:pt x="3309560" y="4362941"/>
                </a:lnTo>
                <a:lnTo>
                  <a:pt x="3307926" y="4364883"/>
                </a:lnTo>
                <a:lnTo>
                  <a:pt x="3305989" y="4363261"/>
                </a:lnTo>
                <a:lnTo>
                  <a:pt x="3307621" y="4361313"/>
                </a:lnTo>
                <a:close/>
              </a:path>
              <a:path w="5457190" h="6282690">
                <a:moveTo>
                  <a:pt x="3430761" y="4467163"/>
                </a:moveTo>
                <a:lnTo>
                  <a:pt x="3432131" y="4466664"/>
                </a:lnTo>
                <a:lnTo>
                  <a:pt x="3432543" y="4467011"/>
                </a:lnTo>
                <a:lnTo>
                  <a:pt x="3431173" y="4467509"/>
                </a:lnTo>
                <a:lnTo>
                  <a:pt x="3430761" y="4467163"/>
                </a:lnTo>
                <a:close/>
              </a:path>
              <a:path w="5457190" h="6282690">
                <a:moveTo>
                  <a:pt x="0" y="1756504"/>
                </a:moveTo>
                <a:lnTo>
                  <a:pt x="27301" y="1779424"/>
                </a:lnTo>
                <a:lnTo>
                  <a:pt x="0" y="1811947"/>
                </a:lnTo>
                <a:lnTo>
                  <a:pt x="0" y="1756504"/>
                </a:lnTo>
                <a:close/>
              </a:path>
              <a:path w="5457190" h="6282690">
                <a:moveTo>
                  <a:pt x="103317" y="1845721"/>
                </a:moveTo>
                <a:lnTo>
                  <a:pt x="148496" y="1883647"/>
                </a:lnTo>
                <a:lnTo>
                  <a:pt x="110570" y="1928826"/>
                </a:lnTo>
                <a:lnTo>
                  <a:pt x="65391" y="1890900"/>
                </a:lnTo>
                <a:lnTo>
                  <a:pt x="103317" y="1845721"/>
                </a:lnTo>
                <a:close/>
              </a:path>
              <a:path w="5457190" h="6282690">
                <a:moveTo>
                  <a:pt x="227382" y="1951942"/>
                </a:moveTo>
                <a:lnTo>
                  <a:pt x="270133" y="1987832"/>
                </a:lnTo>
                <a:lnTo>
                  <a:pt x="234249" y="2030581"/>
                </a:lnTo>
                <a:lnTo>
                  <a:pt x="191498" y="1994691"/>
                </a:lnTo>
                <a:lnTo>
                  <a:pt x="227382" y="1951942"/>
                </a:lnTo>
                <a:close/>
              </a:path>
              <a:path w="5457190" h="6282690">
                <a:moveTo>
                  <a:pt x="351454" y="2058166"/>
                </a:moveTo>
                <a:lnTo>
                  <a:pt x="391773" y="2092009"/>
                </a:lnTo>
                <a:lnTo>
                  <a:pt x="357924" y="2132330"/>
                </a:lnTo>
                <a:lnTo>
                  <a:pt x="317606" y="2098487"/>
                </a:lnTo>
                <a:lnTo>
                  <a:pt x="351454" y="2058166"/>
                </a:lnTo>
                <a:close/>
              </a:path>
              <a:path w="5457190" h="6282690">
                <a:moveTo>
                  <a:pt x="475519" y="2164387"/>
                </a:moveTo>
                <a:lnTo>
                  <a:pt x="513410" y="2196194"/>
                </a:lnTo>
                <a:lnTo>
                  <a:pt x="481603" y="2234085"/>
                </a:lnTo>
                <a:lnTo>
                  <a:pt x="443712" y="2202278"/>
                </a:lnTo>
                <a:lnTo>
                  <a:pt x="475519" y="2164387"/>
                </a:lnTo>
                <a:close/>
              </a:path>
              <a:path w="5457190" h="6282690">
                <a:moveTo>
                  <a:pt x="599543" y="2270160"/>
                </a:moveTo>
                <a:lnTo>
                  <a:pt x="635494" y="2300339"/>
                </a:lnTo>
                <a:lnTo>
                  <a:pt x="605313" y="2336285"/>
                </a:lnTo>
                <a:lnTo>
                  <a:pt x="569370" y="2306110"/>
                </a:lnTo>
                <a:lnTo>
                  <a:pt x="599543" y="2270160"/>
                </a:lnTo>
                <a:close/>
              </a:path>
              <a:path w="5457190" h="6282690">
                <a:moveTo>
                  <a:pt x="723582" y="2375940"/>
                </a:moveTo>
                <a:lnTo>
                  <a:pt x="757584" y="2404481"/>
                </a:lnTo>
                <a:lnTo>
                  <a:pt x="729038" y="2438485"/>
                </a:lnTo>
                <a:lnTo>
                  <a:pt x="695036" y="2409944"/>
                </a:lnTo>
                <a:lnTo>
                  <a:pt x="723582" y="2375940"/>
                </a:lnTo>
                <a:close/>
              </a:path>
              <a:path w="5457190" h="6282690">
                <a:moveTo>
                  <a:pt x="847645" y="2482155"/>
                </a:moveTo>
                <a:lnTo>
                  <a:pt x="879227" y="2508664"/>
                </a:lnTo>
                <a:lnTo>
                  <a:pt x="852722" y="2540238"/>
                </a:lnTo>
                <a:lnTo>
                  <a:pt x="821140" y="2513730"/>
                </a:lnTo>
                <a:lnTo>
                  <a:pt x="847645" y="2482155"/>
                </a:lnTo>
                <a:close/>
              </a:path>
              <a:path w="5457190" h="6282690">
                <a:moveTo>
                  <a:pt x="971685" y="2587936"/>
                </a:moveTo>
                <a:lnTo>
                  <a:pt x="1001312" y="2612809"/>
                </a:lnTo>
                <a:lnTo>
                  <a:pt x="976435" y="2642444"/>
                </a:lnTo>
                <a:lnTo>
                  <a:pt x="946808" y="2617571"/>
                </a:lnTo>
                <a:lnTo>
                  <a:pt x="971685" y="2587936"/>
                </a:lnTo>
                <a:close/>
              </a:path>
              <a:path w="5457190" h="6282690">
                <a:moveTo>
                  <a:pt x="1095747" y="2694150"/>
                </a:moveTo>
                <a:lnTo>
                  <a:pt x="1122955" y="2716992"/>
                </a:lnTo>
                <a:lnTo>
                  <a:pt x="1100113" y="2744199"/>
                </a:lnTo>
                <a:lnTo>
                  <a:pt x="1072906" y="2721358"/>
                </a:lnTo>
                <a:lnTo>
                  <a:pt x="1095747" y="2694150"/>
                </a:lnTo>
                <a:close/>
              </a:path>
              <a:path w="5457190" h="6282690">
                <a:moveTo>
                  <a:pt x="1219741" y="2799485"/>
                </a:moveTo>
                <a:lnTo>
                  <a:pt x="1245487" y="2821096"/>
                </a:lnTo>
                <a:lnTo>
                  <a:pt x="1223870" y="2846844"/>
                </a:lnTo>
                <a:lnTo>
                  <a:pt x="1198124" y="2825234"/>
                </a:lnTo>
                <a:lnTo>
                  <a:pt x="1219741" y="2799485"/>
                </a:lnTo>
                <a:close/>
              </a:path>
              <a:path w="5457190" h="6282690">
                <a:moveTo>
                  <a:pt x="1343765" y="2905258"/>
                </a:moveTo>
                <a:lnTo>
                  <a:pt x="1367572" y="2925241"/>
                </a:lnTo>
                <a:lnTo>
                  <a:pt x="1347593" y="2949039"/>
                </a:lnTo>
                <a:lnTo>
                  <a:pt x="1323786" y="2929057"/>
                </a:lnTo>
                <a:lnTo>
                  <a:pt x="1343765" y="2905258"/>
                </a:lnTo>
                <a:close/>
              </a:path>
              <a:path w="5457190" h="6282690">
                <a:moveTo>
                  <a:pt x="1467837" y="3011482"/>
                </a:moveTo>
                <a:lnTo>
                  <a:pt x="1489209" y="3029425"/>
                </a:lnTo>
                <a:lnTo>
                  <a:pt x="1471271" y="3050794"/>
                </a:lnTo>
                <a:lnTo>
                  <a:pt x="1449894" y="3032854"/>
                </a:lnTo>
                <a:lnTo>
                  <a:pt x="1467837" y="3011482"/>
                </a:lnTo>
                <a:close/>
              </a:path>
              <a:path w="5457190" h="6282690">
                <a:moveTo>
                  <a:pt x="1591827" y="3116805"/>
                </a:moveTo>
                <a:lnTo>
                  <a:pt x="1611747" y="3133528"/>
                </a:lnTo>
                <a:lnTo>
                  <a:pt x="1595024" y="3153448"/>
                </a:lnTo>
                <a:lnTo>
                  <a:pt x="1575104" y="3136725"/>
                </a:lnTo>
                <a:lnTo>
                  <a:pt x="1591827" y="3116805"/>
                </a:lnTo>
                <a:close/>
              </a:path>
              <a:path w="5457190" h="6282690">
                <a:moveTo>
                  <a:pt x="1715861" y="3222588"/>
                </a:moveTo>
                <a:lnTo>
                  <a:pt x="1733831" y="3237672"/>
                </a:lnTo>
                <a:lnTo>
                  <a:pt x="1718741" y="3255645"/>
                </a:lnTo>
                <a:lnTo>
                  <a:pt x="1700770" y="3240561"/>
                </a:lnTo>
                <a:lnTo>
                  <a:pt x="1715861" y="3222588"/>
                </a:lnTo>
                <a:close/>
              </a:path>
              <a:path w="5457190" h="6282690">
                <a:moveTo>
                  <a:pt x="1839844" y="3327913"/>
                </a:moveTo>
                <a:lnTo>
                  <a:pt x="1856364" y="3341776"/>
                </a:lnTo>
                <a:lnTo>
                  <a:pt x="1842498" y="3358290"/>
                </a:lnTo>
                <a:lnTo>
                  <a:pt x="1825984" y="3344424"/>
                </a:lnTo>
                <a:lnTo>
                  <a:pt x="1839844" y="3327913"/>
                </a:lnTo>
                <a:close/>
              </a:path>
              <a:path w="5457190" h="6282690">
                <a:moveTo>
                  <a:pt x="1963876" y="3433689"/>
                </a:moveTo>
                <a:lnTo>
                  <a:pt x="1978448" y="3445921"/>
                </a:lnTo>
                <a:lnTo>
                  <a:pt x="1966217" y="3460493"/>
                </a:lnTo>
                <a:lnTo>
                  <a:pt x="1951644" y="3448262"/>
                </a:lnTo>
                <a:lnTo>
                  <a:pt x="1963876" y="3433689"/>
                </a:lnTo>
                <a:close/>
              </a:path>
              <a:path w="5457190" h="6282690">
                <a:moveTo>
                  <a:pt x="2087868" y="3539018"/>
                </a:moveTo>
                <a:lnTo>
                  <a:pt x="2100981" y="3550025"/>
                </a:lnTo>
                <a:lnTo>
                  <a:pt x="2089973" y="3563139"/>
                </a:lnTo>
                <a:lnTo>
                  <a:pt x="2076860" y="3552131"/>
                </a:lnTo>
                <a:lnTo>
                  <a:pt x="2087868" y="3539018"/>
                </a:lnTo>
                <a:close/>
              </a:path>
              <a:path w="5457190" h="6282690">
                <a:moveTo>
                  <a:pt x="2211860" y="3644347"/>
                </a:moveTo>
                <a:lnTo>
                  <a:pt x="2223516" y="3654135"/>
                </a:lnTo>
                <a:lnTo>
                  <a:pt x="2213733" y="3665789"/>
                </a:lnTo>
                <a:lnTo>
                  <a:pt x="2202077" y="3656001"/>
                </a:lnTo>
                <a:lnTo>
                  <a:pt x="2211860" y="3644347"/>
                </a:lnTo>
                <a:close/>
              </a:path>
              <a:path w="5457190" h="6282690">
                <a:moveTo>
                  <a:pt x="2335891" y="3750123"/>
                </a:moveTo>
                <a:lnTo>
                  <a:pt x="2345606" y="3758278"/>
                </a:lnTo>
                <a:lnTo>
                  <a:pt x="2337452" y="3767993"/>
                </a:lnTo>
                <a:lnTo>
                  <a:pt x="2327737" y="3759838"/>
                </a:lnTo>
                <a:lnTo>
                  <a:pt x="2335891" y="3750123"/>
                </a:lnTo>
                <a:close/>
              </a:path>
              <a:path w="5457190" h="6282690">
                <a:moveTo>
                  <a:pt x="2459881" y="3855446"/>
                </a:moveTo>
                <a:lnTo>
                  <a:pt x="2468139" y="3862382"/>
                </a:lnTo>
                <a:lnTo>
                  <a:pt x="2461209" y="3870638"/>
                </a:lnTo>
                <a:lnTo>
                  <a:pt x="2452951" y="3863702"/>
                </a:lnTo>
                <a:lnTo>
                  <a:pt x="2459881" y="3855446"/>
                </a:lnTo>
                <a:close/>
              </a:path>
              <a:path w="5457190" h="6282690">
                <a:moveTo>
                  <a:pt x="2583832" y="3960327"/>
                </a:moveTo>
                <a:lnTo>
                  <a:pt x="2591120" y="3966446"/>
                </a:lnTo>
                <a:lnTo>
                  <a:pt x="2585001" y="3973733"/>
                </a:lnTo>
                <a:lnTo>
                  <a:pt x="2577713" y="3967614"/>
                </a:lnTo>
                <a:lnTo>
                  <a:pt x="2583832" y="3960327"/>
                </a:lnTo>
                <a:close/>
              </a:path>
              <a:path w="5457190" h="6282690">
                <a:moveTo>
                  <a:pt x="2707783" y="4065208"/>
                </a:moveTo>
                <a:lnTo>
                  <a:pt x="2714102" y="4070516"/>
                </a:lnTo>
                <a:lnTo>
                  <a:pt x="2708801" y="4076832"/>
                </a:lnTo>
                <a:lnTo>
                  <a:pt x="2702482" y="4071524"/>
                </a:lnTo>
                <a:lnTo>
                  <a:pt x="2707783" y="4065208"/>
                </a:lnTo>
                <a:close/>
              </a:path>
              <a:path w="5457190" h="6282690">
                <a:moveTo>
                  <a:pt x="2831777" y="4170543"/>
                </a:moveTo>
                <a:lnTo>
                  <a:pt x="2836635" y="4174620"/>
                </a:lnTo>
                <a:lnTo>
                  <a:pt x="2832558" y="4179477"/>
                </a:lnTo>
                <a:lnTo>
                  <a:pt x="2827700" y="4175400"/>
                </a:lnTo>
                <a:lnTo>
                  <a:pt x="2831777" y="4170543"/>
                </a:lnTo>
                <a:close/>
              </a:path>
              <a:path w="5457190" h="6282690">
                <a:moveTo>
                  <a:pt x="2955729" y="4275423"/>
                </a:moveTo>
                <a:lnTo>
                  <a:pt x="2959615" y="4278684"/>
                </a:lnTo>
                <a:lnTo>
                  <a:pt x="2956349" y="4282573"/>
                </a:lnTo>
                <a:lnTo>
                  <a:pt x="2952468" y="4279310"/>
                </a:lnTo>
                <a:lnTo>
                  <a:pt x="2955729" y="4275423"/>
                </a:lnTo>
                <a:close/>
              </a:path>
              <a:path w="5457190" h="6282690">
                <a:moveTo>
                  <a:pt x="3079686" y="4380302"/>
                </a:moveTo>
                <a:lnTo>
                  <a:pt x="3082595" y="4382747"/>
                </a:lnTo>
                <a:lnTo>
                  <a:pt x="3080146" y="4385666"/>
                </a:lnTo>
                <a:lnTo>
                  <a:pt x="3077236" y="4383220"/>
                </a:lnTo>
                <a:lnTo>
                  <a:pt x="3079686" y="4380302"/>
                </a:lnTo>
                <a:close/>
              </a:path>
              <a:path w="5457190" h="6282690">
                <a:moveTo>
                  <a:pt x="3203633" y="4485191"/>
                </a:moveTo>
                <a:lnTo>
                  <a:pt x="3205570" y="4486813"/>
                </a:lnTo>
                <a:lnTo>
                  <a:pt x="3203942" y="4488752"/>
                </a:lnTo>
                <a:lnTo>
                  <a:pt x="3202005" y="4487130"/>
                </a:lnTo>
                <a:lnTo>
                  <a:pt x="3203633" y="4485191"/>
                </a:lnTo>
                <a:close/>
              </a:path>
              <a:path w="5457190" h="6282690">
                <a:moveTo>
                  <a:pt x="3326773" y="4591041"/>
                </a:moveTo>
                <a:lnTo>
                  <a:pt x="3328145" y="4590542"/>
                </a:lnTo>
                <a:lnTo>
                  <a:pt x="3328553" y="4590883"/>
                </a:lnTo>
                <a:lnTo>
                  <a:pt x="3327181" y="4591382"/>
                </a:lnTo>
                <a:lnTo>
                  <a:pt x="3326773" y="4591041"/>
                </a:lnTo>
                <a:close/>
              </a:path>
              <a:path w="5457190" h="6282690">
                <a:moveTo>
                  <a:pt x="0" y="1970156"/>
                </a:moveTo>
                <a:lnTo>
                  <a:pt x="44507" y="2007519"/>
                </a:lnTo>
                <a:lnTo>
                  <a:pt x="6581" y="2052697"/>
                </a:lnTo>
                <a:lnTo>
                  <a:pt x="0" y="2047172"/>
                </a:lnTo>
                <a:lnTo>
                  <a:pt x="0" y="1970156"/>
                </a:lnTo>
                <a:close/>
              </a:path>
              <a:path w="5457190" h="6282690">
                <a:moveTo>
                  <a:pt x="123440" y="2076259"/>
                </a:moveTo>
                <a:lnTo>
                  <a:pt x="165700" y="2111736"/>
                </a:lnTo>
                <a:lnTo>
                  <a:pt x="130219" y="2154004"/>
                </a:lnTo>
                <a:lnTo>
                  <a:pt x="87957" y="2118521"/>
                </a:lnTo>
                <a:lnTo>
                  <a:pt x="123440" y="2076259"/>
                </a:lnTo>
                <a:close/>
              </a:path>
              <a:path w="5457190" h="6282690">
                <a:moveTo>
                  <a:pt x="247504" y="2182479"/>
                </a:moveTo>
                <a:lnTo>
                  <a:pt x="287342" y="2215918"/>
                </a:lnTo>
                <a:lnTo>
                  <a:pt x="253903" y="2255757"/>
                </a:lnTo>
                <a:lnTo>
                  <a:pt x="214065" y="2222318"/>
                </a:lnTo>
                <a:lnTo>
                  <a:pt x="247504" y="2182479"/>
                </a:lnTo>
                <a:close/>
              </a:path>
              <a:path w="5457190" h="6282690">
                <a:moveTo>
                  <a:pt x="371576" y="2288704"/>
                </a:moveTo>
                <a:lnTo>
                  <a:pt x="408979" y="2320103"/>
                </a:lnTo>
                <a:lnTo>
                  <a:pt x="377582" y="2357512"/>
                </a:lnTo>
                <a:lnTo>
                  <a:pt x="340171" y="2326109"/>
                </a:lnTo>
                <a:lnTo>
                  <a:pt x="371576" y="2288704"/>
                </a:lnTo>
                <a:close/>
              </a:path>
              <a:path w="5457190" h="6282690">
                <a:moveTo>
                  <a:pt x="495602" y="2394483"/>
                </a:moveTo>
                <a:lnTo>
                  <a:pt x="531063" y="2424248"/>
                </a:lnTo>
                <a:lnTo>
                  <a:pt x="501292" y="2459711"/>
                </a:lnTo>
                <a:lnTo>
                  <a:pt x="465831" y="2429946"/>
                </a:lnTo>
                <a:lnTo>
                  <a:pt x="495602" y="2394483"/>
                </a:lnTo>
                <a:close/>
              </a:path>
              <a:path w="5457190" h="6282690">
                <a:moveTo>
                  <a:pt x="619632" y="2500253"/>
                </a:moveTo>
                <a:lnTo>
                  <a:pt x="653154" y="2528391"/>
                </a:lnTo>
                <a:lnTo>
                  <a:pt x="625015" y="2561906"/>
                </a:lnTo>
                <a:lnTo>
                  <a:pt x="591495" y="2533776"/>
                </a:lnTo>
                <a:lnTo>
                  <a:pt x="619632" y="2500253"/>
                </a:lnTo>
                <a:close/>
              </a:path>
              <a:path w="5457190" h="6282690">
                <a:moveTo>
                  <a:pt x="743705" y="2606478"/>
                </a:moveTo>
                <a:lnTo>
                  <a:pt x="774791" y="2632576"/>
                </a:lnTo>
                <a:lnTo>
                  <a:pt x="748695" y="2663668"/>
                </a:lnTo>
                <a:lnTo>
                  <a:pt x="717601" y="2637566"/>
                </a:lnTo>
                <a:lnTo>
                  <a:pt x="743705" y="2606478"/>
                </a:lnTo>
                <a:close/>
              </a:path>
              <a:path w="5457190" h="6282690">
                <a:moveTo>
                  <a:pt x="867728" y="2712251"/>
                </a:moveTo>
                <a:lnTo>
                  <a:pt x="896875" y="2736720"/>
                </a:lnTo>
                <a:lnTo>
                  <a:pt x="872406" y="2765867"/>
                </a:lnTo>
                <a:lnTo>
                  <a:pt x="843259" y="2741397"/>
                </a:lnTo>
                <a:lnTo>
                  <a:pt x="867728" y="2712251"/>
                </a:lnTo>
                <a:close/>
              </a:path>
              <a:path w="5457190" h="6282690">
                <a:moveTo>
                  <a:pt x="991760" y="2818028"/>
                </a:moveTo>
                <a:lnTo>
                  <a:pt x="1018966" y="2840863"/>
                </a:lnTo>
                <a:lnTo>
                  <a:pt x="996130" y="2868068"/>
                </a:lnTo>
                <a:lnTo>
                  <a:pt x="968922" y="2845227"/>
                </a:lnTo>
                <a:lnTo>
                  <a:pt x="991760" y="2818028"/>
                </a:lnTo>
                <a:close/>
              </a:path>
              <a:path w="5457190" h="6282690">
                <a:moveTo>
                  <a:pt x="1115752" y="2923356"/>
                </a:moveTo>
                <a:lnTo>
                  <a:pt x="1141501" y="2944973"/>
                </a:lnTo>
                <a:lnTo>
                  <a:pt x="1119884" y="2970721"/>
                </a:lnTo>
                <a:lnTo>
                  <a:pt x="1094135" y="2949105"/>
                </a:lnTo>
                <a:lnTo>
                  <a:pt x="1115752" y="2923356"/>
                </a:lnTo>
                <a:close/>
              </a:path>
              <a:path w="5457190" h="6282690">
                <a:moveTo>
                  <a:pt x="1239825" y="3029581"/>
                </a:moveTo>
                <a:lnTo>
                  <a:pt x="1263135" y="3049152"/>
                </a:lnTo>
                <a:lnTo>
                  <a:pt x="1243560" y="3072471"/>
                </a:lnTo>
                <a:lnTo>
                  <a:pt x="1220249" y="3052899"/>
                </a:lnTo>
                <a:lnTo>
                  <a:pt x="1239825" y="3029581"/>
                </a:lnTo>
                <a:close/>
              </a:path>
              <a:path w="5457190" h="6282690">
                <a:moveTo>
                  <a:pt x="1363854" y="3135351"/>
                </a:moveTo>
                <a:lnTo>
                  <a:pt x="1385226" y="3153294"/>
                </a:lnTo>
                <a:lnTo>
                  <a:pt x="1367285" y="3174671"/>
                </a:lnTo>
                <a:lnTo>
                  <a:pt x="1345913" y="3156728"/>
                </a:lnTo>
                <a:lnTo>
                  <a:pt x="1363854" y="3135351"/>
                </a:lnTo>
                <a:close/>
              </a:path>
              <a:path w="5457190" h="6282690">
                <a:moveTo>
                  <a:pt x="1487840" y="3240682"/>
                </a:moveTo>
                <a:lnTo>
                  <a:pt x="1507760" y="3257405"/>
                </a:lnTo>
                <a:lnTo>
                  <a:pt x="1491041" y="3277317"/>
                </a:lnTo>
                <a:lnTo>
                  <a:pt x="1471121" y="3260594"/>
                </a:lnTo>
                <a:lnTo>
                  <a:pt x="1487840" y="3240682"/>
                </a:lnTo>
                <a:close/>
              </a:path>
              <a:path w="5457190" h="6282690">
                <a:moveTo>
                  <a:pt x="1611871" y="3346459"/>
                </a:moveTo>
                <a:lnTo>
                  <a:pt x="1629844" y="3361549"/>
                </a:lnTo>
                <a:lnTo>
                  <a:pt x="1614759" y="3379520"/>
                </a:lnTo>
                <a:lnTo>
                  <a:pt x="1596787" y="3364430"/>
                </a:lnTo>
                <a:lnTo>
                  <a:pt x="1611871" y="3346459"/>
                </a:lnTo>
                <a:close/>
              </a:path>
              <a:path w="5457190" h="6282690">
                <a:moveTo>
                  <a:pt x="1735861" y="3451782"/>
                </a:moveTo>
                <a:lnTo>
                  <a:pt x="1752381" y="3465645"/>
                </a:lnTo>
                <a:lnTo>
                  <a:pt x="1738517" y="3482165"/>
                </a:lnTo>
                <a:lnTo>
                  <a:pt x="1721997" y="3468301"/>
                </a:lnTo>
                <a:lnTo>
                  <a:pt x="1735861" y="3451782"/>
                </a:lnTo>
                <a:close/>
              </a:path>
              <a:path w="5457190" h="6282690">
                <a:moveTo>
                  <a:pt x="1859887" y="3557560"/>
                </a:moveTo>
                <a:lnTo>
                  <a:pt x="1874459" y="3569792"/>
                </a:lnTo>
                <a:lnTo>
                  <a:pt x="1862228" y="3584364"/>
                </a:lnTo>
                <a:lnTo>
                  <a:pt x="1847656" y="3572133"/>
                </a:lnTo>
                <a:lnTo>
                  <a:pt x="1859887" y="3557560"/>
                </a:lnTo>
                <a:close/>
              </a:path>
              <a:path w="5457190" h="6282690">
                <a:moveTo>
                  <a:pt x="1983881" y="3662895"/>
                </a:moveTo>
                <a:lnTo>
                  <a:pt x="1996994" y="3673902"/>
                </a:lnTo>
                <a:lnTo>
                  <a:pt x="1985987" y="3687016"/>
                </a:lnTo>
                <a:lnTo>
                  <a:pt x="1972874" y="3676009"/>
                </a:lnTo>
                <a:lnTo>
                  <a:pt x="1983881" y="3662895"/>
                </a:lnTo>
                <a:close/>
              </a:path>
              <a:path w="5457190" h="6282690">
                <a:moveTo>
                  <a:pt x="2107877" y="3768216"/>
                </a:moveTo>
                <a:lnTo>
                  <a:pt x="2119533" y="3778004"/>
                </a:lnTo>
                <a:lnTo>
                  <a:pt x="2109744" y="3789661"/>
                </a:lnTo>
                <a:lnTo>
                  <a:pt x="2098090" y="3779878"/>
                </a:lnTo>
                <a:lnTo>
                  <a:pt x="2107877" y="3768216"/>
                </a:lnTo>
                <a:close/>
              </a:path>
              <a:path w="5457190" h="6282690">
                <a:moveTo>
                  <a:pt x="2231903" y="3873995"/>
                </a:moveTo>
                <a:lnTo>
                  <a:pt x="2241617" y="3882149"/>
                </a:lnTo>
                <a:lnTo>
                  <a:pt x="2233463" y="3891864"/>
                </a:lnTo>
                <a:lnTo>
                  <a:pt x="2223748" y="3883709"/>
                </a:lnTo>
                <a:lnTo>
                  <a:pt x="2231903" y="3873995"/>
                </a:lnTo>
                <a:close/>
              </a:path>
              <a:path w="5457190" h="6282690">
                <a:moveTo>
                  <a:pt x="2355894" y="3979323"/>
                </a:moveTo>
                <a:lnTo>
                  <a:pt x="2364152" y="3986259"/>
                </a:lnTo>
                <a:lnTo>
                  <a:pt x="2357222" y="3994515"/>
                </a:lnTo>
                <a:lnTo>
                  <a:pt x="2348965" y="3987579"/>
                </a:lnTo>
                <a:lnTo>
                  <a:pt x="2355894" y="3979323"/>
                </a:lnTo>
                <a:close/>
              </a:path>
              <a:path w="5457190" h="6282690">
                <a:moveTo>
                  <a:pt x="2479845" y="4084204"/>
                </a:moveTo>
                <a:lnTo>
                  <a:pt x="2487131" y="4090317"/>
                </a:lnTo>
                <a:lnTo>
                  <a:pt x="2481012" y="4097604"/>
                </a:lnTo>
                <a:lnTo>
                  <a:pt x="2473727" y="4091491"/>
                </a:lnTo>
                <a:lnTo>
                  <a:pt x="2479845" y="4084204"/>
                </a:lnTo>
                <a:close/>
              </a:path>
              <a:path w="5457190" h="6282690">
                <a:moveTo>
                  <a:pt x="2603797" y="4189085"/>
                </a:moveTo>
                <a:lnTo>
                  <a:pt x="2610113" y="4194387"/>
                </a:lnTo>
                <a:lnTo>
                  <a:pt x="2604812" y="4200703"/>
                </a:lnTo>
                <a:lnTo>
                  <a:pt x="2598495" y="4195401"/>
                </a:lnTo>
                <a:lnTo>
                  <a:pt x="2603797" y="4189085"/>
                </a:lnTo>
                <a:close/>
              </a:path>
              <a:path w="5457190" h="6282690">
                <a:moveTo>
                  <a:pt x="2727788" y="4294413"/>
                </a:moveTo>
                <a:lnTo>
                  <a:pt x="2732646" y="4298491"/>
                </a:lnTo>
                <a:lnTo>
                  <a:pt x="2728569" y="4303348"/>
                </a:lnTo>
                <a:lnTo>
                  <a:pt x="2723711" y="4299271"/>
                </a:lnTo>
                <a:lnTo>
                  <a:pt x="2727788" y="4294413"/>
                </a:lnTo>
                <a:close/>
              </a:path>
              <a:path w="5457190" h="6282690">
                <a:moveTo>
                  <a:pt x="2851745" y="4399292"/>
                </a:moveTo>
                <a:lnTo>
                  <a:pt x="2855626" y="4402555"/>
                </a:lnTo>
                <a:lnTo>
                  <a:pt x="2852360" y="4406444"/>
                </a:lnTo>
                <a:lnTo>
                  <a:pt x="2848479" y="4403181"/>
                </a:lnTo>
                <a:lnTo>
                  <a:pt x="2851745" y="4399292"/>
                </a:lnTo>
                <a:close/>
              </a:path>
              <a:path w="5457190" h="6282690">
                <a:moveTo>
                  <a:pt x="2975697" y="4504173"/>
                </a:moveTo>
                <a:lnTo>
                  <a:pt x="2978609" y="4506625"/>
                </a:lnTo>
                <a:lnTo>
                  <a:pt x="2976163" y="4509535"/>
                </a:lnTo>
                <a:lnTo>
                  <a:pt x="2973254" y="4507089"/>
                </a:lnTo>
                <a:lnTo>
                  <a:pt x="2975697" y="4504173"/>
                </a:lnTo>
                <a:close/>
              </a:path>
              <a:path w="5457190" h="6282690">
                <a:moveTo>
                  <a:pt x="3099650" y="4609060"/>
                </a:moveTo>
                <a:lnTo>
                  <a:pt x="3101587" y="4610682"/>
                </a:lnTo>
                <a:lnTo>
                  <a:pt x="3099955" y="4612630"/>
                </a:lnTo>
                <a:lnTo>
                  <a:pt x="3098016" y="4611001"/>
                </a:lnTo>
                <a:lnTo>
                  <a:pt x="3099650" y="4609060"/>
                </a:lnTo>
                <a:close/>
              </a:path>
              <a:path w="5457190" h="6282690">
                <a:moveTo>
                  <a:pt x="3222784" y="4714912"/>
                </a:moveTo>
                <a:lnTo>
                  <a:pt x="3224154" y="4714413"/>
                </a:lnTo>
                <a:lnTo>
                  <a:pt x="3224566" y="4714760"/>
                </a:lnTo>
                <a:lnTo>
                  <a:pt x="3223196" y="4715258"/>
                </a:lnTo>
                <a:lnTo>
                  <a:pt x="3222784" y="4714912"/>
                </a:lnTo>
                <a:close/>
              </a:path>
              <a:path w="5457190" h="6282690">
                <a:moveTo>
                  <a:pt x="19484" y="2200581"/>
                </a:moveTo>
                <a:lnTo>
                  <a:pt x="61264" y="2235654"/>
                </a:lnTo>
                <a:lnTo>
                  <a:pt x="26195" y="2277426"/>
                </a:lnTo>
                <a:lnTo>
                  <a:pt x="0" y="2255438"/>
                </a:lnTo>
                <a:lnTo>
                  <a:pt x="0" y="2223794"/>
                </a:lnTo>
                <a:lnTo>
                  <a:pt x="19484" y="2200581"/>
                </a:lnTo>
                <a:close/>
              </a:path>
              <a:path w="5457190" h="6282690">
                <a:moveTo>
                  <a:pt x="143557" y="2306805"/>
                </a:moveTo>
                <a:lnTo>
                  <a:pt x="182907" y="2339837"/>
                </a:lnTo>
                <a:lnTo>
                  <a:pt x="149873" y="2379181"/>
                </a:lnTo>
                <a:lnTo>
                  <a:pt x="110531" y="2346153"/>
                </a:lnTo>
                <a:lnTo>
                  <a:pt x="143557" y="2306805"/>
                </a:lnTo>
                <a:close/>
              </a:path>
              <a:path w="5457190" h="6282690">
                <a:moveTo>
                  <a:pt x="267587" y="2412576"/>
                </a:moveTo>
                <a:lnTo>
                  <a:pt x="304998" y="2443979"/>
                </a:lnTo>
                <a:lnTo>
                  <a:pt x="273592" y="2481384"/>
                </a:lnTo>
                <a:lnTo>
                  <a:pt x="236189" y="2449985"/>
                </a:lnTo>
                <a:lnTo>
                  <a:pt x="267587" y="2412576"/>
                </a:lnTo>
                <a:close/>
              </a:path>
              <a:path w="5457190" h="6282690">
                <a:moveTo>
                  <a:pt x="391613" y="2518355"/>
                </a:moveTo>
                <a:lnTo>
                  <a:pt x="427076" y="2548126"/>
                </a:lnTo>
                <a:lnTo>
                  <a:pt x="397308" y="2583581"/>
                </a:lnTo>
                <a:lnTo>
                  <a:pt x="361847" y="2553816"/>
                </a:lnTo>
                <a:lnTo>
                  <a:pt x="391613" y="2518355"/>
                </a:lnTo>
                <a:close/>
              </a:path>
              <a:path w="5457190" h="6282690">
                <a:moveTo>
                  <a:pt x="515644" y="2624132"/>
                </a:moveTo>
                <a:lnTo>
                  <a:pt x="549164" y="2652262"/>
                </a:lnTo>
                <a:lnTo>
                  <a:pt x="521027" y="2685785"/>
                </a:lnTo>
                <a:lnTo>
                  <a:pt x="487505" y="2657647"/>
                </a:lnTo>
                <a:lnTo>
                  <a:pt x="515644" y="2624132"/>
                </a:lnTo>
                <a:close/>
              </a:path>
              <a:path w="5457190" h="6282690">
                <a:moveTo>
                  <a:pt x="639715" y="2730350"/>
                </a:moveTo>
                <a:lnTo>
                  <a:pt x="670809" y="2756452"/>
                </a:lnTo>
                <a:lnTo>
                  <a:pt x="644705" y="2787540"/>
                </a:lnTo>
                <a:lnTo>
                  <a:pt x="613619" y="2761442"/>
                </a:lnTo>
                <a:lnTo>
                  <a:pt x="639715" y="2730350"/>
                </a:lnTo>
                <a:close/>
              </a:path>
              <a:path w="5457190" h="6282690">
                <a:moveTo>
                  <a:pt x="763745" y="2836121"/>
                </a:moveTo>
                <a:lnTo>
                  <a:pt x="792891" y="2860590"/>
                </a:lnTo>
                <a:lnTo>
                  <a:pt x="768424" y="2889743"/>
                </a:lnTo>
                <a:lnTo>
                  <a:pt x="739277" y="2865274"/>
                </a:lnTo>
                <a:lnTo>
                  <a:pt x="763745" y="2836121"/>
                </a:lnTo>
                <a:close/>
              </a:path>
              <a:path w="5457190" h="6282690">
                <a:moveTo>
                  <a:pt x="887817" y="2942346"/>
                </a:moveTo>
                <a:lnTo>
                  <a:pt x="914534" y="2964773"/>
                </a:lnTo>
                <a:lnTo>
                  <a:pt x="892103" y="2991499"/>
                </a:lnTo>
                <a:lnTo>
                  <a:pt x="865385" y="2969071"/>
                </a:lnTo>
                <a:lnTo>
                  <a:pt x="887817" y="2942346"/>
                </a:lnTo>
                <a:close/>
              </a:path>
              <a:path w="5457190" h="6282690">
                <a:moveTo>
                  <a:pt x="1011809" y="3047674"/>
                </a:moveTo>
                <a:lnTo>
                  <a:pt x="1037067" y="3068877"/>
                </a:lnTo>
                <a:lnTo>
                  <a:pt x="1015860" y="3094143"/>
                </a:lnTo>
                <a:lnTo>
                  <a:pt x="990602" y="3072940"/>
                </a:lnTo>
                <a:lnTo>
                  <a:pt x="1011809" y="3047674"/>
                </a:lnTo>
                <a:close/>
              </a:path>
              <a:path w="5457190" h="6282690">
                <a:moveTo>
                  <a:pt x="1135835" y="3153453"/>
                </a:moveTo>
                <a:lnTo>
                  <a:pt x="1159145" y="3173024"/>
                </a:lnTo>
                <a:lnTo>
                  <a:pt x="1139576" y="3196341"/>
                </a:lnTo>
                <a:lnTo>
                  <a:pt x="1116265" y="3176770"/>
                </a:lnTo>
                <a:lnTo>
                  <a:pt x="1135835" y="3153453"/>
                </a:lnTo>
                <a:close/>
              </a:path>
              <a:path w="5457190" h="6282690">
                <a:moveTo>
                  <a:pt x="1259899" y="3259674"/>
                </a:moveTo>
                <a:lnTo>
                  <a:pt x="1280790" y="3277213"/>
                </a:lnTo>
                <a:lnTo>
                  <a:pt x="1263261" y="3298094"/>
                </a:lnTo>
                <a:lnTo>
                  <a:pt x="1242372" y="3280560"/>
                </a:lnTo>
                <a:lnTo>
                  <a:pt x="1259899" y="3259674"/>
                </a:lnTo>
                <a:close/>
              </a:path>
              <a:path w="5457190" h="6282690">
                <a:moveTo>
                  <a:pt x="1383897" y="3365000"/>
                </a:moveTo>
                <a:lnTo>
                  <a:pt x="1403327" y="3381309"/>
                </a:lnTo>
                <a:lnTo>
                  <a:pt x="1387014" y="3400747"/>
                </a:lnTo>
                <a:lnTo>
                  <a:pt x="1367582" y="3384432"/>
                </a:lnTo>
                <a:lnTo>
                  <a:pt x="1383897" y="3365000"/>
                </a:lnTo>
                <a:close/>
              </a:path>
              <a:path w="5457190" h="6282690">
                <a:moveTo>
                  <a:pt x="1507923" y="3470779"/>
                </a:moveTo>
                <a:lnTo>
                  <a:pt x="1525414" y="3485460"/>
                </a:lnTo>
                <a:lnTo>
                  <a:pt x="1510739" y="3502948"/>
                </a:lnTo>
                <a:lnTo>
                  <a:pt x="1493246" y="3488261"/>
                </a:lnTo>
                <a:lnTo>
                  <a:pt x="1507923" y="3470779"/>
                </a:lnTo>
                <a:close/>
              </a:path>
              <a:path w="5457190" h="6282690">
                <a:moveTo>
                  <a:pt x="1631915" y="3576107"/>
                </a:moveTo>
                <a:lnTo>
                  <a:pt x="1647946" y="3589564"/>
                </a:lnTo>
                <a:lnTo>
                  <a:pt x="1634488" y="3605589"/>
                </a:lnTo>
                <a:lnTo>
                  <a:pt x="1618464" y="3592137"/>
                </a:lnTo>
                <a:lnTo>
                  <a:pt x="1631915" y="3576107"/>
                </a:lnTo>
                <a:close/>
              </a:path>
              <a:path w="5457190" h="6282690">
                <a:moveTo>
                  <a:pt x="1755944" y="3681878"/>
                </a:moveTo>
                <a:lnTo>
                  <a:pt x="1770036" y="3693706"/>
                </a:lnTo>
                <a:lnTo>
                  <a:pt x="1758208" y="3707798"/>
                </a:lnTo>
                <a:lnTo>
                  <a:pt x="1744122" y="3695968"/>
                </a:lnTo>
                <a:lnTo>
                  <a:pt x="1755944" y="3681878"/>
                </a:lnTo>
                <a:close/>
              </a:path>
              <a:path w="5457190" h="6282690">
                <a:moveTo>
                  <a:pt x="1879898" y="3786765"/>
                </a:moveTo>
                <a:lnTo>
                  <a:pt x="1893011" y="3797772"/>
                </a:lnTo>
                <a:lnTo>
                  <a:pt x="1881997" y="3810888"/>
                </a:lnTo>
                <a:lnTo>
                  <a:pt x="1868884" y="3799880"/>
                </a:lnTo>
                <a:lnTo>
                  <a:pt x="1879898" y="3786765"/>
                </a:lnTo>
                <a:close/>
              </a:path>
              <a:path w="5457190" h="6282690">
                <a:moveTo>
                  <a:pt x="2003927" y="3892535"/>
                </a:moveTo>
                <a:lnTo>
                  <a:pt x="2015103" y="3901920"/>
                </a:lnTo>
                <a:lnTo>
                  <a:pt x="2005722" y="3913088"/>
                </a:lnTo>
                <a:lnTo>
                  <a:pt x="1994548" y="3903709"/>
                </a:lnTo>
                <a:lnTo>
                  <a:pt x="2003927" y="3892535"/>
                </a:lnTo>
                <a:close/>
              </a:path>
              <a:path w="5457190" h="6282690">
                <a:moveTo>
                  <a:pt x="2127921" y="3997870"/>
                </a:moveTo>
                <a:lnTo>
                  <a:pt x="2137636" y="4006025"/>
                </a:lnTo>
                <a:lnTo>
                  <a:pt x="2129475" y="4015742"/>
                </a:lnTo>
                <a:lnTo>
                  <a:pt x="2119760" y="4007587"/>
                </a:lnTo>
                <a:lnTo>
                  <a:pt x="2127921" y="3997870"/>
                </a:lnTo>
                <a:close/>
              </a:path>
              <a:path w="5457190" h="6282690">
                <a:moveTo>
                  <a:pt x="2251911" y="4103193"/>
                </a:moveTo>
                <a:lnTo>
                  <a:pt x="2260169" y="4110129"/>
                </a:lnTo>
                <a:lnTo>
                  <a:pt x="2253233" y="4118387"/>
                </a:lnTo>
                <a:lnTo>
                  <a:pt x="2244975" y="4111451"/>
                </a:lnTo>
                <a:lnTo>
                  <a:pt x="2251911" y="4103193"/>
                </a:lnTo>
                <a:close/>
              </a:path>
              <a:path w="5457190" h="6282690">
                <a:moveTo>
                  <a:pt x="2375856" y="4208076"/>
                </a:moveTo>
                <a:lnTo>
                  <a:pt x="2383144" y="4214195"/>
                </a:lnTo>
                <a:lnTo>
                  <a:pt x="2377031" y="4221480"/>
                </a:lnTo>
                <a:lnTo>
                  <a:pt x="2369743" y="4215361"/>
                </a:lnTo>
                <a:lnTo>
                  <a:pt x="2375856" y="4208076"/>
                </a:lnTo>
                <a:close/>
              </a:path>
              <a:path w="5457190" h="6282690">
                <a:moveTo>
                  <a:pt x="2499813" y="4312954"/>
                </a:moveTo>
                <a:lnTo>
                  <a:pt x="2506132" y="4318262"/>
                </a:lnTo>
                <a:lnTo>
                  <a:pt x="2500828" y="4324573"/>
                </a:lnTo>
                <a:lnTo>
                  <a:pt x="2494512" y="4319271"/>
                </a:lnTo>
                <a:lnTo>
                  <a:pt x="2499813" y="4312954"/>
                </a:lnTo>
                <a:close/>
              </a:path>
              <a:path w="5457190" h="6282690">
                <a:moveTo>
                  <a:pt x="2623801" y="4418292"/>
                </a:moveTo>
                <a:lnTo>
                  <a:pt x="2628658" y="4422369"/>
                </a:lnTo>
                <a:lnTo>
                  <a:pt x="2624581" y="4427226"/>
                </a:lnTo>
                <a:lnTo>
                  <a:pt x="2619724" y="4423149"/>
                </a:lnTo>
                <a:lnTo>
                  <a:pt x="2623801" y="4418292"/>
                </a:lnTo>
                <a:close/>
              </a:path>
              <a:path w="5457190" h="6282690">
                <a:moveTo>
                  <a:pt x="2747758" y="4523170"/>
                </a:moveTo>
                <a:lnTo>
                  <a:pt x="2751639" y="4526433"/>
                </a:lnTo>
                <a:lnTo>
                  <a:pt x="2748376" y="4530313"/>
                </a:lnTo>
                <a:lnTo>
                  <a:pt x="2744495" y="4527051"/>
                </a:lnTo>
                <a:lnTo>
                  <a:pt x="2747758" y="4523170"/>
                </a:lnTo>
                <a:close/>
              </a:path>
              <a:path w="5457190" h="6282690">
                <a:moveTo>
                  <a:pt x="2871709" y="4628051"/>
                </a:moveTo>
                <a:lnTo>
                  <a:pt x="2874619" y="4630496"/>
                </a:lnTo>
                <a:lnTo>
                  <a:pt x="2872176" y="4633412"/>
                </a:lnTo>
                <a:lnTo>
                  <a:pt x="2869263" y="4630961"/>
                </a:lnTo>
                <a:lnTo>
                  <a:pt x="2871709" y="4628051"/>
                </a:lnTo>
                <a:close/>
              </a:path>
              <a:path w="5457190" h="6282690">
                <a:moveTo>
                  <a:pt x="2995660" y="4732932"/>
                </a:moveTo>
                <a:lnTo>
                  <a:pt x="2997600" y="4734560"/>
                </a:lnTo>
                <a:lnTo>
                  <a:pt x="2995965" y="4736502"/>
                </a:lnTo>
                <a:lnTo>
                  <a:pt x="2994028" y="4734880"/>
                </a:lnTo>
                <a:lnTo>
                  <a:pt x="2995660" y="4732932"/>
                </a:lnTo>
                <a:close/>
              </a:path>
              <a:path w="5457190" h="6282690">
                <a:moveTo>
                  <a:pt x="3118796" y="4838790"/>
                </a:moveTo>
                <a:lnTo>
                  <a:pt x="3120182" y="4838286"/>
                </a:lnTo>
                <a:lnTo>
                  <a:pt x="3120588" y="4838628"/>
                </a:lnTo>
                <a:lnTo>
                  <a:pt x="3119204" y="4839131"/>
                </a:lnTo>
                <a:lnTo>
                  <a:pt x="3118796" y="4838790"/>
                </a:lnTo>
                <a:close/>
              </a:path>
              <a:path w="5457190" h="6282690">
                <a:moveTo>
                  <a:pt x="39570" y="2430684"/>
                </a:moveTo>
                <a:lnTo>
                  <a:pt x="78918" y="2463709"/>
                </a:lnTo>
                <a:lnTo>
                  <a:pt x="45886" y="2503059"/>
                </a:lnTo>
                <a:lnTo>
                  <a:pt x="6542" y="2470025"/>
                </a:lnTo>
                <a:lnTo>
                  <a:pt x="39570" y="2430684"/>
                </a:lnTo>
                <a:close/>
              </a:path>
              <a:path w="5457190" h="6282690">
                <a:moveTo>
                  <a:pt x="163640" y="2536902"/>
                </a:moveTo>
                <a:lnTo>
                  <a:pt x="200555" y="2567894"/>
                </a:lnTo>
                <a:lnTo>
                  <a:pt x="169571" y="2604812"/>
                </a:lnTo>
                <a:lnTo>
                  <a:pt x="132650" y="2573822"/>
                </a:lnTo>
                <a:lnTo>
                  <a:pt x="163640" y="2536902"/>
                </a:lnTo>
                <a:close/>
              </a:path>
              <a:path w="5457190" h="6282690">
                <a:moveTo>
                  <a:pt x="287672" y="2642679"/>
                </a:moveTo>
                <a:lnTo>
                  <a:pt x="322645" y="2672036"/>
                </a:lnTo>
                <a:lnTo>
                  <a:pt x="293281" y="2707012"/>
                </a:lnTo>
                <a:lnTo>
                  <a:pt x="258308" y="2677654"/>
                </a:lnTo>
                <a:lnTo>
                  <a:pt x="287672" y="2642679"/>
                </a:lnTo>
                <a:close/>
              </a:path>
              <a:path w="5457190" h="6282690">
                <a:moveTo>
                  <a:pt x="411702" y="2748450"/>
                </a:moveTo>
                <a:lnTo>
                  <a:pt x="444736" y="2776179"/>
                </a:lnTo>
                <a:lnTo>
                  <a:pt x="417006" y="2809213"/>
                </a:lnTo>
                <a:lnTo>
                  <a:pt x="383972" y="2781483"/>
                </a:lnTo>
                <a:lnTo>
                  <a:pt x="411702" y="2748450"/>
                </a:lnTo>
                <a:close/>
              </a:path>
              <a:path w="5457190" h="6282690">
                <a:moveTo>
                  <a:pt x="535772" y="2854668"/>
                </a:moveTo>
                <a:lnTo>
                  <a:pt x="566370" y="2880358"/>
                </a:lnTo>
                <a:lnTo>
                  <a:pt x="540682" y="2910962"/>
                </a:lnTo>
                <a:lnTo>
                  <a:pt x="510078" y="2885274"/>
                </a:lnTo>
                <a:lnTo>
                  <a:pt x="535772" y="2854668"/>
                </a:lnTo>
                <a:close/>
              </a:path>
              <a:path w="5457190" h="6282690">
                <a:moveTo>
                  <a:pt x="659799" y="2960447"/>
                </a:moveTo>
                <a:lnTo>
                  <a:pt x="688457" y="2984509"/>
                </a:lnTo>
                <a:lnTo>
                  <a:pt x="664403" y="3013171"/>
                </a:lnTo>
                <a:lnTo>
                  <a:pt x="635739" y="2989111"/>
                </a:lnTo>
                <a:lnTo>
                  <a:pt x="659799" y="2960447"/>
                </a:lnTo>
                <a:close/>
              </a:path>
              <a:path w="5457190" h="6282690">
                <a:moveTo>
                  <a:pt x="783830" y="3066224"/>
                </a:moveTo>
                <a:lnTo>
                  <a:pt x="810547" y="3088652"/>
                </a:lnTo>
                <a:lnTo>
                  <a:pt x="788119" y="3115368"/>
                </a:lnTo>
                <a:lnTo>
                  <a:pt x="761402" y="3092941"/>
                </a:lnTo>
                <a:lnTo>
                  <a:pt x="783830" y="3066224"/>
                </a:lnTo>
                <a:close/>
              </a:path>
              <a:path w="5457190" h="6282690">
                <a:moveTo>
                  <a:pt x="907822" y="3171552"/>
                </a:moveTo>
                <a:lnTo>
                  <a:pt x="933080" y="3192756"/>
                </a:lnTo>
                <a:lnTo>
                  <a:pt x="911871" y="3218016"/>
                </a:lnTo>
                <a:lnTo>
                  <a:pt x="886613" y="3196812"/>
                </a:lnTo>
                <a:lnTo>
                  <a:pt x="907822" y="3171552"/>
                </a:lnTo>
                <a:close/>
              </a:path>
              <a:path w="5457190" h="6282690">
                <a:moveTo>
                  <a:pt x="1031886" y="3277773"/>
                </a:moveTo>
                <a:lnTo>
                  <a:pt x="1054723" y="3296938"/>
                </a:lnTo>
                <a:lnTo>
                  <a:pt x="1035551" y="3319777"/>
                </a:lnTo>
                <a:lnTo>
                  <a:pt x="1012719" y="3300603"/>
                </a:lnTo>
                <a:lnTo>
                  <a:pt x="1031886" y="3277773"/>
                </a:lnTo>
                <a:close/>
              </a:path>
              <a:path w="5457190" h="6282690">
                <a:moveTo>
                  <a:pt x="1155916" y="3383543"/>
                </a:moveTo>
                <a:lnTo>
                  <a:pt x="1176807" y="3401083"/>
                </a:lnTo>
                <a:lnTo>
                  <a:pt x="1159273" y="3421972"/>
                </a:lnTo>
                <a:lnTo>
                  <a:pt x="1138382" y="3404432"/>
                </a:lnTo>
                <a:lnTo>
                  <a:pt x="1155916" y="3383543"/>
                </a:lnTo>
                <a:close/>
              </a:path>
              <a:path w="5457190" h="6282690">
                <a:moveTo>
                  <a:pt x="1279908" y="3488872"/>
                </a:moveTo>
                <a:lnTo>
                  <a:pt x="1299340" y="3505187"/>
                </a:lnTo>
                <a:lnTo>
                  <a:pt x="1283030" y="3524617"/>
                </a:lnTo>
                <a:lnTo>
                  <a:pt x="1263598" y="3508302"/>
                </a:lnTo>
                <a:lnTo>
                  <a:pt x="1279908" y="3488872"/>
                </a:lnTo>
                <a:close/>
              </a:path>
              <a:path w="5457190" h="6282690">
                <a:moveTo>
                  <a:pt x="1403934" y="3594651"/>
                </a:moveTo>
                <a:lnTo>
                  <a:pt x="1421427" y="3609338"/>
                </a:lnTo>
                <a:lnTo>
                  <a:pt x="1406750" y="3626820"/>
                </a:lnTo>
                <a:lnTo>
                  <a:pt x="1389259" y="3612139"/>
                </a:lnTo>
                <a:lnTo>
                  <a:pt x="1403934" y="3594651"/>
                </a:lnTo>
                <a:close/>
              </a:path>
              <a:path w="5457190" h="6282690">
                <a:moveTo>
                  <a:pt x="1527931" y="3699977"/>
                </a:moveTo>
                <a:lnTo>
                  <a:pt x="1543963" y="3713434"/>
                </a:lnTo>
                <a:lnTo>
                  <a:pt x="1530500" y="3729467"/>
                </a:lnTo>
                <a:lnTo>
                  <a:pt x="1514475" y="3716009"/>
                </a:lnTo>
                <a:lnTo>
                  <a:pt x="1527931" y="3699977"/>
                </a:lnTo>
                <a:close/>
              </a:path>
              <a:path w="5457190" h="6282690">
                <a:moveTo>
                  <a:pt x="1651957" y="3805756"/>
                </a:moveTo>
                <a:lnTo>
                  <a:pt x="1666049" y="3817584"/>
                </a:lnTo>
                <a:lnTo>
                  <a:pt x="1654219" y="3831670"/>
                </a:lnTo>
                <a:lnTo>
                  <a:pt x="1640133" y="3819840"/>
                </a:lnTo>
                <a:lnTo>
                  <a:pt x="1651957" y="3805756"/>
                </a:lnTo>
                <a:close/>
              </a:path>
              <a:path w="5457190" h="6282690">
                <a:moveTo>
                  <a:pt x="1775950" y="3911084"/>
                </a:moveTo>
                <a:lnTo>
                  <a:pt x="1788582" y="3921688"/>
                </a:lnTo>
                <a:lnTo>
                  <a:pt x="1777977" y="3934315"/>
                </a:lnTo>
                <a:lnTo>
                  <a:pt x="1765352" y="3923715"/>
                </a:lnTo>
                <a:lnTo>
                  <a:pt x="1775950" y="3911084"/>
                </a:lnTo>
                <a:close/>
              </a:path>
              <a:path w="5457190" h="6282690">
                <a:moveTo>
                  <a:pt x="1899945" y="4016405"/>
                </a:moveTo>
                <a:lnTo>
                  <a:pt x="1911121" y="4025790"/>
                </a:lnTo>
                <a:lnTo>
                  <a:pt x="1901736" y="4036966"/>
                </a:lnTo>
                <a:lnTo>
                  <a:pt x="1890560" y="4027581"/>
                </a:lnTo>
                <a:lnTo>
                  <a:pt x="1899945" y="4016405"/>
                </a:lnTo>
                <a:close/>
              </a:path>
              <a:path w="5457190" h="6282690">
                <a:moveTo>
                  <a:pt x="2023971" y="4122184"/>
                </a:moveTo>
                <a:lnTo>
                  <a:pt x="2033199" y="4129937"/>
                </a:lnTo>
                <a:lnTo>
                  <a:pt x="2025452" y="4139164"/>
                </a:lnTo>
                <a:lnTo>
                  <a:pt x="2016220" y="4131419"/>
                </a:lnTo>
                <a:lnTo>
                  <a:pt x="2023971" y="4122184"/>
                </a:lnTo>
                <a:close/>
              </a:path>
              <a:path w="5457190" h="6282690">
                <a:moveTo>
                  <a:pt x="2147922" y="4227065"/>
                </a:moveTo>
                <a:lnTo>
                  <a:pt x="2156180" y="4234001"/>
                </a:lnTo>
                <a:lnTo>
                  <a:pt x="2149252" y="4242263"/>
                </a:lnTo>
                <a:lnTo>
                  <a:pt x="2140988" y="4235329"/>
                </a:lnTo>
                <a:lnTo>
                  <a:pt x="2147922" y="4227065"/>
                </a:lnTo>
                <a:close/>
              </a:path>
              <a:path w="5457190" h="6282690">
                <a:moveTo>
                  <a:pt x="2271873" y="4331946"/>
                </a:moveTo>
                <a:lnTo>
                  <a:pt x="2279161" y="4338065"/>
                </a:lnTo>
                <a:lnTo>
                  <a:pt x="2273048" y="4345350"/>
                </a:lnTo>
                <a:lnTo>
                  <a:pt x="2265760" y="4339231"/>
                </a:lnTo>
                <a:lnTo>
                  <a:pt x="2271873" y="4331946"/>
                </a:lnTo>
                <a:close/>
              </a:path>
              <a:path w="5457190" h="6282690">
                <a:moveTo>
                  <a:pt x="2395866" y="4437281"/>
                </a:moveTo>
                <a:lnTo>
                  <a:pt x="2401693" y="4442169"/>
                </a:lnTo>
                <a:lnTo>
                  <a:pt x="2396801" y="4448003"/>
                </a:lnTo>
                <a:lnTo>
                  <a:pt x="2390973" y="4443108"/>
                </a:lnTo>
                <a:lnTo>
                  <a:pt x="2395866" y="4437281"/>
                </a:lnTo>
                <a:close/>
              </a:path>
              <a:path w="5457190" h="6282690">
                <a:moveTo>
                  <a:pt x="2519818" y="4542162"/>
                </a:moveTo>
                <a:lnTo>
                  <a:pt x="2524676" y="4546239"/>
                </a:lnTo>
                <a:lnTo>
                  <a:pt x="2520598" y="4551096"/>
                </a:lnTo>
                <a:lnTo>
                  <a:pt x="2515741" y="4547019"/>
                </a:lnTo>
                <a:lnTo>
                  <a:pt x="2519818" y="4542162"/>
                </a:lnTo>
                <a:close/>
              </a:path>
              <a:path w="5457190" h="6282690">
                <a:moveTo>
                  <a:pt x="2643775" y="4647040"/>
                </a:moveTo>
                <a:lnTo>
                  <a:pt x="2647656" y="4650303"/>
                </a:lnTo>
                <a:lnTo>
                  <a:pt x="2644396" y="4654190"/>
                </a:lnTo>
                <a:lnTo>
                  <a:pt x="2640509" y="4650929"/>
                </a:lnTo>
                <a:lnTo>
                  <a:pt x="2643775" y="4647040"/>
                </a:lnTo>
                <a:close/>
              </a:path>
              <a:path w="5457190" h="6282690">
                <a:moveTo>
                  <a:pt x="2767721" y="4751923"/>
                </a:moveTo>
                <a:lnTo>
                  <a:pt x="2770639" y="4754372"/>
                </a:lnTo>
                <a:lnTo>
                  <a:pt x="2768188" y="4757285"/>
                </a:lnTo>
                <a:lnTo>
                  <a:pt x="2765278" y="4754839"/>
                </a:lnTo>
                <a:lnTo>
                  <a:pt x="2767721" y="4751923"/>
                </a:lnTo>
                <a:close/>
              </a:path>
              <a:path w="5457190" h="6282690">
                <a:moveTo>
                  <a:pt x="2891674" y="4856810"/>
                </a:moveTo>
                <a:lnTo>
                  <a:pt x="2893611" y="4858432"/>
                </a:lnTo>
                <a:lnTo>
                  <a:pt x="2891985" y="4860377"/>
                </a:lnTo>
                <a:lnTo>
                  <a:pt x="2890046" y="4858749"/>
                </a:lnTo>
                <a:lnTo>
                  <a:pt x="2891674" y="4856810"/>
                </a:lnTo>
                <a:close/>
              </a:path>
              <a:path w="5457190" h="6282690">
                <a:moveTo>
                  <a:pt x="59656" y="2660772"/>
                </a:moveTo>
                <a:lnTo>
                  <a:pt x="96576" y="2691762"/>
                </a:lnTo>
                <a:lnTo>
                  <a:pt x="65581" y="2728685"/>
                </a:lnTo>
                <a:lnTo>
                  <a:pt x="28660" y="2697695"/>
                </a:lnTo>
                <a:lnTo>
                  <a:pt x="59656" y="2660772"/>
                </a:lnTo>
                <a:close/>
              </a:path>
              <a:path w="5457190" h="6282690">
                <a:moveTo>
                  <a:pt x="183682" y="2766551"/>
                </a:moveTo>
                <a:lnTo>
                  <a:pt x="218654" y="2795909"/>
                </a:lnTo>
                <a:lnTo>
                  <a:pt x="189297" y="2830882"/>
                </a:lnTo>
                <a:lnTo>
                  <a:pt x="154324" y="2801524"/>
                </a:lnTo>
                <a:lnTo>
                  <a:pt x="183682" y="2766551"/>
                </a:lnTo>
                <a:close/>
              </a:path>
              <a:path w="5457190" h="6282690">
                <a:moveTo>
                  <a:pt x="307746" y="2872772"/>
                </a:moveTo>
                <a:lnTo>
                  <a:pt x="340297" y="2900092"/>
                </a:lnTo>
                <a:lnTo>
                  <a:pt x="312976" y="2932637"/>
                </a:lnTo>
                <a:lnTo>
                  <a:pt x="280430" y="2905315"/>
                </a:lnTo>
                <a:lnTo>
                  <a:pt x="307746" y="2872772"/>
                </a:lnTo>
                <a:close/>
              </a:path>
              <a:path w="5457190" h="6282690">
                <a:moveTo>
                  <a:pt x="431784" y="2978546"/>
                </a:moveTo>
                <a:lnTo>
                  <a:pt x="462382" y="3004237"/>
                </a:lnTo>
                <a:lnTo>
                  <a:pt x="436694" y="3034841"/>
                </a:lnTo>
                <a:lnTo>
                  <a:pt x="406090" y="3009152"/>
                </a:lnTo>
                <a:lnTo>
                  <a:pt x="431784" y="2978546"/>
                </a:lnTo>
                <a:close/>
              </a:path>
              <a:path w="5457190" h="6282690">
                <a:moveTo>
                  <a:pt x="555848" y="3084767"/>
                </a:moveTo>
                <a:lnTo>
                  <a:pt x="584024" y="3108420"/>
                </a:lnTo>
                <a:lnTo>
                  <a:pt x="560372" y="3136596"/>
                </a:lnTo>
                <a:lnTo>
                  <a:pt x="532196" y="3112943"/>
                </a:lnTo>
                <a:lnTo>
                  <a:pt x="555848" y="3084767"/>
                </a:lnTo>
                <a:close/>
              </a:path>
              <a:path w="5457190" h="6282690">
                <a:moveTo>
                  <a:pt x="679880" y="3190544"/>
                </a:moveTo>
                <a:lnTo>
                  <a:pt x="706111" y="3212570"/>
                </a:lnTo>
                <a:lnTo>
                  <a:pt x="684091" y="3238799"/>
                </a:lnTo>
                <a:lnTo>
                  <a:pt x="657862" y="3216778"/>
                </a:lnTo>
                <a:lnTo>
                  <a:pt x="679880" y="3190544"/>
                </a:lnTo>
                <a:close/>
              </a:path>
              <a:path w="5457190" h="6282690">
                <a:moveTo>
                  <a:pt x="803870" y="3295867"/>
                </a:moveTo>
                <a:lnTo>
                  <a:pt x="828648" y="3316666"/>
                </a:lnTo>
                <a:lnTo>
                  <a:pt x="807848" y="3341444"/>
                </a:lnTo>
                <a:lnTo>
                  <a:pt x="783070" y="3320644"/>
                </a:lnTo>
                <a:lnTo>
                  <a:pt x="803870" y="3295867"/>
                </a:lnTo>
                <a:close/>
              </a:path>
              <a:path w="5457190" h="6282690">
                <a:moveTo>
                  <a:pt x="927942" y="3402091"/>
                </a:moveTo>
                <a:lnTo>
                  <a:pt x="950284" y="3420852"/>
                </a:lnTo>
                <a:lnTo>
                  <a:pt x="931526" y="3443199"/>
                </a:lnTo>
                <a:lnTo>
                  <a:pt x="909178" y="3424441"/>
                </a:lnTo>
                <a:lnTo>
                  <a:pt x="927942" y="3402091"/>
                </a:lnTo>
                <a:close/>
              </a:path>
              <a:path w="5457190" h="6282690">
                <a:moveTo>
                  <a:pt x="1051928" y="3507422"/>
                </a:moveTo>
                <a:lnTo>
                  <a:pt x="1072817" y="3524956"/>
                </a:lnTo>
                <a:lnTo>
                  <a:pt x="1055283" y="3545845"/>
                </a:lnTo>
                <a:lnTo>
                  <a:pt x="1034394" y="3528311"/>
                </a:lnTo>
                <a:lnTo>
                  <a:pt x="1051928" y="3507422"/>
                </a:lnTo>
                <a:close/>
              </a:path>
              <a:path w="5457190" h="6282690">
                <a:moveTo>
                  <a:pt x="1175959" y="3613199"/>
                </a:moveTo>
                <a:lnTo>
                  <a:pt x="1194903" y="3629106"/>
                </a:lnTo>
                <a:lnTo>
                  <a:pt x="1179001" y="3648048"/>
                </a:lnTo>
                <a:lnTo>
                  <a:pt x="1160054" y="3632148"/>
                </a:lnTo>
                <a:lnTo>
                  <a:pt x="1175959" y="3613199"/>
                </a:lnTo>
                <a:close/>
              </a:path>
              <a:path w="5457190" h="6282690">
                <a:moveTo>
                  <a:pt x="1299949" y="3718521"/>
                </a:moveTo>
                <a:lnTo>
                  <a:pt x="1317442" y="3733208"/>
                </a:lnTo>
                <a:lnTo>
                  <a:pt x="1302762" y="3750699"/>
                </a:lnTo>
                <a:lnTo>
                  <a:pt x="1285269" y="3736012"/>
                </a:lnTo>
                <a:lnTo>
                  <a:pt x="1299949" y="3718521"/>
                </a:lnTo>
                <a:close/>
              </a:path>
              <a:path w="5457190" h="6282690">
                <a:moveTo>
                  <a:pt x="1423975" y="3824300"/>
                </a:moveTo>
                <a:lnTo>
                  <a:pt x="1439526" y="3837353"/>
                </a:lnTo>
                <a:lnTo>
                  <a:pt x="1426477" y="3852896"/>
                </a:lnTo>
                <a:lnTo>
                  <a:pt x="1410932" y="3839841"/>
                </a:lnTo>
                <a:lnTo>
                  <a:pt x="1423975" y="3824300"/>
                </a:lnTo>
                <a:close/>
              </a:path>
              <a:path w="5457190" h="6282690">
                <a:moveTo>
                  <a:pt x="1547967" y="3929629"/>
                </a:moveTo>
                <a:lnTo>
                  <a:pt x="1562059" y="3941457"/>
                </a:lnTo>
                <a:lnTo>
                  <a:pt x="1550231" y="3955549"/>
                </a:lnTo>
                <a:lnTo>
                  <a:pt x="1536145" y="3943719"/>
                </a:lnTo>
                <a:lnTo>
                  <a:pt x="1547967" y="3929629"/>
                </a:lnTo>
                <a:close/>
              </a:path>
              <a:path w="5457190" h="6282690">
                <a:moveTo>
                  <a:pt x="1671965" y="4034955"/>
                </a:moveTo>
                <a:lnTo>
                  <a:pt x="1684598" y="4045559"/>
                </a:lnTo>
                <a:lnTo>
                  <a:pt x="1673989" y="4058194"/>
                </a:lnTo>
                <a:lnTo>
                  <a:pt x="1661362" y="4047588"/>
                </a:lnTo>
                <a:lnTo>
                  <a:pt x="1671965" y="4034955"/>
                </a:lnTo>
                <a:close/>
              </a:path>
              <a:path w="5457190" h="6282690">
                <a:moveTo>
                  <a:pt x="1795991" y="4140734"/>
                </a:moveTo>
                <a:lnTo>
                  <a:pt x="1806676" y="4149706"/>
                </a:lnTo>
                <a:lnTo>
                  <a:pt x="1797711" y="4160389"/>
                </a:lnTo>
                <a:lnTo>
                  <a:pt x="1787025" y="4151418"/>
                </a:lnTo>
                <a:lnTo>
                  <a:pt x="1795991" y="4140734"/>
                </a:lnTo>
                <a:close/>
              </a:path>
              <a:path w="5457190" h="6282690">
                <a:moveTo>
                  <a:pt x="1919982" y="4246063"/>
                </a:moveTo>
                <a:lnTo>
                  <a:pt x="1929209" y="4253810"/>
                </a:lnTo>
                <a:lnTo>
                  <a:pt x="1921464" y="4263042"/>
                </a:lnTo>
                <a:lnTo>
                  <a:pt x="1912229" y="4255291"/>
                </a:lnTo>
                <a:lnTo>
                  <a:pt x="1919982" y="4246063"/>
                </a:lnTo>
                <a:close/>
              </a:path>
              <a:path w="5457190" h="6282690">
                <a:moveTo>
                  <a:pt x="2043980" y="4351389"/>
                </a:moveTo>
                <a:lnTo>
                  <a:pt x="2051747" y="4357912"/>
                </a:lnTo>
                <a:lnTo>
                  <a:pt x="2045221" y="4365687"/>
                </a:lnTo>
                <a:lnTo>
                  <a:pt x="2037447" y="4359167"/>
                </a:lnTo>
                <a:lnTo>
                  <a:pt x="2043980" y="4351389"/>
                </a:lnTo>
                <a:close/>
              </a:path>
              <a:path w="5457190" h="6282690">
                <a:moveTo>
                  <a:pt x="2167925" y="4456272"/>
                </a:moveTo>
                <a:lnTo>
                  <a:pt x="2174730" y="4461981"/>
                </a:lnTo>
                <a:lnTo>
                  <a:pt x="2169025" y="4468778"/>
                </a:lnTo>
                <a:lnTo>
                  <a:pt x="2162220" y="4463069"/>
                </a:lnTo>
                <a:lnTo>
                  <a:pt x="2167925" y="4456272"/>
                </a:lnTo>
                <a:close/>
              </a:path>
              <a:path w="5457190" h="6282690">
                <a:moveTo>
                  <a:pt x="2291877" y="4561153"/>
                </a:moveTo>
                <a:lnTo>
                  <a:pt x="2297705" y="4566047"/>
                </a:lnTo>
                <a:lnTo>
                  <a:pt x="2292817" y="4571873"/>
                </a:lnTo>
                <a:lnTo>
                  <a:pt x="2286988" y="4566979"/>
                </a:lnTo>
                <a:lnTo>
                  <a:pt x="2291877" y="4561153"/>
                </a:lnTo>
                <a:close/>
              </a:path>
              <a:path w="5457190" h="6282690">
                <a:moveTo>
                  <a:pt x="2415834" y="4666032"/>
                </a:moveTo>
                <a:lnTo>
                  <a:pt x="2420691" y="4670109"/>
                </a:lnTo>
                <a:lnTo>
                  <a:pt x="2416614" y="4674966"/>
                </a:lnTo>
                <a:lnTo>
                  <a:pt x="2411757" y="4670889"/>
                </a:lnTo>
                <a:lnTo>
                  <a:pt x="2415834" y="4666032"/>
                </a:lnTo>
                <a:close/>
              </a:path>
              <a:path w="5457190" h="6282690">
                <a:moveTo>
                  <a:pt x="2539785" y="4770913"/>
                </a:moveTo>
                <a:lnTo>
                  <a:pt x="2543666" y="4774175"/>
                </a:lnTo>
                <a:lnTo>
                  <a:pt x="2540405" y="4778062"/>
                </a:lnTo>
                <a:lnTo>
                  <a:pt x="2536519" y="4774802"/>
                </a:lnTo>
                <a:lnTo>
                  <a:pt x="2539785" y="4770913"/>
                </a:lnTo>
                <a:close/>
              </a:path>
              <a:path w="5457190" h="6282690">
                <a:moveTo>
                  <a:pt x="2663736" y="4875794"/>
                </a:moveTo>
                <a:lnTo>
                  <a:pt x="2666655" y="4878243"/>
                </a:lnTo>
                <a:lnTo>
                  <a:pt x="2664205" y="4881161"/>
                </a:lnTo>
                <a:lnTo>
                  <a:pt x="2661287" y="4878712"/>
                </a:lnTo>
                <a:lnTo>
                  <a:pt x="2663736" y="4875794"/>
                </a:lnTo>
                <a:close/>
              </a:path>
              <a:path w="5457190" h="6282690">
                <a:moveTo>
                  <a:pt x="2787689" y="4980680"/>
                </a:moveTo>
                <a:lnTo>
                  <a:pt x="2789629" y="4982308"/>
                </a:lnTo>
                <a:lnTo>
                  <a:pt x="2788001" y="4984248"/>
                </a:lnTo>
                <a:lnTo>
                  <a:pt x="2786061" y="4982620"/>
                </a:lnTo>
                <a:lnTo>
                  <a:pt x="2787689" y="4980680"/>
                </a:lnTo>
                <a:close/>
              </a:path>
              <a:path w="5457190" h="6282690">
                <a:moveTo>
                  <a:pt x="79730" y="2890865"/>
                </a:moveTo>
                <a:lnTo>
                  <a:pt x="114225" y="2919825"/>
                </a:lnTo>
                <a:lnTo>
                  <a:pt x="85271" y="2954318"/>
                </a:lnTo>
                <a:lnTo>
                  <a:pt x="50776" y="2925358"/>
                </a:lnTo>
                <a:lnTo>
                  <a:pt x="79730" y="2890865"/>
                </a:lnTo>
                <a:close/>
              </a:path>
              <a:path w="5457190" h="6282690">
                <a:moveTo>
                  <a:pt x="203803" y="2997090"/>
                </a:moveTo>
                <a:lnTo>
                  <a:pt x="235866" y="3024002"/>
                </a:lnTo>
                <a:lnTo>
                  <a:pt x="208947" y="3056067"/>
                </a:lnTo>
                <a:lnTo>
                  <a:pt x="176884" y="3029155"/>
                </a:lnTo>
                <a:lnTo>
                  <a:pt x="203803" y="2997090"/>
                </a:lnTo>
                <a:close/>
              </a:path>
              <a:path w="5457190" h="6282690">
                <a:moveTo>
                  <a:pt x="327829" y="3102868"/>
                </a:moveTo>
                <a:lnTo>
                  <a:pt x="357952" y="3128153"/>
                </a:lnTo>
                <a:lnTo>
                  <a:pt x="332672" y="3158268"/>
                </a:lnTo>
                <a:lnTo>
                  <a:pt x="302548" y="3132984"/>
                </a:lnTo>
                <a:lnTo>
                  <a:pt x="327829" y="3102868"/>
                </a:lnTo>
                <a:close/>
              </a:path>
              <a:path w="5457190" h="6282690">
                <a:moveTo>
                  <a:pt x="451901" y="3209093"/>
                </a:moveTo>
                <a:lnTo>
                  <a:pt x="479595" y="3232336"/>
                </a:lnTo>
                <a:lnTo>
                  <a:pt x="456351" y="3260024"/>
                </a:lnTo>
                <a:lnTo>
                  <a:pt x="428657" y="3236781"/>
                </a:lnTo>
                <a:lnTo>
                  <a:pt x="451901" y="3209093"/>
                </a:lnTo>
                <a:close/>
              </a:path>
              <a:path w="5457190" h="6282690">
                <a:moveTo>
                  <a:pt x="575896" y="3314414"/>
                </a:moveTo>
                <a:lnTo>
                  <a:pt x="602128" y="3336440"/>
                </a:lnTo>
                <a:lnTo>
                  <a:pt x="580108" y="3362668"/>
                </a:lnTo>
                <a:lnTo>
                  <a:pt x="553879" y="3340648"/>
                </a:lnTo>
                <a:lnTo>
                  <a:pt x="575896" y="3314414"/>
                </a:lnTo>
                <a:close/>
              </a:path>
              <a:path w="5457190" h="6282690">
                <a:moveTo>
                  <a:pt x="699923" y="3420193"/>
                </a:moveTo>
                <a:lnTo>
                  <a:pt x="724212" y="3440585"/>
                </a:lnTo>
                <a:lnTo>
                  <a:pt x="703826" y="3464872"/>
                </a:lnTo>
                <a:lnTo>
                  <a:pt x="679537" y="3444480"/>
                </a:lnTo>
                <a:lnTo>
                  <a:pt x="699923" y="3420193"/>
                </a:lnTo>
                <a:close/>
              </a:path>
              <a:path w="5457190" h="6282690">
                <a:moveTo>
                  <a:pt x="823996" y="3526417"/>
                </a:moveTo>
                <a:lnTo>
                  <a:pt x="845855" y="3544768"/>
                </a:lnTo>
                <a:lnTo>
                  <a:pt x="827505" y="3566627"/>
                </a:lnTo>
                <a:lnTo>
                  <a:pt x="805645" y="3548277"/>
                </a:lnTo>
                <a:lnTo>
                  <a:pt x="823996" y="3526417"/>
                </a:lnTo>
                <a:close/>
              </a:path>
              <a:path w="5457190" h="6282690">
                <a:moveTo>
                  <a:pt x="947979" y="3631742"/>
                </a:moveTo>
                <a:lnTo>
                  <a:pt x="968387" y="3648872"/>
                </a:lnTo>
                <a:lnTo>
                  <a:pt x="951261" y="3669273"/>
                </a:lnTo>
                <a:lnTo>
                  <a:pt x="930853" y="3652143"/>
                </a:lnTo>
                <a:lnTo>
                  <a:pt x="947979" y="3631742"/>
                </a:lnTo>
                <a:close/>
              </a:path>
              <a:path w="5457190" h="6282690">
                <a:moveTo>
                  <a:pt x="1072011" y="3737519"/>
                </a:moveTo>
                <a:lnTo>
                  <a:pt x="1090472" y="3753017"/>
                </a:lnTo>
                <a:lnTo>
                  <a:pt x="1074973" y="3771478"/>
                </a:lnTo>
                <a:lnTo>
                  <a:pt x="1056512" y="3755980"/>
                </a:lnTo>
                <a:lnTo>
                  <a:pt x="1072011" y="3737519"/>
                </a:lnTo>
                <a:close/>
              </a:path>
              <a:path w="5457190" h="6282690">
                <a:moveTo>
                  <a:pt x="1196002" y="3842847"/>
                </a:moveTo>
                <a:lnTo>
                  <a:pt x="1213005" y="3857121"/>
                </a:lnTo>
                <a:lnTo>
                  <a:pt x="1198731" y="3874123"/>
                </a:lnTo>
                <a:lnTo>
                  <a:pt x="1181729" y="3859850"/>
                </a:lnTo>
                <a:lnTo>
                  <a:pt x="1196002" y="3842847"/>
                </a:lnTo>
                <a:close/>
              </a:path>
              <a:path w="5457190" h="6282690">
                <a:moveTo>
                  <a:pt x="1319994" y="3948176"/>
                </a:moveTo>
                <a:lnTo>
                  <a:pt x="1335537" y="3961225"/>
                </a:lnTo>
                <a:lnTo>
                  <a:pt x="1322488" y="3976768"/>
                </a:lnTo>
                <a:lnTo>
                  <a:pt x="1306945" y="3963719"/>
                </a:lnTo>
                <a:lnTo>
                  <a:pt x="1319994" y="3948176"/>
                </a:lnTo>
                <a:close/>
              </a:path>
              <a:path w="5457190" h="6282690">
                <a:moveTo>
                  <a:pt x="1444026" y="4053953"/>
                </a:moveTo>
                <a:lnTo>
                  <a:pt x="1457627" y="4065367"/>
                </a:lnTo>
                <a:lnTo>
                  <a:pt x="1446207" y="4078971"/>
                </a:lnTo>
                <a:lnTo>
                  <a:pt x="1432606" y="4067557"/>
                </a:lnTo>
                <a:lnTo>
                  <a:pt x="1444026" y="4053953"/>
                </a:lnTo>
                <a:close/>
              </a:path>
              <a:path w="5457190" h="6282690">
                <a:moveTo>
                  <a:pt x="1568016" y="4159275"/>
                </a:moveTo>
                <a:lnTo>
                  <a:pt x="1580161" y="4169471"/>
                </a:lnTo>
                <a:lnTo>
                  <a:pt x="1569964" y="4181616"/>
                </a:lnTo>
                <a:lnTo>
                  <a:pt x="1557819" y="4171420"/>
                </a:lnTo>
                <a:lnTo>
                  <a:pt x="1568016" y="4159275"/>
                </a:lnTo>
                <a:close/>
              </a:path>
              <a:path w="5457190" h="6282690">
                <a:moveTo>
                  <a:pt x="1692010" y="4264610"/>
                </a:moveTo>
                <a:lnTo>
                  <a:pt x="1702693" y="4273576"/>
                </a:lnTo>
                <a:lnTo>
                  <a:pt x="1693721" y="4284262"/>
                </a:lnTo>
                <a:lnTo>
                  <a:pt x="1683038" y="4275296"/>
                </a:lnTo>
                <a:lnTo>
                  <a:pt x="1692010" y="4264610"/>
                </a:lnTo>
                <a:close/>
              </a:path>
              <a:path w="5457190" h="6282690">
                <a:moveTo>
                  <a:pt x="1816039" y="4370381"/>
                </a:moveTo>
                <a:lnTo>
                  <a:pt x="1824785" y="4377724"/>
                </a:lnTo>
                <a:lnTo>
                  <a:pt x="1817442" y="4386471"/>
                </a:lnTo>
                <a:lnTo>
                  <a:pt x="1808696" y="4379127"/>
                </a:lnTo>
                <a:lnTo>
                  <a:pt x="1816039" y="4370381"/>
                </a:lnTo>
                <a:close/>
              </a:path>
              <a:path w="5457190" h="6282690">
                <a:moveTo>
                  <a:pt x="1939990" y="4475262"/>
                </a:moveTo>
                <a:lnTo>
                  <a:pt x="1947758" y="4481784"/>
                </a:lnTo>
                <a:lnTo>
                  <a:pt x="1941237" y="4489558"/>
                </a:lnTo>
                <a:lnTo>
                  <a:pt x="1933463" y="4483037"/>
                </a:lnTo>
                <a:lnTo>
                  <a:pt x="1939990" y="4475262"/>
                </a:lnTo>
                <a:close/>
              </a:path>
              <a:path w="5457190" h="6282690">
                <a:moveTo>
                  <a:pt x="2063942" y="4580142"/>
                </a:moveTo>
                <a:lnTo>
                  <a:pt x="2070747" y="4585852"/>
                </a:lnTo>
                <a:lnTo>
                  <a:pt x="2065037" y="4592657"/>
                </a:lnTo>
                <a:lnTo>
                  <a:pt x="2058232" y="4586948"/>
                </a:lnTo>
                <a:lnTo>
                  <a:pt x="2063942" y="4580142"/>
                </a:lnTo>
                <a:close/>
              </a:path>
              <a:path w="5457190" h="6282690">
                <a:moveTo>
                  <a:pt x="2187933" y="4685471"/>
                </a:moveTo>
                <a:lnTo>
                  <a:pt x="2193279" y="4689956"/>
                </a:lnTo>
                <a:lnTo>
                  <a:pt x="2188794" y="4695302"/>
                </a:lnTo>
                <a:lnTo>
                  <a:pt x="2183446" y="4690811"/>
                </a:lnTo>
                <a:lnTo>
                  <a:pt x="2187933" y="4685471"/>
                </a:lnTo>
                <a:close/>
              </a:path>
              <a:path w="5457190" h="6282690">
                <a:moveTo>
                  <a:pt x="2311885" y="4790352"/>
                </a:moveTo>
                <a:lnTo>
                  <a:pt x="2316254" y="4794022"/>
                </a:lnTo>
                <a:lnTo>
                  <a:pt x="2312586" y="4798397"/>
                </a:lnTo>
                <a:lnTo>
                  <a:pt x="2308214" y="4794721"/>
                </a:lnTo>
                <a:lnTo>
                  <a:pt x="2311885" y="4790352"/>
                </a:lnTo>
                <a:close/>
              </a:path>
              <a:path w="5457190" h="6282690">
                <a:moveTo>
                  <a:pt x="2435830" y="4895235"/>
                </a:moveTo>
                <a:lnTo>
                  <a:pt x="2439237" y="4898091"/>
                </a:lnTo>
                <a:lnTo>
                  <a:pt x="2436384" y="4901490"/>
                </a:lnTo>
                <a:lnTo>
                  <a:pt x="2432977" y="4898633"/>
                </a:lnTo>
                <a:lnTo>
                  <a:pt x="2435830" y="4895235"/>
                </a:lnTo>
                <a:close/>
              </a:path>
              <a:path w="5457190" h="6282690">
                <a:moveTo>
                  <a:pt x="2559787" y="5000114"/>
                </a:moveTo>
                <a:lnTo>
                  <a:pt x="2562217" y="5002155"/>
                </a:lnTo>
                <a:lnTo>
                  <a:pt x="2560175" y="5004585"/>
                </a:lnTo>
                <a:lnTo>
                  <a:pt x="2557745" y="5002543"/>
                </a:lnTo>
                <a:lnTo>
                  <a:pt x="2559787" y="5000114"/>
                </a:lnTo>
                <a:close/>
              </a:path>
              <a:path w="5457190" h="6282690">
                <a:moveTo>
                  <a:pt x="2683738" y="5104994"/>
                </a:moveTo>
                <a:lnTo>
                  <a:pt x="2685199" y="5106225"/>
                </a:lnTo>
                <a:lnTo>
                  <a:pt x="2683975" y="5107684"/>
                </a:lnTo>
                <a:lnTo>
                  <a:pt x="2682513" y="5106453"/>
                </a:lnTo>
                <a:lnTo>
                  <a:pt x="2683738" y="5104994"/>
                </a:lnTo>
                <a:close/>
              </a:path>
              <a:path w="5457190" h="6282690">
                <a:moveTo>
                  <a:pt x="0" y="3035511"/>
                </a:moveTo>
                <a:lnTo>
                  <a:pt x="9791" y="3043730"/>
                </a:lnTo>
                <a:lnTo>
                  <a:pt x="0" y="3055397"/>
                </a:lnTo>
                <a:lnTo>
                  <a:pt x="0" y="3035511"/>
                </a:lnTo>
                <a:close/>
              </a:path>
              <a:path w="5457190" h="6282690">
                <a:moveTo>
                  <a:pt x="99856" y="3121416"/>
                </a:moveTo>
                <a:lnTo>
                  <a:pt x="131431" y="3147921"/>
                </a:lnTo>
                <a:lnTo>
                  <a:pt x="104926" y="3179496"/>
                </a:lnTo>
                <a:lnTo>
                  <a:pt x="73351" y="3152991"/>
                </a:lnTo>
                <a:lnTo>
                  <a:pt x="99856" y="3121416"/>
                </a:lnTo>
                <a:close/>
              </a:path>
              <a:path w="5457190" h="6282690">
                <a:moveTo>
                  <a:pt x="223886" y="3227187"/>
                </a:moveTo>
                <a:lnTo>
                  <a:pt x="253515" y="3252066"/>
                </a:lnTo>
                <a:lnTo>
                  <a:pt x="228642" y="3281693"/>
                </a:lnTo>
                <a:lnTo>
                  <a:pt x="199015" y="3256820"/>
                </a:lnTo>
                <a:lnTo>
                  <a:pt x="223886" y="3227187"/>
                </a:lnTo>
                <a:close/>
              </a:path>
              <a:path w="5457190" h="6282690">
                <a:moveTo>
                  <a:pt x="347958" y="3333411"/>
                </a:moveTo>
                <a:lnTo>
                  <a:pt x="375157" y="3356249"/>
                </a:lnTo>
                <a:lnTo>
                  <a:pt x="352320" y="3383448"/>
                </a:lnTo>
                <a:lnTo>
                  <a:pt x="325121" y="3360611"/>
                </a:lnTo>
                <a:lnTo>
                  <a:pt x="347958" y="3333411"/>
                </a:lnTo>
                <a:close/>
              </a:path>
              <a:path w="5457190" h="6282690">
                <a:moveTo>
                  <a:pt x="471942" y="3438737"/>
                </a:moveTo>
                <a:lnTo>
                  <a:pt x="497690" y="3460353"/>
                </a:lnTo>
                <a:lnTo>
                  <a:pt x="476077" y="3486094"/>
                </a:lnTo>
                <a:lnTo>
                  <a:pt x="450331" y="3464483"/>
                </a:lnTo>
                <a:lnTo>
                  <a:pt x="471942" y="3438737"/>
                </a:lnTo>
                <a:close/>
              </a:path>
              <a:path w="5457190" h="6282690">
                <a:moveTo>
                  <a:pt x="595973" y="3544513"/>
                </a:moveTo>
                <a:lnTo>
                  <a:pt x="619778" y="3564490"/>
                </a:lnTo>
                <a:lnTo>
                  <a:pt x="599796" y="3588297"/>
                </a:lnTo>
                <a:lnTo>
                  <a:pt x="575989" y="3568314"/>
                </a:lnTo>
                <a:lnTo>
                  <a:pt x="595973" y="3544513"/>
                </a:lnTo>
                <a:close/>
              </a:path>
              <a:path w="5457190" h="6282690">
                <a:moveTo>
                  <a:pt x="720005" y="3650290"/>
                </a:moveTo>
                <a:lnTo>
                  <a:pt x="741865" y="3668641"/>
                </a:lnTo>
                <a:lnTo>
                  <a:pt x="723514" y="3690500"/>
                </a:lnTo>
                <a:lnTo>
                  <a:pt x="701654" y="3672149"/>
                </a:lnTo>
                <a:lnTo>
                  <a:pt x="720005" y="3650290"/>
                </a:lnTo>
                <a:close/>
              </a:path>
              <a:path w="5457190" h="6282690">
                <a:moveTo>
                  <a:pt x="843995" y="3755613"/>
                </a:moveTo>
                <a:lnTo>
                  <a:pt x="864403" y="3772742"/>
                </a:lnTo>
                <a:lnTo>
                  <a:pt x="847274" y="3793151"/>
                </a:lnTo>
                <a:lnTo>
                  <a:pt x="826865" y="3776021"/>
                </a:lnTo>
                <a:lnTo>
                  <a:pt x="843995" y="3755613"/>
                </a:lnTo>
                <a:close/>
              </a:path>
              <a:path w="5457190" h="6282690">
                <a:moveTo>
                  <a:pt x="968021" y="3861391"/>
                </a:moveTo>
                <a:lnTo>
                  <a:pt x="986482" y="3876889"/>
                </a:lnTo>
                <a:lnTo>
                  <a:pt x="970990" y="3895348"/>
                </a:lnTo>
                <a:lnTo>
                  <a:pt x="952529" y="3879850"/>
                </a:lnTo>
                <a:lnTo>
                  <a:pt x="968021" y="3861391"/>
                </a:lnTo>
                <a:close/>
              </a:path>
              <a:path w="5457190" h="6282690">
                <a:moveTo>
                  <a:pt x="1092015" y="3966726"/>
                </a:moveTo>
                <a:lnTo>
                  <a:pt x="1109015" y="3980993"/>
                </a:lnTo>
                <a:lnTo>
                  <a:pt x="1094741" y="3997996"/>
                </a:lnTo>
                <a:lnTo>
                  <a:pt x="1077741" y="3983728"/>
                </a:lnTo>
                <a:lnTo>
                  <a:pt x="1092015" y="3966726"/>
                </a:lnTo>
                <a:close/>
              </a:path>
              <a:path w="5457190" h="6282690">
                <a:moveTo>
                  <a:pt x="1216045" y="4072497"/>
                </a:moveTo>
                <a:lnTo>
                  <a:pt x="1231105" y="4085136"/>
                </a:lnTo>
                <a:lnTo>
                  <a:pt x="1218464" y="4100191"/>
                </a:lnTo>
                <a:lnTo>
                  <a:pt x="1203403" y="4087551"/>
                </a:lnTo>
                <a:lnTo>
                  <a:pt x="1216045" y="4072497"/>
                </a:lnTo>
                <a:close/>
              </a:path>
              <a:path w="5457190" h="6282690">
                <a:moveTo>
                  <a:pt x="1340036" y="4177825"/>
                </a:moveTo>
                <a:lnTo>
                  <a:pt x="1353638" y="4189240"/>
                </a:lnTo>
                <a:lnTo>
                  <a:pt x="1342223" y="4202842"/>
                </a:lnTo>
                <a:lnTo>
                  <a:pt x="1328622" y="4191427"/>
                </a:lnTo>
                <a:lnTo>
                  <a:pt x="1340036" y="4177825"/>
                </a:lnTo>
                <a:close/>
              </a:path>
              <a:path w="5457190" h="6282690">
                <a:moveTo>
                  <a:pt x="1464028" y="4283154"/>
                </a:moveTo>
                <a:lnTo>
                  <a:pt x="1476173" y="4293350"/>
                </a:lnTo>
                <a:lnTo>
                  <a:pt x="1465977" y="4305495"/>
                </a:lnTo>
                <a:lnTo>
                  <a:pt x="1453832" y="4295299"/>
                </a:lnTo>
                <a:lnTo>
                  <a:pt x="1464028" y="4283154"/>
                </a:lnTo>
                <a:close/>
              </a:path>
              <a:path w="5457190" h="6282690">
                <a:moveTo>
                  <a:pt x="1588058" y="4388924"/>
                </a:moveTo>
                <a:lnTo>
                  <a:pt x="1598263" y="4397492"/>
                </a:lnTo>
                <a:lnTo>
                  <a:pt x="1589699" y="4407690"/>
                </a:lnTo>
                <a:lnTo>
                  <a:pt x="1579496" y="4399128"/>
                </a:lnTo>
                <a:lnTo>
                  <a:pt x="1588058" y="4388924"/>
                </a:lnTo>
                <a:close/>
              </a:path>
              <a:path w="5457190" h="6282690">
                <a:moveTo>
                  <a:pt x="1712049" y="4494253"/>
                </a:moveTo>
                <a:lnTo>
                  <a:pt x="1720796" y="4501597"/>
                </a:lnTo>
                <a:lnTo>
                  <a:pt x="1713458" y="4510341"/>
                </a:lnTo>
                <a:lnTo>
                  <a:pt x="1704712" y="4502997"/>
                </a:lnTo>
                <a:lnTo>
                  <a:pt x="1712049" y="4494253"/>
                </a:lnTo>
                <a:close/>
              </a:path>
              <a:path w="5457190" h="6282690">
                <a:moveTo>
                  <a:pt x="1836003" y="4599139"/>
                </a:moveTo>
                <a:lnTo>
                  <a:pt x="1843776" y="4605660"/>
                </a:lnTo>
                <a:lnTo>
                  <a:pt x="1837248" y="4613430"/>
                </a:lnTo>
                <a:lnTo>
                  <a:pt x="1829481" y="4606907"/>
                </a:lnTo>
                <a:lnTo>
                  <a:pt x="1836003" y="4599139"/>
                </a:lnTo>
                <a:close/>
              </a:path>
              <a:path w="5457190" h="6282690">
                <a:moveTo>
                  <a:pt x="1959954" y="4704021"/>
                </a:moveTo>
                <a:lnTo>
                  <a:pt x="1966759" y="4709730"/>
                </a:lnTo>
                <a:lnTo>
                  <a:pt x="1961047" y="4716529"/>
                </a:lnTo>
                <a:lnTo>
                  <a:pt x="1954242" y="4710820"/>
                </a:lnTo>
                <a:lnTo>
                  <a:pt x="1959954" y="4704021"/>
                </a:lnTo>
                <a:close/>
              </a:path>
              <a:path w="5457190" h="6282690">
                <a:moveTo>
                  <a:pt x="2083944" y="4809343"/>
                </a:moveTo>
                <a:lnTo>
                  <a:pt x="2089292" y="4813834"/>
                </a:lnTo>
                <a:lnTo>
                  <a:pt x="2084805" y="4819174"/>
                </a:lnTo>
                <a:lnTo>
                  <a:pt x="2079459" y="4814689"/>
                </a:lnTo>
                <a:lnTo>
                  <a:pt x="2083944" y="4809343"/>
                </a:lnTo>
                <a:close/>
              </a:path>
              <a:path w="5457190" h="6282690">
                <a:moveTo>
                  <a:pt x="2207895" y="4914224"/>
                </a:moveTo>
                <a:lnTo>
                  <a:pt x="2212272" y="4917898"/>
                </a:lnTo>
                <a:lnTo>
                  <a:pt x="2208596" y="4922269"/>
                </a:lnTo>
                <a:lnTo>
                  <a:pt x="2204227" y="4918600"/>
                </a:lnTo>
                <a:lnTo>
                  <a:pt x="2207895" y="4914224"/>
                </a:lnTo>
                <a:close/>
              </a:path>
              <a:path w="5457190" h="6282690">
                <a:moveTo>
                  <a:pt x="2331846" y="5019105"/>
                </a:moveTo>
                <a:lnTo>
                  <a:pt x="2335253" y="5021962"/>
                </a:lnTo>
                <a:lnTo>
                  <a:pt x="2332397" y="5025368"/>
                </a:lnTo>
                <a:lnTo>
                  <a:pt x="2328990" y="5022512"/>
                </a:lnTo>
                <a:lnTo>
                  <a:pt x="2331846" y="5019105"/>
                </a:lnTo>
                <a:close/>
              </a:path>
              <a:path w="5457190" h="6282690">
                <a:moveTo>
                  <a:pt x="2455799" y="5123992"/>
                </a:moveTo>
                <a:lnTo>
                  <a:pt x="2458227" y="5126027"/>
                </a:lnTo>
                <a:lnTo>
                  <a:pt x="2456186" y="5128457"/>
                </a:lnTo>
                <a:lnTo>
                  <a:pt x="2453758" y="5126422"/>
                </a:lnTo>
                <a:lnTo>
                  <a:pt x="2455799" y="5123992"/>
                </a:lnTo>
                <a:close/>
              </a:path>
              <a:path w="5457190" h="6282690">
                <a:moveTo>
                  <a:pt x="2579750" y="5228873"/>
                </a:moveTo>
                <a:lnTo>
                  <a:pt x="2581210" y="5230097"/>
                </a:lnTo>
                <a:lnTo>
                  <a:pt x="2579991" y="5231554"/>
                </a:lnTo>
                <a:lnTo>
                  <a:pt x="2578530" y="5230324"/>
                </a:lnTo>
                <a:lnTo>
                  <a:pt x="2579750" y="5228873"/>
                </a:lnTo>
                <a:close/>
              </a:path>
              <a:path w="5457190" h="6282690">
                <a:moveTo>
                  <a:pt x="0" y="3249167"/>
                </a:moveTo>
                <a:lnTo>
                  <a:pt x="26999" y="3271832"/>
                </a:lnTo>
                <a:lnTo>
                  <a:pt x="895" y="3302920"/>
                </a:lnTo>
                <a:lnTo>
                  <a:pt x="0" y="3302168"/>
                </a:lnTo>
                <a:lnTo>
                  <a:pt x="0" y="3249167"/>
                </a:lnTo>
                <a:close/>
              </a:path>
              <a:path w="5457190" h="6282690">
                <a:moveTo>
                  <a:pt x="119937" y="3351507"/>
                </a:moveTo>
                <a:lnTo>
                  <a:pt x="149089" y="3375974"/>
                </a:lnTo>
                <a:lnTo>
                  <a:pt x="124620" y="3405121"/>
                </a:lnTo>
                <a:lnTo>
                  <a:pt x="95473" y="3380651"/>
                </a:lnTo>
                <a:lnTo>
                  <a:pt x="119937" y="3351507"/>
                </a:lnTo>
                <a:close/>
              </a:path>
              <a:path w="5457190" h="6282690">
                <a:moveTo>
                  <a:pt x="244007" y="3457725"/>
                </a:moveTo>
                <a:lnTo>
                  <a:pt x="270724" y="3480153"/>
                </a:lnTo>
                <a:lnTo>
                  <a:pt x="248296" y="3506870"/>
                </a:lnTo>
                <a:lnTo>
                  <a:pt x="221579" y="3484442"/>
                </a:lnTo>
                <a:lnTo>
                  <a:pt x="244007" y="3457725"/>
                </a:lnTo>
                <a:close/>
              </a:path>
              <a:path w="5457190" h="6282690">
                <a:moveTo>
                  <a:pt x="368001" y="3563060"/>
                </a:moveTo>
                <a:lnTo>
                  <a:pt x="393259" y="3584264"/>
                </a:lnTo>
                <a:lnTo>
                  <a:pt x="372050" y="3609524"/>
                </a:lnTo>
                <a:lnTo>
                  <a:pt x="346792" y="3588320"/>
                </a:lnTo>
                <a:lnTo>
                  <a:pt x="368001" y="3563060"/>
                </a:lnTo>
                <a:close/>
              </a:path>
              <a:path w="5457190" h="6282690">
                <a:moveTo>
                  <a:pt x="492031" y="3668831"/>
                </a:moveTo>
                <a:lnTo>
                  <a:pt x="515349" y="3688406"/>
                </a:lnTo>
                <a:lnTo>
                  <a:pt x="495774" y="3711725"/>
                </a:lnTo>
                <a:lnTo>
                  <a:pt x="472455" y="3692149"/>
                </a:lnTo>
                <a:lnTo>
                  <a:pt x="492031" y="3668831"/>
                </a:lnTo>
                <a:close/>
              </a:path>
              <a:path w="5457190" h="6282690">
                <a:moveTo>
                  <a:pt x="616057" y="3774610"/>
                </a:moveTo>
                <a:lnTo>
                  <a:pt x="637434" y="3792550"/>
                </a:lnTo>
                <a:lnTo>
                  <a:pt x="619485" y="3813924"/>
                </a:lnTo>
                <a:lnTo>
                  <a:pt x="598114" y="3795981"/>
                </a:lnTo>
                <a:lnTo>
                  <a:pt x="616057" y="3774610"/>
                </a:lnTo>
                <a:close/>
              </a:path>
              <a:path w="5457190" h="6282690">
                <a:moveTo>
                  <a:pt x="740048" y="3879938"/>
                </a:moveTo>
                <a:lnTo>
                  <a:pt x="759966" y="3896655"/>
                </a:lnTo>
                <a:lnTo>
                  <a:pt x="743244" y="3916575"/>
                </a:lnTo>
                <a:lnTo>
                  <a:pt x="723331" y="3899856"/>
                </a:lnTo>
                <a:lnTo>
                  <a:pt x="740048" y="3879938"/>
                </a:lnTo>
                <a:close/>
              </a:path>
              <a:path w="5457190" h="6282690">
                <a:moveTo>
                  <a:pt x="864078" y="3985709"/>
                </a:moveTo>
                <a:lnTo>
                  <a:pt x="882051" y="4000799"/>
                </a:lnTo>
                <a:lnTo>
                  <a:pt x="866960" y="4018772"/>
                </a:lnTo>
                <a:lnTo>
                  <a:pt x="848990" y="4003688"/>
                </a:lnTo>
                <a:lnTo>
                  <a:pt x="864078" y="3985709"/>
                </a:lnTo>
                <a:close/>
              </a:path>
              <a:path w="5457190" h="6282690">
                <a:moveTo>
                  <a:pt x="988070" y="4091037"/>
                </a:moveTo>
                <a:lnTo>
                  <a:pt x="1004584" y="4104903"/>
                </a:lnTo>
                <a:lnTo>
                  <a:pt x="990720" y="4121423"/>
                </a:lnTo>
                <a:lnTo>
                  <a:pt x="974198" y="4107553"/>
                </a:lnTo>
                <a:lnTo>
                  <a:pt x="988070" y="4091037"/>
                </a:lnTo>
                <a:close/>
              </a:path>
              <a:path w="5457190" h="6282690">
                <a:moveTo>
                  <a:pt x="1112102" y="4196814"/>
                </a:moveTo>
                <a:lnTo>
                  <a:pt x="1126674" y="4209046"/>
                </a:lnTo>
                <a:lnTo>
                  <a:pt x="1114442" y="4223618"/>
                </a:lnTo>
                <a:lnTo>
                  <a:pt x="1099870" y="4211386"/>
                </a:lnTo>
                <a:lnTo>
                  <a:pt x="1112102" y="4196814"/>
                </a:lnTo>
                <a:close/>
              </a:path>
              <a:path w="5457190" h="6282690">
                <a:moveTo>
                  <a:pt x="1236093" y="4302143"/>
                </a:moveTo>
                <a:lnTo>
                  <a:pt x="1249209" y="4313156"/>
                </a:lnTo>
                <a:lnTo>
                  <a:pt x="1238195" y="4326271"/>
                </a:lnTo>
                <a:lnTo>
                  <a:pt x="1225074" y="4315260"/>
                </a:lnTo>
                <a:lnTo>
                  <a:pt x="1236093" y="4302143"/>
                </a:lnTo>
                <a:close/>
              </a:path>
              <a:path w="5457190" h="6282690">
                <a:moveTo>
                  <a:pt x="1360079" y="4407473"/>
                </a:moveTo>
                <a:lnTo>
                  <a:pt x="1371741" y="4417260"/>
                </a:lnTo>
                <a:lnTo>
                  <a:pt x="1361955" y="4428922"/>
                </a:lnTo>
                <a:lnTo>
                  <a:pt x="1350292" y="4419136"/>
                </a:lnTo>
                <a:lnTo>
                  <a:pt x="1360079" y="4407473"/>
                </a:lnTo>
                <a:close/>
              </a:path>
              <a:path w="5457190" h="6282690">
                <a:moveTo>
                  <a:pt x="1484114" y="4513242"/>
                </a:moveTo>
                <a:lnTo>
                  <a:pt x="1493831" y="4521402"/>
                </a:lnTo>
                <a:lnTo>
                  <a:pt x="1485670" y="4531119"/>
                </a:lnTo>
                <a:lnTo>
                  <a:pt x="1475953" y="4522959"/>
                </a:lnTo>
                <a:lnTo>
                  <a:pt x="1484114" y="4513242"/>
                </a:lnTo>
                <a:close/>
              </a:path>
              <a:path w="5457190" h="6282690">
                <a:moveTo>
                  <a:pt x="1608100" y="4618573"/>
                </a:moveTo>
                <a:lnTo>
                  <a:pt x="1616357" y="4625509"/>
                </a:lnTo>
                <a:lnTo>
                  <a:pt x="1609421" y="4633767"/>
                </a:lnTo>
                <a:lnTo>
                  <a:pt x="1601163" y="4626831"/>
                </a:lnTo>
                <a:lnTo>
                  <a:pt x="1608100" y="4618573"/>
                </a:lnTo>
                <a:close/>
              </a:path>
              <a:path w="5457190" h="6282690">
                <a:moveTo>
                  <a:pt x="1732051" y="4723454"/>
                </a:moveTo>
                <a:lnTo>
                  <a:pt x="1739338" y="4729572"/>
                </a:lnTo>
                <a:lnTo>
                  <a:pt x="1733225" y="4736858"/>
                </a:lnTo>
                <a:lnTo>
                  <a:pt x="1725938" y="4730739"/>
                </a:lnTo>
                <a:lnTo>
                  <a:pt x="1732051" y="4723454"/>
                </a:lnTo>
                <a:close/>
              </a:path>
              <a:path w="5457190" h="6282690">
                <a:moveTo>
                  <a:pt x="1855963" y="4827893"/>
                </a:moveTo>
                <a:lnTo>
                  <a:pt x="1862768" y="4833601"/>
                </a:lnTo>
                <a:lnTo>
                  <a:pt x="1857059" y="4840407"/>
                </a:lnTo>
                <a:lnTo>
                  <a:pt x="1850260" y="4834695"/>
                </a:lnTo>
                <a:lnTo>
                  <a:pt x="1855963" y="4827893"/>
                </a:lnTo>
                <a:close/>
              </a:path>
              <a:path w="5457190" h="6282690">
                <a:moveTo>
                  <a:pt x="1979955" y="4933221"/>
                </a:moveTo>
                <a:lnTo>
                  <a:pt x="1985301" y="4937706"/>
                </a:lnTo>
                <a:lnTo>
                  <a:pt x="1980816" y="4943052"/>
                </a:lnTo>
                <a:lnTo>
                  <a:pt x="1975468" y="4938561"/>
                </a:lnTo>
                <a:lnTo>
                  <a:pt x="1979955" y="4933221"/>
                </a:lnTo>
                <a:close/>
              </a:path>
              <a:path w="5457190" h="6282690">
                <a:moveTo>
                  <a:pt x="2103906" y="5038102"/>
                </a:moveTo>
                <a:lnTo>
                  <a:pt x="2108281" y="5041770"/>
                </a:lnTo>
                <a:lnTo>
                  <a:pt x="2104608" y="5046147"/>
                </a:lnTo>
                <a:lnTo>
                  <a:pt x="2100236" y="5042471"/>
                </a:lnTo>
                <a:lnTo>
                  <a:pt x="2103906" y="5038102"/>
                </a:lnTo>
                <a:close/>
              </a:path>
              <a:path w="5457190" h="6282690">
                <a:moveTo>
                  <a:pt x="2227858" y="5142982"/>
                </a:moveTo>
                <a:lnTo>
                  <a:pt x="2231264" y="5145839"/>
                </a:lnTo>
                <a:lnTo>
                  <a:pt x="2228406" y="5149240"/>
                </a:lnTo>
                <a:lnTo>
                  <a:pt x="2225005" y="5146381"/>
                </a:lnTo>
                <a:lnTo>
                  <a:pt x="2227858" y="5142982"/>
                </a:lnTo>
                <a:close/>
              </a:path>
              <a:path w="5457190" h="6282690">
                <a:moveTo>
                  <a:pt x="2351815" y="5247861"/>
                </a:moveTo>
                <a:lnTo>
                  <a:pt x="2354242" y="5249897"/>
                </a:lnTo>
                <a:lnTo>
                  <a:pt x="2352201" y="5252327"/>
                </a:lnTo>
                <a:lnTo>
                  <a:pt x="2349773" y="5250291"/>
                </a:lnTo>
                <a:lnTo>
                  <a:pt x="2351815" y="5247861"/>
                </a:lnTo>
                <a:close/>
              </a:path>
              <a:path w="5457190" h="6282690">
                <a:moveTo>
                  <a:pt x="2475760" y="5352744"/>
                </a:moveTo>
                <a:lnTo>
                  <a:pt x="2477221" y="5353975"/>
                </a:lnTo>
                <a:lnTo>
                  <a:pt x="2476000" y="5355426"/>
                </a:lnTo>
                <a:lnTo>
                  <a:pt x="2474541" y="5354201"/>
                </a:lnTo>
                <a:lnTo>
                  <a:pt x="2475760" y="5352744"/>
                </a:lnTo>
                <a:close/>
              </a:path>
              <a:path w="5457190" h="6282690">
                <a:moveTo>
                  <a:pt x="16146" y="3477612"/>
                </a:moveTo>
                <a:lnTo>
                  <a:pt x="42865" y="3500046"/>
                </a:lnTo>
                <a:lnTo>
                  <a:pt x="20437" y="3526763"/>
                </a:lnTo>
                <a:lnTo>
                  <a:pt x="0" y="3509603"/>
                </a:lnTo>
                <a:lnTo>
                  <a:pt x="0" y="3496846"/>
                </a:lnTo>
                <a:lnTo>
                  <a:pt x="16146" y="3477612"/>
                </a:lnTo>
                <a:close/>
              </a:path>
              <a:path w="5457190" h="6282690">
                <a:moveTo>
                  <a:pt x="140018" y="3581603"/>
                </a:moveTo>
                <a:lnTo>
                  <a:pt x="166736" y="3604031"/>
                </a:lnTo>
                <a:lnTo>
                  <a:pt x="144308" y="3630748"/>
                </a:lnTo>
                <a:lnTo>
                  <a:pt x="117591" y="3608320"/>
                </a:lnTo>
                <a:lnTo>
                  <a:pt x="140018" y="3581603"/>
                </a:lnTo>
                <a:close/>
              </a:path>
              <a:path w="5457190" h="6282690">
                <a:moveTo>
                  <a:pt x="264048" y="3687373"/>
                </a:moveTo>
                <a:lnTo>
                  <a:pt x="288826" y="3708173"/>
                </a:lnTo>
                <a:lnTo>
                  <a:pt x="268026" y="3732951"/>
                </a:lnTo>
                <a:lnTo>
                  <a:pt x="243248" y="3712151"/>
                </a:lnTo>
                <a:lnTo>
                  <a:pt x="264048" y="3687373"/>
                </a:lnTo>
                <a:close/>
              </a:path>
              <a:path w="5457190" h="6282690">
                <a:moveTo>
                  <a:pt x="388082" y="3793156"/>
                </a:moveTo>
                <a:lnTo>
                  <a:pt x="410910" y="3812318"/>
                </a:lnTo>
                <a:lnTo>
                  <a:pt x="391742" y="3835148"/>
                </a:lnTo>
                <a:lnTo>
                  <a:pt x="368914" y="3815986"/>
                </a:lnTo>
                <a:lnTo>
                  <a:pt x="388082" y="3793156"/>
                </a:lnTo>
                <a:close/>
              </a:path>
              <a:path w="5457190" h="6282690">
                <a:moveTo>
                  <a:pt x="512112" y="3898927"/>
                </a:moveTo>
                <a:lnTo>
                  <a:pt x="532995" y="3916462"/>
                </a:lnTo>
                <a:lnTo>
                  <a:pt x="515461" y="3937351"/>
                </a:lnTo>
                <a:lnTo>
                  <a:pt x="494572" y="3919818"/>
                </a:lnTo>
                <a:lnTo>
                  <a:pt x="512112" y="3898927"/>
                </a:lnTo>
                <a:close/>
              </a:path>
              <a:path w="5457190" h="6282690">
                <a:moveTo>
                  <a:pt x="636097" y="4004257"/>
                </a:moveTo>
                <a:lnTo>
                  <a:pt x="655527" y="4020566"/>
                </a:lnTo>
                <a:lnTo>
                  <a:pt x="639217" y="4039996"/>
                </a:lnTo>
                <a:lnTo>
                  <a:pt x="619788" y="4023687"/>
                </a:lnTo>
                <a:lnTo>
                  <a:pt x="636097" y="4004257"/>
                </a:lnTo>
                <a:close/>
              </a:path>
              <a:path w="5457190" h="6282690">
                <a:moveTo>
                  <a:pt x="760127" y="4110028"/>
                </a:moveTo>
                <a:lnTo>
                  <a:pt x="777617" y="4124709"/>
                </a:lnTo>
                <a:lnTo>
                  <a:pt x="762937" y="4142199"/>
                </a:lnTo>
                <a:lnTo>
                  <a:pt x="745446" y="4127518"/>
                </a:lnTo>
                <a:lnTo>
                  <a:pt x="760127" y="4110028"/>
                </a:lnTo>
                <a:close/>
              </a:path>
              <a:path w="5457190" h="6282690">
                <a:moveTo>
                  <a:pt x="884118" y="4215357"/>
                </a:moveTo>
                <a:lnTo>
                  <a:pt x="900152" y="4228819"/>
                </a:lnTo>
                <a:lnTo>
                  <a:pt x="886696" y="4244850"/>
                </a:lnTo>
                <a:lnTo>
                  <a:pt x="870662" y="4231388"/>
                </a:lnTo>
                <a:lnTo>
                  <a:pt x="884118" y="4215357"/>
                </a:lnTo>
                <a:close/>
              </a:path>
              <a:path w="5457190" h="6282690">
                <a:moveTo>
                  <a:pt x="1008144" y="4321136"/>
                </a:moveTo>
                <a:lnTo>
                  <a:pt x="1022236" y="4332964"/>
                </a:lnTo>
                <a:lnTo>
                  <a:pt x="1010406" y="4347050"/>
                </a:lnTo>
                <a:lnTo>
                  <a:pt x="996322" y="4335225"/>
                </a:lnTo>
                <a:lnTo>
                  <a:pt x="1008144" y="4321136"/>
                </a:lnTo>
                <a:close/>
              </a:path>
              <a:path w="5457190" h="6282690">
                <a:moveTo>
                  <a:pt x="1132143" y="4426462"/>
                </a:moveTo>
                <a:lnTo>
                  <a:pt x="1144773" y="4437059"/>
                </a:lnTo>
                <a:lnTo>
                  <a:pt x="1134164" y="4449695"/>
                </a:lnTo>
                <a:lnTo>
                  <a:pt x="1121539" y="4439095"/>
                </a:lnTo>
                <a:lnTo>
                  <a:pt x="1132143" y="4426462"/>
                </a:lnTo>
                <a:close/>
              </a:path>
              <a:path w="5457190" h="6282690">
                <a:moveTo>
                  <a:pt x="1256134" y="4531790"/>
                </a:moveTo>
                <a:lnTo>
                  <a:pt x="1267308" y="4541169"/>
                </a:lnTo>
                <a:lnTo>
                  <a:pt x="1257923" y="4552345"/>
                </a:lnTo>
                <a:lnTo>
                  <a:pt x="1246749" y="4542967"/>
                </a:lnTo>
                <a:lnTo>
                  <a:pt x="1256134" y="4531790"/>
                </a:lnTo>
                <a:close/>
              </a:path>
              <a:path w="5457190" h="6282690">
                <a:moveTo>
                  <a:pt x="1380126" y="4637119"/>
                </a:moveTo>
                <a:lnTo>
                  <a:pt x="1389840" y="4645274"/>
                </a:lnTo>
                <a:lnTo>
                  <a:pt x="1381680" y="4654991"/>
                </a:lnTo>
                <a:lnTo>
                  <a:pt x="1371965" y="4646836"/>
                </a:lnTo>
                <a:lnTo>
                  <a:pt x="1380126" y="4637119"/>
                </a:lnTo>
                <a:close/>
              </a:path>
              <a:path w="5457190" h="6282690">
                <a:moveTo>
                  <a:pt x="1504109" y="4742444"/>
                </a:moveTo>
                <a:lnTo>
                  <a:pt x="1512373" y="4749378"/>
                </a:lnTo>
                <a:lnTo>
                  <a:pt x="1505443" y="4757633"/>
                </a:lnTo>
                <a:lnTo>
                  <a:pt x="1497179" y="4750700"/>
                </a:lnTo>
                <a:lnTo>
                  <a:pt x="1504109" y="4742444"/>
                </a:lnTo>
                <a:close/>
              </a:path>
              <a:path w="5457190" h="6282690">
                <a:moveTo>
                  <a:pt x="1628060" y="4847325"/>
                </a:moveTo>
                <a:lnTo>
                  <a:pt x="1635347" y="4853444"/>
                </a:lnTo>
                <a:lnTo>
                  <a:pt x="1629235" y="4860729"/>
                </a:lnTo>
                <a:lnTo>
                  <a:pt x="1621947" y="4854610"/>
                </a:lnTo>
                <a:lnTo>
                  <a:pt x="1628060" y="4847325"/>
                </a:lnTo>
                <a:close/>
              </a:path>
              <a:path w="5457190" h="6282690">
                <a:moveTo>
                  <a:pt x="1752019" y="4952209"/>
                </a:moveTo>
                <a:lnTo>
                  <a:pt x="1758336" y="4957511"/>
                </a:lnTo>
                <a:lnTo>
                  <a:pt x="1753028" y="4963830"/>
                </a:lnTo>
                <a:lnTo>
                  <a:pt x="1746712" y="4958528"/>
                </a:lnTo>
                <a:lnTo>
                  <a:pt x="1752019" y="4952209"/>
                </a:lnTo>
                <a:close/>
              </a:path>
              <a:path w="5457190" h="6282690">
                <a:moveTo>
                  <a:pt x="1876011" y="5057538"/>
                </a:moveTo>
                <a:lnTo>
                  <a:pt x="1880868" y="5061615"/>
                </a:lnTo>
                <a:lnTo>
                  <a:pt x="1876791" y="5066473"/>
                </a:lnTo>
                <a:lnTo>
                  <a:pt x="1871934" y="5062395"/>
                </a:lnTo>
                <a:lnTo>
                  <a:pt x="1876011" y="5057538"/>
                </a:lnTo>
                <a:close/>
              </a:path>
              <a:path w="5457190" h="6282690">
                <a:moveTo>
                  <a:pt x="1999962" y="5162419"/>
                </a:moveTo>
                <a:lnTo>
                  <a:pt x="2003851" y="5165685"/>
                </a:lnTo>
                <a:lnTo>
                  <a:pt x="2000585" y="5169574"/>
                </a:lnTo>
                <a:lnTo>
                  <a:pt x="1996696" y="5166308"/>
                </a:lnTo>
                <a:lnTo>
                  <a:pt x="1999962" y="5162419"/>
                </a:lnTo>
                <a:close/>
              </a:path>
              <a:path w="5457190" h="6282690">
                <a:moveTo>
                  <a:pt x="2123910" y="5267308"/>
                </a:moveTo>
                <a:lnTo>
                  <a:pt x="2126826" y="5269751"/>
                </a:lnTo>
                <a:lnTo>
                  <a:pt x="2124380" y="5272661"/>
                </a:lnTo>
                <a:lnTo>
                  <a:pt x="2121464" y="5270218"/>
                </a:lnTo>
                <a:lnTo>
                  <a:pt x="2123910" y="5267308"/>
                </a:lnTo>
                <a:close/>
              </a:path>
              <a:path w="5457190" h="6282690">
                <a:moveTo>
                  <a:pt x="2247867" y="5372187"/>
                </a:moveTo>
                <a:lnTo>
                  <a:pt x="2249808" y="5373821"/>
                </a:lnTo>
                <a:lnTo>
                  <a:pt x="2248174" y="5375762"/>
                </a:lnTo>
                <a:lnTo>
                  <a:pt x="2246232" y="5374128"/>
                </a:lnTo>
                <a:lnTo>
                  <a:pt x="2247867" y="5372187"/>
                </a:lnTo>
                <a:close/>
              </a:path>
              <a:path w="5457190" h="6282690">
                <a:moveTo>
                  <a:pt x="2371001" y="5478038"/>
                </a:moveTo>
                <a:lnTo>
                  <a:pt x="2372379" y="5477537"/>
                </a:lnTo>
                <a:lnTo>
                  <a:pt x="2372786" y="5477878"/>
                </a:lnTo>
                <a:lnTo>
                  <a:pt x="2371409" y="5478379"/>
                </a:lnTo>
                <a:lnTo>
                  <a:pt x="2371001" y="5478038"/>
                </a:lnTo>
                <a:close/>
              </a:path>
              <a:path w="5457190" h="6282690">
                <a:moveTo>
                  <a:pt x="36808" y="3714409"/>
                </a:moveTo>
                <a:lnTo>
                  <a:pt x="53810" y="3728682"/>
                </a:lnTo>
                <a:lnTo>
                  <a:pt x="39537" y="3745684"/>
                </a:lnTo>
                <a:lnTo>
                  <a:pt x="22534" y="3731411"/>
                </a:lnTo>
                <a:lnTo>
                  <a:pt x="36808" y="3714409"/>
                </a:lnTo>
                <a:close/>
              </a:path>
              <a:path w="5457190" h="6282690">
                <a:moveTo>
                  <a:pt x="160147" y="3812144"/>
                </a:moveTo>
                <a:lnTo>
                  <a:pt x="183945" y="3832123"/>
                </a:lnTo>
                <a:lnTo>
                  <a:pt x="163963" y="3855930"/>
                </a:lnTo>
                <a:lnTo>
                  <a:pt x="140162" y="3835945"/>
                </a:lnTo>
                <a:lnTo>
                  <a:pt x="160147" y="3812144"/>
                </a:lnTo>
                <a:close/>
              </a:path>
              <a:path w="5457190" h="6282690">
                <a:moveTo>
                  <a:pt x="284170" y="3917917"/>
                </a:moveTo>
                <a:lnTo>
                  <a:pt x="306030" y="3936268"/>
                </a:lnTo>
                <a:lnTo>
                  <a:pt x="287679" y="3958127"/>
                </a:lnTo>
                <a:lnTo>
                  <a:pt x="265820" y="3939776"/>
                </a:lnTo>
                <a:lnTo>
                  <a:pt x="284170" y="3917917"/>
                </a:lnTo>
                <a:close/>
              </a:path>
              <a:path w="5457190" h="6282690">
                <a:moveTo>
                  <a:pt x="408156" y="4023248"/>
                </a:moveTo>
                <a:lnTo>
                  <a:pt x="428564" y="4040378"/>
                </a:lnTo>
                <a:lnTo>
                  <a:pt x="411438" y="4060778"/>
                </a:lnTo>
                <a:lnTo>
                  <a:pt x="391030" y="4043648"/>
                </a:lnTo>
                <a:lnTo>
                  <a:pt x="408156" y="4023248"/>
                </a:lnTo>
                <a:close/>
              </a:path>
              <a:path w="5457190" h="6282690">
                <a:moveTo>
                  <a:pt x="532153" y="4128574"/>
                </a:moveTo>
                <a:lnTo>
                  <a:pt x="551097" y="4144482"/>
                </a:lnTo>
                <a:lnTo>
                  <a:pt x="535195" y="4163423"/>
                </a:lnTo>
                <a:lnTo>
                  <a:pt x="516246" y="4147518"/>
                </a:lnTo>
                <a:lnTo>
                  <a:pt x="532153" y="4128574"/>
                </a:lnTo>
                <a:close/>
              </a:path>
              <a:path w="5457190" h="6282690">
                <a:moveTo>
                  <a:pt x="656179" y="4234353"/>
                </a:moveTo>
                <a:lnTo>
                  <a:pt x="673182" y="4248626"/>
                </a:lnTo>
                <a:lnTo>
                  <a:pt x="658908" y="4265629"/>
                </a:lnTo>
                <a:lnTo>
                  <a:pt x="641906" y="4251355"/>
                </a:lnTo>
                <a:lnTo>
                  <a:pt x="656179" y="4234353"/>
                </a:lnTo>
                <a:close/>
              </a:path>
              <a:path w="5457190" h="6282690">
                <a:moveTo>
                  <a:pt x="780171" y="4339682"/>
                </a:moveTo>
                <a:lnTo>
                  <a:pt x="795714" y="4352731"/>
                </a:lnTo>
                <a:lnTo>
                  <a:pt x="782665" y="4368274"/>
                </a:lnTo>
                <a:lnTo>
                  <a:pt x="767122" y="4355225"/>
                </a:lnTo>
                <a:lnTo>
                  <a:pt x="780171" y="4339682"/>
                </a:lnTo>
                <a:close/>
              </a:path>
              <a:path w="5457190" h="6282690">
                <a:moveTo>
                  <a:pt x="904160" y="4445005"/>
                </a:moveTo>
                <a:lnTo>
                  <a:pt x="918253" y="4456833"/>
                </a:lnTo>
                <a:lnTo>
                  <a:pt x="906422" y="4470919"/>
                </a:lnTo>
                <a:lnTo>
                  <a:pt x="892338" y="4459094"/>
                </a:lnTo>
                <a:lnTo>
                  <a:pt x="904160" y="4445005"/>
                </a:lnTo>
                <a:close/>
              </a:path>
              <a:path w="5457190" h="6282690">
                <a:moveTo>
                  <a:pt x="1028153" y="4550333"/>
                </a:moveTo>
                <a:lnTo>
                  <a:pt x="1040786" y="4560936"/>
                </a:lnTo>
                <a:lnTo>
                  <a:pt x="1030182" y="4573569"/>
                </a:lnTo>
                <a:lnTo>
                  <a:pt x="1017549" y="4562966"/>
                </a:lnTo>
                <a:lnTo>
                  <a:pt x="1028153" y="4550333"/>
                </a:lnTo>
                <a:close/>
              </a:path>
              <a:path w="5457190" h="6282690">
                <a:moveTo>
                  <a:pt x="1152184" y="4656110"/>
                </a:moveTo>
                <a:lnTo>
                  <a:pt x="1162870" y="4665081"/>
                </a:lnTo>
                <a:lnTo>
                  <a:pt x="1153898" y="4675767"/>
                </a:lnTo>
                <a:lnTo>
                  <a:pt x="1143213" y="4666795"/>
                </a:lnTo>
                <a:lnTo>
                  <a:pt x="1152184" y="4656110"/>
                </a:lnTo>
                <a:close/>
              </a:path>
              <a:path w="5457190" h="6282690">
                <a:moveTo>
                  <a:pt x="1276176" y="4761438"/>
                </a:moveTo>
                <a:lnTo>
                  <a:pt x="1285403" y="4769185"/>
                </a:lnTo>
                <a:lnTo>
                  <a:pt x="1277655" y="4778412"/>
                </a:lnTo>
                <a:lnTo>
                  <a:pt x="1268431" y="4770671"/>
                </a:lnTo>
                <a:lnTo>
                  <a:pt x="1276176" y="4761438"/>
                </a:lnTo>
                <a:close/>
              </a:path>
              <a:path w="5457190" h="6282690">
                <a:moveTo>
                  <a:pt x="1400121" y="4866321"/>
                </a:moveTo>
                <a:lnTo>
                  <a:pt x="1408386" y="4873255"/>
                </a:lnTo>
                <a:lnTo>
                  <a:pt x="1401456" y="4881511"/>
                </a:lnTo>
                <a:lnTo>
                  <a:pt x="1393192" y="4874577"/>
                </a:lnTo>
                <a:lnTo>
                  <a:pt x="1400121" y="4866321"/>
                </a:lnTo>
                <a:close/>
              </a:path>
              <a:path w="5457190" h="6282690">
                <a:moveTo>
                  <a:pt x="1524079" y="4971200"/>
                </a:moveTo>
                <a:lnTo>
                  <a:pt x="1531366" y="4977319"/>
                </a:lnTo>
                <a:lnTo>
                  <a:pt x="1525247" y="4984606"/>
                </a:lnTo>
                <a:lnTo>
                  <a:pt x="1517960" y="4978487"/>
                </a:lnTo>
                <a:lnTo>
                  <a:pt x="1524079" y="4971200"/>
                </a:lnTo>
                <a:close/>
              </a:path>
              <a:path w="5457190" h="6282690">
                <a:moveTo>
                  <a:pt x="1648070" y="5076529"/>
                </a:moveTo>
                <a:lnTo>
                  <a:pt x="1653899" y="5081423"/>
                </a:lnTo>
                <a:lnTo>
                  <a:pt x="1649005" y="5087251"/>
                </a:lnTo>
                <a:lnTo>
                  <a:pt x="1643176" y="5082357"/>
                </a:lnTo>
                <a:lnTo>
                  <a:pt x="1648070" y="5076529"/>
                </a:lnTo>
                <a:close/>
              </a:path>
              <a:path w="5457190" h="6282690">
                <a:moveTo>
                  <a:pt x="1772022" y="5181409"/>
                </a:moveTo>
                <a:lnTo>
                  <a:pt x="1776881" y="5185493"/>
                </a:lnTo>
                <a:lnTo>
                  <a:pt x="1772804" y="5190350"/>
                </a:lnTo>
                <a:lnTo>
                  <a:pt x="1767944" y="5186267"/>
                </a:lnTo>
                <a:lnTo>
                  <a:pt x="1772022" y="5181409"/>
                </a:lnTo>
                <a:close/>
              </a:path>
              <a:path w="5457190" h="6282690">
                <a:moveTo>
                  <a:pt x="1895975" y="5286296"/>
                </a:moveTo>
                <a:lnTo>
                  <a:pt x="1899861" y="5289557"/>
                </a:lnTo>
                <a:lnTo>
                  <a:pt x="1896595" y="5293445"/>
                </a:lnTo>
                <a:lnTo>
                  <a:pt x="1892709" y="5290185"/>
                </a:lnTo>
                <a:lnTo>
                  <a:pt x="1895975" y="5286296"/>
                </a:lnTo>
                <a:close/>
              </a:path>
              <a:path w="5457190" h="6282690">
                <a:moveTo>
                  <a:pt x="2019926" y="5391177"/>
                </a:moveTo>
                <a:lnTo>
                  <a:pt x="2022842" y="5393620"/>
                </a:lnTo>
                <a:lnTo>
                  <a:pt x="2020393" y="5396538"/>
                </a:lnTo>
                <a:lnTo>
                  <a:pt x="2017477" y="5394095"/>
                </a:lnTo>
                <a:lnTo>
                  <a:pt x="2019926" y="5391177"/>
                </a:lnTo>
                <a:close/>
              </a:path>
              <a:path w="5457190" h="6282690">
                <a:moveTo>
                  <a:pt x="2143883" y="5496056"/>
                </a:moveTo>
                <a:lnTo>
                  <a:pt x="2145825" y="5497690"/>
                </a:lnTo>
                <a:lnTo>
                  <a:pt x="2144190" y="5499631"/>
                </a:lnTo>
                <a:lnTo>
                  <a:pt x="2142249" y="5497997"/>
                </a:lnTo>
                <a:lnTo>
                  <a:pt x="2143883" y="5496056"/>
                </a:lnTo>
                <a:close/>
              </a:path>
              <a:path w="5457190" h="6282690">
                <a:moveTo>
                  <a:pt x="2267011" y="5601909"/>
                </a:moveTo>
                <a:lnTo>
                  <a:pt x="2268387" y="5601409"/>
                </a:lnTo>
                <a:lnTo>
                  <a:pt x="2268799" y="5601756"/>
                </a:lnTo>
                <a:lnTo>
                  <a:pt x="2267423" y="5602256"/>
                </a:lnTo>
                <a:lnTo>
                  <a:pt x="2267011" y="5601909"/>
                </a:lnTo>
                <a:close/>
              </a:path>
              <a:path w="5457190" h="6282690">
                <a:moveTo>
                  <a:pt x="57631" y="3952991"/>
                </a:moveTo>
                <a:lnTo>
                  <a:pt x="62979" y="3957482"/>
                </a:lnTo>
                <a:lnTo>
                  <a:pt x="58492" y="3962822"/>
                </a:lnTo>
                <a:lnTo>
                  <a:pt x="53146" y="3958337"/>
                </a:lnTo>
                <a:lnTo>
                  <a:pt x="57631" y="3952991"/>
                </a:lnTo>
                <a:close/>
              </a:path>
              <a:path w="5457190" h="6282690">
                <a:moveTo>
                  <a:pt x="180571" y="4046266"/>
                </a:moveTo>
                <a:lnTo>
                  <a:pt x="197571" y="4060533"/>
                </a:lnTo>
                <a:lnTo>
                  <a:pt x="183298" y="4077535"/>
                </a:lnTo>
                <a:lnTo>
                  <a:pt x="166298" y="4063268"/>
                </a:lnTo>
                <a:lnTo>
                  <a:pt x="180571" y="4046266"/>
                </a:lnTo>
                <a:close/>
              </a:path>
              <a:path w="5457190" h="6282690">
                <a:moveTo>
                  <a:pt x="304213" y="4147565"/>
                </a:moveTo>
                <a:lnTo>
                  <a:pt x="324125" y="4164284"/>
                </a:lnTo>
                <a:lnTo>
                  <a:pt x="307409" y="4184202"/>
                </a:lnTo>
                <a:lnTo>
                  <a:pt x="287497" y="4167483"/>
                </a:lnTo>
                <a:lnTo>
                  <a:pt x="304213" y="4147565"/>
                </a:lnTo>
                <a:close/>
              </a:path>
              <a:path w="5457190" h="6282690">
                <a:moveTo>
                  <a:pt x="428245" y="4253342"/>
                </a:moveTo>
                <a:lnTo>
                  <a:pt x="446217" y="4268432"/>
                </a:lnTo>
                <a:lnTo>
                  <a:pt x="431127" y="4286405"/>
                </a:lnTo>
                <a:lnTo>
                  <a:pt x="413154" y="4271315"/>
                </a:lnTo>
                <a:lnTo>
                  <a:pt x="428245" y="4253342"/>
                </a:lnTo>
                <a:close/>
              </a:path>
              <a:path w="5457190" h="6282690">
                <a:moveTo>
                  <a:pt x="552190" y="4358225"/>
                </a:moveTo>
                <a:lnTo>
                  <a:pt x="569192" y="4372498"/>
                </a:lnTo>
                <a:lnTo>
                  <a:pt x="554919" y="4389500"/>
                </a:lnTo>
                <a:lnTo>
                  <a:pt x="537916" y="4375227"/>
                </a:lnTo>
                <a:lnTo>
                  <a:pt x="552190" y="4358225"/>
                </a:lnTo>
                <a:close/>
              </a:path>
              <a:path w="5457190" h="6282690">
                <a:moveTo>
                  <a:pt x="676221" y="4464002"/>
                </a:moveTo>
                <a:lnTo>
                  <a:pt x="691283" y="4476641"/>
                </a:lnTo>
                <a:lnTo>
                  <a:pt x="678643" y="4491701"/>
                </a:lnTo>
                <a:lnTo>
                  <a:pt x="663580" y="4479056"/>
                </a:lnTo>
                <a:lnTo>
                  <a:pt x="676221" y="4464002"/>
                </a:lnTo>
                <a:close/>
              </a:path>
              <a:path w="5457190" h="6282690">
                <a:moveTo>
                  <a:pt x="800214" y="4569330"/>
                </a:moveTo>
                <a:lnTo>
                  <a:pt x="813815" y="4580745"/>
                </a:lnTo>
                <a:lnTo>
                  <a:pt x="802395" y="4594349"/>
                </a:lnTo>
                <a:lnTo>
                  <a:pt x="788793" y="4582934"/>
                </a:lnTo>
                <a:lnTo>
                  <a:pt x="800214" y="4569330"/>
                </a:lnTo>
                <a:close/>
              </a:path>
              <a:path w="5457190" h="6282690">
                <a:moveTo>
                  <a:pt x="924203" y="4674653"/>
                </a:moveTo>
                <a:lnTo>
                  <a:pt x="936348" y="4684849"/>
                </a:lnTo>
                <a:lnTo>
                  <a:pt x="926152" y="4696994"/>
                </a:lnTo>
                <a:lnTo>
                  <a:pt x="914007" y="4686798"/>
                </a:lnTo>
                <a:lnTo>
                  <a:pt x="924203" y="4674653"/>
                </a:lnTo>
                <a:close/>
              </a:path>
              <a:path w="5457190" h="6282690">
                <a:moveTo>
                  <a:pt x="1048237" y="4780435"/>
                </a:moveTo>
                <a:lnTo>
                  <a:pt x="1058441" y="4788997"/>
                </a:lnTo>
                <a:lnTo>
                  <a:pt x="1049876" y="4799195"/>
                </a:lnTo>
                <a:lnTo>
                  <a:pt x="1039673" y="4790633"/>
                </a:lnTo>
                <a:lnTo>
                  <a:pt x="1048237" y="4780435"/>
                </a:lnTo>
                <a:close/>
              </a:path>
              <a:path w="5457190" h="6282690">
                <a:moveTo>
                  <a:pt x="1172227" y="4885758"/>
                </a:moveTo>
                <a:lnTo>
                  <a:pt x="1180973" y="4893102"/>
                </a:lnTo>
                <a:lnTo>
                  <a:pt x="1173634" y="4901840"/>
                </a:lnTo>
                <a:lnTo>
                  <a:pt x="1164890" y="4894502"/>
                </a:lnTo>
                <a:lnTo>
                  <a:pt x="1172227" y="4885758"/>
                </a:lnTo>
                <a:close/>
              </a:path>
              <a:path w="5457190" h="6282690">
                <a:moveTo>
                  <a:pt x="1296179" y="4990639"/>
                </a:moveTo>
                <a:lnTo>
                  <a:pt x="1303954" y="4997165"/>
                </a:lnTo>
                <a:lnTo>
                  <a:pt x="1297426" y="5004935"/>
                </a:lnTo>
                <a:lnTo>
                  <a:pt x="1289658" y="4998412"/>
                </a:lnTo>
                <a:lnTo>
                  <a:pt x="1296179" y="4990639"/>
                </a:lnTo>
                <a:close/>
              </a:path>
              <a:path w="5457190" h="6282690">
                <a:moveTo>
                  <a:pt x="1420129" y="5095520"/>
                </a:moveTo>
                <a:lnTo>
                  <a:pt x="1426934" y="5101229"/>
                </a:lnTo>
                <a:lnTo>
                  <a:pt x="1421225" y="5108034"/>
                </a:lnTo>
                <a:lnTo>
                  <a:pt x="1414420" y="5102325"/>
                </a:lnTo>
                <a:lnTo>
                  <a:pt x="1420129" y="5095520"/>
                </a:lnTo>
                <a:close/>
              </a:path>
              <a:path w="5457190" h="6282690">
                <a:moveTo>
                  <a:pt x="1544123" y="5200855"/>
                </a:moveTo>
                <a:lnTo>
                  <a:pt x="1549469" y="5205339"/>
                </a:lnTo>
                <a:lnTo>
                  <a:pt x="1544982" y="5210679"/>
                </a:lnTo>
                <a:lnTo>
                  <a:pt x="1539636" y="5206195"/>
                </a:lnTo>
                <a:lnTo>
                  <a:pt x="1544123" y="5200855"/>
                </a:lnTo>
                <a:close/>
              </a:path>
              <a:path w="5457190" h="6282690">
                <a:moveTo>
                  <a:pt x="1668080" y="5305733"/>
                </a:moveTo>
                <a:lnTo>
                  <a:pt x="1672447" y="5309397"/>
                </a:lnTo>
                <a:lnTo>
                  <a:pt x="1668773" y="5313774"/>
                </a:lnTo>
                <a:lnTo>
                  <a:pt x="1664404" y="5310105"/>
                </a:lnTo>
                <a:lnTo>
                  <a:pt x="1668080" y="5305733"/>
                </a:lnTo>
                <a:close/>
              </a:path>
              <a:path w="5457190" h="6282690">
                <a:moveTo>
                  <a:pt x="1792031" y="5410614"/>
                </a:moveTo>
                <a:lnTo>
                  <a:pt x="1795430" y="5413467"/>
                </a:lnTo>
                <a:lnTo>
                  <a:pt x="1792571" y="5416867"/>
                </a:lnTo>
                <a:lnTo>
                  <a:pt x="1789173" y="5414014"/>
                </a:lnTo>
                <a:lnTo>
                  <a:pt x="1792031" y="5410614"/>
                </a:lnTo>
                <a:close/>
              </a:path>
              <a:path w="5457190" h="6282690">
                <a:moveTo>
                  <a:pt x="1915977" y="5515497"/>
                </a:moveTo>
                <a:lnTo>
                  <a:pt x="1918407" y="5517538"/>
                </a:lnTo>
                <a:lnTo>
                  <a:pt x="1916371" y="5519966"/>
                </a:lnTo>
                <a:lnTo>
                  <a:pt x="1913941" y="5517925"/>
                </a:lnTo>
                <a:lnTo>
                  <a:pt x="1915977" y="5515497"/>
                </a:lnTo>
                <a:close/>
              </a:path>
              <a:path w="5457190" h="6282690">
                <a:moveTo>
                  <a:pt x="2039928" y="5620378"/>
                </a:moveTo>
                <a:lnTo>
                  <a:pt x="2041387" y="5621602"/>
                </a:lnTo>
                <a:lnTo>
                  <a:pt x="2040166" y="5623053"/>
                </a:lnTo>
                <a:lnTo>
                  <a:pt x="2038707" y="5621829"/>
                </a:lnTo>
                <a:lnTo>
                  <a:pt x="2039928" y="5620378"/>
                </a:lnTo>
                <a:close/>
              </a:path>
              <a:path w="5457190" h="6282690">
                <a:moveTo>
                  <a:pt x="201244" y="4283054"/>
                </a:moveTo>
                <a:lnTo>
                  <a:pt x="208531" y="4289172"/>
                </a:lnTo>
                <a:lnTo>
                  <a:pt x="202413" y="4296460"/>
                </a:lnTo>
                <a:lnTo>
                  <a:pt x="195125" y="4290341"/>
                </a:lnTo>
                <a:lnTo>
                  <a:pt x="201244" y="4283054"/>
                </a:lnTo>
                <a:close/>
              </a:path>
              <a:path w="5457190" h="6282690">
                <a:moveTo>
                  <a:pt x="324449" y="4379450"/>
                </a:moveTo>
                <a:lnTo>
                  <a:pt x="340000" y="4392503"/>
                </a:lnTo>
                <a:lnTo>
                  <a:pt x="326945" y="4408048"/>
                </a:lnTo>
                <a:lnTo>
                  <a:pt x="311400" y="4394993"/>
                </a:lnTo>
                <a:lnTo>
                  <a:pt x="324449" y="4379450"/>
                </a:lnTo>
                <a:close/>
              </a:path>
              <a:path w="5457190" h="6282690">
                <a:moveTo>
                  <a:pt x="448281" y="4482993"/>
                </a:moveTo>
                <a:lnTo>
                  <a:pt x="464312" y="4496449"/>
                </a:lnTo>
                <a:lnTo>
                  <a:pt x="450862" y="4512479"/>
                </a:lnTo>
                <a:lnTo>
                  <a:pt x="434829" y="4499016"/>
                </a:lnTo>
                <a:lnTo>
                  <a:pt x="448281" y="4482993"/>
                </a:lnTo>
                <a:close/>
              </a:path>
              <a:path w="5457190" h="6282690">
                <a:moveTo>
                  <a:pt x="572279" y="4588319"/>
                </a:moveTo>
                <a:lnTo>
                  <a:pt x="586851" y="4600551"/>
                </a:lnTo>
                <a:lnTo>
                  <a:pt x="574619" y="4615123"/>
                </a:lnTo>
                <a:lnTo>
                  <a:pt x="560047" y="4602891"/>
                </a:lnTo>
                <a:lnTo>
                  <a:pt x="572279" y="4588319"/>
                </a:lnTo>
                <a:close/>
              </a:path>
              <a:path w="5457190" h="6282690">
                <a:moveTo>
                  <a:pt x="696268" y="4693642"/>
                </a:moveTo>
                <a:lnTo>
                  <a:pt x="709383" y="4704655"/>
                </a:lnTo>
                <a:lnTo>
                  <a:pt x="698372" y="4717777"/>
                </a:lnTo>
                <a:lnTo>
                  <a:pt x="685251" y="4706766"/>
                </a:lnTo>
                <a:lnTo>
                  <a:pt x="696268" y="4693642"/>
                </a:lnTo>
                <a:close/>
              </a:path>
              <a:path w="5457190" h="6282690">
                <a:moveTo>
                  <a:pt x="820256" y="4798979"/>
                </a:moveTo>
                <a:lnTo>
                  <a:pt x="831918" y="4808766"/>
                </a:lnTo>
                <a:lnTo>
                  <a:pt x="822129" y="4820422"/>
                </a:lnTo>
                <a:lnTo>
                  <a:pt x="810467" y="4810635"/>
                </a:lnTo>
                <a:lnTo>
                  <a:pt x="820256" y="4798979"/>
                </a:lnTo>
                <a:close/>
              </a:path>
              <a:path w="5457190" h="6282690">
                <a:moveTo>
                  <a:pt x="944291" y="4904748"/>
                </a:moveTo>
                <a:lnTo>
                  <a:pt x="954006" y="4912902"/>
                </a:lnTo>
                <a:lnTo>
                  <a:pt x="945845" y="4922619"/>
                </a:lnTo>
                <a:lnTo>
                  <a:pt x="936130" y="4914465"/>
                </a:lnTo>
                <a:lnTo>
                  <a:pt x="944291" y="4904748"/>
                </a:lnTo>
                <a:close/>
              </a:path>
              <a:path w="5457190" h="6282690">
                <a:moveTo>
                  <a:pt x="1068277" y="5010078"/>
                </a:moveTo>
                <a:lnTo>
                  <a:pt x="1076534" y="5017014"/>
                </a:lnTo>
                <a:lnTo>
                  <a:pt x="1069598" y="5025273"/>
                </a:lnTo>
                <a:lnTo>
                  <a:pt x="1061343" y="5018342"/>
                </a:lnTo>
                <a:lnTo>
                  <a:pt x="1068277" y="5010078"/>
                </a:lnTo>
                <a:close/>
              </a:path>
              <a:path w="5457190" h="6282690">
                <a:moveTo>
                  <a:pt x="1192190" y="5114517"/>
                </a:moveTo>
                <a:lnTo>
                  <a:pt x="1199963" y="5121038"/>
                </a:lnTo>
                <a:lnTo>
                  <a:pt x="1193437" y="5128813"/>
                </a:lnTo>
                <a:lnTo>
                  <a:pt x="1185667" y="5122285"/>
                </a:lnTo>
                <a:lnTo>
                  <a:pt x="1192190" y="5114517"/>
                </a:lnTo>
                <a:close/>
              </a:path>
              <a:path w="5457190" h="6282690">
                <a:moveTo>
                  <a:pt x="1316140" y="5219398"/>
                </a:moveTo>
                <a:lnTo>
                  <a:pt x="1322945" y="5225107"/>
                </a:lnTo>
                <a:lnTo>
                  <a:pt x="1317234" y="5231906"/>
                </a:lnTo>
                <a:lnTo>
                  <a:pt x="1310435" y="5226195"/>
                </a:lnTo>
                <a:lnTo>
                  <a:pt x="1316140" y="5219398"/>
                </a:lnTo>
                <a:close/>
              </a:path>
              <a:path w="5457190" h="6282690">
                <a:moveTo>
                  <a:pt x="1440132" y="5324727"/>
                </a:moveTo>
                <a:lnTo>
                  <a:pt x="1445478" y="5329212"/>
                </a:lnTo>
                <a:lnTo>
                  <a:pt x="1440993" y="5334557"/>
                </a:lnTo>
                <a:lnTo>
                  <a:pt x="1435653" y="5330070"/>
                </a:lnTo>
                <a:lnTo>
                  <a:pt x="1440132" y="5324727"/>
                </a:lnTo>
                <a:close/>
              </a:path>
              <a:path w="5457190" h="6282690">
                <a:moveTo>
                  <a:pt x="1564089" y="5429605"/>
                </a:moveTo>
                <a:lnTo>
                  <a:pt x="1568458" y="5433275"/>
                </a:lnTo>
                <a:lnTo>
                  <a:pt x="1564782" y="5437646"/>
                </a:lnTo>
                <a:lnTo>
                  <a:pt x="1560415" y="5433983"/>
                </a:lnTo>
                <a:lnTo>
                  <a:pt x="1564089" y="5429605"/>
                </a:lnTo>
                <a:close/>
              </a:path>
              <a:path w="5457190" h="6282690">
                <a:moveTo>
                  <a:pt x="1688040" y="5534486"/>
                </a:moveTo>
                <a:lnTo>
                  <a:pt x="1691439" y="5537339"/>
                </a:lnTo>
                <a:lnTo>
                  <a:pt x="1688582" y="5540745"/>
                </a:lnTo>
                <a:lnTo>
                  <a:pt x="1685184" y="5537893"/>
                </a:lnTo>
                <a:lnTo>
                  <a:pt x="1688040" y="5534486"/>
                </a:lnTo>
                <a:close/>
              </a:path>
              <a:path w="5457190" h="6282690">
                <a:moveTo>
                  <a:pt x="1811991" y="5639367"/>
                </a:moveTo>
                <a:lnTo>
                  <a:pt x="1814422" y="5641408"/>
                </a:lnTo>
                <a:lnTo>
                  <a:pt x="1812386" y="5643836"/>
                </a:lnTo>
                <a:lnTo>
                  <a:pt x="1809956" y="5641794"/>
                </a:lnTo>
                <a:lnTo>
                  <a:pt x="1811991" y="5639367"/>
                </a:lnTo>
                <a:close/>
              </a:path>
              <a:path w="5457190" h="6282690">
                <a:moveTo>
                  <a:pt x="1935937" y="5744250"/>
                </a:moveTo>
                <a:lnTo>
                  <a:pt x="1937396" y="5745474"/>
                </a:lnTo>
                <a:lnTo>
                  <a:pt x="1936177" y="5746931"/>
                </a:lnTo>
                <a:lnTo>
                  <a:pt x="1934718" y="5745707"/>
                </a:lnTo>
                <a:lnTo>
                  <a:pt x="1935937" y="5744250"/>
                </a:lnTo>
                <a:close/>
              </a:path>
              <a:path w="5457190" h="6282690">
                <a:moveTo>
                  <a:pt x="344925" y="4614015"/>
                </a:moveTo>
                <a:lnTo>
                  <a:pt x="353180" y="4620946"/>
                </a:lnTo>
                <a:lnTo>
                  <a:pt x="346251" y="4629201"/>
                </a:lnTo>
                <a:lnTo>
                  <a:pt x="337995" y="4622271"/>
                </a:lnTo>
                <a:lnTo>
                  <a:pt x="344925" y="4614015"/>
                </a:lnTo>
                <a:close/>
              </a:path>
              <a:path w="5457190" h="6282690">
                <a:moveTo>
                  <a:pt x="468369" y="4713087"/>
                </a:moveTo>
                <a:lnTo>
                  <a:pt x="481970" y="4724502"/>
                </a:lnTo>
                <a:lnTo>
                  <a:pt x="470550" y="4738105"/>
                </a:lnTo>
                <a:lnTo>
                  <a:pt x="456948" y="4726691"/>
                </a:lnTo>
                <a:lnTo>
                  <a:pt x="468369" y="4713087"/>
                </a:lnTo>
                <a:close/>
              </a:path>
              <a:path w="5457190" h="6282690">
                <a:moveTo>
                  <a:pt x="592315" y="4817970"/>
                </a:moveTo>
                <a:lnTo>
                  <a:pt x="604947" y="4828573"/>
                </a:lnTo>
                <a:lnTo>
                  <a:pt x="594342" y="4841201"/>
                </a:lnTo>
                <a:lnTo>
                  <a:pt x="581717" y="4830601"/>
                </a:lnTo>
                <a:lnTo>
                  <a:pt x="592315" y="4817970"/>
                </a:lnTo>
                <a:close/>
              </a:path>
              <a:path w="5457190" h="6282690">
                <a:moveTo>
                  <a:pt x="716312" y="4923297"/>
                </a:moveTo>
                <a:lnTo>
                  <a:pt x="727484" y="4932670"/>
                </a:lnTo>
                <a:lnTo>
                  <a:pt x="718099" y="4943846"/>
                </a:lnTo>
                <a:lnTo>
                  <a:pt x="706933" y="4934470"/>
                </a:lnTo>
                <a:lnTo>
                  <a:pt x="716312" y="4923297"/>
                </a:lnTo>
                <a:close/>
              </a:path>
              <a:path w="5457190" h="6282690">
                <a:moveTo>
                  <a:pt x="840338" y="5029075"/>
                </a:moveTo>
                <a:lnTo>
                  <a:pt x="849570" y="5036820"/>
                </a:lnTo>
                <a:lnTo>
                  <a:pt x="841819" y="5046055"/>
                </a:lnTo>
                <a:lnTo>
                  <a:pt x="832590" y="5038302"/>
                </a:lnTo>
                <a:lnTo>
                  <a:pt x="840338" y="5029075"/>
                </a:lnTo>
                <a:close/>
              </a:path>
              <a:path w="5457190" h="6282690">
                <a:moveTo>
                  <a:pt x="964295" y="5133954"/>
                </a:moveTo>
                <a:lnTo>
                  <a:pt x="972550" y="5140884"/>
                </a:lnTo>
                <a:lnTo>
                  <a:pt x="965621" y="5149140"/>
                </a:lnTo>
                <a:lnTo>
                  <a:pt x="957365" y="5142210"/>
                </a:lnTo>
                <a:lnTo>
                  <a:pt x="964295" y="5133954"/>
                </a:lnTo>
                <a:close/>
              </a:path>
              <a:path w="5457190" h="6282690">
                <a:moveTo>
                  <a:pt x="1088246" y="5238835"/>
                </a:moveTo>
                <a:lnTo>
                  <a:pt x="1095533" y="5244954"/>
                </a:lnTo>
                <a:lnTo>
                  <a:pt x="1089415" y="5252241"/>
                </a:lnTo>
                <a:lnTo>
                  <a:pt x="1082127" y="5246122"/>
                </a:lnTo>
                <a:lnTo>
                  <a:pt x="1088246" y="5238835"/>
                </a:lnTo>
                <a:close/>
              </a:path>
              <a:path w="5457190" h="6282690">
                <a:moveTo>
                  <a:pt x="1212197" y="5343716"/>
                </a:moveTo>
                <a:lnTo>
                  <a:pt x="1218512" y="5349012"/>
                </a:lnTo>
                <a:lnTo>
                  <a:pt x="1213204" y="5355331"/>
                </a:lnTo>
                <a:lnTo>
                  <a:pt x="1206895" y="5350033"/>
                </a:lnTo>
                <a:lnTo>
                  <a:pt x="1212197" y="5343716"/>
                </a:lnTo>
                <a:close/>
              </a:path>
              <a:path w="5457190" h="6282690">
                <a:moveTo>
                  <a:pt x="1336189" y="5449045"/>
                </a:moveTo>
                <a:lnTo>
                  <a:pt x="1341046" y="5453122"/>
                </a:lnTo>
                <a:lnTo>
                  <a:pt x="1336969" y="5457979"/>
                </a:lnTo>
                <a:lnTo>
                  <a:pt x="1332112" y="5453902"/>
                </a:lnTo>
                <a:lnTo>
                  <a:pt x="1336189" y="5449045"/>
                </a:lnTo>
                <a:close/>
              </a:path>
              <a:path w="5457190" h="6282690">
                <a:moveTo>
                  <a:pt x="1460140" y="5553925"/>
                </a:moveTo>
                <a:lnTo>
                  <a:pt x="1464027" y="5557186"/>
                </a:lnTo>
                <a:lnTo>
                  <a:pt x="1460761" y="5561075"/>
                </a:lnTo>
                <a:lnTo>
                  <a:pt x="1456874" y="5557814"/>
                </a:lnTo>
                <a:lnTo>
                  <a:pt x="1460140" y="5553925"/>
                </a:lnTo>
                <a:close/>
              </a:path>
              <a:path w="5457190" h="6282690">
                <a:moveTo>
                  <a:pt x="1584086" y="5658808"/>
                </a:moveTo>
                <a:lnTo>
                  <a:pt x="1587004" y="5661257"/>
                </a:lnTo>
                <a:lnTo>
                  <a:pt x="1584552" y="5664169"/>
                </a:lnTo>
                <a:lnTo>
                  <a:pt x="1581643" y="5661724"/>
                </a:lnTo>
                <a:lnTo>
                  <a:pt x="1584086" y="5658808"/>
                </a:lnTo>
                <a:close/>
              </a:path>
              <a:path w="5457190" h="6282690">
                <a:moveTo>
                  <a:pt x="1708042" y="5763687"/>
                </a:moveTo>
                <a:lnTo>
                  <a:pt x="1709984" y="5765321"/>
                </a:lnTo>
                <a:lnTo>
                  <a:pt x="1708352" y="5767268"/>
                </a:lnTo>
                <a:lnTo>
                  <a:pt x="1706410" y="5765634"/>
                </a:lnTo>
                <a:lnTo>
                  <a:pt x="1708042" y="5763687"/>
                </a:lnTo>
                <a:close/>
              </a:path>
              <a:path w="5457190" h="6282690">
                <a:moveTo>
                  <a:pt x="1831177" y="5869538"/>
                </a:moveTo>
                <a:lnTo>
                  <a:pt x="1832552" y="5869038"/>
                </a:lnTo>
                <a:lnTo>
                  <a:pt x="1832964" y="5869385"/>
                </a:lnTo>
                <a:lnTo>
                  <a:pt x="1831589" y="5869885"/>
                </a:lnTo>
                <a:lnTo>
                  <a:pt x="1831177" y="5869538"/>
                </a:lnTo>
                <a:close/>
              </a:path>
              <a:path w="5457190" h="6282690">
                <a:moveTo>
                  <a:pt x="365353" y="4848130"/>
                </a:moveTo>
                <a:lnTo>
                  <a:pt x="366812" y="4849354"/>
                </a:lnTo>
                <a:lnTo>
                  <a:pt x="365588" y="4850813"/>
                </a:lnTo>
                <a:lnTo>
                  <a:pt x="364129" y="4849589"/>
                </a:lnTo>
                <a:lnTo>
                  <a:pt x="365353" y="4848130"/>
                </a:lnTo>
                <a:close/>
              </a:path>
              <a:path w="5457190" h="6282690">
                <a:moveTo>
                  <a:pt x="488677" y="4945864"/>
                </a:moveTo>
                <a:lnTo>
                  <a:pt x="496942" y="4952797"/>
                </a:lnTo>
                <a:lnTo>
                  <a:pt x="490012" y="4961053"/>
                </a:lnTo>
                <a:lnTo>
                  <a:pt x="481748" y="4954119"/>
                </a:lnTo>
                <a:lnTo>
                  <a:pt x="488677" y="4945864"/>
                </a:lnTo>
                <a:close/>
              </a:path>
              <a:path w="5457190" h="6282690">
                <a:moveTo>
                  <a:pt x="612402" y="5048065"/>
                </a:moveTo>
                <a:lnTo>
                  <a:pt x="622605" y="5056627"/>
                </a:lnTo>
                <a:lnTo>
                  <a:pt x="614037" y="5066832"/>
                </a:lnTo>
                <a:lnTo>
                  <a:pt x="603834" y="5058270"/>
                </a:lnTo>
                <a:lnTo>
                  <a:pt x="612402" y="5048065"/>
                </a:lnTo>
                <a:close/>
              </a:path>
              <a:path w="5457190" h="6282690">
                <a:moveTo>
                  <a:pt x="736392" y="5153387"/>
                </a:moveTo>
                <a:lnTo>
                  <a:pt x="745138" y="5160731"/>
                </a:lnTo>
                <a:lnTo>
                  <a:pt x="737795" y="5169477"/>
                </a:lnTo>
                <a:lnTo>
                  <a:pt x="729048" y="5162134"/>
                </a:lnTo>
                <a:lnTo>
                  <a:pt x="736392" y="5153387"/>
                </a:lnTo>
                <a:close/>
              </a:path>
              <a:path w="5457190" h="6282690">
                <a:moveTo>
                  <a:pt x="860343" y="5258268"/>
                </a:moveTo>
                <a:lnTo>
                  <a:pt x="868121" y="5264800"/>
                </a:lnTo>
                <a:lnTo>
                  <a:pt x="861594" y="5272576"/>
                </a:lnTo>
                <a:lnTo>
                  <a:pt x="853816" y="5266044"/>
                </a:lnTo>
                <a:lnTo>
                  <a:pt x="860343" y="5258268"/>
                </a:lnTo>
                <a:close/>
              </a:path>
              <a:path w="5457190" h="6282690">
                <a:moveTo>
                  <a:pt x="984290" y="5363157"/>
                </a:moveTo>
                <a:lnTo>
                  <a:pt x="991095" y="5368866"/>
                </a:lnTo>
                <a:lnTo>
                  <a:pt x="985390" y="5375663"/>
                </a:lnTo>
                <a:lnTo>
                  <a:pt x="978585" y="5369954"/>
                </a:lnTo>
                <a:lnTo>
                  <a:pt x="984290" y="5363157"/>
                </a:lnTo>
                <a:close/>
              </a:path>
              <a:path w="5457190" h="6282690">
                <a:moveTo>
                  <a:pt x="1108247" y="5468036"/>
                </a:moveTo>
                <a:lnTo>
                  <a:pt x="1114076" y="5472930"/>
                </a:lnTo>
                <a:lnTo>
                  <a:pt x="1109182" y="5478758"/>
                </a:lnTo>
                <a:lnTo>
                  <a:pt x="1103353" y="5473864"/>
                </a:lnTo>
                <a:lnTo>
                  <a:pt x="1108247" y="5468036"/>
                </a:lnTo>
                <a:close/>
              </a:path>
              <a:path w="5457190" h="6282690">
                <a:moveTo>
                  <a:pt x="1232232" y="5573367"/>
                </a:moveTo>
                <a:lnTo>
                  <a:pt x="1236610" y="5577041"/>
                </a:lnTo>
                <a:lnTo>
                  <a:pt x="1232940" y="5581410"/>
                </a:lnTo>
                <a:lnTo>
                  <a:pt x="1228568" y="5577734"/>
                </a:lnTo>
                <a:lnTo>
                  <a:pt x="1232232" y="5573367"/>
                </a:lnTo>
                <a:close/>
              </a:path>
              <a:path w="5457190" h="6282690">
                <a:moveTo>
                  <a:pt x="1356149" y="5677798"/>
                </a:moveTo>
                <a:lnTo>
                  <a:pt x="1360038" y="5681064"/>
                </a:lnTo>
                <a:lnTo>
                  <a:pt x="1356772" y="5684953"/>
                </a:lnTo>
                <a:lnTo>
                  <a:pt x="1352883" y="5681687"/>
                </a:lnTo>
                <a:lnTo>
                  <a:pt x="1356149" y="5677798"/>
                </a:lnTo>
                <a:close/>
              </a:path>
              <a:path w="5457190" h="6282690">
                <a:moveTo>
                  <a:pt x="1480100" y="5782679"/>
                </a:moveTo>
                <a:lnTo>
                  <a:pt x="1483019" y="5785128"/>
                </a:lnTo>
                <a:lnTo>
                  <a:pt x="1480569" y="5788046"/>
                </a:lnTo>
                <a:lnTo>
                  <a:pt x="1477651" y="5785597"/>
                </a:lnTo>
                <a:lnTo>
                  <a:pt x="1480100" y="5782679"/>
                </a:lnTo>
                <a:close/>
              </a:path>
              <a:path w="5457190" h="6282690">
                <a:moveTo>
                  <a:pt x="1604054" y="5887565"/>
                </a:moveTo>
                <a:lnTo>
                  <a:pt x="1605995" y="5889199"/>
                </a:lnTo>
                <a:lnTo>
                  <a:pt x="1604367" y="5891139"/>
                </a:lnTo>
                <a:lnTo>
                  <a:pt x="1602425" y="5889505"/>
                </a:lnTo>
                <a:lnTo>
                  <a:pt x="1604054" y="5887565"/>
                </a:lnTo>
                <a:close/>
              </a:path>
              <a:path w="5457190" h="6282690">
                <a:moveTo>
                  <a:pt x="509031" y="5179086"/>
                </a:moveTo>
                <a:lnTo>
                  <a:pt x="511461" y="5181128"/>
                </a:lnTo>
                <a:lnTo>
                  <a:pt x="509426" y="5183555"/>
                </a:lnTo>
                <a:lnTo>
                  <a:pt x="506996" y="5181514"/>
                </a:lnTo>
                <a:lnTo>
                  <a:pt x="509031" y="5179086"/>
                </a:lnTo>
                <a:close/>
              </a:path>
              <a:path w="5457190" h="6282690">
                <a:moveTo>
                  <a:pt x="632562" y="5279052"/>
                </a:moveTo>
                <a:lnTo>
                  <a:pt x="639361" y="5284763"/>
                </a:lnTo>
                <a:lnTo>
                  <a:pt x="633652" y="5291568"/>
                </a:lnTo>
                <a:lnTo>
                  <a:pt x="626853" y="5285857"/>
                </a:lnTo>
                <a:lnTo>
                  <a:pt x="632562" y="5279052"/>
                </a:lnTo>
                <a:close/>
              </a:path>
              <a:path w="5457190" h="6282690">
                <a:moveTo>
                  <a:pt x="756353" y="5382147"/>
                </a:moveTo>
                <a:lnTo>
                  <a:pt x="764129" y="5388673"/>
                </a:lnTo>
                <a:lnTo>
                  <a:pt x="757609" y="5396447"/>
                </a:lnTo>
                <a:lnTo>
                  <a:pt x="749831" y="5389915"/>
                </a:lnTo>
                <a:lnTo>
                  <a:pt x="756353" y="5382147"/>
                </a:lnTo>
                <a:close/>
              </a:path>
              <a:path w="5457190" h="6282690">
                <a:moveTo>
                  <a:pt x="880305" y="5487028"/>
                </a:moveTo>
                <a:lnTo>
                  <a:pt x="887110" y="5492737"/>
                </a:lnTo>
                <a:lnTo>
                  <a:pt x="881398" y="5499536"/>
                </a:lnTo>
                <a:lnTo>
                  <a:pt x="874593" y="5493827"/>
                </a:lnTo>
                <a:lnTo>
                  <a:pt x="880305" y="5487028"/>
                </a:lnTo>
                <a:close/>
              </a:path>
              <a:path w="5457190" h="6282690">
                <a:moveTo>
                  <a:pt x="1004296" y="5592357"/>
                </a:moveTo>
                <a:lnTo>
                  <a:pt x="1009642" y="5596841"/>
                </a:lnTo>
                <a:lnTo>
                  <a:pt x="1005157" y="5602187"/>
                </a:lnTo>
                <a:lnTo>
                  <a:pt x="999812" y="5597702"/>
                </a:lnTo>
                <a:lnTo>
                  <a:pt x="1004296" y="5592357"/>
                </a:lnTo>
                <a:close/>
              </a:path>
              <a:path w="5457190" h="6282690">
                <a:moveTo>
                  <a:pt x="1128248" y="5697237"/>
                </a:moveTo>
                <a:lnTo>
                  <a:pt x="1132625" y="5700911"/>
                </a:lnTo>
                <a:lnTo>
                  <a:pt x="1128955" y="5705280"/>
                </a:lnTo>
                <a:lnTo>
                  <a:pt x="1124580" y="5701613"/>
                </a:lnTo>
                <a:lnTo>
                  <a:pt x="1128248" y="5697237"/>
                </a:lnTo>
                <a:close/>
              </a:path>
              <a:path w="5457190" h="6282690">
                <a:moveTo>
                  <a:pt x="1252201" y="5802124"/>
                </a:moveTo>
                <a:lnTo>
                  <a:pt x="1255599" y="5804977"/>
                </a:lnTo>
                <a:lnTo>
                  <a:pt x="1252746" y="5808375"/>
                </a:lnTo>
                <a:lnTo>
                  <a:pt x="1249348" y="5805522"/>
                </a:lnTo>
                <a:lnTo>
                  <a:pt x="1252201" y="5802124"/>
                </a:lnTo>
                <a:close/>
              </a:path>
              <a:path w="5457190" h="6282690">
                <a:moveTo>
                  <a:pt x="1376152" y="5907005"/>
                </a:moveTo>
                <a:lnTo>
                  <a:pt x="1378582" y="5909046"/>
                </a:lnTo>
                <a:lnTo>
                  <a:pt x="1376546" y="5911474"/>
                </a:lnTo>
                <a:lnTo>
                  <a:pt x="1374116" y="5909433"/>
                </a:lnTo>
                <a:lnTo>
                  <a:pt x="1376152" y="5907005"/>
                </a:lnTo>
                <a:close/>
              </a:path>
              <a:path w="5457190" h="6282690">
                <a:moveTo>
                  <a:pt x="1500103" y="6011886"/>
                </a:moveTo>
                <a:lnTo>
                  <a:pt x="1501560" y="6013104"/>
                </a:lnTo>
                <a:lnTo>
                  <a:pt x="1500336" y="6014563"/>
                </a:lnTo>
                <a:lnTo>
                  <a:pt x="1498878" y="6013345"/>
                </a:lnTo>
                <a:lnTo>
                  <a:pt x="1500103" y="6011886"/>
                </a:lnTo>
                <a:close/>
              </a:path>
              <a:path w="5457190" h="6282690">
                <a:moveTo>
                  <a:pt x="652757" y="5510489"/>
                </a:moveTo>
                <a:lnTo>
                  <a:pt x="655676" y="5512938"/>
                </a:lnTo>
                <a:lnTo>
                  <a:pt x="653227" y="5515856"/>
                </a:lnTo>
                <a:lnTo>
                  <a:pt x="650306" y="5513401"/>
                </a:lnTo>
                <a:lnTo>
                  <a:pt x="652757" y="5510489"/>
                </a:lnTo>
                <a:close/>
              </a:path>
              <a:path w="5457190" h="6282690">
                <a:moveTo>
                  <a:pt x="776395" y="5611796"/>
                </a:moveTo>
                <a:lnTo>
                  <a:pt x="782229" y="5616688"/>
                </a:lnTo>
                <a:lnTo>
                  <a:pt x="777331" y="5622524"/>
                </a:lnTo>
                <a:lnTo>
                  <a:pt x="771501" y="5617624"/>
                </a:lnTo>
                <a:lnTo>
                  <a:pt x="776395" y="5611796"/>
                </a:lnTo>
                <a:close/>
              </a:path>
              <a:path w="5457190" h="6282690">
                <a:moveTo>
                  <a:pt x="900346" y="5716676"/>
                </a:moveTo>
                <a:lnTo>
                  <a:pt x="905204" y="5720754"/>
                </a:lnTo>
                <a:lnTo>
                  <a:pt x="901121" y="5725613"/>
                </a:lnTo>
                <a:lnTo>
                  <a:pt x="896263" y="5721536"/>
                </a:lnTo>
                <a:lnTo>
                  <a:pt x="900346" y="5716676"/>
                </a:lnTo>
                <a:close/>
              </a:path>
              <a:path w="5457190" h="6282690">
                <a:moveTo>
                  <a:pt x="1024297" y="5821557"/>
                </a:moveTo>
                <a:lnTo>
                  <a:pt x="1028186" y="5824823"/>
                </a:lnTo>
                <a:lnTo>
                  <a:pt x="1024924" y="5828704"/>
                </a:lnTo>
                <a:lnTo>
                  <a:pt x="1021037" y="5825444"/>
                </a:lnTo>
                <a:lnTo>
                  <a:pt x="1024297" y="5821557"/>
                </a:lnTo>
                <a:close/>
              </a:path>
              <a:path w="5457190" h="6282690">
                <a:moveTo>
                  <a:pt x="1148249" y="5926438"/>
                </a:moveTo>
                <a:lnTo>
                  <a:pt x="1151169" y="5928893"/>
                </a:lnTo>
                <a:lnTo>
                  <a:pt x="1148724" y="5931803"/>
                </a:lnTo>
                <a:lnTo>
                  <a:pt x="1145805" y="5929354"/>
                </a:lnTo>
                <a:lnTo>
                  <a:pt x="1148249" y="5926438"/>
                </a:lnTo>
                <a:close/>
              </a:path>
              <a:path w="5457190" h="6282690">
                <a:moveTo>
                  <a:pt x="1272201" y="6031325"/>
                </a:moveTo>
                <a:lnTo>
                  <a:pt x="1274147" y="6032951"/>
                </a:lnTo>
                <a:lnTo>
                  <a:pt x="1272515" y="6034898"/>
                </a:lnTo>
                <a:lnTo>
                  <a:pt x="1270574" y="6033264"/>
                </a:lnTo>
                <a:lnTo>
                  <a:pt x="1272201" y="6031325"/>
                </a:lnTo>
                <a:close/>
              </a:path>
              <a:path w="5457190" h="6282690">
                <a:moveTo>
                  <a:pt x="1396121" y="6135762"/>
                </a:moveTo>
                <a:lnTo>
                  <a:pt x="1397572" y="6136982"/>
                </a:lnTo>
                <a:lnTo>
                  <a:pt x="1396351" y="6138433"/>
                </a:lnTo>
                <a:lnTo>
                  <a:pt x="1394894" y="6137215"/>
                </a:lnTo>
                <a:lnTo>
                  <a:pt x="1396121" y="6135762"/>
                </a:lnTo>
                <a:close/>
              </a:path>
              <a:path w="5457190" h="6282690">
                <a:moveTo>
                  <a:pt x="796555" y="5842782"/>
                </a:moveTo>
                <a:lnTo>
                  <a:pt x="798985" y="5844824"/>
                </a:lnTo>
                <a:lnTo>
                  <a:pt x="796944" y="5847254"/>
                </a:lnTo>
                <a:lnTo>
                  <a:pt x="794514" y="5845212"/>
                </a:lnTo>
                <a:lnTo>
                  <a:pt x="796555" y="5842782"/>
                </a:lnTo>
                <a:close/>
              </a:path>
              <a:path w="5457190" h="6282690">
                <a:moveTo>
                  <a:pt x="920390" y="5946331"/>
                </a:moveTo>
                <a:lnTo>
                  <a:pt x="923306" y="5948774"/>
                </a:lnTo>
                <a:lnTo>
                  <a:pt x="920856" y="5951692"/>
                </a:lnTo>
                <a:lnTo>
                  <a:pt x="917944" y="5949241"/>
                </a:lnTo>
                <a:lnTo>
                  <a:pt x="920390" y="5946331"/>
                </a:lnTo>
                <a:close/>
              </a:path>
              <a:path w="5457190" h="6282690">
                <a:moveTo>
                  <a:pt x="1044260" y="6050316"/>
                </a:moveTo>
                <a:lnTo>
                  <a:pt x="1047178" y="6052765"/>
                </a:lnTo>
                <a:lnTo>
                  <a:pt x="1044735" y="6055681"/>
                </a:lnTo>
                <a:lnTo>
                  <a:pt x="1041814" y="6053226"/>
                </a:lnTo>
                <a:lnTo>
                  <a:pt x="1044260" y="6050316"/>
                </a:lnTo>
                <a:close/>
              </a:path>
              <a:path w="5457190" h="6282690">
                <a:moveTo>
                  <a:pt x="1168217" y="6155195"/>
                </a:moveTo>
                <a:lnTo>
                  <a:pt x="1170159" y="6156829"/>
                </a:lnTo>
                <a:lnTo>
                  <a:pt x="1168524" y="6158771"/>
                </a:lnTo>
                <a:lnTo>
                  <a:pt x="1166585" y="6157142"/>
                </a:lnTo>
                <a:lnTo>
                  <a:pt x="1168217" y="6155195"/>
                </a:lnTo>
                <a:close/>
              </a:path>
              <a:path w="5457190" h="6282690">
                <a:moveTo>
                  <a:pt x="940394" y="6175524"/>
                </a:moveTo>
                <a:lnTo>
                  <a:pt x="941855" y="6176755"/>
                </a:lnTo>
                <a:lnTo>
                  <a:pt x="940631" y="6178214"/>
                </a:lnTo>
                <a:lnTo>
                  <a:pt x="939169" y="6176983"/>
                </a:lnTo>
                <a:lnTo>
                  <a:pt x="940394" y="6175524"/>
                </a:lnTo>
                <a:close/>
              </a:path>
              <a:path w="5457190" h="6282690">
                <a:moveTo>
                  <a:pt x="1064266" y="6279515"/>
                </a:moveTo>
                <a:lnTo>
                  <a:pt x="1065726" y="6280740"/>
                </a:lnTo>
                <a:lnTo>
                  <a:pt x="1064510" y="6282223"/>
                </a:lnTo>
                <a:lnTo>
                  <a:pt x="1063042" y="6280974"/>
                </a:lnTo>
                <a:lnTo>
                  <a:pt x="1064266" y="6279515"/>
                </a:lnTo>
                <a:close/>
              </a:path>
            </a:pathLst>
          </a:custGeom>
          <a:solidFill>
            <a:srgbClr val="37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290111" y="6106088"/>
            <a:ext cx="2927985" cy="970915"/>
          </a:xfrm>
          <a:custGeom>
            <a:avLst/>
            <a:gdLst/>
            <a:ahLst/>
            <a:cxnLst/>
            <a:rect l="l" t="t" r="r" b="b"/>
            <a:pathLst>
              <a:path w="2927984" h="970915">
                <a:moveTo>
                  <a:pt x="2442055" y="0"/>
                </a:moveTo>
                <a:lnTo>
                  <a:pt x="2447828" y="2007"/>
                </a:lnTo>
                <a:lnTo>
                  <a:pt x="2450875" y="8031"/>
                </a:lnTo>
                <a:lnTo>
                  <a:pt x="2491121" y="433150"/>
                </a:lnTo>
                <a:lnTo>
                  <a:pt x="2494432" y="436461"/>
                </a:lnTo>
                <a:lnTo>
                  <a:pt x="2919499" y="476655"/>
                </a:lnTo>
                <a:lnTo>
                  <a:pt x="2925523" y="479702"/>
                </a:lnTo>
                <a:lnTo>
                  <a:pt x="2927530" y="485475"/>
                </a:lnTo>
                <a:lnTo>
                  <a:pt x="2925523" y="491248"/>
                </a:lnTo>
                <a:lnTo>
                  <a:pt x="2919499" y="494295"/>
                </a:lnTo>
                <a:lnTo>
                  <a:pt x="2494432" y="534489"/>
                </a:lnTo>
                <a:lnTo>
                  <a:pt x="2491121" y="537800"/>
                </a:lnTo>
                <a:lnTo>
                  <a:pt x="2450875" y="962868"/>
                </a:lnTo>
                <a:lnTo>
                  <a:pt x="2447828" y="968891"/>
                </a:lnTo>
                <a:lnTo>
                  <a:pt x="2442055" y="970899"/>
                </a:lnTo>
                <a:lnTo>
                  <a:pt x="2436282" y="968891"/>
                </a:lnTo>
                <a:lnTo>
                  <a:pt x="2433235" y="962868"/>
                </a:lnTo>
                <a:lnTo>
                  <a:pt x="2393041" y="538007"/>
                </a:lnTo>
                <a:lnTo>
                  <a:pt x="2389419" y="534593"/>
                </a:lnTo>
                <a:lnTo>
                  <a:pt x="2384971" y="534438"/>
                </a:lnTo>
                <a:lnTo>
                  <a:pt x="8535" y="494243"/>
                </a:lnTo>
                <a:lnTo>
                  <a:pt x="2133" y="491363"/>
                </a:lnTo>
                <a:lnTo>
                  <a:pt x="0" y="485397"/>
                </a:lnTo>
                <a:lnTo>
                  <a:pt x="2133" y="479432"/>
                </a:lnTo>
                <a:lnTo>
                  <a:pt x="8535" y="476552"/>
                </a:lnTo>
                <a:lnTo>
                  <a:pt x="2384971" y="436357"/>
                </a:lnTo>
                <a:lnTo>
                  <a:pt x="2389419" y="436202"/>
                </a:lnTo>
                <a:lnTo>
                  <a:pt x="2393040" y="432788"/>
                </a:lnTo>
                <a:lnTo>
                  <a:pt x="2433235" y="8031"/>
                </a:lnTo>
                <a:lnTo>
                  <a:pt x="2436282" y="2007"/>
                </a:lnTo>
                <a:lnTo>
                  <a:pt x="2442055" y="0"/>
                </a:lnTo>
                <a:close/>
              </a:path>
            </a:pathLst>
          </a:custGeom>
          <a:solidFill>
            <a:srgbClr val="377272">
              <a:alpha val="7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60652" y="5772751"/>
            <a:ext cx="121081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i="1" dirty="0">
                <a:latin typeface="Arial"/>
                <a:cs typeface="Arial"/>
              </a:rPr>
              <a:t>CDC</a:t>
            </a:r>
            <a:r>
              <a:rPr sz="4000" b="1" i="1" spc="-210" dirty="0">
                <a:latin typeface="Arial"/>
                <a:cs typeface="Arial"/>
              </a:rPr>
              <a:t> </a:t>
            </a:r>
            <a:r>
              <a:rPr sz="4000" b="1" i="1" dirty="0">
                <a:latin typeface="Arial"/>
                <a:cs typeface="Arial"/>
              </a:rPr>
              <a:t>X</a:t>
            </a:r>
            <a:r>
              <a:rPr sz="4000" b="1" i="1" spc="-180" dirty="0">
                <a:latin typeface="Arial"/>
                <a:cs typeface="Arial"/>
              </a:rPr>
              <a:t> </a:t>
            </a:r>
            <a:r>
              <a:rPr sz="4000" b="1" i="1" spc="-120" dirty="0">
                <a:latin typeface="Arial"/>
                <a:cs typeface="Arial"/>
              </a:rPr>
              <a:t>STARTUPVEDA</a:t>
            </a:r>
            <a:r>
              <a:rPr sz="4000" b="1" i="1" spc="-170" dirty="0">
                <a:latin typeface="Arial"/>
                <a:cs typeface="Arial"/>
              </a:rPr>
              <a:t> </a:t>
            </a:r>
            <a:r>
              <a:rPr sz="4000" b="1" i="1" dirty="0">
                <a:latin typeface="Arial"/>
                <a:cs typeface="Arial"/>
              </a:rPr>
              <a:t>OPEN</a:t>
            </a:r>
            <a:r>
              <a:rPr sz="4000" b="1" i="1" spc="-180" dirty="0">
                <a:latin typeface="Arial"/>
                <a:cs typeface="Arial"/>
              </a:rPr>
              <a:t> </a:t>
            </a:r>
            <a:r>
              <a:rPr sz="4000" b="1" i="1" spc="-120" dirty="0">
                <a:latin typeface="Arial"/>
                <a:cs typeface="Arial"/>
              </a:rPr>
              <a:t>PROJECT</a:t>
            </a:r>
            <a:r>
              <a:rPr sz="4000" b="1" i="1" spc="-170" dirty="0">
                <a:latin typeface="Arial"/>
                <a:cs typeface="Arial"/>
              </a:rPr>
              <a:t> </a:t>
            </a:r>
            <a:r>
              <a:rPr sz="4000" b="1" i="1" spc="130" dirty="0">
                <a:latin typeface="Arial"/>
                <a:cs typeface="Arial"/>
              </a:rPr>
              <a:t>2025-</a:t>
            </a:r>
            <a:r>
              <a:rPr sz="4000" b="1" i="1" spc="190" dirty="0">
                <a:latin typeface="Arial"/>
                <a:cs typeface="Arial"/>
              </a:rPr>
              <a:t>2026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27436" y="114765"/>
            <a:ext cx="16031210" cy="4471670"/>
          </a:xfrm>
          <a:prstGeom prst="rect">
            <a:avLst/>
          </a:prstGeom>
        </p:spPr>
        <p:txBody>
          <a:bodyPr vert="horz" wrap="square" lIns="0" tIns="384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30"/>
              </a:spcBef>
            </a:pPr>
            <a:r>
              <a:rPr sz="20000" spc="-10" dirty="0"/>
              <a:t>LearnLoop</a:t>
            </a:r>
            <a:endParaRPr sz="20000"/>
          </a:p>
          <a:p>
            <a:pPr marL="200660">
              <a:lnSpc>
                <a:spcPct val="100000"/>
              </a:lnSpc>
              <a:spcBef>
                <a:spcPts val="880"/>
              </a:spcBef>
            </a:pPr>
            <a:r>
              <a:rPr sz="6000" b="0" spc="260" dirty="0">
                <a:latin typeface="Trebuchet MS"/>
                <a:cs typeface="Trebuchet MS"/>
              </a:rPr>
              <a:t>An</a:t>
            </a:r>
            <a:r>
              <a:rPr sz="6000" b="0" spc="-375" dirty="0">
                <a:latin typeface="Trebuchet MS"/>
                <a:cs typeface="Trebuchet MS"/>
              </a:rPr>
              <a:t> </a:t>
            </a:r>
            <a:r>
              <a:rPr sz="6000" b="0" spc="80" dirty="0">
                <a:latin typeface="Trebuchet MS"/>
                <a:cs typeface="Trebuchet MS"/>
              </a:rPr>
              <a:t>AI</a:t>
            </a:r>
            <a:r>
              <a:rPr sz="6000" b="0" spc="80" dirty="0">
                <a:latin typeface="Lucida Sans Unicode"/>
                <a:cs typeface="Lucida Sans Unicode"/>
              </a:rPr>
              <a:t>‑</a:t>
            </a:r>
            <a:r>
              <a:rPr sz="6000" b="0" spc="80" dirty="0">
                <a:latin typeface="Trebuchet MS"/>
                <a:cs typeface="Trebuchet MS"/>
              </a:rPr>
              <a:t>Powered</a:t>
            </a:r>
            <a:r>
              <a:rPr sz="6000" b="0" spc="-375" dirty="0">
                <a:latin typeface="Trebuchet MS"/>
                <a:cs typeface="Trebuchet MS"/>
              </a:rPr>
              <a:t> </a:t>
            </a:r>
            <a:r>
              <a:rPr sz="6000" b="0" spc="100" dirty="0">
                <a:latin typeface="Trebuchet MS"/>
                <a:cs typeface="Trebuchet MS"/>
              </a:rPr>
              <a:t>Habit</a:t>
            </a:r>
            <a:r>
              <a:rPr sz="6000" b="0" spc="100" dirty="0">
                <a:latin typeface="Lucida Sans Unicode"/>
                <a:cs typeface="Lucida Sans Unicode"/>
              </a:rPr>
              <a:t>‑</a:t>
            </a:r>
            <a:r>
              <a:rPr sz="6000" b="0" spc="100" dirty="0">
                <a:latin typeface="Trebuchet MS"/>
                <a:cs typeface="Trebuchet MS"/>
              </a:rPr>
              <a:t>Based</a:t>
            </a:r>
            <a:r>
              <a:rPr sz="6000" b="0" spc="-375" dirty="0">
                <a:latin typeface="Trebuchet MS"/>
                <a:cs typeface="Trebuchet MS"/>
              </a:rPr>
              <a:t> </a:t>
            </a:r>
            <a:r>
              <a:rPr sz="6000" b="0" dirty="0">
                <a:latin typeface="Trebuchet MS"/>
                <a:cs typeface="Trebuchet MS"/>
              </a:rPr>
              <a:t>Learning</a:t>
            </a:r>
            <a:r>
              <a:rPr sz="6000" b="0" spc="-370" dirty="0">
                <a:latin typeface="Trebuchet MS"/>
                <a:cs typeface="Trebuchet MS"/>
              </a:rPr>
              <a:t> </a:t>
            </a:r>
            <a:r>
              <a:rPr sz="6000" b="0" spc="-10" dirty="0">
                <a:latin typeface="Trebuchet MS"/>
                <a:cs typeface="Trebuchet MS"/>
              </a:rPr>
              <a:t>Platform</a:t>
            </a:r>
            <a:endParaRPr sz="6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8700" y="7041017"/>
            <a:ext cx="9149080" cy="2518638"/>
          </a:xfrm>
          <a:prstGeom prst="rect">
            <a:avLst/>
          </a:prstGeom>
          <a:solidFill>
            <a:srgbClr val="40B8D5">
              <a:alpha val="11999"/>
            </a:srgbClr>
          </a:solidFill>
        </p:spPr>
        <p:txBody>
          <a:bodyPr vert="horz" wrap="square" lIns="0" tIns="396240" rIns="0" bIns="0" rtlCol="0">
            <a:spAutoFit/>
          </a:bodyPr>
          <a:lstStyle/>
          <a:p>
            <a:pPr marL="230504">
              <a:lnSpc>
                <a:spcPts val="4040"/>
              </a:lnSpc>
              <a:spcBef>
                <a:spcPts val="3120"/>
              </a:spcBef>
            </a:pPr>
            <a:r>
              <a:rPr sz="5250" b="1" spc="135" baseline="-3174" dirty="0">
                <a:solidFill>
                  <a:srgbClr val="377272"/>
                </a:solidFill>
                <a:latin typeface="Trebuchet MS"/>
                <a:cs typeface="Trebuchet MS"/>
              </a:rPr>
              <a:t>Presented</a:t>
            </a:r>
            <a:r>
              <a:rPr sz="5250" b="1" spc="-300" baseline="-3174" dirty="0">
                <a:solidFill>
                  <a:srgbClr val="377272"/>
                </a:solidFill>
                <a:latin typeface="Trebuchet MS"/>
                <a:cs typeface="Trebuchet MS"/>
              </a:rPr>
              <a:t> </a:t>
            </a:r>
            <a:r>
              <a:rPr sz="5250" b="1" baseline="-3174" dirty="0">
                <a:solidFill>
                  <a:srgbClr val="377272"/>
                </a:solidFill>
                <a:latin typeface="Trebuchet MS"/>
                <a:cs typeface="Trebuchet MS"/>
              </a:rPr>
              <a:t>by:</a:t>
            </a:r>
            <a:r>
              <a:rPr sz="5250" b="1" spc="600" baseline="-3174" dirty="0">
                <a:solidFill>
                  <a:srgbClr val="377272"/>
                </a:solidFill>
                <a:latin typeface="Trebuchet MS"/>
                <a:cs typeface="Trebuchet MS"/>
              </a:rPr>
              <a:t> </a:t>
            </a:r>
            <a:r>
              <a:rPr sz="3000" i="1" spc="-70" dirty="0">
                <a:solidFill>
                  <a:srgbClr val="377272"/>
                </a:solidFill>
                <a:latin typeface="Verdana"/>
                <a:cs typeface="Verdana"/>
              </a:rPr>
              <a:t>R</a:t>
            </a:r>
            <a:r>
              <a:rPr lang="en-IN" sz="3000" i="1" spc="-70" dirty="0" err="1">
                <a:solidFill>
                  <a:srgbClr val="377272"/>
                </a:solidFill>
                <a:latin typeface="Verdana"/>
                <a:cs typeface="Verdana"/>
              </a:rPr>
              <a:t>iddhi</a:t>
            </a:r>
            <a:r>
              <a:rPr lang="en-IN" sz="3000" i="1" spc="-70" dirty="0">
                <a:solidFill>
                  <a:srgbClr val="377272"/>
                </a:solidFill>
                <a:latin typeface="Verdana"/>
                <a:cs typeface="Verdana"/>
              </a:rPr>
              <a:t> Sidana</a:t>
            </a:r>
            <a:r>
              <a:rPr sz="3000" i="1" spc="-114" dirty="0">
                <a:solidFill>
                  <a:srgbClr val="377272"/>
                </a:solidFill>
                <a:latin typeface="Verdana"/>
                <a:cs typeface="Verdana"/>
              </a:rPr>
              <a:t>(2322023)</a:t>
            </a:r>
            <a:endParaRPr sz="3000" dirty="0">
              <a:latin typeface="Verdana"/>
              <a:cs typeface="Verdana"/>
            </a:endParaRPr>
          </a:p>
          <a:p>
            <a:pPr marL="3376929" marR="916305">
              <a:lnSpc>
                <a:spcPts val="3379"/>
              </a:lnSpc>
              <a:spcBef>
                <a:spcPts val="130"/>
              </a:spcBef>
            </a:pPr>
            <a:r>
              <a:rPr sz="3000" i="1" spc="-90" dirty="0">
                <a:solidFill>
                  <a:srgbClr val="377272"/>
                </a:solidFill>
                <a:latin typeface="Verdana"/>
                <a:cs typeface="Verdana"/>
              </a:rPr>
              <a:t>Sameer</a:t>
            </a:r>
            <a:r>
              <a:rPr sz="3000" i="1" spc="-27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3000" i="1" spc="-90" dirty="0">
                <a:solidFill>
                  <a:srgbClr val="377272"/>
                </a:solidFill>
                <a:latin typeface="Verdana"/>
                <a:cs typeface="Verdana"/>
              </a:rPr>
              <a:t>Kumar</a:t>
            </a:r>
            <a:r>
              <a:rPr sz="3000" i="1" spc="-265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3000" i="1" spc="-215" dirty="0">
                <a:solidFill>
                  <a:srgbClr val="377272"/>
                </a:solidFill>
                <a:latin typeface="Verdana"/>
                <a:cs typeface="Verdana"/>
              </a:rPr>
              <a:t>(2</a:t>
            </a:r>
            <a:r>
              <a:rPr lang="en-IN" sz="3000" i="1" spc="-215" dirty="0">
                <a:solidFill>
                  <a:srgbClr val="377272"/>
                </a:solidFill>
                <a:latin typeface="Verdana"/>
                <a:cs typeface="Verdana"/>
              </a:rPr>
              <a:t>3</a:t>
            </a:r>
            <a:r>
              <a:rPr sz="3000" i="1" spc="-215" dirty="0">
                <a:solidFill>
                  <a:srgbClr val="377272"/>
                </a:solidFill>
                <a:latin typeface="Verdana"/>
                <a:cs typeface="Verdana"/>
              </a:rPr>
              <a:t>322024) </a:t>
            </a:r>
            <a:r>
              <a:rPr sz="3000" i="1" spc="-285" dirty="0">
                <a:solidFill>
                  <a:srgbClr val="377272"/>
                </a:solidFill>
                <a:latin typeface="Verdana"/>
                <a:cs typeface="Verdana"/>
              </a:rPr>
              <a:t>IIT</a:t>
            </a:r>
            <a:r>
              <a:rPr sz="3000" i="1" spc="-32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3000" i="1" spc="-10" dirty="0">
                <a:solidFill>
                  <a:srgbClr val="377272"/>
                </a:solidFill>
                <a:latin typeface="Verdana"/>
                <a:cs typeface="Verdana"/>
              </a:rPr>
              <a:t>Roorkee</a:t>
            </a:r>
            <a:endParaRPr sz="3000" dirty="0">
              <a:latin typeface="Verdana"/>
              <a:cs typeface="Verdana"/>
            </a:endParaRPr>
          </a:p>
          <a:p>
            <a:pPr marL="230504">
              <a:lnSpc>
                <a:spcPct val="100000"/>
              </a:lnSpc>
              <a:spcBef>
                <a:spcPts val="1275"/>
              </a:spcBef>
            </a:pPr>
            <a:r>
              <a:rPr sz="3600" b="1" spc="-10" dirty="0">
                <a:solidFill>
                  <a:srgbClr val="377272"/>
                </a:solidFill>
                <a:latin typeface="Trebuchet MS"/>
                <a:cs typeface="Trebuchet MS"/>
              </a:rPr>
              <a:t>Team</a:t>
            </a:r>
            <a:r>
              <a:rPr sz="3600" b="1" spc="-260" dirty="0">
                <a:solidFill>
                  <a:srgbClr val="377272"/>
                </a:solidFill>
                <a:latin typeface="Trebuchet MS"/>
                <a:cs typeface="Trebuchet MS"/>
              </a:rPr>
              <a:t> </a:t>
            </a:r>
            <a:r>
              <a:rPr sz="3600" b="1" spc="-465" dirty="0">
                <a:solidFill>
                  <a:srgbClr val="377272"/>
                </a:solidFill>
                <a:latin typeface="Trebuchet MS"/>
                <a:cs typeface="Trebuchet MS"/>
              </a:rPr>
              <a:t>:</a:t>
            </a:r>
            <a:r>
              <a:rPr sz="3600" b="1" spc="-254" dirty="0">
                <a:solidFill>
                  <a:srgbClr val="377272"/>
                </a:solidFill>
                <a:latin typeface="Trebuchet MS"/>
                <a:cs typeface="Trebuchet MS"/>
              </a:rPr>
              <a:t> </a:t>
            </a:r>
            <a:r>
              <a:rPr sz="3600" b="1" spc="60" dirty="0">
                <a:solidFill>
                  <a:srgbClr val="377272"/>
                </a:solidFill>
                <a:latin typeface="Trebuchet MS"/>
                <a:cs typeface="Trebuchet MS"/>
              </a:rPr>
              <a:t>Loop</a:t>
            </a:r>
            <a:r>
              <a:rPr sz="3600" b="1" spc="-254" dirty="0">
                <a:solidFill>
                  <a:srgbClr val="377272"/>
                </a:solidFill>
                <a:latin typeface="Trebuchet MS"/>
                <a:cs typeface="Trebuchet MS"/>
              </a:rPr>
              <a:t> </a:t>
            </a:r>
            <a:r>
              <a:rPr sz="3600" b="1" spc="95" dirty="0">
                <a:solidFill>
                  <a:srgbClr val="377272"/>
                </a:solidFill>
                <a:latin typeface="Trebuchet MS"/>
                <a:cs typeface="Trebuchet MS"/>
              </a:rPr>
              <a:t>Innovators</a:t>
            </a:r>
            <a:endParaRPr sz="3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967980" cy="10287000"/>
          </a:xfrm>
          <a:custGeom>
            <a:avLst/>
            <a:gdLst/>
            <a:ahLst/>
            <a:cxnLst/>
            <a:rect l="l" t="t" r="r" b="b"/>
            <a:pathLst>
              <a:path w="7967980" h="10287000">
                <a:moveTo>
                  <a:pt x="796794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7967949" y="0"/>
                </a:lnTo>
                <a:lnTo>
                  <a:pt x="7967949" y="10286999"/>
                </a:lnTo>
                <a:close/>
              </a:path>
            </a:pathLst>
          </a:custGeom>
          <a:solidFill>
            <a:srgbClr val="40B8D5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242608" y="0"/>
            <a:ext cx="5045710" cy="10107930"/>
          </a:xfrm>
          <a:custGeom>
            <a:avLst/>
            <a:gdLst/>
            <a:ahLst/>
            <a:cxnLst/>
            <a:rect l="l" t="t" r="r" b="b"/>
            <a:pathLst>
              <a:path w="5045709" h="10107930">
                <a:moveTo>
                  <a:pt x="250443" y="140707"/>
                </a:moveTo>
                <a:lnTo>
                  <a:pt x="247453" y="143242"/>
                </a:lnTo>
                <a:lnTo>
                  <a:pt x="249995" y="146244"/>
                </a:lnTo>
                <a:lnTo>
                  <a:pt x="252987" y="143698"/>
                </a:lnTo>
                <a:lnTo>
                  <a:pt x="250443" y="140707"/>
                </a:lnTo>
                <a:close/>
              </a:path>
              <a:path w="5045709" h="10107930">
                <a:moveTo>
                  <a:pt x="59463" y="303346"/>
                </a:moveTo>
                <a:lnTo>
                  <a:pt x="57227" y="305248"/>
                </a:lnTo>
                <a:lnTo>
                  <a:pt x="59134" y="307497"/>
                </a:lnTo>
                <a:lnTo>
                  <a:pt x="61370" y="305595"/>
                </a:lnTo>
                <a:lnTo>
                  <a:pt x="59463" y="303346"/>
                </a:lnTo>
                <a:close/>
              </a:path>
              <a:path w="5045709" h="10107930">
                <a:moveTo>
                  <a:pt x="794512" y="4261"/>
                </a:moveTo>
                <a:lnTo>
                  <a:pt x="787770" y="9974"/>
                </a:lnTo>
                <a:lnTo>
                  <a:pt x="793485" y="16708"/>
                </a:lnTo>
                <a:lnTo>
                  <a:pt x="800219" y="10992"/>
                </a:lnTo>
                <a:lnTo>
                  <a:pt x="794512" y="4261"/>
                </a:lnTo>
                <a:close/>
              </a:path>
              <a:path w="5045709" h="10107930">
                <a:moveTo>
                  <a:pt x="603485" y="167597"/>
                </a:moveTo>
                <a:lnTo>
                  <a:pt x="598247" y="172040"/>
                </a:lnTo>
                <a:lnTo>
                  <a:pt x="602690" y="177277"/>
                </a:lnTo>
                <a:lnTo>
                  <a:pt x="607928" y="172835"/>
                </a:lnTo>
                <a:lnTo>
                  <a:pt x="603485" y="167597"/>
                </a:lnTo>
                <a:close/>
              </a:path>
              <a:path w="5045709" h="10107930">
                <a:moveTo>
                  <a:pt x="412510" y="330228"/>
                </a:moveTo>
                <a:lnTo>
                  <a:pt x="408021" y="334045"/>
                </a:lnTo>
                <a:lnTo>
                  <a:pt x="411835" y="338544"/>
                </a:lnTo>
                <a:lnTo>
                  <a:pt x="416324" y="334726"/>
                </a:lnTo>
                <a:lnTo>
                  <a:pt x="412510" y="330228"/>
                </a:lnTo>
                <a:close/>
              </a:path>
              <a:path w="5045709" h="10107930">
                <a:moveTo>
                  <a:pt x="221487" y="493577"/>
                </a:moveTo>
                <a:lnTo>
                  <a:pt x="218486" y="496119"/>
                </a:lnTo>
                <a:lnTo>
                  <a:pt x="221021" y="499109"/>
                </a:lnTo>
                <a:lnTo>
                  <a:pt x="224023" y="496567"/>
                </a:lnTo>
                <a:lnTo>
                  <a:pt x="221487" y="493577"/>
                </a:lnTo>
                <a:close/>
              </a:path>
              <a:path w="5045709" h="10107930">
                <a:moveTo>
                  <a:pt x="30506" y="656226"/>
                </a:moveTo>
                <a:lnTo>
                  <a:pt x="28260" y="658124"/>
                </a:lnTo>
                <a:lnTo>
                  <a:pt x="30167" y="660373"/>
                </a:lnTo>
                <a:lnTo>
                  <a:pt x="32413" y="658475"/>
                </a:lnTo>
                <a:lnTo>
                  <a:pt x="30506" y="656226"/>
                </a:lnTo>
                <a:close/>
              </a:path>
              <a:path w="5045709" h="10107930">
                <a:moveTo>
                  <a:pt x="1147559" y="31143"/>
                </a:moveTo>
                <a:lnTo>
                  <a:pt x="1138567" y="38762"/>
                </a:lnTo>
                <a:lnTo>
                  <a:pt x="1146190" y="47744"/>
                </a:lnTo>
                <a:lnTo>
                  <a:pt x="1155172" y="40122"/>
                </a:lnTo>
                <a:lnTo>
                  <a:pt x="1147559" y="31143"/>
                </a:lnTo>
                <a:close/>
              </a:path>
              <a:path w="5045709" h="10107930">
                <a:moveTo>
                  <a:pt x="956521" y="194476"/>
                </a:moveTo>
                <a:lnTo>
                  <a:pt x="949035" y="200826"/>
                </a:lnTo>
                <a:lnTo>
                  <a:pt x="955385" y="208312"/>
                </a:lnTo>
                <a:lnTo>
                  <a:pt x="962871" y="201962"/>
                </a:lnTo>
                <a:lnTo>
                  <a:pt x="956521" y="194476"/>
                </a:lnTo>
                <a:close/>
              </a:path>
              <a:path w="5045709" h="10107930">
                <a:moveTo>
                  <a:pt x="765543" y="357115"/>
                </a:moveTo>
                <a:lnTo>
                  <a:pt x="758806" y="362840"/>
                </a:lnTo>
                <a:lnTo>
                  <a:pt x="764521" y="369574"/>
                </a:lnTo>
                <a:lnTo>
                  <a:pt x="771265" y="363861"/>
                </a:lnTo>
                <a:lnTo>
                  <a:pt x="765543" y="357115"/>
                </a:lnTo>
                <a:close/>
              </a:path>
              <a:path w="5045709" h="10107930">
                <a:moveTo>
                  <a:pt x="574521" y="520465"/>
                </a:moveTo>
                <a:lnTo>
                  <a:pt x="569283" y="524907"/>
                </a:lnTo>
                <a:lnTo>
                  <a:pt x="573726" y="530144"/>
                </a:lnTo>
                <a:lnTo>
                  <a:pt x="578964" y="525702"/>
                </a:lnTo>
                <a:lnTo>
                  <a:pt x="574521" y="520465"/>
                </a:lnTo>
                <a:close/>
              </a:path>
              <a:path w="5045709" h="10107930">
                <a:moveTo>
                  <a:pt x="383493" y="683801"/>
                </a:moveTo>
                <a:lnTo>
                  <a:pt x="379748" y="686980"/>
                </a:lnTo>
                <a:lnTo>
                  <a:pt x="382918" y="690722"/>
                </a:lnTo>
                <a:lnTo>
                  <a:pt x="386663" y="687543"/>
                </a:lnTo>
                <a:lnTo>
                  <a:pt x="383493" y="683801"/>
                </a:lnTo>
                <a:close/>
              </a:path>
              <a:path w="5045709" h="10107930">
                <a:moveTo>
                  <a:pt x="192515" y="846440"/>
                </a:moveTo>
                <a:lnTo>
                  <a:pt x="189522" y="848986"/>
                </a:lnTo>
                <a:lnTo>
                  <a:pt x="192058" y="851975"/>
                </a:lnTo>
                <a:lnTo>
                  <a:pt x="195060" y="849433"/>
                </a:lnTo>
                <a:lnTo>
                  <a:pt x="192515" y="846440"/>
                </a:lnTo>
                <a:close/>
              </a:path>
              <a:path w="5045709" h="10107930">
                <a:moveTo>
                  <a:pt x="1496" y="1009780"/>
                </a:moveTo>
                <a:lnTo>
                  <a:pt x="0" y="1011052"/>
                </a:lnTo>
                <a:lnTo>
                  <a:pt x="1263" y="1012545"/>
                </a:lnTo>
                <a:lnTo>
                  <a:pt x="2759" y="1011272"/>
                </a:lnTo>
                <a:lnTo>
                  <a:pt x="1496" y="1009780"/>
                </a:lnTo>
                <a:close/>
              </a:path>
              <a:path w="5045709" h="10107930">
                <a:moveTo>
                  <a:pt x="1500586" y="58017"/>
                </a:moveTo>
                <a:lnTo>
                  <a:pt x="1489355" y="67546"/>
                </a:lnTo>
                <a:lnTo>
                  <a:pt x="1498894" y="78781"/>
                </a:lnTo>
                <a:lnTo>
                  <a:pt x="1510122" y="69261"/>
                </a:lnTo>
                <a:lnTo>
                  <a:pt x="1500586" y="58017"/>
                </a:lnTo>
                <a:close/>
              </a:path>
              <a:path w="5045709" h="10107930">
                <a:moveTo>
                  <a:pt x="1309617" y="220660"/>
                </a:moveTo>
                <a:lnTo>
                  <a:pt x="1299139" y="229555"/>
                </a:lnTo>
                <a:lnTo>
                  <a:pt x="1308030" y="240043"/>
                </a:lnTo>
                <a:lnTo>
                  <a:pt x="1318509" y="231147"/>
                </a:lnTo>
                <a:lnTo>
                  <a:pt x="1309617" y="220660"/>
                </a:lnTo>
                <a:close/>
              </a:path>
              <a:path w="5045709" h="10107930">
                <a:moveTo>
                  <a:pt x="1118586" y="384006"/>
                </a:moveTo>
                <a:lnTo>
                  <a:pt x="1109603" y="391628"/>
                </a:lnTo>
                <a:lnTo>
                  <a:pt x="1117226" y="400610"/>
                </a:lnTo>
                <a:lnTo>
                  <a:pt x="1126217" y="392991"/>
                </a:lnTo>
                <a:lnTo>
                  <a:pt x="1118586" y="384006"/>
                </a:lnTo>
                <a:close/>
              </a:path>
              <a:path w="5045709" h="10107930">
                <a:moveTo>
                  <a:pt x="927567" y="547345"/>
                </a:moveTo>
                <a:lnTo>
                  <a:pt x="920081" y="553695"/>
                </a:lnTo>
                <a:lnTo>
                  <a:pt x="926431" y="561181"/>
                </a:lnTo>
                <a:lnTo>
                  <a:pt x="933917" y="554831"/>
                </a:lnTo>
                <a:lnTo>
                  <a:pt x="927567" y="547345"/>
                </a:lnTo>
                <a:close/>
              </a:path>
              <a:path w="5045709" h="10107930">
                <a:moveTo>
                  <a:pt x="736530" y="710678"/>
                </a:moveTo>
                <a:lnTo>
                  <a:pt x="730536" y="715765"/>
                </a:lnTo>
                <a:lnTo>
                  <a:pt x="735617" y="721746"/>
                </a:lnTo>
                <a:lnTo>
                  <a:pt x="741607" y="716668"/>
                </a:lnTo>
                <a:lnTo>
                  <a:pt x="736530" y="710678"/>
                </a:lnTo>
                <a:close/>
              </a:path>
              <a:path w="5045709" h="10107930">
                <a:moveTo>
                  <a:pt x="545561" y="873321"/>
                </a:moveTo>
                <a:lnTo>
                  <a:pt x="540311" y="877769"/>
                </a:lnTo>
                <a:lnTo>
                  <a:pt x="544763" y="883010"/>
                </a:lnTo>
                <a:lnTo>
                  <a:pt x="550013" y="878561"/>
                </a:lnTo>
                <a:lnTo>
                  <a:pt x="545561" y="873321"/>
                </a:lnTo>
                <a:close/>
              </a:path>
              <a:path w="5045709" h="10107930">
                <a:moveTo>
                  <a:pt x="354539" y="1036670"/>
                </a:moveTo>
                <a:lnTo>
                  <a:pt x="350797" y="1039841"/>
                </a:lnTo>
                <a:lnTo>
                  <a:pt x="353967" y="1043583"/>
                </a:lnTo>
                <a:lnTo>
                  <a:pt x="357709" y="1040412"/>
                </a:lnTo>
                <a:lnTo>
                  <a:pt x="354539" y="1036670"/>
                </a:lnTo>
                <a:close/>
              </a:path>
              <a:path w="5045709" h="10107930">
                <a:moveTo>
                  <a:pt x="163501" y="1200003"/>
                </a:moveTo>
                <a:lnTo>
                  <a:pt x="161252" y="1201910"/>
                </a:lnTo>
                <a:lnTo>
                  <a:pt x="163153" y="1204147"/>
                </a:lnTo>
                <a:lnTo>
                  <a:pt x="165402" y="1202240"/>
                </a:lnTo>
                <a:lnTo>
                  <a:pt x="163501" y="1200003"/>
                </a:lnTo>
                <a:close/>
              </a:path>
              <a:path w="5045709" h="10107930">
                <a:moveTo>
                  <a:pt x="1853687" y="84218"/>
                </a:moveTo>
                <a:lnTo>
                  <a:pt x="1839467" y="96283"/>
                </a:lnTo>
                <a:lnTo>
                  <a:pt x="1851533" y="110503"/>
                </a:lnTo>
                <a:lnTo>
                  <a:pt x="1865749" y="98447"/>
                </a:lnTo>
                <a:lnTo>
                  <a:pt x="1853687" y="84218"/>
                </a:lnTo>
                <a:close/>
              </a:path>
              <a:path w="5045709" h="10107930">
                <a:moveTo>
                  <a:pt x="1662659" y="247553"/>
                </a:moveTo>
                <a:lnTo>
                  <a:pt x="1649932" y="258355"/>
                </a:lnTo>
                <a:lnTo>
                  <a:pt x="1660734" y="271082"/>
                </a:lnTo>
                <a:lnTo>
                  <a:pt x="1673458" y="260290"/>
                </a:lnTo>
                <a:lnTo>
                  <a:pt x="1662659" y="247553"/>
                </a:lnTo>
                <a:close/>
              </a:path>
              <a:path w="5045709" h="10107930">
                <a:moveTo>
                  <a:pt x="1471622" y="410886"/>
                </a:moveTo>
                <a:lnTo>
                  <a:pt x="1460391" y="420415"/>
                </a:lnTo>
                <a:lnTo>
                  <a:pt x="1469921" y="431647"/>
                </a:lnTo>
                <a:lnTo>
                  <a:pt x="1481152" y="422117"/>
                </a:lnTo>
                <a:lnTo>
                  <a:pt x="1471622" y="410886"/>
                </a:lnTo>
                <a:close/>
              </a:path>
              <a:path w="5045709" h="10107930">
                <a:moveTo>
                  <a:pt x="1280659" y="573541"/>
                </a:moveTo>
                <a:lnTo>
                  <a:pt x="1270171" y="582433"/>
                </a:lnTo>
                <a:lnTo>
                  <a:pt x="1279066" y="592912"/>
                </a:lnTo>
                <a:lnTo>
                  <a:pt x="1289554" y="584020"/>
                </a:lnTo>
                <a:lnTo>
                  <a:pt x="1280659" y="573541"/>
                </a:lnTo>
                <a:close/>
              </a:path>
              <a:path w="5045709" h="10107930">
                <a:moveTo>
                  <a:pt x="1089575" y="737561"/>
                </a:moveTo>
                <a:lnTo>
                  <a:pt x="1081333" y="744555"/>
                </a:lnTo>
                <a:lnTo>
                  <a:pt x="1088321" y="752785"/>
                </a:lnTo>
                <a:lnTo>
                  <a:pt x="1096560" y="745800"/>
                </a:lnTo>
                <a:lnTo>
                  <a:pt x="1089575" y="737561"/>
                </a:lnTo>
                <a:close/>
              </a:path>
              <a:path w="5045709" h="10107930">
                <a:moveTo>
                  <a:pt x="898547" y="900897"/>
                </a:moveTo>
                <a:lnTo>
                  <a:pt x="891810" y="906622"/>
                </a:lnTo>
                <a:lnTo>
                  <a:pt x="897526" y="913356"/>
                </a:lnTo>
                <a:lnTo>
                  <a:pt x="904259" y="907640"/>
                </a:lnTo>
                <a:lnTo>
                  <a:pt x="898547" y="900897"/>
                </a:lnTo>
                <a:close/>
              </a:path>
              <a:path w="5045709" h="10107930">
                <a:moveTo>
                  <a:pt x="707565" y="1063546"/>
                </a:moveTo>
                <a:lnTo>
                  <a:pt x="701575" y="1068623"/>
                </a:lnTo>
                <a:lnTo>
                  <a:pt x="706662" y="1074617"/>
                </a:lnTo>
                <a:lnTo>
                  <a:pt x="712652" y="1069539"/>
                </a:lnTo>
                <a:lnTo>
                  <a:pt x="707565" y="1063546"/>
                </a:lnTo>
                <a:close/>
              </a:path>
              <a:path w="5045709" h="10107930">
                <a:moveTo>
                  <a:pt x="516543" y="1226895"/>
                </a:moveTo>
                <a:lnTo>
                  <a:pt x="512049" y="1230701"/>
                </a:lnTo>
                <a:lnTo>
                  <a:pt x="515857" y="1235185"/>
                </a:lnTo>
                <a:lnTo>
                  <a:pt x="520352" y="1231380"/>
                </a:lnTo>
                <a:lnTo>
                  <a:pt x="516543" y="1226895"/>
                </a:lnTo>
                <a:close/>
              </a:path>
              <a:path w="5045709" h="10107930">
                <a:moveTo>
                  <a:pt x="325508" y="1390229"/>
                </a:moveTo>
                <a:lnTo>
                  <a:pt x="322517" y="1392764"/>
                </a:lnTo>
                <a:lnTo>
                  <a:pt x="325059" y="1395765"/>
                </a:lnTo>
                <a:lnTo>
                  <a:pt x="328051" y="1393220"/>
                </a:lnTo>
                <a:lnTo>
                  <a:pt x="325508" y="1390229"/>
                </a:lnTo>
                <a:close/>
              </a:path>
              <a:path w="5045709" h="10107930">
                <a:moveTo>
                  <a:pt x="134540" y="1552862"/>
                </a:moveTo>
                <a:lnTo>
                  <a:pt x="132288" y="1554778"/>
                </a:lnTo>
                <a:lnTo>
                  <a:pt x="134195" y="1557027"/>
                </a:lnTo>
                <a:lnTo>
                  <a:pt x="136448" y="1555111"/>
                </a:lnTo>
                <a:lnTo>
                  <a:pt x="134540" y="1552862"/>
                </a:lnTo>
                <a:close/>
              </a:path>
              <a:path w="5045709" h="10107930">
                <a:moveTo>
                  <a:pt x="2206849" y="109720"/>
                </a:moveTo>
                <a:lnTo>
                  <a:pt x="2188874" y="124962"/>
                </a:lnTo>
                <a:lnTo>
                  <a:pt x="2204110" y="142924"/>
                </a:lnTo>
                <a:lnTo>
                  <a:pt x="2222084" y="127682"/>
                </a:lnTo>
                <a:lnTo>
                  <a:pt x="2206849" y="109720"/>
                </a:lnTo>
                <a:close/>
              </a:path>
              <a:path w="5045709" h="10107930">
                <a:moveTo>
                  <a:pt x="2015755" y="273737"/>
                </a:moveTo>
                <a:lnTo>
                  <a:pt x="2000027" y="287081"/>
                </a:lnTo>
                <a:lnTo>
                  <a:pt x="2013371" y="302809"/>
                </a:lnTo>
                <a:lnTo>
                  <a:pt x="2029099" y="289466"/>
                </a:lnTo>
                <a:lnTo>
                  <a:pt x="2015755" y="273737"/>
                </a:lnTo>
                <a:close/>
              </a:path>
              <a:path w="5045709" h="10107930">
                <a:moveTo>
                  <a:pt x="1824665" y="437777"/>
                </a:moveTo>
                <a:lnTo>
                  <a:pt x="1811188" y="449204"/>
                </a:lnTo>
                <a:lnTo>
                  <a:pt x="1822625" y="462684"/>
                </a:lnTo>
                <a:lnTo>
                  <a:pt x="1836102" y="451256"/>
                </a:lnTo>
                <a:lnTo>
                  <a:pt x="1824665" y="437777"/>
                </a:lnTo>
                <a:close/>
              </a:path>
              <a:path w="5045709" h="10107930">
                <a:moveTo>
                  <a:pt x="1633637" y="601113"/>
                </a:moveTo>
                <a:lnTo>
                  <a:pt x="1621656" y="611268"/>
                </a:lnTo>
                <a:lnTo>
                  <a:pt x="1631830" y="623255"/>
                </a:lnTo>
                <a:lnTo>
                  <a:pt x="1643801" y="613097"/>
                </a:lnTo>
                <a:lnTo>
                  <a:pt x="1633637" y="601113"/>
                </a:lnTo>
                <a:close/>
              </a:path>
              <a:path w="5045709" h="10107930">
                <a:moveTo>
                  <a:pt x="1442668" y="763755"/>
                </a:moveTo>
                <a:lnTo>
                  <a:pt x="1431437" y="773285"/>
                </a:lnTo>
                <a:lnTo>
                  <a:pt x="1440967" y="784516"/>
                </a:lnTo>
                <a:lnTo>
                  <a:pt x="1452198" y="774987"/>
                </a:lnTo>
                <a:lnTo>
                  <a:pt x="1442668" y="763755"/>
                </a:lnTo>
                <a:close/>
              </a:path>
              <a:path w="5045709" h="10107930">
                <a:moveTo>
                  <a:pt x="1251640" y="927092"/>
                </a:moveTo>
                <a:lnTo>
                  <a:pt x="1241905" y="935349"/>
                </a:lnTo>
                <a:lnTo>
                  <a:pt x="1250162" y="945084"/>
                </a:lnTo>
                <a:lnTo>
                  <a:pt x="1259897" y="936827"/>
                </a:lnTo>
                <a:lnTo>
                  <a:pt x="1251640" y="927092"/>
                </a:lnTo>
                <a:close/>
              </a:path>
              <a:path w="5045709" h="10107930">
                <a:moveTo>
                  <a:pt x="1060612" y="1090428"/>
                </a:moveTo>
                <a:lnTo>
                  <a:pt x="1052373" y="1097412"/>
                </a:lnTo>
                <a:lnTo>
                  <a:pt x="1059367" y="1105655"/>
                </a:lnTo>
                <a:lnTo>
                  <a:pt x="1067597" y="1098667"/>
                </a:lnTo>
                <a:lnTo>
                  <a:pt x="1060612" y="1090428"/>
                </a:lnTo>
                <a:close/>
              </a:path>
              <a:path w="5045709" h="10107930">
                <a:moveTo>
                  <a:pt x="869580" y="1253774"/>
                </a:moveTo>
                <a:lnTo>
                  <a:pt x="862846" y="1259489"/>
                </a:lnTo>
                <a:lnTo>
                  <a:pt x="868553" y="1266220"/>
                </a:lnTo>
                <a:lnTo>
                  <a:pt x="875296" y="1260507"/>
                </a:lnTo>
                <a:lnTo>
                  <a:pt x="869580" y="1253774"/>
                </a:lnTo>
                <a:close/>
              </a:path>
              <a:path w="5045709" h="10107930">
                <a:moveTo>
                  <a:pt x="678552" y="1417110"/>
                </a:moveTo>
                <a:lnTo>
                  <a:pt x="673311" y="1421561"/>
                </a:lnTo>
                <a:lnTo>
                  <a:pt x="677754" y="1426799"/>
                </a:lnTo>
                <a:lnTo>
                  <a:pt x="682995" y="1422347"/>
                </a:lnTo>
                <a:lnTo>
                  <a:pt x="678552" y="1417110"/>
                </a:lnTo>
                <a:close/>
              </a:path>
              <a:path w="5045709" h="10107930">
                <a:moveTo>
                  <a:pt x="487573" y="1579749"/>
                </a:moveTo>
                <a:lnTo>
                  <a:pt x="483085" y="1583567"/>
                </a:lnTo>
                <a:lnTo>
                  <a:pt x="486899" y="1588065"/>
                </a:lnTo>
                <a:lnTo>
                  <a:pt x="491388" y="1584247"/>
                </a:lnTo>
                <a:lnTo>
                  <a:pt x="487573" y="1579749"/>
                </a:lnTo>
                <a:close/>
              </a:path>
              <a:path w="5045709" h="10107930">
                <a:moveTo>
                  <a:pt x="296551" y="1743099"/>
                </a:moveTo>
                <a:lnTo>
                  <a:pt x="293562" y="1745634"/>
                </a:lnTo>
                <a:lnTo>
                  <a:pt x="296098" y="1748623"/>
                </a:lnTo>
                <a:lnTo>
                  <a:pt x="299087" y="1746088"/>
                </a:lnTo>
                <a:lnTo>
                  <a:pt x="296551" y="1743099"/>
                </a:lnTo>
                <a:close/>
              </a:path>
              <a:path w="5045709" h="10107930">
                <a:moveTo>
                  <a:pt x="105514" y="1906431"/>
                </a:moveTo>
                <a:lnTo>
                  <a:pt x="104018" y="1907704"/>
                </a:lnTo>
                <a:lnTo>
                  <a:pt x="105290" y="1909200"/>
                </a:lnTo>
                <a:lnTo>
                  <a:pt x="106787" y="1907928"/>
                </a:lnTo>
                <a:lnTo>
                  <a:pt x="105514" y="1906431"/>
                </a:lnTo>
                <a:close/>
              </a:path>
              <a:path w="5045709" h="10107930">
                <a:moveTo>
                  <a:pt x="2764168" y="0"/>
                </a:moveTo>
                <a:lnTo>
                  <a:pt x="2735612" y="0"/>
                </a:lnTo>
                <a:lnTo>
                  <a:pt x="2747560" y="14086"/>
                </a:lnTo>
                <a:lnTo>
                  <a:pt x="2764168" y="0"/>
                </a:lnTo>
                <a:close/>
              </a:path>
              <a:path w="5045709" h="10107930">
                <a:moveTo>
                  <a:pt x="2559941" y="135914"/>
                </a:moveTo>
                <a:lnTo>
                  <a:pt x="2538978" y="153691"/>
                </a:lnTo>
                <a:lnTo>
                  <a:pt x="2556765" y="174657"/>
                </a:lnTo>
                <a:lnTo>
                  <a:pt x="2577718" y="156876"/>
                </a:lnTo>
                <a:lnTo>
                  <a:pt x="2559941" y="135914"/>
                </a:lnTo>
                <a:close/>
              </a:path>
              <a:path w="5045709" h="10107930">
                <a:moveTo>
                  <a:pt x="2368903" y="299248"/>
                </a:moveTo>
                <a:lnTo>
                  <a:pt x="2349446" y="315755"/>
                </a:lnTo>
                <a:lnTo>
                  <a:pt x="2365951" y="335222"/>
                </a:lnTo>
                <a:lnTo>
                  <a:pt x="2385421" y="318708"/>
                </a:lnTo>
                <a:lnTo>
                  <a:pt x="2368903" y="299248"/>
                </a:lnTo>
                <a:close/>
              </a:path>
              <a:path w="5045709" h="10107930">
                <a:moveTo>
                  <a:pt x="2177829" y="463270"/>
                </a:moveTo>
                <a:lnTo>
                  <a:pt x="2160604" y="477886"/>
                </a:lnTo>
                <a:lnTo>
                  <a:pt x="2175211" y="495108"/>
                </a:lnTo>
                <a:lnTo>
                  <a:pt x="2192436" y="480492"/>
                </a:lnTo>
                <a:lnTo>
                  <a:pt x="2177829" y="463270"/>
                </a:lnTo>
                <a:close/>
              </a:path>
              <a:path w="5045709" h="10107930">
                <a:moveTo>
                  <a:pt x="1986739" y="627310"/>
                </a:moveTo>
                <a:lnTo>
                  <a:pt x="1971766" y="640010"/>
                </a:lnTo>
                <a:lnTo>
                  <a:pt x="1984466" y="654982"/>
                </a:lnTo>
                <a:lnTo>
                  <a:pt x="1999439" y="642283"/>
                </a:lnTo>
                <a:lnTo>
                  <a:pt x="1986739" y="627310"/>
                </a:lnTo>
                <a:close/>
              </a:path>
              <a:path w="5045709" h="10107930">
                <a:moveTo>
                  <a:pt x="1795710" y="790646"/>
                </a:moveTo>
                <a:lnTo>
                  <a:pt x="1782234" y="802073"/>
                </a:lnTo>
                <a:lnTo>
                  <a:pt x="1793671" y="815553"/>
                </a:lnTo>
                <a:lnTo>
                  <a:pt x="1807138" y="804122"/>
                </a:lnTo>
                <a:lnTo>
                  <a:pt x="1795710" y="790646"/>
                </a:lnTo>
                <a:close/>
              </a:path>
              <a:path w="5045709" h="10107930">
                <a:moveTo>
                  <a:pt x="1604673" y="953979"/>
                </a:moveTo>
                <a:lnTo>
                  <a:pt x="1592702" y="964137"/>
                </a:lnTo>
                <a:lnTo>
                  <a:pt x="1602857" y="976118"/>
                </a:lnTo>
                <a:lnTo>
                  <a:pt x="1614837" y="965963"/>
                </a:lnTo>
                <a:lnTo>
                  <a:pt x="1604673" y="953979"/>
                </a:lnTo>
                <a:close/>
              </a:path>
              <a:path w="5045709" h="10107930">
                <a:moveTo>
                  <a:pt x="1413646" y="1117315"/>
                </a:moveTo>
                <a:lnTo>
                  <a:pt x="1403167" y="1126210"/>
                </a:lnTo>
                <a:lnTo>
                  <a:pt x="1412049" y="1136695"/>
                </a:lnTo>
                <a:lnTo>
                  <a:pt x="1422537" y="1127803"/>
                </a:lnTo>
                <a:lnTo>
                  <a:pt x="1413646" y="1117315"/>
                </a:lnTo>
                <a:close/>
              </a:path>
              <a:path w="5045709" h="10107930">
                <a:moveTo>
                  <a:pt x="1222623" y="1280664"/>
                </a:moveTo>
                <a:lnTo>
                  <a:pt x="1213644" y="1288277"/>
                </a:lnTo>
                <a:lnTo>
                  <a:pt x="1221257" y="1297257"/>
                </a:lnTo>
                <a:lnTo>
                  <a:pt x="1230236" y="1289644"/>
                </a:lnTo>
                <a:lnTo>
                  <a:pt x="1222623" y="1280664"/>
                </a:lnTo>
                <a:close/>
              </a:path>
              <a:path w="5045709" h="10107930">
                <a:moveTo>
                  <a:pt x="1031586" y="1443997"/>
                </a:moveTo>
                <a:lnTo>
                  <a:pt x="1024099" y="1450347"/>
                </a:lnTo>
                <a:lnTo>
                  <a:pt x="1030459" y="1457837"/>
                </a:lnTo>
                <a:lnTo>
                  <a:pt x="1037945" y="1451487"/>
                </a:lnTo>
                <a:lnTo>
                  <a:pt x="1031586" y="1443997"/>
                </a:lnTo>
                <a:close/>
              </a:path>
              <a:path w="5045709" h="10107930">
                <a:moveTo>
                  <a:pt x="840558" y="1607333"/>
                </a:moveTo>
                <a:lnTo>
                  <a:pt x="834577" y="1612414"/>
                </a:lnTo>
                <a:lnTo>
                  <a:pt x="839654" y="1618404"/>
                </a:lnTo>
                <a:lnTo>
                  <a:pt x="845645" y="1613327"/>
                </a:lnTo>
                <a:lnTo>
                  <a:pt x="840558" y="1607333"/>
                </a:lnTo>
                <a:close/>
              </a:path>
              <a:path w="5045709" h="10107930">
                <a:moveTo>
                  <a:pt x="649589" y="1769976"/>
                </a:moveTo>
                <a:lnTo>
                  <a:pt x="644351" y="1774419"/>
                </a:lnTo>
                <a:lnTo>
                  <a:pt x="648794" y="1779656"/>
                </a:lnTo>
                <a:lnTo>
                  <a:pt x="654031" y="1775213"/>
                </a:lnTo>
                <a:lnTo>
                  <a:pt x="649589" y="1769976"/>
                </a:lnTo>
                <a:close/>
              </a:path>
              <a:path w="5045709" h="10107930">
                <a:moveTo>
                  <a:pt x="458560" y="1933312"/>
                </a:moveTo>
                <a:lnTo>
                  <a:pt x="454816" y="1936492"/>
                </a:lnTo>
                <a:lnTo>
                  <a:pt x="457995" y="1940237"/>
                </a:lnTo>
                <a:lnTo>
                  <a:pt x="461740" y="1937057"/>
                </a:lnTo>
                <a:lnTo>
                  <a:pt x="458560" y="1933312"/>
                </a:lnTo>
                <a:close/>
              </a:path>
              <a:path w="5045709" h="10107930">
                <a:moveTo>
                  <a:pt x="267532" y="2096648"/>
                </a:moveTo>
                <a:lnTo>
                  <a:pt x="265283" y="2098555"/>
                </a:lnTo>
                <a:lnTo>
                  <a:pt x="267191" y="2100804"/>
                </a:lnTo>
                <a:lnTo>
                  <a:pt x="269440" y="2098897"/>
                </a:lnTo>
                <a:lnTo>
                  <a:pt x="267532" y="2096648"/>
                </a:lnTo>
                <a:close/>
              </a:path>
              <a:path w="5045709" h="10107930">
                <a:moveTo>
                  <a:pt x="3106411" y="0"/>
                </a:moveTo>
                <a:lnTo>
                  <a:pt x="3101087" y="0"/>
                </a:lnTo>
                <a:lnTo>
                  <a:pt x="3077223" y="20247"/>
                </a:lnTo>
                <a:lnTo>
                  <a:pt x="3100091" y="47194"/>
                </a:lnTo>
                <a:lnTo>
                  <a:pt x="3127047" y="24330"/>
                </a:lnTo>
                <a:lnTo>
                  <a:pt x="3106411" y="0"/>
                </a:lnTo>
                <a:close/>
              </a:path>
              <a:path w="5045709" h="10107930">
                <a:moveTo>
                  <a:pt x="2913094" y="161413"/>
                </a:moveTo>
                <a:lnTo>
                  <a:pt x="2888385" y="182369"/>
                </a:lnTo>
                <a:lnTo>
                  <a:pt x="2909342" y="207077"/>
                </a:lnTo>
                <a:lnTo>
                  <a:pt x="2934053" y="186111"/>
                </a:lnTo>
                <a:lnTo>
                  <a:pt x="2913094" y="161413"/>
                </a:lnTo>
                <a:close/>
              </a:path>
              <a:path w="5045709" h="10107930">
                <a:moveTo>
                  <a:pt x="2722018" y="325436"/>
                </a:moveTo>
                <a:lnTo>
                  <a:pt x="2699546" y="344493"/>
                </a:lnTo>
                <a:lnTo>
                  <a:pt x="2718596" y="366951"/>
                </a:lnTo>
                <a:lnTo>
                  <a:pt x="2741068" y="347895"/>
                </a:lnTo>
                <a:lnTo>
                  <a:pt x="2722018" y="325436"/>
                </a:lnTo>
                <a:close/>
              </a:path>
              <a:path w="5045709" h="10107930">
                <a:moveTo>
                  <a:pt x="2530981" y="488769"/>
                </a:moveTo>
                <a:lnTo>
                  <a:pt x="2510014" y="506556"/>
                </a:lnTo>
                <a:lnTo>
                  <a:pt x="2527792" y="527518"/>
                </a:lnTo>
                <a:lnTo>
                  <a:pt x="2548758" y="509732"/>
                </a:lnTo>
                <a:lnTo>
                  <a:pt x="2530981" y="488769"/>
                </a:lnTo>
                <a:close/>
              </a:path>
              <a:path w="5045709" h="10107930">
                <a:moveTo>
                  <a:pt x="2339890" y="652809"/>
                </a:moveTo>
                <a:lnTo>
                  <a:pt x="2321176" y="668679"/>
                </a:lnTo>
                <a:lnTo>
                  <a:pt x="2337056" y="687397"/>
                </a:lnTo>
                <a:lnTo>
                  <a:pt x="2355770" y="671526"/>
                </a:lnTo>
                <a:lnTo>
                  <a:pt x="2339890" y="652809"/>
                </a:lnTo>
                <a:close/>
              </a:path>
              <a:path w="5045709" h="10107930">
                <a:moveTo>
                  <a:pt x="2148805" y="816840"/>
                </a:moveTo>
                <a:lnTo>
                  <a:pt x="2132338" y="830802"/>
                </a:lnTo>
                <a:lnTo>
                  <a:pt x="2146307" y="847280"/>
                </a:lnTo>
                <a:lnTo>
                  <a:pt x="2162776" y="833307"/>
                </a:lnTo>
                <a:lnTo>
                  <a:pt x="2148805" y="816840"/>
                </a:lnTo>
                <a:close/>
              </a:path>
              <a:path w="5045709" h="10107930">
                <a:moveTo>
                  <a:pt x="1957719" y="980859"/>
                </a:moveTo>
                <a:lnTo>
                  <a:pt x="1943496" y="992934"/>
                </a:lnTo>
                <a:lnTo>
                  <a:pt x="1955561" y="1007154"/>
                </a:lnTo>
                <a:lnTo>
                  <a:pt x="1969791" y="995092"/>
                </a:lnTo>
                <a:lnTo>
                  <a:pt x="1957719" y="980859"/>
                </a:lnTo>
                <a:close/>
              </a:path>
              <a:path w="5045709" h="10107930">
                <a:moveTo>
                  <a:pt x="1766691" y="1144195"/>
                </a:moveTo>
                <a:lnTo>
                  <a:pt x="1753955" y="1154995"/>
                </a:lnTo>
                <a:lnTo>
                  <a:pt x="1764753" y="1167732"/>
                </a:lnTo>
                <a:lnTo>
                  <a:pt x="1777490" y="1156932"/>
                </a:lnTo>
                <a:lnTo>
                  <a:pt x="1766691" y="1144195"/>
                </a:lnTo>
                <a:close/>
              </a:path>
              <a:path w="5045709" h="10107930">
                <a:moveTo>
                  <a:pt x="1575659" y="1307541"/>
                </a:moveTo>
                <a:lnTo>
                  <a:pt x="1564432" y="1317062"/>
                </a:lnTo>
                <a:lnTo>
                  <a:pt x="1573961" y="1328293"/>
                </a:lnTo>
                <a:lnTo>
                  <a:pt x="1585189" y="1318773"/>
                </a:lnTo>
                <a:lnTo>
                  <a:pt x="1575659" y="1307541"/>
                </a:lnTo>
                <a:close/>
              </a:path>
              <a:path w="5045709" h="10107930">
                <a:moveTo>
                  <a:pt x="1384692" y="1470185"/>
                </a:moveTo>
                <a:lnTo>
                  <a:pt x="1374206" y="1479066"/>
                </a:lnTo>
                <a:lnTo>
                  <a:pt x="1383098" y="1489554"/>
                </a:lnTo>
                <a:lnTo>
                  <a:pt x="1393586" y="1480662"/>
                </a:lnTo>
                <a:lnTo>
                  <a:pt x="1384692" y="1470185"/>
                </a:lnTo>
                <a:close/>
              </a:path>
              <a:path w="5045709" h="10107930">
                <a:moveTo>
                  <a:pt x="1193603" y="1634215"/>
                </a:moveTo>
                <a:lnTo>
                  <a:pt x="1185364" y="1641199"/>
                </a:lnTo>
                <a:lnTo>
                  <a:pt x="1192352" y="1649429"/>
                </a:lnTo>
                <a:lnTo>
                  <a:pt x="1200591" y="1642445"/>
                </a:lnTo>
                <a:lnTo>
                  <a:pt x="1193603" y="1634215"/>
                </a:lnTo>
                <a:close/>
              </a:path>
              <a:path w="5045709" h="10107930">
                <a:moveTo>
                  <a:pt x="1002575" y="1797551"/>
                </a:moveTo>
                <a:lnTo>
                  <a:pt x="995832" y="1803263"/>
                </a:lnTo>
                <a:lnTo>
                  <a:pt x="1001554" y="1810009"/>
                </a:lnTo>
                <a:lnTo>
                  <a:pt x="1008287" y="1804294"/>
                </a:lnTo>
                <a:lnTo>
                  <a:pt x="1002575" y="1797551"/>
                </a:lnTo>
                <a:close/>
              </a:path>
              <a:path w="5045709" h="10107930">
                <a:moveTo>
                  <a:pt x="811606" y="1960194"/>
                </a:moveTo>
                <a:lnTo>
                  <a:pt x="805613" y="1965280"/>
                </a:lnTo>
                <a:lnTo>
                  <a:pt x="810693" y="1971261"/>
                </a:lnTo>
                <a:lnTo>
                  <a:pt x="816684" y="1966184"/>
                </a:lnTo>
                <a:lnTo>
                  <a:pt x="811606" y="1960194"/>
                </a:lnTo>
                <a:close/>
              </a:path>
              <a:path w="5045709" h="10107930">
                <a:moveTo>
                  <a:pt x="620580" y="2123530"/>
                </a:moveTo>
                <a:lnTo>
                  <a:pt x="616077" y="2127353"/>
                </a:lnTo>
                <a:lnTo>
                  <a:pt x="619886" y="2131838"/>
                </a:lnTo>
                <a:lnTo>
                  <a:pt x="624383" y="2128023"/>
                </a:lnTo>
                <a:lnTo>
                  <a:pt x="620580" y="2123530"/>
                </a:lnTo>
                <a:close/>
              </a:path>
              <a:path w="5045709" h="10107930">
                <a:moveTo>
                  <a:pt x="429541" y="2286862"/>
                </a:moveTo>
                <a:lnTo>
                  <a:pt x="426549" y="2289408"/>
                </a:lnTo>
                <a:lnTo>
                  <a:pt x="429090" y="2292410"/>
                </a:lnTo>
                <a:lnTo>
                  <a:pt x="432083" y="2289864"/>
                </a:lnTo>
                <a:lnTo>
                  <a:pt x="429541" y="2286862"/>
                </a:lnTo>
                <a:close/>
              </a:path>
              <a:path w="5045709" h="10107930">
                <a:moveTo>
                  <a:pt x="238566" y="2449523"/>
                </a:moveTo>
                <a:lnTo>
                  <a:pt x="236329" y="2451425"/>
                </a:lnTo>
                <a:lnTo>
                  <a:pt x="238230" y="2453661"/>
                </a:lnTo>
                <a:lnTo>
                  <a:pt x="240466" y="2451760"/>
                </a:lnTo>
                <a:lnTo>
                  <a:pt x="238566" y="2449523"/>
                </a:lnTo>
                <a:close/>
              </a:path>
              <a:path w="5045709" h="10107930">
                <a:moveTo>
                  <a:pt x="3457332" y="22883"/>
                </a:moveTo>
                <a:lnTo>
                  <a:pt x="3426643" y="48921"/>
                </a:lnTo>
                <a:lnTo>
                  <a:pt x="3452678" y="79619"/>
                </a:lnTo>
                <a:lnTo>
                  <a:pt x="3483367" y="53581"/>
                </a:lnTo>
                <a:lnTo>
                  <a:pt x="3457332" y="22883"/>
                </a:lnTo>
                <a:close/>
              </a:path>
              <a:path w="5045709" h="10107930">
                <a:moveTo>
                  <a:pt x="3266248" y="186903"/>
                </a:moveTo>
                <a:lnTo>
                  <a:pt x="3237795" y="211041"/>
                </a:lnTo>
                <a:lnTo>
                  <a:pt x="3261932" y="239493"/>
                </a:lnTo>
                <a:lnTo>
                  <a:pt x="3290385" y="215356"/>
                </a:lnTo>
                <a:lnTo>
                  <a:pt x="3266248" y="186903"/>
                </a:lnTo>
                <a:close/>
              </a:path>
              <a:path w="5045709" h="10107930">
                <a:moveTo>
                  <a:pt x="3075157" y="350943"/>
                </a:moveTo>
                <a:lnTo>
                  <a:pt x="3048957" y="373163"/>
                </a:lnTo>
                <a:lnTo>
                  <a:pt x="3071187" y="399367"/>
                </a:lnTo>
                <a:lnTo>
                  <a:pt x="3097387" y="377147"/>
                </a:lnTo>
                <a:lnTo>
                  <a:pt x="3075157" y="350943"/>
                </a:lnTo>
                <a:close/>
              </a:path>
              <a:path w="5045709" h="10107930">
                <a:moveTo>
                  <a:pt x="2884074" y="514963"/>
                </a:moveTo>
                <a:lnTo>
                  <a:pt x="2860115" y="535295"/>
                </a:lnTo>
                <a:lnTo>
                  <a:pt x="2880447" y="559254"/>
                </a:lnTo>
                <a:lnTo>
                  <a:pt x="2904402" y="538931"/>
                </a:lnTo>
                <a:lnTo>
                  <a:pt x="2884074" y="514963"/>
                </a:lnTo>
                <a:close/>
              </a:path>
              <a:path w="5045709" h="10107930">
                <a:moveTo>
                  <a:pt x="2692987" y="678994"/>
                </a:moveTo>
                <a:lnTo>
                  <a:pt x="2671277" y="697418"/>
                </a:lnTo>
                <a:lnTo>
                  <a:pt x="2689693" y="719125"/>
                </a:lnTo>
                <a:lnTo>
                  <a:pt x="2711409" y="700712"/>
                </a:lnTo>
                <a:lnTo>
                  <a:pt x="2692987" y="678994"/>
                </a:lnTo>
                <a:close/>
              </a:path>
              <a:path w="5045709" h="10107930">
                <a:moveTo>
                  <a:pt x="2501955" y="842340"/>
                </a:moveTo>
                <a:lnTo>
                  <a:pt x="2481744" y="859483"/>
                </a:lnTo>
                <a:lnTo>
                  <a:pt x="2498897" y="879696"/>
                </a:lnTo>
                <a:lnTo>
                  <a:pt x="2519107" y="862553"/>
                </a:lnTo>
                <a:lnTo>
                  <a:pt x="2501955" y="842340"/>
                </a:lnTo>
                <a:close/>
              </a:path>
              <a:path w="5045709" h="10107930">
                <a:moveTo>
                  <a:pt x="2310927" y="1005676"/>
                </a:moveTo>
                <a:lnTo>
                  <a:pt x="2292213" y="1021546"/>
                </a:lnTo>
                <a:lnTo>
                  <a:pt x="2308092" y="1040264"/>
                </a:lnTo>
                <a:lnTo>
                  <a:pt x="2326806" y="1024394"/>
                </a:lnTo>
                <a:lnTo>
                  <a:pt x="2310927" y="1005676"/>
                </a:lnTo>
                <a:close/>
              </a:path>
              <a:path w="5045709" h="10107930">
                <a:moveTo>
                  <a:pt x="2119793" y="1170394"/>
                </a:moveTo>
                <a:lnTo>
                  <a:pt x="2104068" y="1183728"/>
                </a:lnTo>
                <a:lnTo>
                  <a:pt x="2117402" y="1199454"/>
                </a:lnTo>
                <a:lnTo>
                  <a:pt x="2133128" y="1186119"/>
                </a:lnTo>
                <a:lnTo>
                  <a:pt x="2119793" y="1170394"/>
                </a:lnTo>
                <a:close/>
              </a:path>
              <a:path w="5045709" h="10107930">
                <a:moveTo>
                  <a:pt x="1928756" y="1333727"/>
                </a:moveTo>
                <a:lnTo>
                  <a:pt x="1914533" y="1345801"/>
                </a:lnTo>
                <a:lnTo>
                  <a:pt x="1926598" y="1360021"/>
                </a:lnTo>
                <a:lnTo>
                  <a:pt x="1940827" y="1347959"/>
                </a:lnTo>
                <a:lnTo>
                  <a:pt x="1928756" y="1333727"/>
                </a:lnTo>
                <a:close/>
              </a:path>
              <a:path w="5045709" h="10107930">
                <a:moveTo>
                  <a:pt x="1737724" y="1497073"/>
                </a:moveTo>
                <a:lnTo>
                  <a:pt x="1725000" y="1507865"/>
                </a:lnTo>
                <a:lnTo>
                  <a:pt x="1735802" y="1520592"/>
                </a:lnTo>
                <a:lnTo>
                  <a:pt x="1748526" y="1509800"/>
                </a:lnTo>
                <a:lnTo>
                  <a:pt x="1737724" y="1497073"/>
                </a:lnTo>
                <a:close/>
              </a:path>
              <a:path w="5045709" h="10107930">
                <a:moveTo>
                  <a:pt x="1546696" y="1660409"/>
                </a:moveTo>
                <a:lnTo>
                  <a:pt x="1535468" y="1669929"/>
                </a:lnTo>
                <a:lnTo>
                  <a:pt x="1544998" y="1681161"/>
                </a:lnTo>
                <a:lnTo>
                  <a:pt x="1556226" y="1671640"/>
                </a:lnTo>
                <a:lnTo>
                  <a:pt x="1546696" y="1660409"/>
                </a:lnTo>
                <a:close/>
              </a:path>
              <a:path w="5045709" h="10107930">
                <a:moveTo>
                  <a:pt x="1355677" y="1823748"/>
                </a:moveTo>
                <a:lnTo>
                  <a:pt x="1345942" y="1832005"/>
                </a:lnTo>
                <a:lnTo>
                  <a:pt x="1354193" y="1841728"/>
                </a:lnTo>
                <a:lnTo>
                  <a:pt x="1363925" y="1833480"/>
                </a:lnTo>
                <a:lnTo>
                  <a:pt x="1355677" y="1823748"/>
                </a:lnTo>
                <a:close/>
              </a:path>
              <a:path w="5045709" h="10107930">
                <a:moveTo>
                  <a:pt x="1164584" y="1987765"/>
                </a:moveTo>
                <a:lnTo>
                  <a:pt x="1157098" y="1994115"/>
                </a:lnTo>
                <a:lnTo>
                  <a:pt x="1163448" y="2001601"/>
                </a:lnTo>
                <a:lnTo>
                  <a:pt x="1170934" y="1995251"/>
                </a:lnTo>
                <a:lnTo>
                  <a:pt x="1164584" y="1987765"/>
                </a:lnTo>
                <a:close/>
              </a:path>
              <a:path w="5045709" h="10107930">
                <a:moveTo>
                  <a:pt x="973612" y="2150417"/>
                </a:moveTo>
                <a:lnTo>
                  <a:pt x="966875" y="2156142"/>
                </a:lnTo>
                <a:lnTo>
                  <a:pt x="972590" y="2162876"/>
                </a:lnTo>
                <a:lnTo>
                  <a:pt x="979324" y="2157160"/>
                </a:lnTo>
                <a:lnTo>
                  <a:pt x="973612" y="2150417"/>
                </a:lnTo>
                <a:close/>
              </a:path>
              <a:path w="5045709" h="10107930">
                <a:moveTo>
                  <a:pt x="782584" y="2313753"/>
                </a:moveTo>
                <a:lnTo>
                  <a:pt x="777346" y="2318196"/>
                </a:lnTo>
                <a:lnTo>
                  <a:pt x="781795" y="2323446"/>
                </a:lnTo>
                <a:lnTo>
                  <a:pt x="787033" y="2319004"/>
                </a:lnTo>
                <a:lnTo>
                  <a:pt x="782584" y="2313753"/>
                </a:lnTo>
                <a:close/>
              </a:path>
              <a:path w="5045709" h="10107930">
                <a:moveTo>
                  <a:pt x="591552" y="2477099"/>
                </a:moveTo>
                <a:lnTo>
                  <a:pt x="587811" y="2480270"/>
                </a:lnTo>
                <a:lnTo>
                  <a:pt x="590981" y="2484012"/>
                </a:lnTo>
                <a:lnTo>
                  <a:pt x="594722" y="2480841"/>
                </a:lnTo>
                <a:lnTo>
                  <a:pt x="591552" y="2477099"/>
                </a:lnTo>
                <a:close/>
              </a:path>
              <a:path w="5045709" h="10107930">
                <a:moveTo>
                  <a:pt x="400583" y="2639742"/>
                </a:moveTo>
                <a:lnTo>
                  <a:pt x="397581" y="2642284"/>
                </a:lnTo>
                <a:lnTo>
                  <a:pt x="400126" y="2645277"/>
                </a:lnTo>
                <a:lnTo>
                  <a:pt x="403128" y="2642735"/>
                </a:lnTo>
                <a:lnTo>
                  <a:pt x="400583" y="2639742"/>
                </a:lnTo>
                <a:close/>
              </a:path>
              <a:path w="5045709" h="10107930">
                <a:moveTo>
                  <a:pt x="3810435" y="49073"/>
                </a:moveTo>
                <a:lnTo>
                  <a:pt x="3776732" y="77658"/>
                </a:lnTo>
                <a:lnTo>
                  <a:pt x="3805312" y="111349"/>
                </a:lnTo>
                <a:lnTo>
                  <a:pt x="3839015" y="82763"/>
                </a:lnTo>
                <a:lnTo>
                  <a:pt x="3810435" y="49073"/>
                </a:lnTo>
                <a:close/>
              </a:path>
              <a:path w="5045709" h="10107930">
                <a:moveTo>
                  <a:pt x="3619398" y="212405"/>
                </a:moveTo>
                <a:lnTo>
                  <a:pt x="3587203" y="239713"/>
                </a:lnTo>
                <a:lnTo>
                  <a:pt x="3614520" y="271911"/>
                </a:lnTo>
                <a:lnTo>
                  <a:pt x="3646715" y="244603"/>
                </a:lnTo>
                <a:lnTo>
                  <a:pt x="3619398" y="212405"/>
                </a:lnTo>
                <a:close/>
              </a:path>
              <a:path w="5045709" h="10107930">
                <a:moveTo>
                  <a:pt x="3428311" y="376436"/>
                </a:moveTo>
                <a:lnTo>
                  <a:pt x="3398362" y="401846"/>
                </a:lnTo>
                <a:lnTo>
                  <a:pt x="3423772" y="431794"/>
                </a:lnTo>
                <a:lnTo>
                  <a:pt x="3453720" y="406384"/>
                </a:lnTo>
                <a:lnTo>
                  <a:pt x="3428311" y="376436"/>
                </a:lnTo>
                <a:close/>
              </a:path>
              <a:path w="5045709" h="10107930">
                <a:moveTo>
                  <a:pt x="3237233" y="540470"/>
                </a:moveTo>
                <a:lnTo>
                  <a:pt x="3209523" y="563969"/>
                </a:lnTo>
                <a:lnTo>
                  <a:pt x="3233026" y="591668"/>
                </a:lnTo>
                <a:lnTo>
                  <a:pt x="3260726" y="568166"/>
                </a:lnTo>
                <a:lnTo>
                  <a:pt x="3237233" y="540470"/>
                </a:lnTo>
                <a:close/>
              </a:path>
              <a:path w="5045709" h="10107930">
                <a:moveTo>
                  <a:pt x="3046204" y="703806"/>
                </a:moveTo>
                <a:lnTo>
                  <a:pt x="3019988" y="726041"/>
                </a:lnTo>
                <a:lnTo>
                  <a:pt x="3042217" y="752246"/>
                </a:lnTo>
                <a:lnTo>
                  <a:pt x="3068434" y="730010"/>
                </a:lnTo>
                <a:lnTo>
                  <a:pt x="3046204" y="703806"/>
                </a:lnTo>
                <a:close/>
              </a:path>
              <a:path w="5045709" h="10107930">
                <a:moveTo>
                  <a:pt x="2855049" y="868526"/>
                </a:moveTo>
                <a:lnTo>
                  <a:pt x="2831846" y="888214"/>
                </a:lnTo>
                <a:lnTo>
                  <a:pt x="2851540" y="911429"/>
                </a:lnTo>
                <a:lnTo>
                  <a:pt x="2874743" y="891741"/>
                </a:lnTo>
                <a:lnTo>
                  <a:pt x="2855049" y="868526"/>
                </a:lnTo>
                <a:close/>
              </a:path>
              <a:path w="5045709" h="10107930">
                <a:moveTo>
                  <a:pt x="2664027" y="1031876"/>
                </a:moveTo>
                <a:lnTo>
                  <a:pt x="2642324" y="1050282"/>
                </a:lnTo>
                <a:lnTo>
                  <a:pt x="2660736" y="1071997"/>
                </a:lnTo>
                <a:lnTo>
                  <a:pt x="2682442" y="1053582"/>
                </a:lnTo>
                <a:lnTo>
                  <a:pt x="2664027" y="1031876"/>
                </a:lnTo>
                <a:close/>
              </a:path>
              <a:path w="5045709" h="10107930">
                <a:moveTo>
                  <a:pt x="2472933" y="1195892"/>
                </a:moveTo>
                <a:lnTo>
                  <a:pt x="2453476" y="1212401"/>
                </a:lnTo>
                <a:lnTo>
                  <a:pt x="2469990" y="1231871"/>
                </a:lnTo>
                <a:lnTo>
                  <a:pt x="2489457" y="1215366"/>
                </a:lnTo>
                <a:lnTo>
                  <a:pt x="2472933" y="1195892"/>
                </a:lnTo>
                <a:close/>
              </a:path>
              <a:path w="5045709" h="10107930">
                <a:moveTo>
                  <a:pt x="2281915" y="1359232"/>
                </a:moveTo>
                <a:lnTo>
                  <a:pt x="2263950" y="1374477"/>
                </a:lnTo>
                <a:lnTo>
                  <a:pt x="2279192" y="1392452"/>
                </a:lnTo>
                <a:lnTo>
                  <a:pt x="2297157" y="1377206"/>
                </a:lnTo>
                <a:lnTo>
                  <a:pt x="2281915" y="1359232"/>
                </a:lnTo>
                <a:close/>
              </a:path>
              <a:path w="5045709" h="10107930">
                <a:moveTo>
                  <a:pt x="2090769" y="1523956"/>
                </a:moveTo>
                <a:lnTo>
                  <a:pt x="2075796" y="1536656"/>
                </a:lnTo>
                <a:lnTo>
                  <a:pt x="2088497" y="1551628"/>
                </a:lnTo>
                <a:lnTo>
                  <a:pt x="2103469" y="1538928"/>
                </a:lnTo>
                <a:lnTo>
                  <a:pt x="2090769" y="1523956"/>
                </a:lnTo>
                <a:close/>
              </a:path>
              <a:path w="5045709" h="10107930">
                <a:moveTo>
                  <a:pt x="1899741" y="1687292"/>
                </a:moveTo>
                <a:lnTo>
                  <a:pt x="1886264" y="1698719"/>
                </a:lnTo>
                <a:lnTo>
                  <a:pt x="1897691" y="1712196"/>
                </a:lnTo>
                <a:lnTo>
                  <a:pt x="1911168" y="1700768"/>
                </a:lnTo>
                <a:lnTo>
                  <a:pt x="1899741" y="1687292"/>
                </a:lnTo>
                <a:close/>
              </a:path>
              <a:path w="5045709" h="10107930">
                <a:moveTo>
                  <a:pt x="1708713" y="1850628"/>
                </a:moveTo>
                <a:lnTo>
                  <a:pt x="1696729" y="1860792"/>
                </a:lnTo>
                <a:lnTo>
                  <a:pt x="1706893" y="1872777"/>
                </a:lnTo>
                <a:lnTo>
                  <a:pt x="1718877" y="1862612"/>
                </a:lnTo>
                <a:lnTo>
                  <a:pt x="1708713" y="1850628"/>
                </a:lnTo>
                <a:close/>
              </a:path>
              <a:path w="5045709" h="10107930">
                <a:moveTo>
                  <a:pt x="1517684" y="2013964"/>
                </a:moveTo>
                <a:lnTo>
                  <a:pt x="1507206" y="2022859"/>
                </a:lnTo>
                <a:lnTo>
                  <a:pt x="1516097" y="2033347"/>
                </a:lnTo>
                <a:lnTo>
                  <a:pt x="1526576" y="2024452"/>
                </a:lnTo>
                <a:lnTo>
                  <a:pt x="1517684" y="2013964"/>
                </a:lnTo>
                <a:close/>
              </a:path>
              <a:path w="5045709" h="10107930">
                <a:moveTo>
                  <a:pt x="1326653" y="2177310"/>
                </a:moveTo>
                <a:lnTo>
                  <a:pt x="1317661" y="2184929"/>
                </a:lnTo>
                <a:lnTo>
                  <a:pt x="1325284" y="2193912"/>
                </a:lnTo>
                <a:lnTo>
                  <a:pt x="1334266" y="2186289"/>
                </a:lnTo>
                <a:lnTo>
                  <a:pt x="1326653" y="2177310"/>
                </a:lnTo>
                <a:close/>
              </a:path>
              <a:path w="5045709" h="10107930">
                <a:moveTo>
                  <a:pt x="1135625" y="2340646"/>
                </a:moveTo>
                <a:lnTo>
                  <a:pt x="1128138" y="2346996"/>
                </a:lnTo>
                <a:lnTo>
                  <a:pt x="1134488" y="2354482"/>
                </a:lnTo>
                <a:lnTo>
                  <a:pt x="1141974" y="2348132"/>
                </a:lnTo>
                <a:lnTo>
                  <a:pt x="1135625" y="2340646"/>
                </a:lnTo>
                <a:close/>
              </a:path>
              <a:path w="5045709" h="10107930">
                <a:moveTo>
                  <a:pt x="944587" y="2503979"/>
                </a:moveTo>
                <a:lnTo>
                  <a:pt x="938597" y="2509057"/>
                </a:lnTo>
                <a:lnTo>
                  <a:pt x="943684" y="2515050"/>
                </a:lnTo>
                <a:lnTo>
                  <a:pt x="949674" y="2509972"/>
                </a:lnTo>
                <a:lnTo>
                  <a:pt x="944587" y="2503979"/>
                </a:lnTo>
                <a:close/>
              </a:path>
              <a:path w="5045709" h="10107930">
                <a:moveTo>
                  <a:pt x="753571" y="2667319"/>
                </a:moveTo>
                <a:lnTo>
                  <a:pt x="749071" y="2671133"/>
                </a:lnTo>
                <a:lnTo>
                  <a:pt x="752889" y="2675621"/>
                </a:lnTo>
                <a:lnTo>
                  <a:pt x="757374" y="2671812"/>
                </a:lnTo>
                <a:lnTo>
                  <a:pt x="753571" y="2667319"/>
                </a:lnTo>
                <a:close/>
              </a:path>
              <a:path w="5045709" h="10107930">
                <a:moveTo>
                  <a:pt x="562540" y="2830654"/>
                </a:moveTo>
                <a:lnTo>
                  <a:pt x="559539" y="2833197"/>
                </a:lnTo>
                <a:lnTo>
                  <a:pt x="562080" y="2836198"/>
                </a:lnTo>
                <a:lnTo>
                  <a:pt x="565073" y="2833653"/>
                </a:lnTo>
                <a:lnTo>
                  <a:pt x="562540" y="2830654"/>
                </a:lnTo>
                <a:close/>
              </a:path>
              <a:path w="5045709" h="10107930">
                <a:moveTo>
                  <a:pt x="371562" y="2993294"/>
                </a:moveTo>
                <a:lnTo>
                  <a:pt x="369313" y="2995201"/>
                </a:lnTo>
                <a:lnTo>
                  <a:pt x="371220" y="2997450"/>
                </a:lnTo>
                <a:lnTo>
                  <a:pt x="373469" y="2995543"/>
                </a:lnTo>
                <a:lnTo>
                  <a:pt x="371562" y="2993294"/>
                </a:lnTo>
                <a:close/>
              </a:path>
              <a:path w="5045709" h="10107930">
                <a:moveTo>
                  <a:pt x="4163700" y="73194"/>
                </a:moveTo>
                <a:lnTo>
                  <a:pt x="4124763" y="106213"/>
                </a:lnTo>
                <a:lnTo>
                  <a:pt x="4157785" y="145141"/>
                </a:lnTo>
                <a:lnTo>
                  <a:pt x="4196722" y="112122"/>
                </a:lnTo>
                <a:lnTo>
                  <a:pt x="4163700" y="73194"/>
                </a:lnTo>
                <a:close/>
              </a:path>
              <a:path w="5045709" h="10107930">
                <a:moveTo>
                  <a:pt x="3972607" y="237211"/>
                </a:moveTo>
                <a:lnTo>
                  <a:pt x="3935925" y="268336"/>
                </a:lnTo>
                <a:lnTo>
                  <a:pt x="3967037" y="305024"/>
                </a:lnTo>
                <a:lnTo>
                  <a:pt x="4003728" y="273902"/>
                </a:lnTo>
                <a:lnTo>
                  <a:pt x="3972607" y="237211"/>
                </a:lnTo>
                <a:close/>
              </a:path>
              <a:path w="5045709" h="10107930">
                <a:moveTo>
                  <a:pt x="3781470" y="401938"/>
                </a:moveTo>
                <a:lnTo>
                  <a:pt x="3747780" y="430518"/>
                </a:lnTo>
                <a:lnTo>
                  <a:pt x="3776359" y="464209"/>
                </a:lnTo>
                <a:lnTo>
                  <a:pt x="3810049" y="435629"/>
                </a:lnTo>
                <a:lnTo>
                  <a:pt x="3781470" y="401938"/>
                </a:lnTo>
                <a:close/>
              </a:path>
              <a:path w="5045709" h="10107930">
                <a:moveTo>
                  <a:pt x="3590379" y="565978"/>
                </a:moveTo>
                <a:lnTo>
                  <a:pt x="3558938" y="592650"/>
                </a:lnTo>
                <a:lnTo>
                  <a:pt x="3585610" y="624092"/>
                </a:lnTo>
                <a:lnTo>
                  <a:pt x="3617052" y="597419"/>
                </a:lnTo>
                <a:lnTo>
                  <a:pt x="3590379" y="565978"/>
                </a:lnTo>
                <a:close/>
              </a:path>
              <a:path w="5045709" h="10107930">
                <a:moveTo>
                  <a:pt x="3399295" y="729998"/>
                </a:moveTo>
                <a:lnTo>
                  <a:pt x="3370093" y="754760"/>
                </a:lnTo>
                <a:lnTo>
                  <a:pt x="3394865" y="783965"/>
                </a:lnTo>
                <a:lnTo>
                  <a:pt x="3424061" y="759190"/>
                </a:lnTo>
                <a:lnTo>
                  <a:pt x="3399295" y="729998"/>
                </a:lnTo>
                <a:close/>
              </a:path>
              <a:path w="5045709" h="10107930">
                <a:moveTo>
                  <a:pt x="3208208" y="894028"/>
                </a:moveTo>
                <a:lnTo>
                  <a:pt x="3181252" y="916893"/>
                </a:lnTo>
                <a:lnTo>
                  <a:pt x="3204125" y="943853"/>
                </a:lnTo>
                <a:lnTo>
                  <a:pt x="3231073" y="920985"/>
                </a:lnTo>
                <a:lnTo>
                  <a:pt x="3208208" y="894028"/>
                </a:lnTo>
                <a:close/>
              </a:path>
              <a:path w="5045709" h="10107930">
                <a:moveTo>
                  <a:pt x="3017171" y="1057361"/>
                </a:moveTo>
                <a:lnTo>
                  <a:pt x="2991720" y="1078957"/>
                </a:lnTo>
                <a:lnTo>
                  <a:pt x="3013312" y="1104417"/>
                </a:lnTo>
                <a:lnTo>
                  <a:pt x="3038772" y="1082825"/>
                </a:lnTo>
                <a:lnTo>
                  <a:pt x="3017171" y="1057361"/>
                </a:lnTo>
                <a:close/>
              </a:path>
              <a:path w="5045709" h="10107930">
                <a:moveTo>
                  <a:pt x="2826034" y="1222088"/>
                </a:moveTo>
                <a:lnTo>
                  <a:pt x="2803575" y="1241138"/>
                </a:lnTo>
                <a:lnTo>
                  <a:pt x="2822635" y="1263600"/>
                </a:lnTo>
                <a:lnTo>
                  <a:pt x="2845093" y="1244551"/>
                </a:lnTo>
                <a:lnTo>
                  <a:pt x="2826034" y="1222088"/>
                </a:lnTo>
                <a:close/>
              </a:path>
              <a:path w="5045709" h="10107930">
                <a:moveTo>
                  <a:pt x="2635006" y="1385424"/>
                </a:moveTo>
                <a:lnTo>
                  <a:pt x="2614040" y="1403211"/>
                </a:lnTo>
                <a:lnTo>
                  <a:pt x="2631827" y="1424177"/>
                </a:lnTo>
                <a:lnTo>
                  <a:pt x="2652793" y="1406390"/>
                </a:lnTo>
                <a:lnTo>
                  <a:pt x="2635006" y="1385424"/>
                </a:lnTo>
                <a:close/>
              </a:path>
              <a:path w="5045709" h="10107930">
                <a:moveTo>
                  <a:pt x="2443919" y="1549455"/>
                </a:moveTo>
                <a:lnTo>
                  <a:pt x="2425201" y="1565335"/>
                </a:lnTo>
                <a:lnTo>
                  <a:pt x="2441081" y="1584053"/>
                </a:lnTo>
                <a:lnTo>
                  <a:pt x="2459798" y="1568173"/>
                </a:lnTo>
                <a:lnTo>
                  <a:pt x="2443919" y="1549455"/>
                </a:lnTo>
                <a:close/>
              </a:path>
              <a:path w="5045709" h="10107930">
                <a:moveTo>
                  <a:pt x="2252841" y="1713488"/>
                </a:moveTo>
                <a:lnTo>
                  <a:pt x="2236362" y="1727458"/>
                </a:lnTo>
                <a:lnTo>
                  <a:pt x="2250335" y="1743927"/>
                </a:lnTo>
                <a:lnTo>
                  <a:pt x="2266804" y="1729954"/>
                </a:lnTo>
                <a:lnTo>
                  <a:pt x="2252841" y="1713488"/>
                </a:lnTo>
                <a:close/>
              </a:path>
              <a:path w="5045709" h="10107930">
                <a:moveTo>
                  <a:pt x="2061744" y="1877515"/>
                </a:moveTo>
                <a:lnTo>
                  <a:pt x="2047514" y="1889578"/>
                </a:lnTo>
                <a:lnTo>
                  <a:pt x="2059586" y="1903810"/>
                </a:lnTo>
                <a:lnTo>
                  <a:pt x="2073809" y="1891735"/>
                </a:lnTo>
                <a:lnTo>
                  <a:pt x="2061744" y="1877515"/>
                </a:lnTo>
                <a:close/>
              </a:path>
              <a:path w="5045709" h="10107930">
                <a:moveTo>
                  <a:pt x="1870716" y="2040852"/>
                </a:moveTo>
                <a:lnTo>
                  <a:pt x="1857988" y="2051654"/>
                </a:lnTo>
                <a:lnTo>
                  <a:pt x="1868790" y="2064381"/>
                </a:lnTo>
                <a:lnTo>
                  <a:pt x="1881518" y="2053579"/>
                </a:lnTo>
                <a:lnTo>
                  <a:pt x="1870716" y="2040852"/>
                </a:lnTo>
                <a:close/>
              </a:path>
              <a:path w="5045709" h="10107930">
                <a:moveTo>
                  <a:pt x="1679688" y="2204188"/>
                </a:moveTo>
                <a:lnTo>
                  <a:pt x="1668456" y="2213717"/>
                </a:lnTo>
                <a:lnTo>
                  <a:pt x="1677986" y="2224949"/>
                </a:lnTo>
                <a:lnTo>
                  <a:pt x="1689217" y="2215419"/>
                </a:lnTo>
                <a:lnTo>
                  <a:pt x="1679688" y="2204188"/>
                </a:lnTo>
                <a:close/>
              </a:path>
              <a:path w="5045709" h="10107930">
                <a:moveTo>
                  <a:pt x="1488656" y="2367534"/>
                </a:moveTo>
                <a:lnTo>
                  <a:pt x="1478924" y="2375782"/>
                </a:lnTo>
                <a:lnTo>
                  <a:pt x="1487190" y="2385520"/>
                </a:lnTo>
                <a:lnTo>
                  <a:pt x="1496913" y="2377269"/>
                </a:lnTo>
                <a:lnTo>
                  <a:pt x="1488656" y="2367534"/>
                </a:lnTo>
                <a:close/>
              </a:path>
              <a:path w="5045709" h="10107930">
                <a:moveTo>
                  <a:pt x="1297628" y="2530870"/>
                </a:moveTo>
                <a:lnTo>
                  <a:pt x="1289392" y="2537845"/>
                </a:lnTo>
                <a:lnTo>
                  <a:pt x="1296377" y="2546085"/>
                </a:lnTo>
                <a:lnTo>
                  <a:pt x="1304607" y="2539097"/>
                </a:lnTo>
                <a:lnTo>
                  <a:pt x="1297628" y="2530870"/>
                </a:lnTo>
                <a:close/>
              </a:path>
              <a:path w="5045709" h="10107930">
                <a:moveTo>
                  <a:pt x="1106592" y="2694203"/>
                </a:moveTo>
                <a:lnTo>
                  <a:pt x="1099860" y="2699908"/>
                </a:lnTo>
                <a:lnTo>
                  <a:pt x="1105582" y="2706655"/>
                </a:lnTo>
                <a:lnTo>
                  <a:pt x="1112316" y="2700939"/>
                </a:lnTo>
                <a:lnTo>
                  <a:pt x="1106592" y="2694203"/>
                </a:lnTo>
                <a:close/>
              </a:path>
              <a:path w="5045709" h="10107930">
                <a:moveTo>
                  <a:pt x="915575" y="2857533"/>
                </a:moveTo>
                <a:lnTo>
                  <a:pt x="910334" y="2861985"/>
                </a:lnTo>
                <a:lnTo>
                  <a:pt x="914777" y="2867222"/>
                </a:lnTo>
                <a:lnTo>
                  <a:pt x="920018" y="2862770"/>
                </a:lnTo>
                <a:lnTo>
                  <a:pt x="915575" y="2857533"/>
                </a:lnTo>
                <a:close/>
              </a:path>
              <a:path w="5045709" h="10107930">
                <a:moveTo>
                  <a:pt x="724543" y="3020879"/>
                </a:moveTo>
                <a:lnTo>
                  <a:pt x="720802" y="3024049"/>
                </a:lnTo>
                <a:lnTo>
                  <a:pt x="723981" y="3027795"/>
                </a:lnTo>
                <a:lnTo>
                  <a:pt x="727723" y="3024624"/>
                </a:lnTo>
                <a:lnTo>
                  <a:pt x="724543" y="3020879"/>
                </a:lnTo>
                <a:close/>
              </a:path>
              <a:path w="5045709" h="10107930">
                <a:moveTo>
                  <a:pt x="533565" y="3183520"/>
                </a:moveTo>
                <a:lnTo>
                  <a:pt x="530573" y="3186064"/>
                </a:lnTo>
                <a:lnTo>
                  <a:pt x="533108" y="3189053"/>
                </a:lnTo>
                <a:lnTo>
                  <a:pt x="536107" y="3186521"/>
                </a:lnTo>
                <a:lnTo>
                  <a:pt x="533565" y="3183520"/>
                </a:lnTo>
                <a:close/>
              </a:path>
              <a:path w="5045709" h="10107930">
                <a:moveTo>
                  <a:pt x="4721983" y="0"/>
                </a:moveTo>
                <a:lnTo>
                  <a:pt x="4686111" y="0"/>
                </a:lnTo>
                <a:lnTo>
                  <a:pt x="4701123" y="17696"/>
                </a:lnTo>
                <a:lnTo>
                  <a:pt x="4721983" y="0"/>
                </a:lnTo>
                <a:close/>
              </a:path>
              <a:path w="5045709" h="10107930">
                <a:moveTo>
                  <a:pt x="4516838" y="98693"/>
                </a:moveTo>
                <a:lnTo>
                  <a:pt x="4474169" y="134885"/>
                </a:lnTo>
                <a:lnTo>
                  <a:pt x="4510378" y="177571"/>
                </a:lnTo>
                <a:lnTo>
                  <a:pt x="4553050" y="141369"/>
                </a:lnTo>
                <a:lnTo>
                  <a:pt x="4516838" y="98693"/>
                </a:lnTo>
                <a:close/>
              </a:path>
              <a:path w="5045709" h="10107930">
                <a:moveTo>
                  <a:pt x="4325765" y="262717"/>
                </a:moveTo>
                <a:lnTo>
                  <a:pt x="4285327" y="297018"/>
                </a:lnTo>
                <a:lnTo>
                  <a:pt x="4319632" y="337445"/>
                </a:lnTo>
                <a:lnTo>
                  <a:pt x="4360056" y="303150"/>
                </a:lnTo>
                <a:lnTo>
                  <a:pt x="4325765" y="262717"/>
                </a:lnTo>
                <a:close/>
              </a:path>
              <a:path w="5045709" h="10107930">
                <a:moveTo>
                  <a:pt x="4134673" y="426755"/>
                </a:moveTo>
                <a:lnTo>
                  <a:pt x="4096489" y="459140"/>
                </a:lnTo>
                <a:lnTo>
                  <a:pt x="4128877" y="497315"/>
                </a:lnTo>
                <a:lnTo>
                  <a:pt x="4167061" y="464930"/>
                </a:lnTo>
                <a:lnTo>
                  <a:pt x="4134673" y="426755"/>
                </a:lnTo>
                <a:close/>
              </a:path>
              <a:path w="5045709" h="10107930">
                <a:moveTo>
                  <a:pt x="3943589" y="590776"/>
                </a:moveTo>
                <a:lnTo>
                  <a:pt x="3907650" y="621263"/>
                </a:lnTo>
                <a:lnTo>
                  <a:pt x="3938138" y="657201"/>
                </a:lnTo>
                <a:lnTo>
                  <a:pt x="3974076" y="626714"/>
                </a:lnTo>
                <a:lnTo>
                  <a:pt x="3943589" y="590776"/>
                </a:lnTo>
                <a:close/>
              </a:path>
              <a:path w="5045709" h="10107930">
                <a:moveTo>
                  <a:pt x="3752443" y="755499"/>
                </a:moveTo>
                <a:lnTo>
                  <a:pt x="3719506" y="783444"/>
                </a:lnTo>
                <a:lnTo>
                  <a:pt x="3747451" y="816382"/>
                </a:lnTo>
                <a:lnTo>
                  <a:pt x="3780385" y="788446"/>
                </a:lnTo>
                <a:lnTo>
                  <a:pt x="3752443" y="755499"/>
                </a:lnTo>
                <a:close/>
              </a:path>
              <a:path w="5045709" h="10107930">
                <a:moveTo>
                  <a:pt x="3561415" y="918835"/>
                </a:moveTo>
                <a:lnTo>
                  <a:pt x="3529973" y="945508"/>
                </a:lnTo>
                <a:lnTo>
                  <a:pt x="3556643" y="976959"/>
                </a:lnTo>
                <a:lnTo>
                  <a:pt x="3588097" y="950280"/>
                </a:lnTo>
                <a:lnTo>
                  <a:pt x="3561415" y="918835"/>
                </a:lnTo>
                <a:close/>
              </a:path>
              <a:path w="5045709" h="10107930">
                <a:moveTo>
                  <a:pt x="3370269" y="1083559"/>
                </a:moveTo>
                <a:lnTo>
                  <a:pt x="3341829" y="1107690"/>
                </a:lnTo>
                <a:lnTo>
                  <a:pt x="3365957" y="1136139"/>
                </a:lnTo>
                <a:lnTo>
                  <a:pt x="3394397" y="1112008"/>
                </a:lnTo>
                <a:lnTo>
                  <a:pt x="3370269" y="1083559"/>
                </a:lnTo>
                <a:close/>
              </a:path>
              <a:path w="5045709" h="10107930">
                <a:moveTo>
                  <a:pt x="3179191" y="1247593"/>
                </a:moveTo>
                <a:lnTo>
                  <a:pt x="3152987" y="1269823"/>
                </a:lnTo>
                <a:lnTo>
                  <a:pt x="3175216" y="1296027"/>
                </a:lnTo>
                <a:lnTo>
                  <a:pt x="3201420" y="1273797"/>
                </a:lnTo>
                <a:lnTo>
                  <a:pt x="3179191" y="1247593"/>
                </a:lnTo>
                <a:close/>
              </a:path>
              <a:path w="5045709" h="10107930">
                <a:moveTo>
                  <a:pt x="2988164" y="1410929"/>
                </a:moveTo>
                <a:lnTo>
                  <a:pt x="2963455" y="1431886"/>
                </a:lnTo>
                <a:lnTo>
                  <a:pt x="2984403" y="1456590"/>
                </a:lnTo>
                <a:lnTo>
                  <a:pt x="3009114" y="1435623"/>
                </a:lnTo>
                <a:lnTo>
                  <a:pt x="2988164" y="1410929"/>
                </a:lnTo>
                <a:close/>
              </a:path>
              <a:path w="5045709" h="10107930">
                <a:moveTo>
                  <a:pt x="2797019" y="1575644"/>
                </a:moveTo>
                <a:lnTo>
                  <a:pt x="2775301" y="1594065"/>
                </a:lnTo>
                <a:lnTo>
                  <a:pt x="2793726" y="1615775"/>
                </a:lnTo>
                <a:lnTo>
                  <a:pt x="2815432" y="1597359"/>
                </a:lnTo>
                <a:lnTo>
                  <a:pt x="2797019" y="1575644"/>
                </a:lnTo>
                <a:close/>
              </a:path>
              <a:path w="5045709" h="10107930">
                <a:moveTo>
                  <a:pt x="2605983" y="1738977"/>
                </a:moveTo>
                <a:lnTo>
                  <a:pt x="2585769" y="1756129"/>
                </a:lnTo>
                <a:lnTo>
                  <a:pt x="2602918" y="1776352"/>
                </a:lnTo>
                <a:lnTo>
                  <a:pt x="2623132" y="1759200"/>
                </a:lnTo>
                <a:lnTo>
                  <a:pt x="2605983" y="1738977"/>
                </a:lnTo>
                <a:close/>
              </a:path>
              <a:path w="5045709" h="10107930">
                <a:moveTo>
                  <a:pt x="2414892" y="1903016"/>
                </a:moveTo>
                <a:lnTo>
                  <a:pt x="2396927" y="1918261"/>
                </a:lnTo>
                <a:lnTo>
                  <a:pt x="2412173" y="1936227"/>
                </a:lnTo>
                <a:lnTo>
                  <a:pt x="2430137" y="1920981"/>
                </a:lnTo>
                <a:lnTo>
                  <a:pt x="2414892" y="1903016"/>
                </a:lnTo>
                <a:close/>
              </a:path>
              <a:path w="5045709" h="10107930">
                <a:moveTo>
                  <a:pt x="2223818" y="2067040"/>
                </a:moveTo>
                <a:lnTo>
                  <a:pt x="2208089" y="2080383"/>
                </a:lnTo>
                <a:lnTo>
                  <a:pt x="2221424" y="2096109"/>
                </a:lnTo>
                <a:lnTo>
                  <a:pt x="2237152" y="2082765"/>
                </a:lnTo>
                <a:lnTo>
                  <a:pt x="2223818" y="2067040"/>
                </a:lnTo>
                <a:close/>
              </a:path>
              <a:path w="5045709" h="10107930">
                <a:moveTo>
                  <a:pt x="2032727" y="2231079"/>
                </a:moveTo>
                <a:lnTo>
                  <a:pt x="2019250" y="2242507"/>
                </a:lnTo>
                <a:lnTo>
                  <a:pt x="2030678" y="2255983"/>
                </a:lnTo>
                <a:lnTo>
                  <a:pt x="2044158" y="2244546"/>
                </a:lnTo>
                <a:lnTo>
                  <a:pt x="2032727" y="2231079"/>
                </a:lnTo>
                <a:close/>
              </a:path>
              <a:path w="5045709" h="10107930">
                <a:moveTo>
                  <a:pt x="1841699" y="2394416"/>
                </a:moveTo>
                <a:lnTo>
                  <a:pt x="1829718" y="2404570"/>
                </a:lnTo>
                <a:lnTo>
                  <a:pt x="1839883" y="2416555"/>
                </a:lnTo>
                <a:lnTo>
                  <a:pt x="1851857" y="2406387"/>
                </a:lnTo>
                <a:lnTo>
                  <a:pt x="1841699" y="2394416"/>
                </a:lnTo>
                <a:close/>
              </a:path>
              <a:path w="5045709" h="10107930">
                <a:moveTo>
                  <a:pt x="1650662" y="2557748"/>
                </a:moveTo>
                <a:lnTo>
                  <a:pt x="1640183" y="2566643"/>
                </a:lnTo>
                <a:lnTo>
                  <a:pt x="1649078" y="2577122"/>
                </a:lnTo>
                <a:lnTo>
                  <a:pt x="1659557" y="2568227"/>
                </a:lnTo>
                <a:lnTo>
                  <a:pt x="1650662" y="2557748"/>
                </a:lnTo>
                <a:close/>
              </a:path>
              <a:path w="5045709" h="10107930">
                <a:moveTo>
                  <a:pt x="1459634" y="2721084"/>
                </a:moveTo>
                <a:lnTo>
                  <a:pt x="1450654" y="2728697"/>
                </a:lnTo>
                <a:lnTo>
                  <a:pt x="1458283" y="2737692"/>
                </a:lnTo>
                <a:lnTo>
                  <a:pt x="1467265" y="2730070"/>
                </a:lnTo>
                <a:lnTo>
                  <a:pt x="1459634" y="2721084"/>
                </a:lnTo>
                <a:close/>
              </a:path>
              <a:path w="5045709" h="10107930">
                <a:moveTo>
                  <a:pt x="1268615" y="2884424"/>
                </a:moveTo>
                <a:lnTo>
                  <a:pt x="1261126" y="2890783"/>
                </a:lnTo>
                <a:lnTo>
                  <a:pt x="1267475" y="2898269"/>
                </a:lnTo>
                <a:lnTo>
                  <a:pt x="1274965" y="2891910"/>
                </a:lnTo>
                <a:lnTo>
                  <a:pt x="1268615" y="2884424"/>
                </a:lnTo>
                <a:close/>
              </a:path>
              <a:path w="5045709" h="10107930">
                <a:moveTo>
                  <a:pt x="1077583" y="3047770"/>
                </a:moveTo>
                <a:lnTo>
                  <a:pt x="1071593" y="3052847"/>
                </a:lnTo>
                <a:lnTo>
                  <a:pt x="1076661" y="3058834"/>
                </a:lnTo>
                <a:lnTo>
                  <a:pt x="1082655" y="3053747"/>
                </a:lnTo>
                <a:lnTo>
                  <a:pt x="1077583" y="3047770"/>
                </a:lnTo>
                <a:close/>
              </a:path>
              <a:path w="5045709" h="10107930">
                <a:moveTo>
                  <a:pt x="886546" y="3211102"/>
                </a:moveTo>
                <a:lnTo>
                  <a:pt x="882061" y="3214911"/>
                </a:lnTo>
                <a:lnTo>
                  <a:pt x="885869" y="3219396"/>
                </a:lnTo>
                <a:lnTo>
                  <a:pt x="890364" y="3215590"/>
                </a:lnTo>
                <a:lnTo>
                  <a:pt x="886546" y="3211102"/>
                </a:lnTo>
                <a:close/>
              </a:path>
              <a:path w="5045709" h="10107930">
                <a:moveTo>
                  <a:pt x="695520" y="3374439"/>
                </a:moveTo>
                <a:lnTo>
                  <a:pt x="692520" y="3376971"/>
                </a:lnTo>
                <a:lnTo>
                  <a:pt x="695061" y="3379972"/>
                </a:lnTo>
                <a:lnTo>
                  <a:pt x="698063" y="3377430"/>
                </a:lnTo>
                <a:lnTo>
                  <a:pt x="695520" y="3374439"/>
                </a:lnTo>
                <a:close/>
              </a:path>
              <a:path w="5045709" h="10107930">
                <a:moveTo>
                  <a:pt x="504549" y="3537081"/>
                </a:moveTo>
                <a:lnTo>
                  <a:pt x="502300" y="3538989"/>
                </a:lnTo>
                <a:lnTo>
                  <a:pt x="504198" y="3541234"/>
                </a:lnTo>
                <a:lnTo>
                  <a:pt x="506450" y="3539318"/>
                </a:lnTo>
                <a:lnTo>
                  <a:pt x="504549" y="3537081"/>
                </a:lnTo>
                <a:close/>
              </a:path>
              <a:path w="5045709" h="10107930">
                <a:moveTo>
                  <a:pt x="5045390" y="0"/>
                </a:moveTo>
                <a:lnTo>
                  <a:pt x="5013365" y="0"/>
                </a:lnTo>
                <a:lnTo>
                  <a:pt x="5011730" y="1386"/>
                </a:lnTo>
                <a:lnTo>
                  <a:pt x="5045390" y="41070"/>
                </a:lnTo>
                <a:lnTo>
                  <a:pt x="5045390" y="0"/>
                </a:lnTo>
                <a:close/>
              </a:path>
              <a:path w="5045709" h="10107930">
                <a:moveTo>
                  <a:pt x="4870058" y="123502"/>
                </a:moveTo>
                <a:lnTo>
                  <a:pt x="4822888" y="163518"/>
                </a:lnTo>
                <a:lnTo>
                  <a:pt x="4862898" y="210676"/>
                </a:lnTo>
                <a:lnTo>
                  <a:pt x="4910069" y="170660"/>
                </a:lnTo>
                <a:lnTo>
                  <a:pt x="4870058" y="123502"/>
                </a:lnTo>
                <a:close/>
              </a:path>
              <a:path w="5045709" h="10107930">
                <a:moveTo>
                  <a:pt x="4678970" y="287532"/>
                </a:moveTo>
                <a:lnTo>
                  <a:pt x="4634052" y="325632"/>
                </a:lnTo>
                <a:lnTo>
                  <a:pt x="4672153" y="370550"/>
                </a:lnTo>
                <a:lnTo>
                  <a:pt x="4717071" y="332450"/>
                </a:lnTo>
                <a:lnTo>
                  <a:pt x="4678970" y="287532"/>
                </a:lnTo>
                <a:close/>
              </a:path>
              <a:path w="5045709" h="10107930">
                <a:moveTo>
                  <a:pt x="4487824" y="452256"/>
                </a:moveTo>
                <a:lnTo>
                  <a:pt x="4445908" y="487814"/>
                </a:lnTo>
                <a:lnTo>
                  <a:pt x="4481473" y="529744"/>
                </a:lnTo>
                <a:lnTo>
                  <a:pt x="4523392" y="494175"/>
                </a:lnTo>
                <a:lnTo>
                  <a:pt x="4487824" y="452256"/>
                </a:lnTo>
                <a:close/>
              </a:path>
              <a:path w="5045709" h="10107930">
                <a:moveTo>
                  <a:pt x="4296796" y="615592"/>
                </a:moveTo>
                <a:lnTo>
                  <a:pt x="4256372" y="649887"/>
                </a:lnTo>
                <a:lnTo>
                  <a:pt x="4290667" y="690311"/>
                </a:lnTo>
                <a:lnTo>
                  <a:pt x="4331091" y="656016"/>
                </a:lnTo>
                <a:lnTo>
                  <a:pt x="4296796" y="615592"/>
                </a:lnTo>
                <a:close/>
              </a:path>
              <a:path w="5045709" h="10107930">
                <a:moveTo>
                  <a:pt x="4105653" y="780307"/>
                </a:moveTo>
                <a:lnTo>
                  <a:pt x="4068218" y="812066"/>
                </a:lnTo>
                <a:lnTo>
                  <a:pt x="4099978" y="849501"/>
                </a:lnTo>
                <a:lnTo>
                  <a:pt x="4137413" y="817741"/>
                </a:lnTo>
                <a:lnTo>
                  <a:pt x="4105653" y="780307"/>
                </a:lnTo>
                <a:close/>
              </a:path>
              <a:path w="5045709" h="10107930">
                <a:moveTo>
                  <a:pt x="3914516" y="945034"/>
                </a:moveTo>
                <a:lnTo>
                  <a:pt x="3880073" y="974248"/>
                </a:lnTo>
                <a:lnTo>
                  <a:pt x="3909287" y="1008691"/>
                </a:lnTo>
                <a:lnTo>
                  <a:pt x="3943734" y="979467"/>
                </a:lnTo>
                <a:lnTo>
                  <a:pt x="3914516" y="945034"/>
                </a:lnTo>
                <a:close/>
              </a:path>
              <a:path w="5045709" h="10107930">
                <a:moveTo>
                  <a:pt x="3723429" y="1109064"/>
                </a:moveTo>
                <a:lnTo>
                  <a:pt x="3691231" y="1136381"/>
                </a:lnTo>
                <a:lnTo>
                  <a:pt x="3718542" y="1168566"/>
                </a:lnTo>
                <a:lnTo>
                  <a:pt x="3750736" y="1141258"/>
                </a:lnTo>
                <a:lnTo>
                  <a:pt x="3723429" y="1109064"/>
                </a:lnTo>
                <a:close/>
              </a:path>
              <a:path w="5045709" h="10107930">
                <a:moveTo>
                  <a:pt x="3532401" y="1272400"/>
                </a:moveTo>
                <a:lnTo>
                  <a:pt x="3501703" y="1298435"/>
                </a:lnTo>
                <a:lnTo>
                  <a:pt x="3527738" y="1329132"/>
                </a:lnTo>
                <a:lnTo>
                  <a:pt x="3558436" y="1303098"/>
                </a:lnTo>
                <a:lnTo>
                  <a:pt x="3532401" y="1272400"/>
                </a:lnTo>
                <a:close/>
              </a:path>
              <a:path w="5045709" h="10107930">
                <a:moveTo>
                  <a:pt x="3341255" y="1437124"/>
                </a:moveTo>
                <a:lnTo>
                  <a:pt x="3313545" y="1460623"/>
                </a:lnTo>
                <a:lnTo>
                  <a:pt x="3337048" y="1488322"/>
                </a:lnTo>
                <a:lnTo>
                  <a:pt x="3364757" y="1464823"/>
                </a:lnTo>
                <a:lnTo>
                  <a:pt x="3341255" y="1437124"/>
                </a:lnTo>
                <a:close/>
              </a:path>
              <a:path w="5045709" h="10107930">
                <a:moveTo>
                  <a:pt x="3150217" y="1600457"/>
                </a:moveTo>
                <a:lnTo>
                  <a:pt x="3124013" y="1622687"/>
                </a:lnTo>
                <a:lnTo>
                  <a:pt x="3146243" y="1648891"/>
                </a:lnTo>
                <a:lnTo>
                  <a:pt x="3172447" y="1626661"/>
                </a:lnTo>
                <a:lnTo>
                  <a:pt x="3150217" y="1600457"/>
                </a:lnTo>
                <a:close/>
              </a:path>
              <a:path w="5045709" h="10107930">
                <a:moveTo>
                  <a:pt x="2959080" y="1765184"/>
                </a:moveTo>
                <a:lnTo>
                  <a:pt x="2935878" y="1784872"/>
                </a:lnTo>
                <a:lnTo>
                  <a:pt x="2955566" y="1808074"/>
                </a:lnTo>
                <a:lnTo>
                  <a:pt x="2978768" y="1788386"/>
                </a:lnTo>
                <a:lnTo>
                  <a:pt x="2959080" y="1765184"/>
                </a:lnTo>
                <a:close/>
              </a:path>
              <a:path w="5045709" h="10107930">
                <a:moveTo>
                  <a:pt x="2767993" y="1929214"/>
                </a:moveTo>
                <a:lnTo>
                  <a:pt x="2747040" y="1946995"/>
                </a:lnTo>
                <a:lnTo>
                  <a:pt x="2764820" y="1967948"/>
                </a:lnTo>
                <a:lnTo>
                  <a:pt x="2785774" y="1950168"/>
                </a:lnTo>
                <a:lnTo>
                  <a:pt x="2767993" y="1929214"/>
                </a:lnTo>
                <a:close/>
              </a:path>
              <a:path w="5045709" h="10107930">
                <a:moveTo>
                  <a:pt x="2576965" y="2092551"/>
                </a:moveTo>
                <a:lnTo>
                  <a:pt x="2557498" y="2109055"/>
                </a:lnTo>
                <a:lnTo>
                  <a:pt x="2574012" y="2128526"/>
                </a:lnTo>
                <a:lnTo>
                  <a:pt x="2593473" y="2112008"/>
                </a:lnTo>
                <a:lnTo>
                  <a:pt x="2576965" y="2092551"/>
                </a:lnTo>
                <a:close/>
              </a:path>
              <a:path w="5045709" h="10107930">
                <a:moveTo>
                  <a:pt x="2385891" y="2256574"/>
                </a:moveTo>
                <a:lnTo>
                  <a:pt x="2368666" y="2271190"/>
                </a:lnTo>
                <a:lnTo>
                  <a:pt x="2383267" y="2288399"/>
                </a:lnTo>
                <a:lnTo>
                  <a:pt x="2400488" y="2273792"/>
                </a:lnTo>
                <a:lnTo>
                  <a:pt x="2385891" y="2256574"/>
                </a:lnTo>
                <a:close/>
              </a:path>
              <a:path w="5045709" h="10107930">
                <a:moveTo>
                  <a:pt x="2194794" y="2420601"/>
                </a:moveTo>
                <a:lnTo>
                  <a:pt x="2179818" y="2433311"/>
                </a:lnTo>
                <a:lnTo>
                  <a:pt x="2192518" y="2448283"/>
                </a:lnTo>
                <a:lnTo>
                  <a:pt x="2207494" y="2435573"/>
                </a:lnTo>
                <a:lnTo>
                  <a:pt x="2194794" y="2420601"/>
                </a:lnTo>
                <a:close/>
              </a:path>
              <a:path w="5045709" h="10107930">
                <a:moveTo>
                  <a:pt x="2003706" y="2584631"/>
                </a:moveTo>
                <a:lnTo>
                  <a:pt x="1990979" y="2595434"/>
                </a:lnTo>
                <a:lnTo>
                  <a:pt x="2001781" y="2608161"/>
                </a:lnTo>
                <a:lnTo>
                  <a:pt x="2014509" y="2597358"/>
                </a:lnTo>
                <a:lnTo>
                  <a:pt x="2003706" y="2584631"/>
                </a:lnTo>
                <a:close/>
              </a:path>
              <a:path w="5045709" h="10107930">
                <a:moveTo>
                  <a:pt x="1812678" y="2747967"/>
                </a:moveTo>
                <a:lnTo>
                  <a:pt x="1801447" y="2757497"/>
                </a:lnTo>
                <a:lnTo>
                  <a:pt x="1810977" y="2768728"/>
                </a:lnTo>
                <a:lnTo>
                  <a:pt x="1822208" y="2759199"/>
                </a:lnTo>
                <a:lnTo>
                  <a:pt x="1812678" y="2747967"/>
                </a:lnTo>
                <a:close/>
              </a:path>
              <a:path w="5045709" h="10107930">
                <a:moveTo>
                  <a:pt x="1621706" y="2910619"/>
                </a:moveTo>
                <a:lnTo>
                  <a:pt x="1611218" y="2919511"/>
                </a:lnTo>
                <a:lnTo>
                  <a:pt x="1620110" y="2929999"/>
                </a:lnTo>
                <a:lnTo>
                  <a:pt x="1630598" y="2921107"/>
                </a:lnTo>
                <a:lnTo>
                  <a:pt x="1621706" y="2910619"/>
                </a:lnTo>
                <a:close/>
              </a:path>
              <a:path w="5045709" h="10107930">
                <a:moveTo>
                  <a:pt x="1430619" y="3074650"/>
                </a:moveTo>
                <a:lnTo>
                  <a:pt x="1422380" y="3081634"/>
                </a:lnTo>
                <a:lnTo>
                  <a:pt x="1429365" y="3089873"/>
                </a:lnTo>
                <a:lnTo>
                  <a:pt x="1437607" y="3082879"/>
                </a:lnTo>
                <a:lnTo>
                  <a:pt x="1430619" y="3074650"/>
                </a:lnTo>
                <a:close/>
              </a:path>
              <a:path w="5045709" h="10107930">
                <a:moveTo>
                  <a:pt x="1239591" y="3237986"/>
                </a:moveTo>
                <a:lnTo>
                  <a:pt x="1232857" y="3243702"/>
                </a:lnTo>
                <a:lnTo>
                  <a:pt x="1238569" y="3250444"/>
                </a:lnTo>
                <a:lnTo>
                  <a:pt x="1245306" y="3244719"/>
                </a:lnTo>
                <a:lnTo>
                  <a:pt x="1239591" y="3237986"/>
                </a:lnTo>
                <a:close/>
              </a:path>
              <a:path w="5045709" h="10107930">
                <a:moveTo>
                  <a:pt x="1048563" y="3401322"/>
                </a:moveTo>
                <a:lnTo>
                  <a:pt x="1043313" y="3405770"/>
                </a:lnTo>
                <a:lnTo>
                  <a:pt x="1047765" y="3411011"/>
                </a:lnTo>
                <a:lnTo>
                  <a:pt x="1053015" y="3406562"/>
                </a:lnTo>
                <a:lnTo>
                  <a:pt x="1048563" y="3401322"/>
                </a:lnTo>
                <a:close/>
              </a:path>
              <a:path w="5045709" h="10107930">
                <a:moveTo>
                  <a:pt x="857535" y="3564658"/>
                </a:moveTo>
                <a:lnTo>
                  <a:pt x="853793" y="3567828"/>
                </a:lnTo>
                <a:lnTo>
                  <a:pt x="856963" y="3571570"/>
                </a:lnTo>
                <a:lnTo>
                  <a:pt x="860705" y="3568400"/>
                </a:lnTo>
                <a:lnTo>
                  <a:pt x="857535" y="3564658"/>
                </a:lnTo>
                <a:close/>
              </a:path>
              <a:path w="5045709" h="10107930">
                <a:moveTo>
                  <a:pt x="666506" y="3727994"/>
                </a:moveTo>
                <a:lnTo>
                  <a:pt x="664254" y="3729910"/>
                </a:lnTo>
                <a:lnTo>
                  <a:pt x="666155" y="3732147"/>
                </a:lnTo>
                <a:lnTo>
                  <a:pt x="668404" y="3730239"/>
                </a:lnTo>
                <a:lnTo>
                  <a:pt x="666506" y="3727994"/>
                </a:lnTo>
                <a:close/>
              </a:path>
              <a:path w="5045709" h="10107930">
                <a:moveTo>
                  <a:pt x="5032184" y="312328"/>
                </a:moveTo>
                <a:lnTo>
                  <a:pt x="4982765" y="354252"/>
                </a:lnTo>
                <a:lnTo>
                  <a:pt x="5024689" y="403671"/>
                </a:lnTo>
                <a:lnTo>
                  <a:pt x="5045390" y="386110"/>
                </a:lnTo>
                <a:lnTo>
                  <a:pt x="5045390" y="327895"/>
                </a:lnTo>
                <a:lnTo>
                  <a:pt x="5032184" y="312328"/>
                </a:lnTo>
                <a:close/>
              </a:path>
              <a:path w="5045709" h="10107930">
                <a:moveTo>
                  <a:pt x="4841093" y="476368"/>
                </a:moveTo>
                <a:lnTo>
                  <a:pt x="4793926" y="516375"/>
                </a:lnTo>
                <a:lnTo>
                  <a:pt x="4833934" y="563542"/>
                </a:lnTo>
                <a:lnTo>
                  <a:pt x="4881101" y="523534"/>
                </a:lnTo>
                <a:lnTo>
                  <a:pt x="4841093" y="476368"/>
                </a:lnTo>
                <a:close/>
              </a:path>
              <a:path w="5045709" h="10107930">
                <a:moveTo>
                  <a:pt x="4649959" y="641096"/>
                </a:moveTo>
                <a:lnTo>
                  <a:pt x="4605782" y="678557"/>
                </a:lnTo>
                <a:lnTo>
                  <a:pt x="4643254" y="722735"/>
                </a:lnTo>
                <a:lnTo>
                  <a:pt x="4687423" y="685259"/>
                </a:lnTo>
                <a:lnTo>
                  <a:pt x="4649959" y="641096"/>
                </a:lnTo>
                <a:close/>
              </a:path>
              <a:path w="5045709" h="10107930">
                <a:moveTo>
                  <a:pt x="4458814" y="805809"/>
                </a:moveTo>
                <a:lnTo>
                  <a:pt x="4417625" y="840745"/>
                </a:lnTo>
                <a:lnTo>
                  <a:pt x="4452554" y="881922"/>
                </a:lnTo>
                <a:lnTo>
                  <a:pt x="4493743" y="846986"/>
                </a:lnTo>
                <a:lnTo>
                  <a:pt x="4458814" y="805809"/>
                </a:lnTo>
                <a:close/>
              </a:path>
              <a:path w="5045709" h="10107930">
                <a:moveTo>
                  <a:pt x="4267776" y="969142"/>
                </a:moveTo>
                <a:lnTo>
                  <a:pt x="4228093" y="1002809"/>
                </a:lnTo>
                <a:lnTo>
                  <a:pt x="4261759" y="1042493"/>
                </a:lnTo>
                <a:lnTo>
                  <a:pt x="4301443" y="1008826"/>
                </a:lnTo>
                <a:lnTo>
                  <a:pt x="4267776" y="969142"/>
                </a:lnTo>
                <a:close/>
              </a:path>
              <a:path w="5045709" h="10107930">
                <a:moveTo>
                  <a:pt x="4076636" y="1133878"/>
                </a:moveTo>
                <a:lnTo>
                  <a:pt x="4039958" y="1164994"/>
                </a:lnTo>
                <a:lnTo>
                  <a:pt x="4071073" y="1201673"/>
                </a:lnTo>
                <a:lnTo>
                  <a:pt x="4107752" y="1170557"/>
                </a:lnTo>
                <a:lnTo>
                  <a:pt x="4076636" y="1133878"/>
                </a:lnTo>
                <a:close/>
              </a:path>
              <a:path w="5045709" h="10107930">
                <a:moveTo>
                  <a:pt x="3885494" y="1298593"/>
                </a:moveTo>
                <a:lnTo>
                  <a:pt x="3851803" y="1327173"/>
                </a:lnTo>
                <a:lnTo>
                  <a:pt x="3880383" y="1360864"/>
                </a:lnTo>
                <a:lnTo>
                  <a:pt x="3914073" y="1332284"/>
                </a:lnTo>
                <a:lnTo>
                  <a:pt x="3885494" y="1298593"/>
                </a:lnTo>
                <a:close/>
              </a:path>
              <a:path w="5045709" h="10107930">
                <a:moveTo>
                  <a:pt x="3694409" y="1462613"/>
                </a:moveTo>
                <a:lnTo>
                  <a:pt x="3662965" y="1489295"/>
                </a:lnTo>
                <a:lnTo>
                  <a:pt x="3689637" y="1520737"/>
                </a:lnTo>
                <a:lnTo>
                  <a:pt x="3721082" y="1494055"/>
                </a:lnTo>
                <a:lnTo>
                  <a:pt x="3694409" y="1462613"/>
                </a:lnTo>
                <a:close/>
              </a:path>
              <a:path w="5045709" h="10107930">
                <a:moveTo>
                  <a:pt x="3503319" y="1626653"/>
                </a:moveTo>
                <a:lnTo>
                  <a:pt x="3474123" y="1651428"/>
                </a:lnTo>
                <a:lnTo>
                  <a:pt x="3498889" y="1680620"/>
                </a:lnTo>
                <a:lnTo>
                  <a:pt x="3528094" y="1655849"/>
                </a:lnTo>
                <a:lnTo>
                  <a:pt x="3503319" y="1626653"/>
                </a:lnTo>
                <a:close/>
              </a:path>
              <a:path w="5045709" h="10107930">
                <a:moveTo>
                  <a:pt x="3312244" y="1790676"/>
                </a:moveTo>
                <a:lnTo>
                  <a:pt x="3285284" y="1813551"/>
                </a:lnTo>
                <a:lnTo>
                  <a:pt x="3308143" y="1840494"/>
                </a:lnTo>
                <a:lnTo>
                  <a:pt x="3335099" y="1817630"/>
                </a:lnTo>
                <a:lnTo>
                  <a:pt x="3312244" y="1790676"/>
                </a:lnTo>
                <a:close/>
              </a:path>
              <a:path w="5045709" h="10107930">
                <a:moveTo>
                  <a:pt x="3121148" y="1954703"/>
                </a:moveTo>
                <a:lnTo>
                  <a:pt x="3096436" y="1975670"/>
                </a:lnTo>
                <a:lnTo>
                  <a:pt x="3117394" y="2000378"/>
                </a:lnTo>
                <a:lnTo>
                  <a:pt x="3142105" y="1979411"/>
                </a:lnTo>
                <a:lnTo>
                  <a:pt x="3121148" y="1954703"/>
                </a:lnTo>
                <a:close/>
              </a:path>
              <a:path w="5045709" h="10107930">
                <a:moveTo>
                  <a:pt x="2930057" y="2118743"/>
                </a:moveTo>
                <a:lnTo>
                  <a:pt x="2907598" y="2137793"/>
                </a:lnTo>
                <a:lnTo>
                  <a:pt x="2926649" y="2160252"/>
                </a:lnTo>
                <a:lnTo>
                  <a:pt x="2949107" y="2141202"/>
                </a:lnTo>
                <a:lnTo>
                  <a:pt x="2930057" y="2118743"/>
                </a:lnTo>
                <a:close/>
              </a:path>
              <a:path w="5045709" h="10107930">
                <a:moveTo>
                  <a:pt x="2738983" y="2282767"/>
                </a:moveTo>
                <a:lnTo>
                  <a:pt x="2718760" y="2299916"/>
                </a:lnTo>
                <a:lnTo>
                  <a:pt x="2735903" y="2320126"/>
                </a:lnTo>
                <a:lnTo>
                  <a:pt x="2756126" y="2302977"/>
                </a:lnTo>
                <a:lnTo>
                  <a:pt x="2738983" y="2282767"/>
                </a:lnTo>
                <a:close/>
              </a:path>
              <a:path w="5045709" h="10107930">
                <a:moveTo>
                  <a:pt x="2547945" y="2446099"/>
                </a:moveTo>
                <a:lnTo>
                  <a:pt x="2529228" y="2461980"/>
                </a:lnTo>
                <a:lnTo>
                  <a:pt x="2545107" y="2480698"/>
                </a:lnTo>
                <a:lnTo>
                  <a:pt x="2563825" y="2464817"/>
                </a:lnTo>
                <a:lnTo>
                  <a:pt x="2547945" y="2446099"/>
                </a:lnTo>
                <a:close/>
              </a:path>
              <a:path w="5045709" h="10107930">
                <a:moveTo>
                  <a:pt x="2356808" y="2610826"/>
                </a:moveTo>
                <a:lnTo>
                  <a:pt x="2341080" y="2624170"/>
                </a:lnTo>
                <a:lnTo>
                  <a:pt x="2354418" y="2639887"/>
                </a:lnTo>
                <a:lnTo>
                  <a:pt x="2370143" y="2626552"/>
                </a:lnTo>
                <a:lnTo>
                  <a:pt x="2356808" y="2610826"/>
                </a:lnTo>
                <a:close/>
              </a:path>
              <a:path w="5045709" h="10107930">
                <a:moveTo>
                  <a:pt x="2165712" y="2774853"/>
                </a:moveTo>
                <a:lnTo>
                  <a:pt x="2152244" y="2786284"/>
                </a:lnTo>
                <a:lnTo>
                  <a:pt x="2163682" y="2799764"/>
                </a:lnTo>
                <a:lnTo>
                  <a:pt x="2177149" y="2788333"/>
                </a:lnTo>
                <a:lnTo>
                  <a:pt x="2165712" y="2774853"/>
                </a:lnTo>
                <a:close/>
              </a:path>
              <a:path w="5045709" h="10107930">
                <a:moveTo>
                  <a:pt x="1974689" y="2938203"/>
                </a:moveTo>
                <a:lnTo>
                  <a:pt x="1962709" y="2948358"/>
                </a:lnTo>
                <a:lnTo>
                  <a:pt x="1972877" y="2960332"/>
                </a:lnTo>
                <a:lnTo>
                  <a:pt x="1984848" y="2950174"/>
                </a:lnTo>
                <a:lnTo>
                  <a:pt x="1974689" y="2938203"/>
                </a:lnTo>
                <a:close/>
              </a:path>
              <a:path w="5045709" h="10107930">
                <a:moveTo>
                  <a:pt x="1783661" y="3101539"/>
                </a:moveTo>
                <a:lnTo>
                  <a:pt x="1773173" y="3110431"/>
                </a:lnTo>
                <a:lnTo>
                  <a:pt x="1782068" y="3120910"/>
                </a:lnTo>
                <a:lnTo>
                  <a:pt x="1792556" y="3112018"/>
                </a:lnTo>
                <a:lnTo>
                  <a:pt x="1783661" y="3101539"/>
                </a:lnTo>
                <a:close/>
              </a:path>
              <a:path w="5045709" h="10107930">
                <a:moveTo>
                  <a:pt x="1592624" y="3264872"/>
                </a:moveTo>
                <a:lnTo>
                  <a:pt x="1583645" y="3272485"/>
                </a:lnTo>
                <a:lnTo>
                  <a:pt x="1591267" y="3281467"/>
                </a:lnTo>
                <a:lnTo>
                  <a:pt x="1600247" y="3273854"/>
                </a:lnTo>
                <a:lnTo>
                  <a:pt x="1592624" y="3264872"/>
                </a:lnTo>
                <a:close/>
              </a:path>
              <a:path w="5045709" h="10107930">
                <a:moveTo>
                  <a:pt x="1401596" y="3428208"/>
                </a:moveTo>
                <a:lnTo>
                  <a:pt x="1394110" y="3434558"/>
                </a:lnTo>
                <a:lnTo>
                  <a:pt x="1400460" y="3442044"/>
                </a:lnTo>
                <a:lnTo>
                  <a:pt x="1407946" y="3435694"/>
                </a:lnTo>
                <a:lnTo>
                  <a:pt x="1401596" y="3428208"/>
                </a:lnTo>
                <a:close/>
              </a:path>
              <a:path w="5045709" h="10107930">
                <a:moveTo>
                  <a:pt x="1210567" y="3591544"/>
                </a:moveTo>
                <a:lnTo>
                  <a:pt x="1204577" y="3596622"/>
                </a:lnTo>
                <a:lnTo>
                  <a:pt x="1209664" y="3602615"/>
                </a:lnTo>
                <a:lnTo>
                  <a:pt x="1215645" y="3597534"/>
                </a:lnTo>
                <a:lnTo>
                  <a:pt x="1210567" y="3591544"/>
                </a:lnTo>
                <a:close/>
              </a:path>
              <a:path w="5045709" h="10107930">
                <a:moveTo>
                  <a:pt x="1019541" y="3754881"/>
                </a:moveTo>
                <a:lnTo>
                  <a:pt x="1015051" y="3758698"/>
                </a:lnTo>
                <a:lnTo>
                  <a:pt x="1018859" y="3763182"/>
                </a:lnTo>
                <a:lnTo>
                  <a:pt x="1023354" y="3759377"/>
                </a:lnTo>
                <a:lnTo>
                  <a:pt x="1019541" y="3754881"/>
                </a:lnTo>
                <a:close/>
              </a:path>
              <a:path w="5045709" h="10107930">
                <a:moveTo>
                  <a:pt x="828508" y="3918226"/>
                </a:moveTo>
                <a:lnTo>
                  <a:pt x="825523" y="3920752"/>
                </a:lnTo>
                <a:lnTo>
                  <a:pt x="828064" y="3923754"/>
                </a:lnTo>
                <a:lnTo>
                  <a:pt x="831053" y="3921218"/>
                </a:lnTo>
                <a:lnTo>
                  <a:pt x="828508" y="3918226"/>
                </a:lnTo>
                <a:close/>
              </a:path>
              <a:path w="5045709" h="10107930">
                <a:moveTo>
                  <a:pt x="637480" y="4081562"/>
                </a:moveTo>
                <a:lnTo>
                  <a:pt x="635987" y="4082825"/>
                </a:lnTo>
                <a:lnTo>
                  <a:pt x="637250" y="4084318"/>
                </a:lnTo>
                <a:lnTo>
                  <a:pt x="638743" y="4083055"/>
                </a:lnTo>
                <a:lnTo>
                  <a:pt x="637480" y="4081562"/>
                </a:lnTo>
                <a:close/>
              </a:path>
              <a:path w="5045709" h="10107930">
                <a:moveTo>
                  <a:pt x="5003158" y="665899"/>
                </a:moveTo>
                <a:lnTo>
                  <a:pt x="4954495" y="707178"/>
                </a:lnTo>
                <a:lnTo>
                  <a:pt x="4995783" y="755845"/>
                </a:lnTo>
                <a:lnTo>
                  <a:pt x="5044446" y="714565"/>
                </a:lnTo>
                <a:lnTo>
                  <a:pt x="5003158" y="665899"/>
                </a:lnTo>
                <a:close/>
              </a:path>
              <a:path w="5045709" h="10107930">
                <a:moveTo>
                  <a:pt x="4812080" y="829932"/>
                </a:moveTo>
                <a:lnTo>
                  <a:pt x="4765657" y="869302"/>
                </a:lnTo>
                <a:lnTo>
                  <a:pt x="4805038" y="915719"/>
                </a:lnTo>
                <a:lnTo>
                  <a:pt x="4851452" y="876347"/>
                </a:lnTo>
                <a:lnTo>
                  <a:pt x="4812080" y="829932"/>
                </a:lnTo>
                <a:close/>
              </a:path>
              <a:path w="5045709" h="10107930">
                <a:moveTo>
                  <a:pt x="4620879" y="995341"/>
                </a:moveTo>
                <a:lnTo>
                  <a:pt x="4578202" y="1031553"/>
                </a:lnTo>
                <a:lnTo>
                  <a:pt x="4614395" y="1074222"/>
                </a:lnTo>
                <a:lnTo>
                  <a:pt x="4657081" y="1038013"/>
                </a:lnTo>
                <a:lnTo>
                  <a:pt x="4620879" y="995341"/>
                </a:lnTo>
                <a:close/>
              </a:path>
              <a:path w="5045709" h="10107930">
                <a:moveTo>
                  <a:pt x="4429780" y="1159367"/>
                </a:moveTo>
                <a:lnTo>
                  <a:pt x="4389357" y="1193662"/>
                </a:lnTo>
                <a:lnTo>
                  <a:pt x="4423649" y="1234095"/>
                </a:lnTo>
                <a:lnTo>
                  <a:pt x="4464082" y="1199804"/>
                </a:lnTo>
                <a:lnTo>
                  <a:pt x="4429780" y="1159367"/>
                </a:lnTo>
                <a:close/>
              </a:path>
              <a:path w="5045709" h="10107930">
                <a:moveTo>
                  <a:pt x="4238759" y="1322717"/>
                </a:moveTo>
                <a:lnTo>
                  <a:pt x="4199831" y="1355739"/>
                </a:lnTo>
                <a:lnTo>
                  <a:pt x="4232853" y="1394667"/>
                </a:lnTo>
                <a:lnTo>
                  <a:pt x="4271781" y="1361645"/>
                </a:lnTo>
                <a:lnTo>
                  <a:pt x="4238759" y="1322717"/>
                </a:lnTo>
                <a:close/>
              </a:path>
              <a:path w="5045709" h="10107930">
                <a:moveTo>
                  <a:pt x="4047616" y="1487431"/>
                </a:moveTo>
                <a:lnTo>
                  <a:pt x="4011677" y="1517919"/>
                </a:lnTo>
                <a:lnTo>
                  <a:pt x="4042164" y="1553857"/>
                </a:lnTo>
                <a:lnTo>
                  <a:pt x="4078103" y="1523370"/>
                </a:lnTo>
                <a:lnTo>
                  <a:pt x="4047616" y="1487431"/>
                </a:lnTo>
                <a:close/>
              </a:path>
              <a:path w="5045709" h="10107930">
                <a:moveTo>
                  <a:pt x="3856473" y="1652146"/>
                </a:moveTo>
                <a:lnTo>
                  <a:pt x="3823526" y="1680088"/>
                </a:lnTo>
                <a:lnTo>
                  <a:pt x="3851477" y="1713038"/>
                </a:lnTo>
                <a:lnTo>
                  <a:pt x="3884415" y="1685093"/>
                </a:lnTo>
                <a:lnTo>
                  <a:pt x="3856473" y="1652146"/>
                </a:lnTo>
                <a:close/>
              </a:path>
              <a:path w="5045709" h="10107930">
                <a:moveTo>
                  <a:pt x="3665382" y="1816186"/>
                </a:moveTo>
                <a:lnTo>
                  <a:pt x="3634684" y="1842220"/>
                </a:lnTo>
                <a:lnTo>
                  <a:pt x="3660729" y="1872921"/>
                </a:lnTo>
                <a:lnTo>
                  <a:pt x="3691427" y="1846887"/>
                </a:lnTo>
                <a:lnTo>
                  <a:pt x="3665382" y="1816186"/>
                </a:lnTo>
                <a:close/>
              </a:path>
              <a:path w="5045709" h="10107930">
                <a:moveTo>
                  <a:pt x="3474308" y="1980209"/>
                </a:moveTo>
                <a:lnTo>
                  <a:pt x="3445855" y="2004347"/>
                </a:lnTo>
                <a:lnTo>
                  <a:pt x="3469983" y="2032796"/>
                </a:lnTo>
                <a:lnTo>
                  <a:pt x="3498435" y="2008658"/>
                </a:lnTo>
                <a:lnTo>
                  <a:pt x="3474308" y="1980209"/>
                </a:lnTo>
                <a:close/>
              </a:path>
              <a:path w="5045709" h="10107930">
                <a:moveTo>
                  <a:pt x="3283217" y="2144249"/>
                </a:moveTo>
                <a:lnTo>
                  <a:pt x="3257017" y="2166469"/>
                </a:lnTo>
                <a:lnTo>
                  <a:pt x="3279238" y="2192670"/>
                </a:lnTo>
                <a:lnTo>
                  <a:pt x="3305438" y="2170450"/>
                </a:lnTo>
                <a:lnTo>
                  <a:pt x="3283217" y="2144249"/>
                </a:lnTo>
                <a:close/>
              </a:path>
              <a:path w="5045709" h="10107930">
                <a:moveTo>
                  <a:pt x="3092133" y="2308269"/>
                </a:moveTo>
                <a:lnTo>
                  <a:pt x="3068175" y="2328601"/>
                </a:lnTo>
                <a:lnTo>
                  <a:pt x="3088488" y="2352553"/>
                </a:lnTo>
                <a:lnTo>
                  <a:pt x="3112456" y="2332224"/>
                </a:lnTo>
                <a:lnTo>
                  <a:pt x="3092133" y="2308269"/>
                </a:lnTo>
                <a:close/>
              </a:path>
              <a:path w="5045709" h="10107930">
                <a:moveTo>
                  <a:pt x="2901037" y="2472296"/>
                </a:moveTo>
                <a:lnTo>
                  <a:pt x="2879331" y="2490712"/>
                </a:lnTo>
                <a:lnTo>
                  <a:pt x="2897743" y="2512427"/>
                </a:lnTo>
                <a:lnTo>
                  <a:pt x="2919462" y="2494006"/>
                </a:lnTo>
                <a:lnTo>
                  <a:pt x="2901037" y="2472296"/>
                </a:lnTo>
                <a:close/>
              </a:path>
              <a:path w="5045709" h="10107930">
                <a:moveTo>
                  <a:pt x="2709962" y="2636320"/>
                </a:moveTo>
                <a:lnTo>
                  <a:pt x="2690489" y="2652843"/>
                </a:lnTo>
                <a:lnTo>
                  <a:pt x="2707003" y="2672314"/>
                </a:lnTo>
                <a:lnTo>
                  <a:pt x="2726476" y="2655790"/>
                </a:lnTo>
                <a:lnTo>
                  <a:pt x="2709962" y="2636320"/>
                </a:lnTo>
                <a:close/>
              </a:path>
              <a:path w="5045709" h="10107930">
                <a:moveTo>
                  <a:pt x="2518872" y="2800359"/>
                </a:moveTo>
                <a:lnTo>
                  <a:pt x="2501650" y="2814966"/>
                </a:lnTo>
                <a:lnTo>
                  <a:pt x="2516257" y="2832188"/>
                </a:lnTo>
                <a:lnTo>
                  <a:pt x="2533479" y="2817581"/>
                </a:lnTo>
                <a:lnTo>
                  <a:pt x="2518872" y="2800359"/>
                </a:lnTo>
                <a:close/>
              </a:path>
              <a:path w="5045709" h="10107930">
                <a:moveTo>
                  <a:pt x="2327785" y="2964390"/>
                </a:moveTo>
                <a:lnTo>
                  <a:pt x="2312812" y="2977090"/>
                </a:lnTo>
                <a:lnTo>
                  <a:pt x="2325512" y="2992062"/>
                </a:lnTo>
                <a:lnTo>
                  <a:pt x="2340485" y="2979362"/>
                </a:lnTo>
                <a:lnTo>
                  <a:pt x="2327785" y="2964390"/>
                </a:lnTo>
                <a:close/>
              </a:path>
              <a:path w="5045709" h="10107930">
                <a:moveTo>
                  <a:pt x="2136697" y="3128420"/>
                </a:moveTo>
                <a:lnTo>
                  <a:pt x="2123970" y="3139223"/>
                </a:lnTo>
                <a:lnTo>
                  <a:pt x="2134763" y="3151946"/>
                </a:lnTo>
                <a:lnTo>
                  <a:pt x="2147500" y="3141147"/>
                </a:lnTo>
                <a:lnTo>
                  <a:pt x="2136697" y="3128420"/>
                </a:lnTo>
                <a:close/>
              </a:path>
              <a:path w="5045709" h="10107930">
                <a:moveTo>
                  <a:pt x="1945669" y="3291756"/>
                </a:moveTo>
                <a:lnTo>
                  <a:pt x="1934442" y="3301277"/>
                </a:lnTo>
                <a:lnTo>
                  <a:pt x="1943971" y="3312508"/>
                </a:lnTo>
                <a:lnTo>
                  <a:pt x="1955199" y="3302988"/>
                </a:lnTo>
                <a:lnTo>
                  <a:pt x="1945669" y="3291756"/>
                </a:lnTo>
                <a:close/>
              </a:path>
              <a:path w="5045709" h="10107930">
                <a:moveTo>
                  <a:pt x="1754641" y="3455092"/>
                </a:moveTo>
                <a:lnTo>
                  <a:pt x="1744906" y="3463349"/>
                </a:lnTo>
                <a:lnTo>
                  <a:pt x="1753163" y="3473085"/>
                </a:lnTo>
                <a:lnTo>
                  <a:pt x="1762898" y="3464828"/>
                </a:lnTo>
                <a:lnTo>
                  <a:pt x="1754641" y="3455092"/>
                </a:lnTo>
                <a:close/>
              </a:path>
              <a:path w="5045709" h="10107930">
                <a:moveTo>
                  <a:pt x="1563613" y="3618428"/>
                </a:moveTo>
                <a:lnTo>
                  <a:pt x="1555374" y="3625413"/>
                </a:lnTo>
                <a:lnTo>
                  <a:pt x="1562368" y="3633655"/>
                </a:lnTo>
                <a:lnTo>
                  <a:pt x="1570598" y="3626667"/>
                </a:lnTo>
                <a:lnTo>
                  <a:pt x="1563613" y="3618428"/>
                </a:lnTo>
                <a:close/>
              </a:path>
              <a:path w="5045709" h="10107930">
                <a:moveTo>
                  <a:pt x="1372582" y="3781775"/>
                </a:moveTo>
                <a:lnTo>
                  <a:pt x="1365848" y="3787490"/>
                </a:lnTo>
                <a:lnTo>
                  <a:pt x="1371554" y="3794221"/>
                </a:lnTo>
                <a:lnTo>
                  <a:pt x="1378297" y="3788508"/>
                </a:lnTo>
                <a:lnTo>
                  <a:pt x="1372582" y="3781775"/>
                </a:lnTo>
                <a:close/>
              </a:path>
              <a:path w="5045709" h="10107930">
                <a:moveTo>
                  <a:pt x="1181553" y="3945111"/>
                </a:moveTo>
                <a:lnTo>
                  <a:pt x="1176315" y="3949553"/>
                </a:lnTo>
                <a:lnTo>
                  <a:pt x="1180758" y="3954790"/>
                </a:lnTo>
                <a:lnTo>
                  <a:pt x="1185996" y="3950348"/>
                </a:lnTo>
                <a:lnTo>
                  <a:pt x="1181553" y="3945111"/>
                </a:lnTo>
                <a:close/>
              </a:path>
              <a:path w="5045709" h="10107930">
                <a:moveTo>
                  <a:pt x="990525" y="4108447"/>
                </a:moveTo>
                <a:lnTo>
                  <a:pt x="986783" y="4111617"/>
                </a:lnTo>
                <a:lnTo>
                  <a:pt x="989954" y="4115359"/>
                </a:lnTo>
                <a:lnTo>
                  <a:pt x="993695" y="4112188"/>
                </a:lnTo>
                <a:lnTo>
                  <a:pt x="990525" y="4108447"/>
                </a:lnTo>
                <a:close/>
              </a:path>
              <a:path w="5045709" h="10107930">
                <a:moveTo>
                  <a:pt x="799488" y="4271780"/>
                </a:moveTo>
                <a:lnTo>
                  <a:pt x="797238" y="4273687"/>
                </a:lnTo>
                <a:lnTo>
                  <a:pt x="799155" y="4275940"/>
                </a:lnTo>
                <a:lnTo>
                  <a:pt x="801404" y="4274033"/>
                </a:lnTo>
                <a:lnTo>
                  <a:pt x="799488" y="4271780"/>
                </a:lnTo>
                <a:close/>
              </a:path>
              <a:path w="5045709" h="10107930">
                <a:moveTo>
                  <a:pt x="4974146" y="1019457"/>
                </a:moveTo>
                <a:lnTo>
                  <a:pt x="4926223" y="1060109"/>
                </a:lnTo>
                <a:lnTo>
                  <a:pt x="4966878" y="1108022"/>
                </a:lnTo>
                <a:lnTo>
                  <a:pt x="5014789" y="1067377"/>
                </a:lnTo>
                <a:lnTo>
                  <a:pt x="4974146" y="1019457"/>
                </a:lnTo>
                <a:close/>
              </a:path>
              <a:path w="5045709" h="10107930">
                <a:moveTo>
                  <a:pt x="4783009" y="1184184"/>
                </a:moveTo>
                <a:lnTo>
                  <a:pt x="4738076" y="1222299"/>
                </a:lnTo>
                <a:lnTo>
                  <a:pt x="4776185" y="1267221"/>
                </a:lnTo>
                <a:lnTo>
                  <a:pt x="4821110" y="1229102"/>
                </a:lnTo>
                <a:lnTo>
                  <a:pt x="4783009" y="1184184"/>
                </a:lnTo>
                <a:close/>
              </a:path>
              <a:path w="5045709" h="10107930">
                <a:moveTo>
                  <a:pt x="4591854" y="1348905"/>
                </a:moveTo>
                <a:lnTo>
                  <a:pt x="4549935" y="1384473"/>
                </a:lnTo>
                <a:lnTo>
                  <a:pt x="4585489" y="1426399"/>
                </a:lnTo>
                <a:lnTo>
                  <a:pt x="4627419" y="1390834"/>
                </a:lnTo>
                <a:lnTo>
                  <a:pt x="4591854" y="1348905"/>
                </a:lnTo>
                <a:close/>
              </a:path>
              <a:path w="5045709" h="10107930">
                <a:moveTo>
                  <a:pt x="4400826" y="1512241"/>
                </a:moveTo>
                <a:lnTo>
                  <a:pt x="4360402" y="1546536"/>
                </a:lnTo>
                <a:lnTo>
                  <a:pt x="4394697" y="1586960"/>
                </a:lnTo>
                <a:lnTo>
                  <a:pt x="4435118" y="1552674"/>
                </a:lnTo>
                <a:lnTo>
                  <a:pt x="4400826" y="1512241"/>
                </a:lnTo>
                <a:close/>
              </a:path>
              <a:path w="5045709" h="10107930">
                <a:moveTo>
                  <a:pt x="4209689" y="1676968"/>
                </a:moveTo>
                <a:lnTo>
                  <a:pt x="4172254" y="1708727"/>
                </a:lnTo>
                <a:lnTo>
                  <a:pt x="4204005" y="1746159"/>
                </a:lnTo>
                <a:lnTo>
                  <a:pt x="4241440" y="1714400"/>
                </a:lnTo>
                <a:lnTo>
                  <a:pt x="4209689" y="1676968"/>
                </a:lnTo>
                <a:close/>
              </a:path>
              <a:path w="5045709" h="10107930">
                <a:moveTo>
                  <a:pt x="4018542" y="1841692"/>
                </a:moveTo>
                <a:lnTo>
                  <a:pt x="3984103" y="1870897"/>
                </a:lnTo>
                <a:lnTo>
                  <a:pt x="4013317" y="1905340"/>
                </a:lnTo>
                <a:lnTo>
                  <a:pt x="4047750" y="1876122"/>
                </a:lnTo>
                <a:lnTo>
                  <a:pt x="4018542" y="1841692"/>
                </a:lnTo>
                <a:close/>
              </a:path>
              <a:path w="5045709" h="10107930">
                <a:moveTo>
                  <a:pt x="3827459" y="2005712"/>
                </a:moveTo>
                <a:lnTo>
                  <a:pt x="3795261" y="2033029"/>
                </a:lnTo>
                <a:lnTo>
                  <a:pt x="3822578" y="2065226"/>
                </a:lnTo>
                <a:lnTo>
                  <a:pt x="3854776" y="2037910"/>
                </a:lnTo>
                <a:lnTo>
                  <a:pt x="3827459" y="2005712"/>
                </a:lnTo>
                <a:close/>
              </a:path>
              <a:path w="5045709" h="10107930">
                <a:moveTo>
                  <a:pt x="3636371" y="2169742"/>
                </a:moveTo>
                <a:lnTo>
                  <a:pt x="3606423" y="2195152"/>
                </a:lnTo>
                <a:lnTo>
                  <a:pt x="3631833" y="2225100"/>
                </a:lnTo>
                <a:lnTo>
                  <a:pt x="3661781" y="2199691"/>
                </a:lnTo>
                <a:lnTo>
                  <a:pt x="3636371" y="2169742"/>
                </a:lnTo>
                <a:close/>
              </a:path>
              <a:path w="5045709" h="10107930">
                <a:moveTo>
                  <a:pt x="3445226" y="2334467"/>
                </a:moveTo>
                <a:lnTo>
                  <a:pt x="3418282" y="2357324"/>
                </a:lnTo>
                <a:lnTo>
                  <a:pt x="3441137" y="2384278"/>
                </a:lnTo>
                <a:lnTo>
                  <a:pt x="3468094" y="2361414"/>
                </a:lnTo>
                <a:lnTo>
                  <a:pt x="3445226" y="2334467"/>
                </a:lnTo>
                <a:close/>
              </a:path>
              <a:path w="5045709" h="10107930">
                <a:moveTo>
                  <a:pt x="3254137" y="2498496"/>
                </a:moveTo>
                <a:lnTo>
                  <a:pt x="3229439" y="2519456"/>
                </a:lnTo>
                <a:lnTo>
                  <a:pt x="3250396" y="2544164"/>
                </a:lnTo>
                <a:lnTo>
                  <a:pt x="3275104" y="2523207"/>
                </a:lnTo>
                <a:lnTo>
                  <a:pt x="3254137" y="2498496"/>
                </a:lnTo>
                <a:close/>
              </a:path>
              <a:path w="5045709" h="10107930">
                <a:moveTo>
                  <a:pt x="3063060" y="2662530"/>
                </a:moveTo>
                <a:lnTo>
                  <a:pt x="3040601" y="2681580"/>
                </a:lnTo>
                <a:lnTo>
                  <a:pt x="3059651" y="2704038"/>
                </a:lnTo>
                <a:lnTo>
                  <a:pt x="3082110" y="2684989"/>
                </a:lnTo>
                <a:lnTo>
                  <a:pt x="3063060" y="2662530"/>
                </a:lnTo>
                <a:close/>
              </a:path>
              <a:path w="5045709" h="10107930">
                <a:moveTo>
                  <a:pt x="2871963" y="2826557"/>
                </a:moveTo>
                <a:lnTo>
                  <a:pt x="2851752" y="2843700"/>
                </a:lnTo>
                <a:lnTo>
                  <a:pt x="2868905" y="2863913"/>
                </a:lnTo>
                <a:lnTo>
                  <a:pt x="2889115" y="2846770"/>
                </a:lnTo>
                <a:lnTo>
                  <a:pt x="2871963" y="2826557"/>
                </a:lnTo>
                <a:close/>
              </a:path>
              <a:path w="5045709" h="10107930">
                <a:moveTo>
                  <a:pt x="2680935" y="2989893"/>
                </a:moveTo>
                <a:lnTo>
                  <a:pt x="2662217" y="3005773"/>
                </a:lnTo>
                <a:lnTo>
                  <a:pt x="2678097" y="3024491"/>
                </a:lnTo>
                <a:lnTo>
                  <a:pt x="2696814" y="3008611"/>
                </a:lnTo>
                <a:lnTo>
                  <a:pt x="2680935" y="2989893"/>
                </a:lnTo>
                <a:close/>
              </a:path>
              <a:path w="5045709" h="10107930">
                <a:moveTo>
                  <a:pt x="2489792" y="3154608"/>
                </a:moveTo>
                <a:lnTo>
                  <a:pt x="2474076" y="3167946"/>
                </a:lnTo>
                <a:lnTo>
                  <a:pt x="2487410" y="3183671"/>
                </a:lnTo>
                <a:lnTo>
                  <a:pt x="2503127" y="3170333"/>
                </a:lnTo>
                <a:lnTo>
                  <a:pt x="2489792" y="3154608"/>
                </a:lnTo>
                <a:close/>
              </a:path>
              <a:path w="5045709" h="10107930">
                <a:moveTo>
                  <a:pt x="2298701" y="3318647"/>
                </a:moveTo>
                <a:lnTo>
                  <a:pt x="2285234" y="3330078"/>
                </a:lnTo>
                <a:lnTo>
                  <a:pt x="2296671" y="3343558"/>
                </a:lnTo>
                <a:lnTo>
                  <a:pt x="2310139" y="3332127"/>
                </a:lnTo>
                <a:lnTo>
                  <a:pt x="2298701" y="3318647"/>
                </a:lnTo>
                <a:close/>
              </a:path>
              <a:path w="5045709" h="10107930">
                <a:moveTo>
                  <a:pt x="2107673" y="3481984"/>
                </a:moveTo>
                <a:lnTo>
                  <a:pt x="2095702" y="3492142"/>
                </a:lnTo>
                <a:lnTo>
                  <a:pt x="2105857" y="3504123"/>
                </a:lnTo>
                <a:lnTo>
                  <a:pt x="2117841" y="3493958"/>
                </a:lnTo>
                <a:lnTo>
                  <a:pt x="2107673" y="3481984"/>
                </a:lnTo>
                <a:close/>
              </a:path>
              <a:path w="5045709" h="10107930">
                <a:moveTo>
                  <a:pt x="1916647" y="3645320"/>
                </a:moveTo>
                <a:lnTo>
                  <a:pt x="1906170" y="3654205"/>
                </a:lnTo>
                <a:lnTo>
                  <a:pt x="1915062" y="3664693"/>
                </a:lnTo>
                <a:lnTo>
                  <a:pt x="1925540" y="3655797"/>
                </a:lnTo>
                <a:lnTo>
                  <a:pt x="1916647" y="3645320"/>
                </a:lnTo>
                <a:close/>
              </a:path>
              <a:path w="5045709" h="10107930">
                <a:moveTo>
                  <a:pt x="1725620" y="3808647"/>
                </a:moveTo>
                <a:lnTo>
                  <a:pt x="1716634" y="3816278"/>
                </a:lnTo>
                <a:lnTo>
                  <a:pt x="1724257" y="3825261"/>
                </a:lnTo>
                <a:lnTo>
                  <a:pt x="1733248" y="3817642"/>
                </a:lnTo>
                <a:lnTo>
                  <a:pt x="1725620" y="3808647"/>
                </a:lnTo>
                <a:close/>
              </a:path>
              <a:path w="5045709" h="10107930">
                <a:moveTo>
                  <a:pt x="1534530" y="3972686"/>
                </a:moveTo>
                <a:lnTo>
                  <a:pt x="1527796" y="3978402"/>
                </a:lnTo>
                <a:lnTo>
                  <a:pt x="1533511" y="3985135"/>
                </a:lnTo>
                <a:lnTo>
                  <a:pt x="1540255" y="3979423"/>
                </a:lnTo>
                <a:lnTo>
                  <a:pt x="1534530" y="3972686"/>
                </a:lnTo>
                <a:close/>
              </a:path>
              <a:path w="5045709" h="10107930">
                <a:moveTo>
                  <a:pt x="1343570" y="4135332"/>
                </a:moveTo>
                <a:lnTo>
                  <a:pt x="1337580" y="4140409"/>
                </a:lnTo>
                <a:lnTo>
                  <a:pt x="1342657" y="4146400"/>
                </a:lnTo>
                <a:lnTo>
                  <a:pt x="1348648" y="4141322"/>
                </a:lnTo>
                <a:lnTo>
                  <a:pt x="1343570" y="4135332"/>
                </a:lnTo>
                <a:close/>
              </a:path>
              <a:path w="5045709" h="10107930">
                <a:moveTo>
                  <a:pt x="1152533" y="4298665"/>
                </a:moveTo>
                <a:lnTo>
                  <a:pt x="1148035" y="4302480"/>
                </a:lnTo>
                <a:lnTo>
                  <a:pt x="1151850" y="4306977"/>
                </a:lnTo>
                <a:lnTo>
                  <a:pt x="1156350" y="4303154"/>
                </a:lnTo>
                <a:lnTo>
                  <a:pt x="1152533" y="4298665"/>
                </a:lnTo>
                <a:close/>
              </a:path>
              <a:path w="5045709" h="10107930">
                <a:moveTo>
                  <a:pt x="961505" y="4462002"/>
                </a:moveTo>
                <a:lnTo>
                  <a:pt x="958503" y="4464543"/>
                </a:lnTo>
                <a:lnTo>
                  <a:pt x="961048" y="4467535"/>
                </a:lnTo>
                <a:lnTo>
                  <a:pt x="964046" y="4465003"/>
                </a:lnTo>
                <a:lnTo>
                  <a:pt x="961505" y="4462002"/>
                </a:lnTo>
                <a:close/>
              </a:path>
              <a:path w="5045709" h="10107930">
                <a:moveTo>
                  <a:pt x="770483" y="4625351"/>
                </a:moveTo>
                <a:lnTo>
                  <a:pt x="768977" y="4626620"/>
                </a:lnTo>
                <a:lnTo>
                  <a:pt x="770249" y="4628116"/>
                </a:lnTo>
                <a:lnTo>
                  <a:pt x="771746" y="4626844"/>
                </a:lnTo>
                <a:lnTo>
                  <a:pt x="770483" y="4625351"/>
                </a:lnTo>
                <a:close/>
              </a:path>
              <a:path w="5045709" h="10107930">
                <a:moveTo>
                  <a:pt x="4945119" y="1373030"/>
                </a:moveTo>
                <a:lnTo>
                  <a:pt x="4897961" y="1413041"/>
                </a:lnTo>
                <a:lnTo>
                  <a:pt x="4937972" y="1460199"/>
                </a:lnTo>
                <a:lnTo>
                  <a:pt x="4985129" y="1420188"/>
                </a:lnTo>
                <a:lnTo>
                  <a:pt x="4945119" y="1373030"/>
                </a:lnTo>
                <a:close/>
              </a:path>
              <a:path w="5045709" h="10107930">
                <a:moveTo>
                  <a:pt x="4753926" y="1538441"/>
                </a:moveTo>
                <a:lnTo>
                  <a:pt x="4710501" y="1575279"/>
                </a:lnTo>
                <a:lnTo>
                  <a:pt x="4747332" y="1618691"/>
                </a:lnTo>
                <a:lnTo>
                  <a:pt x="4790757" y="1581854"/>
                </a:lnTo>
                <a:lnTo>
                  <a:pt x="4753926" y="1538441"/>
                </a:lnTo>
                <a:close/>
              </a:path>
              <a:path w="5045709" h="10107930">
                <a:moveTo>
                  <a:pt x="4562829" y="1702468"/>
                </a:moveTo>
                <a:lnTo>
                  <a:pt x="4521652" y="1737398"/>
                </a:lnTo>
                <a:lnTo>
                  <a:pt x="4556591" y="1778578"/>
                </a:lnTo>
                <a:lnTo>
                  <a:pt x="4597768" y="1743649"/>
                </a:lnTo>
                <a:lnTo>
                  <a:pt x="4562829" y="1702468"/>
                </a:lnTo>
                <a:close/>
              </a:path>
              <a:path w="5045709" h="10107930">
                <a:moveTo>
                  <a:pt x="4371755" y="1866492"/>
                </a:moveTo>
                <a:lnTo>
                  <a:pt x="4332815" y="1899521"/>
                </a:lnTo>
                <a:lnTo>
                  <a:pt x="4365846" y="1938452"/>
                </a:lnTo>
                <a:lnTo>
                  <a:pt x="4404783" y="1905432"/>
                </a:lnTo>
                <a:lnTo>
                  <a:pt x="4371755" y="1866492"/>
                </a:lnTo>
                <a:close/>
              </a:path>
              <a:path w="5045709" h="10107930">
                <a:moveTo>
                  <a:pt x="4180606" y="2031225"/>
                </a:moveTo>
                <a:lnTo>
                  <a:pt x="4144679" y="2061707"/>
                </a:lnTo>
                <a:lnTo>
                  <a:pt x="4175161" y="2097633"/>
                </a:lnTo>
                <a:lnTo>
                  <a:pt x="4211087" y="2067151"/>
                </a:lnTo>
                <a:lnTo>
                  <a:pt x="4180606" y="2031225"/>
                </a:lnTo>
                <a:close/>
              </a:path>
              <a:path w="5045709" h="10107930">
                <a:moveTo>
                  <a:pt x="3989463" y="2195940"/>
                </a:moveTo>
                <a:lnTo>
                  <a:pt x="3956525" y="2223885"/>
                </a:lnTo>
                <a:lnTo>
                  <a:pt x="3984467" y="2256832"/>
                </a:lnTo>
                <a:lnTo>
                  <a:pt x="4017404" y="2228887"/>
                </a:lnTo>
                <a:lnTo>
                  <a:pt x="3989463" y="2195940"/>
                </a:lnTo>
                <a:close/>
              </a:path>
              <a:path w="5045709" h="10107930">
                <a:moveTo>
                  <a:pt x="3798385" y="2359974"/>
                </a:moveTo>
                <a:lnTo>
                  <a:pt x="3767684" y="2386018"/>
                </a:lnTo>
                <a:lnTo>
                  <a:pt x="3793722" y="2416707"/>
                </a:lnTo>
                <a:lnTo>
                  <a:pt x="3824423" y="2390662"/>
                </a:lnTo>
                <a:lnTo>
                  <a:pt x="3798385" y="2359974"/>
                </a:lnTo>
                <a:close/>
              </a:path>
              <a:path w="5045709" h="10107930">
                <a:moveTo>
                  <a:pt x="3607297" y="2524005"/>
                </a:moveTo>
                <a:lnTo>
                  <a:pt x="3578845" y="2548141"/>
                </a:lnTo>
                <a:lnTo>
                  <a:pt x="3602976" y="2576581"/>
                </a:lnTo>
                <a:lnTo>
                  <a:pt x="3631424" y="2552454"/>
                </a:lnTo>
                <a:lnTo>
                  <a:pt x="3607297" y="2524005"/>
                </a:lnTo>
                <a:close/>
              </a:path>
              <a:path w="5045709" h="10107930">
                <a:moveTo>
                  <a:pt x="3416201" y="2688031"/>
                </a:moveTo>
                <a:lnTo>
                  <a:pt x="3389996" y="2710261"/>
                </a:lnTo>
                <a:lnTo>
                  <a:pt x="3412235" y="2736468"/>
                </a:lnTo>
                <a:lnTo>
                  <a:pt x="3438440" y="2714238"/>
                </a:lnTo>
                <a:lnTo>
                  <a:pt x="3416201" y="2688031"/>
                </a:lnTo>
                <a:close/>
              </a:path>
              <a:path w="5045709" h="10107930">
                <a:moveTo>
                  <a:pt x="3225116" y="2852051"/>
                </a:moveTo>
                <a:lnTo>
                  <a:pt x="3201158" y="2872383"/>
                </a:lnTo>
                <a:lnTo>
                  <a:pt x="3221487" y="2896351"/>
                </a:lnTo>
                <a:lnTo>
                  <a:pt x="3245445" y="2876019"/>
                </a:lnTo>
                <a:lnTo>
                  <a:pt x="3225116" y="2852051"/>
                </a:lnTo>
                <a:close/>
              </a:path>
              <a:path w="5045709" h="10107930">
                <a:moveTo>
                  <a:pt x="3033980" y="3016778"/>
                </a:moveTo>
                <a:lnTo>
                  <a:pt x="3013013" y="3034565"/>
                </a:lnTo>
                <a:lnTo>
                  <a:pt x="3030791" y="3055527"/>
                </a:lnTo>
                <a:lnTo>
                  <a:pt x="3051757" y="3037741"/>
                </a:lnTo>
                <a:lnTo>
                  <a:pt x="3033980" y="3016778"/>
                </a:lnTo>
                <a:close/>
              </a:path>
              <a:path w="5045709" h="10107930">
                <a:moveTo>
                  <a:pt x="2842953" y="3180115"/>
                </a:moveTo>
                <a:lnTo>
                  <a:pt x="2823478" y="3196638"/>
                </a:lnTo>
                <a:lnTo>
                  <a:pt x="2839987" y="3216095"/>
                </a:lnTo>
                <a:lnTo>
                  <a:pt x="2859457" y="3199581"/>
                </a:lnTo>
                <a:lnTo>
                  <a:pt x="2842953" y="3180115"/>
                </a:lnTo>
                <a:close/>
              </a:path>
              <a:path w="5045709" h="10107930">
                <a:moveTo>
                  <a:pt x="2651861" y="3344154"/>
                </a:moveTo>
                <a:lnTo>
                  <a:pt x="2634652" y="3358755"/>
                </a:lnTo>
                <a:lnTo>
                  <a:pt x="2649250" y="3375973"/>
                </a:lnTo>
                <a:lnTo>
                  <a:pt x="2666462" y="3361363"/>
                </a:lnTo>
                <a:lnTo>
                  <a:pt x="2651861" y="3344154"/>
                </a:lnTo>
                <a:close/>
              </a:path>
              <a:path w="5045709" h="10107930">
                <a:moveTo>
                  <a:pt x="2460718" y="3508868"/>
                </a:moveTo>
                <a:lnTo>
                  <a:pt x="2446498" y="3520934"/>
                </a:lnTo>
                <a:lnTo>
                  <a:pt x="2458560" y="3535163"/>
                </a:lnTo>
                <a:lnTo>
                  <a:pt x="2472780" y="3523097"/>
                </a:lnTo>
                <a:lnTo>
                  <a:pt x="2460718" y="3508868"/>
                </a:lnTo>
                <a:close/>
              </a:path>
              <a:path w="5045709" h="10107930">
                <a:moveTo>
                  <a:pt x="2269690" y="3672205"/>
                </a:moveTo>
                <a:lnTo>
                  <a:pt x="2256966" y="3682997"/>
                </a:lnTo>
                <a:lnTo>
                  <a:pt x="2267765" y="3695734"/>
                </a:lnTo>
                <a:lnTo>
                  <a:pt x="2280489" y="3684941"/>
                </a:lnTo>
                <a:lnTo>
                  <a:pt x="2269690" y="3672205"/>
                </a:lnTo>
                <a:close/>
              </a:path>
              <a:path w="5045709" h="10107930">
                <a:moveTo>
                  <a:pt x="2078653" y="3835537"/>
                </a:moveTo>
                <a:lnTo>
                  <a:pt x="2067422" y="3845067"/>
                </a:lnTo>
                <a:lnTo>
                  <a:pt x="2076952" y="3856298"/>
                </a:lnTo>
                <a:lnTo>
                  <a:pt x="2088183" y="3846769"/>
                </a:lnTo>
                <a:lnTo>
                  <a:pt x="2078653" y="3835537"/>
                </a:lnTo>
                <a:close/>
              </a:path>
              <a:path w="5045709" h="10107930">
                <a:moveTo>
                  <a:pt x="1887631" y="3998887"/>
                </a:moveTo>
                <a:lnTo>
                  <a:pt x="1877895" y="4007144"/>
                </a:lnTo>
                <a:lnTo>
                  <a:pt x="1886147" y="4016867"/>
                </a:lnTo>
                <a:lnTo>
                  <a:pt x="1895882" y="4008610"/>
                </a:lnTo>
                <a:lnTo>
                  <a:pt x="1887631" y="3998887"/>
                </a:lnTo>
                <a:close/>
              </a:path>
              <a:path w="5045709" h="10107930">
                <a:moveTo>
                  <a:pt x="1696547" y="4162907"/>
                </a:moveTo>
                <a:lnTo>
                  <a:pt x="1689061" y="4169257"/>
                </a:lnTo>
                <a:lnTo>
                  <a:pt x="1695411" y="4176743"/>
                </a:lnTo>
                <a:lnTo>
                  <a:pt x="1702897" y="4170394"/>
                </a:lnTo>
                <a:lnTo>
                  <a:pt x="1696547" y="4162907"/>
                </a:lnTo>
                <a:close/>
              </a:path>
              <a:path w="5045709" h="10107930">
                <a:moveTo>
                  <a:pt x="1505520" y="4326244"/>
                </a:moveTo>
                <a:lnTo>
                  <a:pt x="1499525" y="4331330"/>
                </a:lnTo>
                <a:lnTo>
                  <a:pt x="1504606" y="4337311"/>
                </a:lnTo>
                <a:lnTo>
                  <a:pt x="1510596" y="4332234"/>
                </a:lnTo>
                <a:lnTo>
                  <a:pt x="1505520" y="4326244"/>
                </a:lnTo>
                <a:close/>
              </a:path>
              <a:path w="5045709" h="10107930">
                <a:moveTo>
                  <a:pt x="1314491" y="4489580"/>
                </a:moveTo>
                <a:lnTo>
                  <a:pt x="1309990" y="4493404"/>
                </a:lnTo>
                <a:lnTo>
                  <a:pt x="1313798" y="4497889"/>
                </a:lnTo>
                <a:lnTo>
                  <a:pt x="1318295" y="4494074"/>
                </a:lnTo>
                <a:lnTo>
                  <a:pt x="1314491" y="4489580"/>
                </a:lnTo>
                <a:close/>
              </a:path>
              <a:path w="5045709" h="10107930">
                <a:moveTo>
                  <a:pt x="1123509" y="4652229"/>
                </a:moveTo>
                <a:lnTo>
                  <a:pt x="1119764" y="4655408"/>
                </a:lnTo>
                <a:lnTo>
                  <a:pt x="1122943" y="4659153"/>
                </a:lnTo>
                <a:lnTo>
                  <a:pt x="1126688" y="4655974"/>
                </a:lnTo>
                <a:lnTo>
                  <a:pt x="1123509" y="4652229"/>
                </a:lnTo>
                <a:close/>
              </a:path>
              <a:path w="5045709" h="10107930">
                <a:moveTo>
                  <a:pt x="932487" y="4815578"/>
                </a:moveTo>
                <a:lnTo>
                  <a:pt x="930241" y="4817475"/>
                </a:lnTo>
                <a:lnTo>
                  <a:pt x="932142" y="4819711"/>
                </a:lnTo>
                <a:lnTo>
                  <a:pt x="934388" y="4817814"/>
                </a:lnTo>
                <a:lnTo>
                  <a:pt x="932487" y="4815578"/>
                </a:lnTo>
                <a:close/>
              </a:path>
              <a:path w="5045709" h="10107930">
                <a:moveTo>
                  <a:pt x="4916046" y="1727290"/>
                </a:moveTo>
                <a:lnTo>
                  <a:pt x="4870376" y="1766026"/>
                </a:lnTo>
                <a:lnTo>
                  <a:pt x="4909123" y="1811691"/>
                </a:lnTo>
                <a:lnTo>
                  <a:pt x="4954785" y="1772952"/>
                </a:lnTo>
                <a:lnTo>
                  <a:pt x="4916046" y="1727290"/>
                </a:lnTo>
                <a:close/>
              </a:path>
              <a:path w="5045709" h="10107930">
                <a:moveTo>
                  <a:pt x="4724903" y="1892006"/>
                </a:moveTo>
                <a:lnTo>
                  <a:pt x="4682235" y="1928198"/>
                </a:lnTo>
                <a:lnTo>
                  <a:pt x="4718433" y="1970880"/>
                </a:lnTo>
                <a:lnTo>
                  <a:pt x="4761105" y="1934678"/>
                </a:lnTo>
                <a:lnTo>
                  <a:pt x="4724903" y="1892006"/>
                </a:lnTo>
                <a:close/>
              </a:path>
              <a:path w="5045709" h="10107930">
                <a:moveTo>
                  <a:pt x="4533818" y="2056026"/>
                </a:moveTo>
                <a:lnTo>
                  <a:pt x="4493392" y="2090330"/>
                </a:lnTo>
                <a:lnTo>
                  <a:pt x="4527687" y="2130754"/>
                </a:lnTo>
                <a:lnTo>
                  <a:pt x="4568120" y="2096463"/>
                </a:lnTo>
                <a:lnTo>
                  <a:pt x="4533818" y="2056026"/>
                </a:lnTo>
                <a:close/>
              </a:path>
              <a:path w="5045709" h="10107930">
                <a:moveTo>
                  <a:pt x="4342673" y="2220749"/>
                </a:moveTo>
                <a:lnTo>
                  <a:pt x="4305238" y="2252509"/>
                </a:lnTo>
                <a:lnTo>
                  <a:pt x="4336989" y="2289940"/>
                </a:lnTo>
                <a:lnTo>
                  <a:pt x="4374433" y="2258184"/>
                </a:lnTo>
                <a:lnTo>
                  <a:pt x="4342673" y="2220749"/>
                </a:lnTo>
                <a:close/>
              </a:path>
              <a:path w="5045709" h="10107930">
                <a:moveTo>
                  <a:pt x="4151535" y="2385476"/>
                </a:moveTo>
                <a:lnTo>
                  <a:pt x="4117093" y="2414690"/>
                </a:lnTo>
                <a:lnTo>
                  <a:pt x="4146307" y="2449133"/>
                </a:lnTo>
                <a:lnTo>
                  <a:pt x="4180740" y="2419916"/>
                </a:lnTo>
                <a:lnTo>
                  <a:pt x="4151535" y="2385476"/>
                </a:lnTo>
                <a:close/>
              </a:path>
              <a:path w="5045709" h="10107930">
                <a:moveTo>
                  <a:pt x="3960443" y="2549493"/>
                </a:moveTo>
                <a:lnTo>
                  <a:pt x="3928246" y="2576810"/>
                </a:lnTo>
                <a:lnTo>
                  <a:pt x="3955562" y="2609008"/>
                </a:lnTo>
                <a:lnTo>
                  <a:pt x="3987760" y="2581691"/>
                </a:lnTo>
                <a:lnTo>
                  <a:pt x="3960443" y="2549493"/>
                </a:lnTo>
                <a:close/>
              </a:path>
              <a:path w="5045709" h="10107930">
                <a:moveTo>
                  <a:pt x="3769306" y="2714220"/>
                </a:moveTo>
                <a:lnTo>
                  <a:pt x="3740110" y="2738995"/>
                </a:lnTo>
                <a:lnTo>
                  <a:pt x="3764876" y="2768187"/>
                </a:lnTo>
                <a:lnTo>
                  <a:pt x="3794078" y="2743425"/>
                </a:lnTo>
                <a:lnTo>
                  <a:pt x="3769306" y="2714220"/>
                </a:lnTo>
                <a:close/>
              </a:path>
              <a:path w="5045709" h="10107930">
                <a:moveTo>
                  <a:pt x="3578216" y="2878261"/>
                </a:moveTo>
                <a:lnTo>
                  <a:pt x="3551272" y="2901118"/>
                </a:lnTo>
                <a:lnTo>
                  <a:pt x="3574127" y="2928072"/>
                </a:lnTo>
                <a:lnTo>
                  <a:pt x="3601083" y="2905208"/>
                </a:lnTo>
                <a:lnTo>
                  <a:pt x="3578216" y="2878261"/>
                </a:lnTo>
                <a:close/>
              </a:path>
              <a:path w="5045709" h="10107930">
                <a:moveTo>
                  <a:pt x="3387131" y="3042280"/>
                </a:moveTo>
                <a:lnTo>
                  <a:pt x="3362423" y="3063237"/>
                </a:lnTo>
                <a:lnTo>
                  <a:pt x="3383380" y="3087945"/>
                </a:lnTo>
                <a:lnTo>
                  <a:pt x="3408088" y="3066988"/>
                </a:lnTo>
                <a:lnTo>
                  <a:pt x="3387131" y="3042280"/>
                </a:lnTo>
                <a:close/>
              </a:path>
              <a:path w="5045709" h="10107930">
                <a:moveTo>
                  <a:pt x="3196043" y="3206310"/>
                </a:moveTo>
                <a:lnTo>
                  <a:pt x="3173585" y="3225360"/>
                </a:lnTo>
                <a:lnTo>
                  <a:pt x="3192634" y="3247819"/>
                </a:lnTo>
                <a:lnTo>
                  <a:pt x="3215093" y="3228769"/>
                </a:lnTo>
                <a:lnTo>
                  <a:pt x="3196043" y="3206310"/>
                </a:lnTo>
                <a:close/>
              </a:path>
              <a:path w="5045709" h="10107930">
                <a:moveTo>
                  <a:pt x="3004956" y="3370340"/>
                </a:moveTo>
                <a:lnTo>
                  <a:pt x="2984742" y="3387493"/>
                </a:lnTo>
                <a:lnTo>
                  <a:pt x="3001886" y="3407703"/>
                </a:lnTo>
                <a:lnTo>
                  <a:pt x="3022099" y="3390550"/>
                </a:lnTo>
                <a:lnTo>
                  <a:pt x="3004956" y="3370340"/>
                </a:lnTo>
                <a:close/>
              </a:path>
              <a:path w="5045709" h="10107930">
                <a:moveTo>
                  <a:pt x="2813878" y="3534374"/>
                </a:moveTo>
                <a:lnTo>
                  <a:pt x="2795903" y="3549616"/>
                </a:lnTo>
                <a:lnTo>
                  <a:pt x="2811148" y="3567581"/>
                </a:lnTo>
                <a:lnTo>
                  <a:pt x="2829123" y="3552339"/>
                </a:lnTo>
                <a:lnTo>
                  <a:pt x="2813878" y="3534374"/>
                </a:lnTo>
                <a:close/>
              </a:path>
              <a:path w="5045709" h="10107930">
                <a:moveTo>
                  <a:pt x="2622735" y="3699089"/>
                </a:moveTo>
                <a:lnTo>
                  <a:pt x="2607762" y="3711788"/>
                </a:lnTo>
                <a:lnTo>
                  <a:pt x="2620463" y="3726761"/>
                </a:lnTo>
                <a:lnTo>
                  <a:pt x="2635435" y="3714061"/>
                </a:lnTo>
                <a:lnTo>
                  <a:pt x="2622735" y="3699089"/>
                </a:lnTo>
                <a:close/>
              </a:path>
              <a:path w="5045709" h="10107930">
                <a:moveTo>
                  <a:pt x="2431698" y="3862421"/>
                </a:moveTo>
                <a:lnTo>
                  <a:pt x="2418218" y="3873858"/>
                </a:lnTo>
                <a:lnTo>
                  <a:pt x="2429655" y="3887338"/>
                </a:lnTo>
                <a:lnTo>
                  <a:pt x="2443135" y="3875901"/>
                </a:lnTo>
                <a:lnTo>
                  <a:pt x="2431698" y="3862421"/>
                </a:lnTo>
                <a:close/>
              </a:path>
              <a:path w="5045709" h="10107930">
                <a:moveTo>
                  <a:pt x="2240675" y="4025772"/>
                </a:moveTo>
                <a:lnTo>
                  <a:pt x="2228692" y="4035935"/>
                </a:lnTo>
                <a:lnTo>
                  <a:pt x="2238847" y="4047916"/>
                </a:lnTo>
                <a:lnTo>
                  <a:pt x="2250834" y="4037743"/>
                </a:lnTo>
                <a:lnTo>
                  <a:pt x="2240675" y="4025772"/>
                </a:lnTo>
                <a:close/>
              </a:path>
              <a:path w="5045709" h="10107930">
                <a:moveTo>
                  <a:pt x="2049647" y="4189107"/>
                </a:moveTo>
                <a:lnTo>
                  <a:pt x="2039159" y="4197999"/>
                </a:lnTo>
                <a:lnTo>
                  <a:pt x="2048054" y="4208478"/>
                </a:lnTo>
                <a:lnTo>
                  <a:pt x="2058542" y="4199586"/>
                </a:lnTo>
                <a:lnTo>
                  <a:pt x="2049647" y="4189107"/>
                </a:lnTo>
                <a:close/>
              </a:path>
              <a:path w="5045709" h="10107930">
                <a:moveTo>
                  <a:pt x="1858560" y="4353137"/>
                </a:moveTo>
                <a:lnTo>
                  <a:pt x="1850321" y="4360122"/>
                </a:lnTo>
                <a:lnTo>
                  <a:pt x="1857306" y="4368361"/>
                </a:lnTo>
                <a:lnTo>
                  <a:pt x="1865545" y="4361376"/>
                </a:lnTo>
                <a:lnTo>
                  <a:pt x="1858560" y="4353137"/>
                </a:lnTo>
                <a:close/>
              </a:path>
              <a:path w="5045709" h="10107930">
                <a:moveTo>
                  <a:pt x="1667523" y="4516470"/>
                </a:moveTo>
                <a:lnTo>
                  <a:pt x="1660786" y="4522195"/>
                </a:lnTo>
                <a:lnTo>
                  <a:pt x="1666501" y="4528929"/>
                </a:lnTo>
                <a:lnTo>
                  <a:pt x="1673244" y="4523217"/>
                </a:lnTo>
                <a:lnTo>
                  <a:pt x="1667523" y="4516470"/>
                </a:lnTo>
                <a:close/>
              </a:path>
              <a:path w="5045709" h="10107930">
                <a:moveTo>
                  <a:pt x="1476495" y="4679807"/>
                </a:moveTo>
                <a:lnTo>
                  <a:pt x="1471253" y="4684259"/>
                </a:lnTo>
                <a:lnTo>
                  <a:pt x="1475696" y="4689497"/>
                </a:lnTo>
                <a:lnTo>
                  <a:pt x="1480937" y="4685045"/>
                </a:lnTo>
                <a:lnTo>
                  <a:pt x="1476495" y="4679807"/>
                </a:lnTo>
                <a:close/>
              </a:path>
              <a:path w="5045709" h="10107930">
                <a:moveTo>
                  <a:pt x="1285463" y="4843152"/>
                </a:moveTo>
                <a:lnTo>
                  <a:pt x="1281722" y="4846323"/>
                </a:lnTo>
                <a:lnTo>
                  <a:pt x="1284892" y="4850064"/>
                </a:lnTo>
                <a:lnTo>
                  <a:pt x="1288633" y="4846894"/>
                </a:lnTo>
                <a:lnTo>
                  <a:pt x="1285463" y="4843152"/>
                </a:lnTo>
                <a:close/>
              </a:path>
              <a:path w="5045709" h="10107930">
                <a:moveTo>
                  <a:pt x="1094435" y="5006489"/>
                </a:moveTo>
                <a:lnTo>
                  <a:pt x="1092189" y="5008387"/>
                </a:lnTo>
                <a:lnTo>
                  <a:pt x="1094096" y="5010636"/>
                </a:lnTo>
                <a:lnTo>
                  <a:pt x="1096342" y="5008738"/>
                </a:lnTo>
                <a:lnTo>
                  <a:pt x="1094435" y="5006489"/>
                </a:lnTo>
                <a:close/>
              </a:path>
              <a:path w="5045709" h="10107930">
                <a:moveTo>
                  <a:pt x="5045390" y="1944566"/>
                </a:moveTo>
                <a:lnTo>
                  <a:pt x="5030944" y="1956821"/>
                </a:lnTo>
                <a:lnTo>
                  <a:pt x="5045390" y="1973849"/>
                </a:lnTo>
                <a:lnTo>
                  <a:pt x="5045390" y="1944566"/>
                </a:lnTo>
                <a:close/>
              </a:path>
              <a:path w="5045709" h="10107930">
                <a:moveTo>
                  <a:pt x="4886977" y="2081532"/>
                </a:moveTo>
                <a:lnTo>
                  <a:pt x="4842809" y="2119007"/>
                </a:lnTo>
                <a:lnTo>
                  <a:pt x="4880265" y="2163169"/>
                </a:lnTo>
                <a:lnTo>
                  <a:pt x="4924443" y="2125697"/>
                </a:lnTo>
                <a:lnTo>
                  <a:pt x="4886977" y="2081532"/>
                </a:lnTo>
                <a:close/>
              </a:path>
              <a:path w="5045709" h="10107930">
                <a:moveTo>
                  <a:pt x="4695822" y="2246252"/>
                </a:moveTo>
                <a:lnTo>
                  <a:pt x="4654646" y="2281182"/>
                </a:lnTo>
                <a:lnTo>
                  <a:pt x="4689584" y="2322362"/>
                </a:lnTo>
                <a:lnTo>
                  <a:pt x="4730761" y="2287432"/>
                </a:lnTo>
                <a:lnTo>
                  <a:pt x="4695822" y="2246252"/>
                </a:lnTo>
                <a:close/>
              </a:path>
              <a:path w="5045709" h="10107930">
                <a:moveTo>
                  <a:pt x="4504745" y="2410286"/>
                </a:moveTo>
                <a:lnTo>
                  <a:pt x="4465814" y="2443318"/>
                </a:lnTo>
                <a:lnTo>
                  <a:pt x="4498827" y="2482242"/>
                </a:lnTo>
                <a:lnTo>
                  <a:pt x="4537767" y="2449214"/>
                </a:lnTo>
                <a:lnTo>
                  <a:pt x="4504745" y="2410286"/>
                </a:lnTo>
                <a:close/>
              </a:path>
              <a:path w="5045709" h="10107930">
                <a:moveTo>
                  <a:pt x="4313602" y="2575001"/>
                </a:moveTo>
                <a:lnTo>
                  <a:pt x="4277663" y="2605488"/>
                </a:lnTo>
                <a:lnTo>
                  <a:pt x="4308151" y="2641427"/>
                </a:lnTo>
                <a:lnTo>
                  <a:pt x="4344089" y="2610939"/>
                </a:lnTo>
                <a:lnTo>
                  <a:pt x="4313602" y="2575001"/>
                </a:lnTo>
                <a:close/>
              </a:path>
              <a:path w="5045709" h="10107930">
                <a:moveTo>
                  <a:pt x="4122453" y="2739733"/>
                </a:moveTo>
                <a:lnTo>
                  <a:pt x="4089515" y="2767678"/>
                </a:lnTo>
                <a:lnTo>
                  <a:pt x="4117451" y="2800613"/>
                </a:lnTo>
                <a:lnTo>
                  <a:pt x="4150398" y="2772671"/>
                </a:lnTo>
                <a:lnTo>
                  <a:pt x="4122453" y="2739733"/>
                </a:lnTo>
                <a:close/>
              </a:path>
              <a:path w="5045709" h="10107930">
                <a:moveTo>
                  <a:pt x="3931368" y="2903753"/>
                </a:moveTo>
                <a:lnTo>
                  <a:pt x="3900680" y="2929792"/>
                </a:lnTo>
                <a:lnTo>
                  <a:pt x="3926714" y="2960489"/>
                </a:lnTo>
                <a:lnTo>
                  <a:pt x="3957412" y="2934455"/>
                </a:lnTo>
                <a:lnTo>
                  <a:pt x="3931368" y="2903753"/>
                </a:lnTo>
                <a:close/>
              </a:path>
              <a:path w="5045709" h="10107930">
                <a:moveTo>
                  <a:pt x="3740231" y="3068481"/>
                </a:moveTo>
                <a:lnTo>
                  <a:pt x="3712522" y="3091980"/>
                </a:lnTo>
                <a:lnTo>
                  <a:pt x="3736024" y="3119679"/>
                </a:lnTo>
                <a:lnTo>
                  <a:pt x="3763724" y="3096177"/>
                </a:lnTo>
                <a:lnTo>
                  <a:pt x="3740231" y="3068481"/>
                </a:lnTo>
                <a:close/>
              </a:path>
              <a:path w="5045709" h="10107930">
                <a:moveTo>
                  <a:pt x="3549203" y="3231817"/>
                </a:moveTo>
                <a:lnTo>
                  <a:pt x="3522999" y="3254047"/>
                </a:lnTo>
                <a:lnTo>
                  <a:pt x="3545219" y="3280248"/>
                </a:lnTo>
                <a:lnTo>
                  <a:pt x="3571423" y="3258018"/>
                </a:lnTo>
                <a:lnTo>
                  <a:pt x="3549203" y="3231817"/>
                </a:lnTo>
                <a:close/>
              </a:path>
              <a:path w="5045709" h="10107930">
                <a:moveTo>
                  <a:pt x="3358061" y="3396532"/>
                </a:moveTo>
                <a:lnTo>
                  <a:pt x="3334846" y="3416225"/>
                </a:lnTo>
                <a:lnTo>
                  <a:pt x="3354531" y="3439437"/>
                </a:lnTo>
                <a:lnTo>
                  <a:pt x="3377745" y="3419743"/>
                </a:lnTo>
                <a:lnTo>
                  <a:pt x="3358061" y="3396532"/>
                </a:lnTo>
                <a:close/>
              </a:path>
              <a:path w="5045709" h="10107930">
                <a:moveTo>
                  <a:pt x="3166970" y="3560571"/>
                </a:moveTo>
                <a:lnTo>
                  <a:pt x="3146007" y="3578348"/>
                </a:lnTo>
                <a:lnTo>
                  <a:pt x="3163785" y="3599311"/>
                </a:lnTo>
                <a:lnTo>
                  <a:pt x="3184747" y="3581534"/>
                </a:lnTo>
                <a:lnTo>
                  <a:pt x="3166970" y="3560571"/>
                </a:lnTo>
                <a:close/>
              </a:path>
              <a:path w="5045709" h="10107930">
                <a:moveTo>
                  <a:pt x="2975882" y="3724601"/>
                </a:moveTo>
                <a:lnTo>
                  <a:pt x="2957164" y="3740481"/>
                </a:lnTo>
                <a:lnTo>
                  <a:pt x="2973034" y="3759196"/>
                </a:lnTo>
                <a:lnTo>
                  <a:pt x="2991752" y="3743316"/>
                </a:lnTo>
                <a:lnTo>
                  <a:pt x="2975882" y="3724601"/>
                </a:lnTo>
                <a:close/>
              </a:path>
              <a:path w="5045709" h="10107930">
                <a:moveTo>
                  <a:pt x="2784797" y="3888621"/>
                </a:moveTo>
                <a:lnTo>
                  <a:pt x="2768326" y="3902603"/>
                </a:lnTo>
                <a:lnTo>
                  <a:pt x="2782289" y="3919069"/>
                </a:lnTo>
                <a:lnTo>
                  <a:pt x="2798770" y="3905090"/>
                </a:lnTo>
                <a:lnTo>
                  <a:pt x="2784797" y="3888621"/>
                </a:lnTo>
                <a:close/>
              </a:path>
              <a:path w="5045709" h="10107930">
                <a:moveTo>
                  <a:pt x="2593652" y="4053345"/>
                </a:moveTo>
                <a:lnTo>
                  <a:pt x="2580172" y="4064782"/>
                </a:lnTo>
                <a:lnTo>
                  <a:pt x="2591609" y="4078262"/>
                </a:lnTo>
                <a:lnTo>
                  <a:pt x="2605089" y="4066825"/>
                </a:lnTo>
                <a:lnTo>
                  <a:pt x="2593652" y="4053345"/>
                </a:lnTo>
                <a:close/>
              </a:path>
              <a:path w="5045709" h="10107930">
                <a:moveTo>
                  <a:pt x="2402624" y="4216681"/>
                </a:moveTo>
                <a:lnTo>
                  <a:pt x="2390640" y="4226846"/>
                </a:lnTo>
                <a:lnTo>
                  <a:pt x="2400804" y="4238830"/>
                </a:lnTo>
                <a:lnTo>
                  <a:pt x="2412788" y="4228666"/>
                </a:lnTo>
                <a:lnTo>
                  <a:pt x="2402624" y="4216681"/>
                </a:lnTo>
                <a:close/>
              </a:path>
              <a:path w="5045709" h="10107930">
                <a:moveTo>
                  <a:pt x="2211596" y="4380018"/>
                </a:moveTo>
                <a:lnTo>
                  <a:pt x="2201117" y="4388913"/>
                </a:lnTo>
                <a:lnTo>
                  <a:pt x="2210003" y="4399388"/>
                </a:lnTo>
                <a:lnTo>
                  <a:pt x="2220491" y="4390496"/>
                </a:lnTo>
                <a:lnTo>
                  <a:pt x="2211596" y="4380018"/>
                </a:lnTo>
                <a:close/>
              </a:path>
              <a:path w="5045709" h="10107930">
                <a:moveTo>
                  <a:pt x="2020564" y="4543363"/>
                </a:moveTo>
                <a:lnTo>
                  <a:pt x="2011581" y="4550986"/>
                </a:lnTo>
                <a:lnTo>
                  <a:pt x="2019194" y="4559965"/>
                </a:lnTo>
                <a:lnTo>
                  <a:pt x="2028186" y="4552346"/>
                </a:lnTo>
                <a:lnTo>
                  <a:pt x="2020564" y="4543363"/>
                </a:lnTo>
                <a:close/>
              </a:path>
              <a:path w="5045709" h="10107930">
                <a:moveTo>
                  <a:pt x="1829536" y="4706700"/>
                </a:moveTo>
                <a:lnTo>
                  <a:pt x="1822049" y="4713050"/>
                </a:lnTo>
                <a:lnTo>
                  <a:pt x="1828399" y="4720536"/>
                </a:lnTo>
                <a:lnTo>
                  <a:pt x="1835886" y="4714186"/>
                </a:lnTo>
                <a:lnTo>
                  <a:pt x="1829536" y="4706700"/>
                </a:lnTo>
                <a:close/>
              </a:path>
              <a:path w="5045709" h="10107930">
                <a:moveTo>
                  <a:pt x="1638507" y="4870036"/>
                </a:moveTo>
                <a:lnTo>
                  <a:pt x="1632517" y="4875114"/>
                </a:lnTo>
                <a:lnTo>
                  <a:pt x="1637594" y="4881104"/>
                </a:lnTo>
                <a:lnTo>
                  <a:pt x="1643585" y="4876027"/>
                </a:lnTo>
                <a:lnTo>
                  <a:pt x="1638507" y="4870036"/>
                </a:lnTo>
                <a:close/>
              </a:path>
              <a:path w="5045709" h="10107930">
                <a:moveTo>
                  <a:pt x="1447470" y="5033370"/>
                </a:moveTo>
                <a:lnTo>
                  <a:pt x="1442985" y="5037178"/>
                </a:lnTo>
                <a:lnTo>
                  <a:pt x="1446799" y="5041675"/>
                </a:lnTo>
                <a:lnTo>
                  <a:pt x="1451294" y="5037871"/>
                </a:lnTo>
                <a:lnTo>
                  <a:pt x="1447470" y="5033370"/>
                </a:lnTo>
                <a:close/>
              </a:path>
              <a:path w="5045709" h="10107930">
                <a:moveTo>
                  <a:pt x="1256451" y="5196710"/>
                </a:moveTo>
                <a:lnTo>
                  <a:pt x="1253459" y="5199255"/>
                </a:lnTo>
                <a:lnTo>
                  <a:pt x="1255985" y="5202240"/>
                </a:lnTo>
                <a:lnTo>
                  <a:pt x="1258987" y="5199699"/>
                </a:lnTo>
                <a:lnTo>
                  <a:pt x="1256451" y="5196710"/>
                </a:lnTo>
                <a:close/>
              </a:path>
              <a:path w="5045709" h="10107930">
                <a:moveTo>
                  <a:pt x="1065423" y="5360046"/>
                </a:moveTo>
                <a:lnTo>
                  <a:pt x="1063927" y="5361319"/>
                </a:lnTo>
                <a:lnTo>
                  <a:pt x="1065190" y="5362812"/>
                </a:lnTo>
                <a:lnTo>
                  <a:pt x="1066686" y="5361539"/>
                </a:lnTo>
                <a:lnTo>
                  <a:pt x="1065423" y="5360046"/>
                </a:lnTo>
                <a:close/>
              </a:path>
              <a:path w="5045709" h="10107930">
                <a:moveTo>
                  <a:pt x="5045390" y="2274162"/>
                </a:moveTo>
                <a:lnTo>
                  <a:pt x="5003367" y="2309810"/>
                </a:lnTo>
                <a:lnTo>
                  <a:pt x="5042102" y="2355480"/>
                </a:lnTo>
                <a:lnTo>
                  <a:pt x="5045390" y="2352691"/>
                </a:lnTo>
                <a:lnTo>
                  <a:pt x="5045390" y="2274162"/>
                </a:lnTo>
                <a:close/>
              </a:path>
              <a:path w="5045709" h="10107930">
                <a:moveTo>
                  <a:pt x="4857835" y="2436482"/>
                </a:moveTo>
                <a:lnTo>
                  <a:pt x="4815919" y="2472041"/>
                </a:lnTo>
                <a:lnTo>
                  <a:pt x="4851474" y="2513967"/>
                </a:lnTo>
                <a:lnTo>
                  <a:pt x="4893404" y="2478402"/>
                </a:lnTo>
                <a:lnTo>
                  <a:pt x="4857835" y="2436482"/>
                </a:lnTo>
                <a:close/>
              </a:path>
              <a:path w="5045709" h="10107930">
                <a:moveTo>
                  <a:pt x="4666810" y="2599819"/>
                </a:moveTo>
                <a:lnTo>
                  <a:pt x="4626374" y="2634110"/>
                </a:lnTo>
                <a:lnTo>
                  <a:pt x="4660676" y="2674547"/>
                </a:lnTo>
                <a:lnTo>
                  <a:pt x="4701103" y="2640242"/>
                </a:lnTo>
                <a:lnTo>
                  <a:pt x="4666810" y="2599819"/>
                </a:lnTo>
                <a:close/>
              </a:path>
              <a:path w="5045709" h="10107930">
                <a:moveTo>
                  <a:pt x="4475670" y="2764546"/>
                </a:moveTo>
                <a:lnTo>
                  <a:pt x="4438239" y="2796296"/>
                </a:lnTo>
                <a:lnTo>
                  <a:pt x="4469989" y="2833728"/>
                </a:lnTo>
                <a:lnTo>
                  <a:pt x="4507421" y="2801977"/>
                </a:lnTo>
                <a:lnTo>
                  <a:pt x="4475670" y="2764546"/>
                </a:lnTo>
                <a:close/>
              </a:path>
              <a:path w="5045709" h="10107930">
                <a:moveTo>
                  <a:pt x="4284468" y="2929953"/>
                </a:moveTo>
                <a:lnTo>
                  <a:pt x="4250778" y="2958533"/>
                </a:lnTo>
                <a:lnTo>
                  <a:pt x="4279358" y="2992224"/>
                </a:lnTo>
                <a:lnTo>
                  <a:pt x="4313048" y="2963644"/>
                </a:lnTo>
                <a:lnTo>
                  <a:pt x="4284468" y="2929953"/>
                </a:lnTo>
                <a:close/>
              </a:path>
              <a:path w="5045709" h="10107930">
                <a:moveTo>
                  <a:pt x="4093377" y="3093993"/>
                </a:moveTo>
                <a:lnTo>
                  <a:pt x="4061939" y="3120656"/>
                </a:lnTo>
                <a:lnTo>
                  <a:pt x="4088612" y="3152098"/>
                </a:lnTo>
                <a:lnTo>
                  <a:pt x="4120050" y="3125434"/>
                </a:lnTo>
                <a:lnTo>
                  <a:pt x="4093377" y="3093993"/>
                </a:lnTo>
                <a:close/>
              </a:path>
              <a:path w="5045709" h="10107930">
                <a:moveTo>
                  <a:pt x="3902293" y="3258013"/>
                </a:moveTo>
                <a:lnTo>
                  <a:pt x="3873092" y="3282775"/>
                </a:lnTo>
                <a:lnTo>
                  <a:pt x="3897863" y="3311980"/>
                </a:lnTo>
                <a:lnTo>
                  <a:pt x="3927059" y="3287206"/>
                </a:lnTo>
                <a:lnTo>
                  <a:pt x="3902293" y="3258013"/>
                </a:lnTo>
                <a:close/>
              </a:path>
              <a:path w="5045709" h="10107930">
                <a:moveTo>
                  <a:pt x="3711205" y="3422043"/>
                </a:moveTo>
                <a:lnTo>
                  <a:pt x="3684249" y="3444907"/>
                </a:lnTo>
                <a:lnTo>
                  <a:pt x="3707116" y="3471854"/>
                </a:lnTo>
                <a:lnTo>
                  <a:pt x="3734063" y="3448986"/>
                </a:lnTo>
                <a:lnTo>
                  <a:pt x="3711205" y="3422043"/>
                </a:lnTo>
                <a:close/>
              </a:path>
              <a:path w="5045709" h="10107930">
                <a:moveTo>
                  <a:pt x="3520060" y="3586767"/>
                </a:moveTo>
                <a:lnTo>
                  <a:pt x="3496104" y="3607090"/>
                </a:lnTo>
                <a:lnTo>
                  <a:pt x="3516427" y="3631045"/>
                </a:lnTo>
                <a:lnTo>
                  <a:pt x="3540382" y="3610722"/>
                </a:lnTo>
                <a:lnTo>
                  <a:pt x="3520060" y="3586767"/>
                </a:lnTo>
                <a:close/>
              </a:path>
              <a:path w="5045709" h="10107930">
                <a:moveTo>
                  <a:pt x="3328975" y="3750787"/>
                </a:moveTo>
                <a:lnTo>
                  <a:pt x="3307269" y="3769203"/>
                </a:lnTo>
                <a:lnTo>
                  <a:pt x="3325682" y="3790918"/>
                </a:lnTo>
                <a:lnTo>
                  <a:pt x="3347400" y="3772497"/>
                </a:lnTo>
                <a:lnTo>
                  <a:pt x="3328975" y="3750787"/>
                </a:lnTo>
                <a:close/>
              </a:path>
              <a:path w="5045709" h="10107930">
                <a:moveTo>
                  <a:pt x="3137890" y="3914818"/>
                </a:moveTo>
                <a:lnTo>
                  <a:pt x="3118427" y="3931335"/>
                </a:lnTo>
                <a:lnTo>
                  <a:pt x="3134936" y="3950792"/>
                </a:lnTo>
                <a:lnTo>
                  <a:pt x="3154403" y="3934287"/>
                </a:lnTo>
                <a:lnTo>
                  <a:pt x="3137890" y="3914818"/>
                </a:lnTo>
                <a:close/>
              </a:path>
              <a:path w="5045709" h="10107930">
                <a:moveTo>
                  <a:pt x="2946797" y="4078857"/>
                </a:moveTo>
                <a:lnTo>
                  <a:pt x="2929588" y="4093458"/>
                </a:lnTo>
                <a:lnTo>
                  <a:pt x="2944195" y="4110679"/>
                </a:lnTo>
                <a:lnTo>
                  <a:pt x="2961404" y="4096078"/>
                </a:lnTo>
                <a:lnTo>
                  <a:pt x="2946797" y="4078857"/>
                </a:lnTo>
                <a:close/>
              </a:path>
              <a:path w="5045709" h="10107930">
                <a:moveTo>
                  <a:pt x="2755654" y="4243572"/>
                </a:moveTo>
                <a:lnTo>
                  <a:pt x="2741434" y="4255637"/>
                </a:lnTo>
                <a:lnTo>
                  <a:pt x="2753497" y="4269866"/>
                </a:lnTo>
                <a:lnTo>
                  <a:pt x="2767729" y="4257795"/>
                </a:lnTo>
                <a:lnTo>
                  <a:pt x="2755654" y="4243572"/>
                </a:lnTo>
                <a:close/>
              </a:path>
              <a:path w="5045709" h="10107930">
                <a:moveTo>
                  <a:pt x="2564635" y="4406911"/>
                </a:moveTo>
                <a:lnTo>
                  <a:pt x="2551908" y="4417714"/>
                </a:lnTo>
                <a:lnTo>
                  <a:pt x="2562701" y="4430437"/>
                </a:lnTo>
                <a:lnTo>
                  <a:pt x="2575428" y="4419634"/>
                </a:lnTo>
                <a:lnTo>
                  <a:pt x="2564635" y="4406911"/>
                </a:lnTo>
                <a:close/>
              </a:path>
              <a:path w="5045709" h="10107930">
                <a:moveTo>
                  <a:pt x="2373603" y="4570256"/>
                </a:moveTo>
                <a:lnTo>
                  <a:pt x="2362376" y="4579777"/>
                </a:lnTo>
                <a:lnTo>
                  <a:pt x="2371896" y="4591005"/>
                </a:lnTo>
                <a:lnTo>
                  <a:pt x="2383124" y="4581484"/>
                </a:lnTo>
                <a:lnTo>
                  <a:pt x="2373603" y="4570256"/>
                </a:lnTo>
                <a:close/>
              </a:path>
              <a:path w="5045709" h="10107930">
                <a:moveTo>
                  <a:pt x="2182566" y="4733590"/>
                </a:moveTo>
                <a:lnTo>
                  <a:pt x="2172844" y="4741841"/>
                </a:lnTo>
                <a:lnTo>
                  <a:pt x="2181101" y="4751576"/>
                </a:lnTo>
                <a:lnTo>
                  <a:pt x="2190823" y="4743325"/>
                </a:lnTo>
                <a:lnTo>
                  <a:pt x="2182566" y="4733590"/>
                </a:lnTo>
                <a:close/>
              </a:path>
              <a:path w="5045709" h="10107930">
                <a:moveTo>
                  <a:pt x="1991491" y="4897614"/>
                </a:moveTo>
                <a:lnTo>
                  <a:pt x="1984005" y="4903964"/>
                </a:lnTo>
                <a:lnTo>
                  <a:pt x="1990355" y="4911450"/>
                </a:lnTo>
                <a:lnTo>
                  <a:pt x="1997841" y="4905100"/>
                </a:lnTo>
                <a:lnTo>
                  <a:pt x="1991491" y="4897614"/>
                </a:lnTo>
                <a:close/>
              </a:path>
              <a:path w="5045709" h="10107930">
                <a:moveTo>
                  <a:pt x="1800463" y="5060950"/>
                </a:moveTo>
                <a:lnTo>
                  <a:pt x="1794469" y="5066037"/>
                </a:lnTo>
                <a:lnTo>
                  <a:pt x="1799547" y="5072028"/>
                </a:lnTo>
                <a:lnTo>
                  <a:pt x="1805541" y="5066941"/>
                </a:lnTo>
                <a:lnTo>
                  <a:pt x="1800463" y="5060950"/>
                </a:lnTo>
                <a:close/>
              </a:path>
              <a:path w="5045709" h="10107930">
                <a:moveTo>
                  <a:pt x="1609425" y="5224284"/>
                </a:moveTo>
                <a:lnTo>
                  <a:pt x="1604937" y="5228101"/>
                </a:lnTo>
                <a:lnTo>
                  <a:pt x="1608745" y="5232586"/>
                </a:lnTo>
                <a:lnTo>
                  <a:pt x="1613240" y="5228782"/>
                </a:lnTo>
                <a:lnTo>
                  <a:pt x="1609425" y="5224284"/>
                </a:lnTo>
                <a:close/>
              </a:path>
              <a:path w="5045709" h="10107930">
                <a:moveTo>
                  <a:pt x="1418398" y="5387620"/>
                </a:moveTo>
                <a:lnTo>
                  <a:pt x="1415405" y="5390165"/>
                </a:lnTo>
                <a:lnTo>
                  <a:pt x="1417938" y="5393164"/>
                </a:lnTo>
                <a:lnTo>
                  <a:pt x="1420940" y="5390622"/>
                </a:lnTo>
                <a:lnTo>
                  <a:pt x="1418398" y="5387620"/>
                </a:lnTo>
                <a:close/>
              </a:path>
              <a:path w="5045709" h="10107930">
                <a:moveTo>
                  <a:pt x="1227425" y="5550272"/>
                </a:moveTo>
                <a:lnTo>
                  <a:pt x="1225176" y="5552179"/>
                </a:lnTo>
                <a:lnTo>
                  <a:pt x="1227083" y="5554428"/>
                </a:lnTo>
                <a:lnTo>
                  <a:pt x="1229332" y="5552521"/>
                </a:lnTo>
                <a:lnTo>
                  <a:pt x="1227425" y="5550272"/>
                </a:lnTo>
                <a:close/>
              </a:path>
              <a:path w="5045709" h="10107930">
                <a:moveTo>
                  <a:pt x="5019904" y="2626015"/>
                </a:moveTo>
                <a:lnTo>
                  <a:pt x="4976479" y="2662852"/>
                </a:lnTo>
                <a:lnTo>
                  <a:pt x="5013307" y="2706274"/>
                </a:lnTo>
                <a:lnTo>
                  <a:pt x="5045390" y="2679054"/>
                </a:lnTo>
                <a:lnTo>
                  <a:pt x="5045390" y="2656055"/>
                </a:lnTo>
                <a:lnTo>
                  <a:pt x="5019904" y="2626015"/>
                </a:lnTo>
                <a:close/>
              </a:path>
              <a:path w="5045709" h="10107930">
                <a:moveTo>
                  <a:pt x="4828811" y="2790032"/>
                </a:moveTo>
                <a:lnTo>
                  <a:pt x="4787631" y="2824971"/>
                </a:lnTo>
                <a:lnTo>
                  <a:pt x="4822570" y="2866151"/>
                </a:lnTo>
                <a:lnTo>
                  <a:pt x="4863750" y="2831212"/>
                </a:lnTo>
                <a:lnTo>
                  <a:pt x="4828811" y="2790032"/>
                </a:lnTo>
                <a:close/>
              </a:path>
              <a:path w="5045709" h="10107930">
                <a:moveTo>
                  <a:pt x="4637671" y="2954768"/>
                </a:moveTo>
                <a:lnTo>
                  <a:pt x="4599487" y="2987153"/>
                </a:lnTo>
                <a:lnTo>
                  <a:pt x="4631874" y="3025328"/>
                </a:lnTo>
                <a:lnTo>
                  <a:pt x="4670058" y="2992943"/>
                </a:lnTo>
                <a:lnTo>
                  <a:pt x="4637671" y="2954768"/>
                </a:lnTo>
                <a:close/>
              </a:path>
              <a:path w="5045709" h="10107930">
                <a:moveTo>
                  <a:pt x="4446528" y="3119484"/>
                </a:moveTo>
                <a:lnTo>
                  <a:pt x="4411345" y="3149326"/>
                </a:lnTo>
                <a:lnTo>
                  <a:pt x="4441194" y="3184522"/>
                </a:lnTo>
                <a:lnTo>
                  <a:pt x="4476380" y="3154670"/>
                </a:lnTo>
                <a:lnTo>
                  <a:pt x="4446528" y="3119484"/>
                </a:lnTo>
                <a:close/>
              </a:path>
              <a:path w="5045709" h="10107930">
                <a:moveTo>
                  <a:pt x="4255382" y="3284207"/>
                </a:moveTo>
                <a:lnTo>
                  <a:pt x="4223188" y="3311514"/>
                </a:lnTo>
                <a:lnTo>
                  <a:pt x="4250495" y="3343709"/>
                </a:lnTo>
                <a:lnTo>
                  <a:pt x="4282693" y="3316392"/>
                </a:lnTo>
                <a:lnTo>
                  <a:pt x="4255382" y="3284207"/>
                </a:lnTo>
                <a:close/>
              </a:path>
              <a:path w="5045709" h="10107930">
                <a:moveTo>
                  <a:pt x="4064294" y="3448237"/>
                </a:moveTo>
                <a:lnTo>
                  <a:pt x="4034349" y="3473637"/>
                </a:lnTo>
                <a:lnTo>
                  <a:pt x="4059755" y="3503595"/>
                </a:lnTo>
                <a:lnTo>
                  <a:pt x="4089704" y="3478186"/>
                </a:lnTo>
                <a:lnTo>
                  <a:pt x="4064294" y="3448237"/>
                </a:lnTo>
                <a:close/>
              </a:path>
              <a:path w="5045709" h="10107930">
                <a:moveTo>
                  <a:pt x="3873210" y="3612257"/>
                </a:moveTo>
                <a:lnTo>
                  <a:pt x="3845511" y="3635760"/>
                </a:lnTo>
                <a:lnTo>
                  <a:pt x="3869010" y="3663469"/>
                </a:lnTo>
                <a:lnTo>
                  <a:pt x="3896709" y="3639967"/>
                </a:lnTo>
                <a:lnTo>
                  <a:pt x="3873210" y="3612257"/>
                </a:lnTo>
                <a:close/>
              </a:path>
              <a:path w="5045709" h="10107930">
                <a:moveTo>
                  <a:pt x="3682119" y="3776296"/>
                </a:moveTo>
                <a:lnTo>
                  <a:pt x="3656668" y="3797891"/>
                </a:lnTo>
                <a:lnTo>
                  <a:pt x="3678263" y="3823343"/>
                </a:lnTo>
                <a:lnTo>
                  <a:pt x="3703714" y="3801748"/>
                </a:lnTo>
                <a:lnTo>
                  <a:pt x="3682119" y="3776296"/>
                </a:lnTo>
                <a:close/>
              </a:path>
              <a:path w="5045709" h="10107930">
                <a:moveTo>
                  <a:pt x="3490978" y="3941012"/>
                </a:moveTo>
                <a:lnTo>
                  <a:pt x="3468518" y="3960061"/>
                </a:lnTo>
                <a:lnTo>
                  <a:pt x="3487574" y="3982532"/>
                </a:lnTo>
                <a:lnTo>
                  <a:pt x="3510037" y="3963473"/>
                </a:lnTo>
                <a:lnTo>
                  <a:pt x="3490978" y="3941012"/>
                </a:lnTo>
                <a:close/>
              </a:path>
              <a:path w="5045709" h="10107930">
                <a:moveTo>
                  <a:pt x="3299902" y="4105035"/>
                </a:moveTo>
                <a:lnTo>
                  <a:pt x="3279679" y="4122184"/>
                </a:lnTo>
                <a:lnTo>
                  <a:pt x="3296828" y="4142407"/>
                </a:lnTo>
                <a:lnTo>
                  <a:pt x="3317051" y="4125258"/>
                </a:lnTo>
                <a:lnTo>
                  <a:pt x="3299902" y="4105035"/>
                </a:lnTo>
                <a:close/>
              </a:path>
              <a:path w="5045709" h="10107930">
                <a:moveTo>
                  <a:pt x="3108812" y="4269074"/>
                </a:moveTo>
                <a:lnTo>
                  <a:pt x="3090837" y="4284316"/>
                </a:lnTo>
                <a:lnTo>
                  <a:pt x="3106082" y="4302281"/>
                </a:lnTo>
                <a:lnTo>
                  <a:pt x="3124057" y="4287040"/>
                </a:lnTo>
                <a:lnTo>
                  <a:pt x="3108812" y="4269074"/>
                </a:lnTo>
                <a:close/>
              </a:path>
              <a:path w="5045709" h="10107930">
                <a:moveTo>
                  <a:pt x="2917675" y="4433801"/>
                </a:moveTo>
                <a:lnTo>
                  <a:pt x="2902702" y="4446501"/>
                </a:lnTo>
                <a:lnTo>
                  <a:pt x="2915402" y="4461474"/>
                </a:lnTo>
                <a:lnTo>
                  <a:pt x="2930374" y="4448774"/>
                </a:lnTo>
                <a:lnTo>
                  <a:pt x="2917675" y="4433801"/>
                </a:lnTo>
                <a:close/>
              </a:path>
              <a:path w="5045709" h="10107930">
                <a:moveTo>
                  <a:pt x="2726637" y="4597135"/>
                </a:moveTo>
                <a:lnTo>
                  <a:pt x="2713161" y="4608562"/>
                </a:lnTo>
                <a:lnTo>
                  <a:pt x="2724588" y="4622039"/>
                </a:lnTo>
                <a:lnTo>
                  <a:pt x="2738068" y="4610602"/>
                </a:lnTo>
                <a:lnTo>
                  <a:pt x="2726637" y="4597135"/>
                </a:lnTo>
                <a:close/>
              </a:path>
              <a:path w="5045709" h="10107930">
                <a:moveTo>
                  <a:pt x="2535609" y="4760471"/>
                </a:moveTo>
                <a:lnTo>
                  <a:pt x="2523638" y="4770630"/>
                </a:lnTo>
                <a:lnTo>
                  <a:pt x="2533793" y="4782610"/>
                </a:lnTo>
                <a:lnTo>
                  <a:pt x="2545767" y="4772443"/>
                </a:lnTo>
                <a:lnTo>
                  <a:pt x="2535609" y="4760471"/>
                </a:lnTo>
                <a:close/>
              </a:path>
              <a:path w="5045709" h="10107930">
                <a:moveTo>
                  <a:pt x="2344581" y="4923808"/>
                </a:moveTo>
                <a:lnTo>
                  <a:pt x="2334093" y="4932699"/>
                </a:lnTo>
                <a:lnTo>
                  <a:pt x="2342988" y="4943178"/>
                </a:lnTo>
                <a:lnTo>
                  <a:pt x="2353476" y="4934286"/>
                </a:lnTo>
                <a:lnTo>
                  <a:pt x="2344581" y="4923808"/>
                </a:lnTo>
                <a:close/>
              </a:path>
              <a:path w="5045709" h="10107930">
                <a:moveTo>
                  <a:pt x="2153493" y="5087838"/>
                </a:moveTo>
                <a:lnTo>
                  <a:pt x="2145254" y="5094822"/>
                </a:lnTo>
                <a:lnTo>
                  <a:pt x="2152239" y="5103061"/>
                </a:lnTo>
                <a:lnTo>
                  <a:pt x="2160478" y="5096077"/>
                </a:lnTo>
                <a:lnTo>
                  <a:pt x="2153493" y="5087838"/>
                </a:lnTo>
                <a:close/>
              </a:path>
              <a:path w="5045709" h="10107930">
                <a:moveTo>
                  <a:pt x="1962466" y="5251174"/>
                </a:moveTo>
                <a:lnTo>
                  <a:pt x="1955732" y="5256890"/>
                </a:lnTo>
                <a:lnTo>
                  <a:pt x="1961447" y="5263623"/>
                </a:lnTo>
                <a:lnTo>
                  <a:pt x="1968177" y="5257917"/>
                </a:lnTo>
                <a:lnTo>
                  <a:pt x="1962466" y="5251174"/>
                </a:lnTo>
                <a:close/>
              </a:path>
              <a:path w="5045709" h="10107930">
                <a:moveTo>
                  <a:pt x="1771428" y="5414507"/>
                </a:moveTo>
                <a:lnTo>
                  <a:pt x="1766190" y="5418950"/>
                </a:lnTo>
                <a:lnTo>
                  <a:pt x="1770639" y="5424200"/>
                </a:lnTo>
                <a:lnTo>
                  <a:pt x="1775877" y="5419758"/>
                </a:lnTo>
                <a:lnTo>
                  <a:pt x="1771428" y="5414507"/>
                </a:lnTo>
                <a:close/>
              </a:path>
              <a:path w="5045709" h="10107930">
                <a:moveTo>
                  <a:pt x="1580406" y="5577857"/>
                </a:moveTo>
                <a:lnTo>
                  <a:pt x="1576664" y="5581027"/>
                </a:lnTo>
                <a:lnTo>
                  <a:pt x="1579835" y="5584768"/>
                </a:lnTo>
                <a:lnTo>
                  <a:pt x="1583576" y="5581598"/>
                </a:lnTo>
                <a:lnTo>
                  <a:pt x="1580406" y="5577857"/>
                </a:lnTo>
                <a:close/>
              </a:path>
              <a:path w="5045709" h="10107930">
                <a:moveTo>
                  <a:pt x="1389381" y="5741183"/>
                </a:moveTo>
                <a:lnTo>
                  <a:pt x="1387132" y="5743091"/>
                </a:lnTo>
                <a:lnTo>
                  <a:pt x="1389029" y="5745336"/>
                </a:lnTo>
                <a:lnTo>
                  <a:pt x="1391279" y="5743429"/>
                </a:lnTo>
                <a:lnTo>
                  <a:pt x="1389381" y="5741183"/>
                </a:lnTo>
                <a:close/>
              </a:path>
              <a:path w="5045709" h="10107930">
                <a:moveTo>
                  <a:pt x="4990826" y="2980263"/>
                </a:moveTo>
                <a:lnTo>
                  <a:pt x="4948906" y="3015831"/>
                </a:lnTo>
                <a:lnTo>
                  <a:pt x="4984461" y="3057757"/>
                </a:lnTo>
                <a:lnTo>
                  <a:pt x="5026391" y="3022192"/>
                </a:lnTo>
                <a:lnTo>
                  <a:pt x="4990826" y="2980263"/>
                </a:lnTo>
                <a:close/>
              </a:path>
              <a:path w="5045709" h="10107930">
                <a:moveTo>
                  <a:pt x="4799742" y="3144283"/>
                </a:moveTo>
                <a:lnTo>
                  <a:pt x="4760058" y="3177950"/>
                </a:lnTo>
                <a:lnTo>
                  <a:pt x="4793715" y="3217630"/>
                </a:lnTo>
                <a:lnTo>
                  <a:pt x="4833399" y="3183964"/>
                </a:lnTo>
                <a:lnTo>
                  <a:pt x="4799742" y="3144283"/>
                </a:lnTo>
                <a:close/>
              </a:path>
              <a:path w="5045709" h="10107930">
                <a:moveTo>
                  <a:pt x="4608592" y="3309016"/>
                </a:moveTo>
                <a:lnTo>
                  <a:pt x="4571910" y="3340141"/>
                </a:lnTo>
                <a:lnTo>
                  <a:pt x="4603026" y="3376819"/>
                </a:lnTo>
                <a:lnTo>
                  <a:pt x="4639714" y="3345707"/>
                </a:lnTo>
                <a:lnTo>
                  <a:pt x="4608592" y="3309016"/>
                </a:lnTo>
                <a:close/>
              </a:path>
              <a:path w="5045709" h="10107930">
                <a:moveTo>
                  <a:pt x="4417400" y="3474427"/>
                </a:moveTo>
                <a:lnTo>
                  <a:pt x="4384462" y="3502372"/>
                </a:lnTo>
                <a:lnTo>
                  <a:pt x="4412404" y="3535319"/>
                </a:lnTo>
                <a:lnTo>
                  <a:pt x="4445344" y="3507365"/>
                </a:lnTo>
                <a:lnTo>
                  <a:pt x="4417400" y="3474427"/>
                </a:lnTo>
                <a:close/>
              </a:path>
              <a:path w="5045709" h="10107930">
                <a:moveTo>
                  <a:pt x="4226312" y="3638457"/>
                </a:moveTo>
                <a:lnTo>
                  <a:pt x="4195623" y="3664495"/>
                </a:lnTo>
                <a:lnTo>
                  <a:pt x="4221658" y="3695193"/>
                </a:lnTo>
                <a:lnTo>
                  <a:pt x="4252346" y="3669155"/>
                </a:lnTo>
                <a:lnTo>
                  <a:pt x="4226312" y="3638457"/>
                </a:lnTo>
                <a:close/>
              </a:path>
              <a:path w="5045709" h="10107930">
                <a:moveTo>
                  <a:pt x="4035228" y="3802478"/>
                </a:moveTo>
                <a:lnTo>
                  <a:pt x="4006775" y="3826615"/>
                </a:lnTo>
                <a:lnTo>
                  <a:pt x="4030913" y="3855068"/>
                </a:lnTo>
                <a:lnTo>
                  <a:pt x="4059365" y="3830930"/>
                </a:lnTo>
                <a:lnTo>
                  <a:pt x="4035228" y="3802478"/>
                </a:lnTo>
                <a:close/>
              </a:path>
              <a:path w="5045709" h="10107930">
                <a:moveTo>
                  <a:pt x="3844137" y="3966517"/>
                </a:moveTo>
                <a:lnTo>
                  <a:pt x="3817933" y="3988747"/>
                </a:lnTo>
                <a:lnTo>
                  <a:pt x="3840162" y="4014951"/>
                </a:lnTo>
                <a:lnTo>
                  <a:pt x="3866367" y="3992721"/>
                </a:lnTo>
                <a:lnTo>
                  <a:pt x="3844137" y="3966517"/>
                </a:lnTo>
                <a:close/>
              </a:path>
              <a:path w="5045709" h="10107930">
                <a:moveTo>
                  <a:pt x="3653000" y="4131244"/>
                </a:moveTo>
                <a:lnTo>
                  <a:pt x="3629788" y="4150929"/>
                </a:lnTo>
                <a:lnTo>
                  <a:pt x="3649473" y="4174140"/>
                </a:lnTo>
                <a:lnTo>
                  <a:pt x="3672688" y="4154447"/>
                </a:lnTo>
                <a:lnTo>
                  <a:pt x="3653000" y="4131244"/>
                </a:lnTo>
                <a:close/>
              </a:path>
              <a:path w="5045709" h="10107930">
                <a:moveTo>
                  <a:pt x="3461907" y="4295261"/>
                </a:moveTo>
                <a:lnTo>
                  <a:pt x="3440944" y="4313039"/>
                </a:lnTo>
                <a:lnTo>
                  <a:pt x="3458731" y="4334004"/>
                </a:lnTo>
                <a:lnTo>
                  <a:pt x="3479693" y="4316227"/>
                </a:lnTo>
                <a:lnTo>
                  <a:pt x="3461907" y="4295261"/>
                </a:lnTo>
                <a:close/>
              </a:path>
              <a:path w="5045709" h="10107930">
                <a:moveTo>
                  <a:pt x="3270819" y="4459291"/>
                </a:moveTo>
                <a:lnTo>
                  <a:pt x="3252101" y="4475171"/>
                </a:lnTo>
                <a:lnTo>
                  <a:pt x="3267981" y="4493889"/>
                </a:lnTo>
                <a:lnTo>
                  <a:pt x="3286699" y="4478009"/>
                </a:lnTo>
                <a:lnTo>
                  <a:pt x="3270819" y="4459291"/>
                </a:lnTo>
                <a:close/>
              </a:path>
              <a:path w="5045709" h="10107930">
                <a:moveTo>
                  <a:pt x="3079731" y="4623322"/>
                </a:moveTo>
                <a:lnTo>
                  <a:pt x="3063262" y="4637294"/>
                </a:lnTo>
                <a:lnTo>
                  <a:pt x="3077244" y="4653767"/>
                </a:lnTo>
                <a:lnTo>
                  <a:pt x="3093710" y="4639804"/>
                </a:lnTo>
                <a:lnTo>
                  <a:pt x="3079731" y="4623322"/>
                </a:lnTo>
                <a:close/>
              </a:path>
              <a:path w="5045709" h="10107930">
                <a:moveTo>
                  <a:pt x="2888585" y="4788045"/>
                </a:moveTo>
                <a:lnTo>
                  <a:pt x="2875109" y="4799473"/>
                </a:lnTo>
                <a:lnTo>
                  <a:pt x="2886546" y="4812953"/>
                </a:lnTo>
                <a:lnTo>
                  <a:pt x="2900022" y="4801525"/>
                </a:lnTo>
                <a:lnTo>
                  <a:pt x="2888585" y="4788045"/>
                </a:lnTo>
                <a:close/>
              </a:path>
              <a:path w="5045709" h="10107930">
                <a:moveTo>
                  <a:pt x="2697565" y="4951385"/>
                </a:moveTo>
                <a:lnTo>
                  <a:pt x="2685582" y="4961549"/>
                </a:lnTo>
                <a:lnTo>
                  <a:pt x="2695749" y="4973524"/>
                </a:lnTo>
                <a:lnTo>
                  <a:pt x="2707720" y="4963365"/>
                </a:lnTo>
                <a:lnTo>
                  <a:pt x="2697565" y="4951385"/>
                </a:lnTo>
                <a:close/>
              </a:path>
              <a:path w="5045709" h="10107930">
                <a:moveTo>
                  <a:pt x="2506538" y="5114722"/>
                </a:moveTo>
                <a:lnTo>
                  <a:pt x="2496050" y="5123613"/>
                </a:lnTo>
                <a:lnTo>
                  <a:pt x="2504942" y="5134101"/>
                </a:lnTo>
                <a:lnTo>
                  <a:pt x="2515430" y="5125210"/>
                </a:lnTo>
                <a:lnTo>
                  <a:pt x="2506538" y="5114722"/>
                </a:lnTo>
                <a:close/>
              </a:path>
              <a:path w="5045709" h="10107930">
                <a:moveTo>
                  <a:pt x="2315500" y="5278055"/>
                </a:moveTo>
                <a:lnTo>
                  <a:pt x="2306518" y="5285678"/>
                </a:lnTo>
                <a:lnTo>
                  <a:pt x="2314150" y="5294664"/>
                </a:lnTo>
                <a:lnTo>
                  <a:pt x="2323129" y="5287051"/>
                </a:lnTo>
                <a:lnTo>
                  <a:pt x="2315500" y="5278055"/>
                </a:lnTo>
                <a:close/>
              </a:path>
              <a:path w="5045709" h="10107930">
                <a:moveTo>
                  <a:pt x="2124410" y="5442095"/>
                </a:moveTo>
                <a:lnTo>
                  <a:pt x="2117680" y="5447801"/>
                </a:lnTo>
                <a:lnTo>
                  <a:pt x="2123401" y="5454547"/>
                </a:lnTo>
                <a:lnTo>
                  <a:pt x="2130135" y="5448832"/>
                </a:lnTo>
                <a:lnTo>
                  <a:pt x="2124410" y="5442095"/>
                </a:lnTo>
                <a:close/>
              </a:path>
              <a:path w="5045709" h="10107930">
                <a:moveTo>
                  <a:pt x="1933382" y="5605431"/>
                </a:moveTo>
                <a:lnTo>
                  <a:pt x="1928144" y="5609874"/>
                </a:lnTo>
                <a:lnTo>
                  <a:pt x="1932596" y="5615115"/>
                </a:lnTo>
                <a:lnTo>
                  <a:pt x="1937834" y="5610672"/>
                </a:lnTo>
                <a:lnTo>
                  <a:pt x="1933382" y="5605431"/>
                </a:lnTo>
                <a:close/>
              </a:path>
              <a:path w="5045709" h="10107930">
                <a:moveTo>
                  <a:pt x="1742353" y="5768767"/>
                </a:moveTo>
                <a:lnTo>
                  <a:pt x="1738612" y="5771938"/>
                </a:lnTo>
                <a:lnTo>
                  <a:pt x="1741782" y="5775679"/>
                </a:lnTo>
                <a:lnTo>
                  <a:pt x="1745524" y="5772509"/>
                </a:lnTo>
                <a:lnTo>
                  <a:pt x="1742353" y="5768767"/>
                </a:lnTo>
                <a:close/>
              </a:path>
              <a:path w="5045709" h="10107930">
                <a:moveTo>
                  <a:pt x="1551329" y="5932094"/>
                </a:moveTo>
                <a:lnTo>
                  <a:pt x="1549079" y="5934002"/>
                </a:lnTo>
                <a:lnTo>
                  <a:pt x="1550987" y="5936251"/>
                </a:lnTo>
                <a:lnTo>
                  <a:pt x="1553236" y="5934344"/>
                </a:lnTo>
                <a:lnTo>
                  <a:pt x="1551329" y="5932094"/>
                </a:lnTo>
                <a:close/>
              </a:path>
              <a:path w="5045709" h="10107930">
                <a:moveTo>
                  <a:pt x="4961750" y="3334522"/>
                </a:moveTo>
                <a:lnTo>
                  <a:pt x="4921316" y="3368813"/>
                </a:lnTo>
                <a:lnTo>
                  <a:pt x="4955617" y="3409250"/>
                </a:lnTo>
                <a:lnTo>
                  <a:pt x="4996041" y="3374955"/>
                </a:lnTo>
                <a:lnTo>
                  <a:pt x="4961750" y="3334522"/>
                </a:lnTo>
                <a:close/>
              </a:path>
              <a:path w="5045709" h="10107930">
                <a:moveTo>
                  <a:pt x="4770606" y="3499236"/>
                </a:moveTo>
                <a:lnTo>
                  <a:pt x="4733171" y="3530996"/>
                </a:lnTo>
                <a:lnTo>
                  <a:pt x="4764922" y="3568427"/>
                </a:lnTo>
                <a:lnTo>
                  <a:pt x="4802357" y="3536668"/>
                </a:lnTo>
                <a:lnTo>
                  <a:pt x="4770606" y="3499236"/>
                </a:lnTo>
                <a:close/>
              </a:path>
              <a:path w="5045709" h="10107930">
                <a:moveTo>
                  <a:pt x="4579460" y="3663960"/>
                </a:moveTo>
                <a:lnTo>
                  <a:pt x="4545020" y="3693165"/>
                </a:lnTo>
                <a:lnTo>
                  <a:pt x="4574244" y="3727611"/>
                </a:lnTo>
                <a:lnTo>
                  <a:pt x="4608674" y="3698403"/>
                </a:lnTo>
                <a:lnTo>
                  <a:pt x="4579460" y="3663960"/>
                </a:lnTo>
                <a:close/>
              </a:path>
              <a:path w="5045709" h="10107930">
                <a:moveTo>
                  <a:pt x="4388323" y="3828687"/>
                </a:moveTo>
                <a:lnTo>
                  <a:pt x="4356873" y="3855357"/>
                </a:lnTo>
                <a:lnTo>
                  <a:pt x="4383545" y="3886798"/>
                </a:lnTo>
                <a:lnTo>
                  <a:pt x="4414987" y="3860125"/>
                </a:lnTo>
                <a:lnTo>
                  <a:pt x="4388323" y="3828687"/>
                </a:lnTo>
                <a:close/>
              </a:path>
              <a:path w="5045709" h="10107930">
                <a:moveTo>
                  <a:pt x="4197235" y="3992717"/>
                </a:moveTo>
                <a:lnTo>
                  <a:pt x="4168031" y="4017489"/>
                </a:lnTo>
                <a:lnTo>
                  <a:pt x="4192805" y="4046685"/>
                </a:lnTo>
                <a:lnTo>
                  <a:pt x="4222001" y="4021910"/>
                </a:lnTo>
                <a:lnTo>
                  <a:pt x="4197235" y="3992717"/>
                </a:lnTo>
                <a:close/>
              </a:path>
              <a:path w="5045709" h="10107930">
                <a:moveTo>
                  <a:pt x="4006142" y="4156734"/>
                </a:moveTo>
                <a:lnTo>
                  <a:pt x="3979185" y="4179598"/>
                </a:lnTo>
                <a:lnTo>
                  <a:pt x="4002059" y="4206559"/>
                </a:lnTo>
                <a:lnTo>
                  <a:pt x="4029016" y="4183695"/>
                </a:lnTo>
                <a:lnTo>
                  <a:pt x="4006142" y="4156734"/>
                </a:lnTo>
                <a:close/>
              </a:path>
              <a:path w="5045709" h="10107930">
                <a:moveTo>
                  <a:pt x="3815002" y="4321470"/>
                </a:moveTo>
                <a:lnTo>
                  <a:pt x="3791050" y="4341784"/>
                </a:lnTo>
                <a:lnTo>
                  <a:pt x="3811364" y="4365736"/>
                </a:lnTo>
                <a:lnTo>
                  <a:pt x="3835316" y="4345422"/>
                </a:lnTo>
                <a:lnTo>
                  <a:pt x="3815002" y="4321470"/>
                </a:lnTo>
                <a:close/>
              </a:path>
              <a:path w="5045709" h="10107930">
                <a:moveTo>
                  <a:pt x="3623918" y="4485491"/>
                </a:moveTo>
                <a:lnTo>
                  <a:pt x="3602208" y="4503915"/>
                </a:lnTo>
                <a:lnTo>
                  <a:pt x="3620624" y="4525622"/>
                </a:lnTo>
                <a:lnTo>
                  <a:pt x="3642339" y="4507209"/>
                </a:lnTo>
                <a:lnTo>
                  <a:pt x="3623918" y="4485491"/>
                </a:lnTo>
                <a:close/>
              </a:path>
              <a:path w="5045709" h="10107930">
                <a:moveTo>
                  <a:pt x="3432822" y="4649518"/>
                </a:moveTo>
                <a:lnTo>
                  <a:pt x="3413364" y="4666026"/>
                </a:lnTo>
                <a:lnTo>
                  <a:pt x="3429878" y="4685497"/>
                </a:lnTo>
                <a:lnTo>
                  <a:pt x="3449345" y="4668992"/>
                </a:lnTo>
                <a:lnTo>
                  <a:pt x="3432822" y="4649518"/>
                </a:lnTo>
                <a:close/>
              </a:path>
              <a:path w="5045709" h="10107930">
                <a:moveTo>
                  <a:pt x="3241744" y="4813551"/>
                </a:moveTo>
                <a:lnTo>
                  <a:pt x="3224522" y="4828158"/>
                </a:lnTo>
                <a:lnTo>
                  <a:pt x="3239129" y="4845379"/>
                </a:lnTo>
                <a:lnTo>
                  <a:pt x="3256351" y="4830773"/>
                </a:lnTo>
                <a:lnTo>
                  <a:pt x="3241744" y="4813551"/>
                </a:lnTo>
                <a:close/>
              </a:path>
              <a:path w="5045709" h="10107930">
                <a:moveTo>
                  <a:pt x="3050598" y="4978275"/>
                </a:moveTo>
                <a:lnTo>
                  <a:pt x="3036378" y="4990340"/>
                </a:lnTo>
                <a:lnTo>
                  <a:pt x="3048444" y="5004560"/>
                </a:lnTo>
                <a:lnTo>
                  <a:pt x="3062663" y="4992495"/>
                </a:lnTo>
                <a:lnTo>
                  <a:pt x="3050598" y="4978275"/>
                </a:lnTo>
                <a:close/>
              </a:path>
              <a:path w="5045709" h="10107930">
                <a:moveTo>
                  <a:pt x="2859573" y="5141602"/>
                </a:moveTo>
                <a:lnTo>
                  <a:pt x="2846846" y="5152404"/>
                </a:lnTo>
                <a:lnTo>
                  <a:pt x="2857638" y="5165128"/>
                </a:lnTo>
                <a:lnTo>
                  <a:pt x="2870375" y="5154329"/>
                </a:lnTo>
                <a:lnTo>
                  <a:pt x="2859573" y="5141602"/>
                </a:lnTo>
                <a:close/>
              </a:path>
              <a:path w="5045709" h="10107930">
                <a:moveTo>
                  <a:pt x="2668544" y="5304938"/>
                </a:moveTo>
                <a:lnTo>
                  <a:pt x="2657313" y="5314468"/>
                </a:lnTo>
                <a:lnTo>
                  <a:pt x="2666842" y="5325699"/>
                </a:lnTo>
                <a:lnTo>
                  <a:pt x="2678074" y="5316169"/>
                </a:lnTo>
                <a:lnTo>
                  <a:pt x="2668544" y="5304938"/>
                </a:lnTo>
                <a:close/>
              </a:path>
              <a:path w="5045709" h="10107930">
                <a:moveTo>
                  <a:pt x="2477454" y="5468978"/>
                </a:moveTo>
                <a:lnTo>
                  <a:pt x="2468474" y="5476591"/>
                </a:lnTo>
                <a:lnTo>
                  <a:pt x="2476096" y="5485573"/>
                </a:lnTo>
                <a:lnTo>
                  <a:pt x="2485076" y="5477960"/>
                </a:lnTo>
                <a:lnTo>
                  <a:pt x="2477454" y="5468978"/>
                </a:lnTo>
                <a:close/>
              </a:path>
              <a:path w="5045709" h="10107930">
                <a:moveTo>
                  <a:pt x="2286425" y="5632314"/>
                </a:moveTo>
                <a:lnTo>
                  <a:pt x="2278939" y="5638664"/>
                </a:lnTo>
                <a:lnTo>
                  <a:pt x="2285289" y="5646150"/>
                </a:lnTo>
                <a:lnTo>
                  <a:pt x="2292775" y="5639800"/>
                </a:lnTo>
                <a:lnTo>
                  <a:pt x="2286425" y="5632314"/>
                </a:lnTo>
                <a:close/>
              </a:path>
              <a:path w="5045709" h="10107930">
                <a:moveTo>
                  <a:pt x="2095397" y="5795651"/>
                </a:moveTo>
                <a:lnTo>
                  <a:pt x="2089404" y="5800738"/>
                </a:lnTo>
                <a:lnTo>
                  <a:pt x="2094481" y="5806728"/>
                </a:lnTo>
                <a:lnTo>
                  <a:pt x="2100475" y="5801641"/>
                </a:lnTo>
                <a:lnTo>
                  <a:pt x="2095397" y="5795651"/>
                </a:lnTo>
                <a:close/>
              </a:path>
              <a:path w="5045709" h="10107930">
                <a:moveTo>
                  <a:pt x="1904360" y="5958984"/>
                </a:moveTo>
                <a:lnTo>
                  <a:pt x="1899875" y="5962792"/>
                </a:lnTo>
                <a:lnTo>
                  <a:pt x="1903689" y="5967290"/>
                </a:lnTo>
                <a:lnTo>
                  <a:pt x="1908183" y="5963485"/>
                </a:lnTo>
                <a:lnTo>
                  <a:pt x="1904360" y="5958984"/>
                </a:lnTo>
                <a:close/>
              </a:path>
              <a:path w="5045709" h="10107930">
                <a:moveTo>
                  <a:pt x="1713338" y="6122333"/>
                </a:moveTo>
                <a:lnTo>
                  <a:pt x="1710345" y="6124878"/>
                </a:lnTo>
                <a:lnTo>
                  <a:pt x="1712872" y="6127863"/>
                </a:lnTo>
                <a:lnTo>
                  <a:pt x="1715873" y="6125322"/>
                </a:lnTo>
                <a:lnTo>
                  <a:pt x="1713338" y="6122333"/>
                </a:lnTo>
                <a:close/>
              </a:path>
              <a:path w="5045709" h="10107930">
                <a:moveTo>
                  <a:pt x="1522309" y="6285670"/>
                </a:moveTo>
                <a:lnTo>
                  <a:pt x="1520816" y="6286933"/>
                </a:lnTo>
                <a:lnTo>
                  <a:pt x="1522079" y="6288426"/>
                </a:lnTo>
                <a:lnTo>
                  <a:pt x="1523572" y="6287162"/>
                </a:lnTo>
                <a:lnTo>
                  <a:pt x="1522309" y="6285670"/>
                </a:lnTo>
                <a:close/>
              </a:path>
              <a:path w="5045709" h="10107930">
                <a:moveTo>
                  <a:pt x="4932608" y="3689459"/>
                </a:moveTo>
                <a:lnTo>
                  <a:pt x="4894421" y="3721854"/>
                </a:lnTo>
                <a:lnTo>
                  <a:pt x="4926815" y="3760042"/>
                </a:lnTo>
                <a:lnTo>
                  <a:pt x="4965003" y="3727647"/>
                </a:lnTo>
                <a:lnTo>
                  <a:pt x="4932608" y="3689459"/>
                </a:lnTo>
                <a:close/>
              </a:path>
              <a:path w="5045709" h="10107930">
                <a:moveTo>
                  <a:pt x="4741471" y="3854187"/>
                </a:moveTo>
                <a:lnTo>
                  <a:pt x="4706286" y="3884039"/>
                </a:lnTo>
                <a:lnTo>
                  <a:pt x="4736129" y="3919221"/>
                </a:lnTo>
                <a:lnTo>
                  <a:pt x="4771315" y="3889369"/>
                </a:lnTo>
                <a:lnTo>
                  <a:pt x="4741471" y="3854187"/>
                </a:lnTo>
                <a:close/>
              </a:path>
              <a:path w="5045709" h="10107930">
                <a:moveTo>
                  <a:pt x="4550325" y="4018910"/>
                </a:moveTo>
                <a:lnTo>
                  <a:pt x="4518135" y="4046208"/>
                </a:lnTo>
                <a:lnTo>
                  <a:pt x="4545451" y="4078406"/>
                </a:lnTo>
                <a:lnTo>
                  <a:pt x="4577633" y="4051105"/>
                </a:lnTo>
                <a:lnTo>
                  <a:pt x="4550325" y="4018910"/>
                </a:lnTo>
                <a:close/>
              </a:path>
              <a:path w="5045709" h="10107930">
                <a:moveTo>
                  <a:pt x="4359241" y="4182931"/>
                </a:moveTo>
                <a:lnTo>
                  <a:pt x="4329296" y="4208331"/>
                </a:lnTo>
                <a:lnTo>
                  <a:pt x="4354706" y="4238280"/>
                </a:lnTo>
                <a:lnTo>
                  <a:pt x="4384651" y="4212879"/>
                </a:lnTo>
                <a:lnTo>
                  <a:pt x="4359241" y="4182931"/>
                </a:lnTo>
                <a:close/>
              </a:path>
              <a:path w="5045709" h="10107930">
                <a:moveTo>
                  <a:pt x="4168099" y="4347645"/>
                </a:moveTo>
                <a:lnTo>
                  <a:pt x="4141138" y="4370519"/>
                </a:lnTo>
                <a:lnTo>
                  <a:pt x="4164006" y="4397466"/>
                </a:lnTo>
                <a:lnTo>
                  <a:pt x="4190963" y="4374602"/>
                </a:lnTo>
                <a:lnTo>
                  <a:pt x="4168099" y="4347645"/>
                </a:lnTo>
                <a:close/>
              </a:path>
              <a:path w="5045709" h="10107930">
                <a:moveTo>
                  <a:pt x="3977008" y="4511685"/>
                </a:moveTo>
                <a:lnTo>
                  <a:pt x="3952300" y="4532641"/>
                </a:lnTo>
                <a:lnTo>
                  <a:pt x="3973267" y="4557353"/>
                </a:lnTo>
                <a:lnTo>
                  <a:pt x="3997974" y="4536396"/>
                </a:lnTo>
                <a:lnTo>
                  <a:pt x="3977008" y="4511685"/>
                </a:lnTo>
                <a:close/>
              </a:path>
              <a:path w="5045709" h="10107930">
                <a:moveTo>
                  <a:pt x="3785920" y="4675715"/>
                </a:moveTo>
                <a:lnTo>
                  <a:pt x="3763461" y="4694765"/>
                </a:lnTo>
                <a:lnTo>
                  <a:pt x="3782521" y="4717227"/>
                </a:lnTo>
                <a:lnTo>
                  <a:pt x="3804980" y="4698177"/>
                </a:lnTo>
                <a:lnTo>
                  <a:pt x="3785920" y="4675715"/>
                </a:lnTo>
                <a:close/>
              </a:path>
              <a:path w="5045709" h="10107930">
                <a:moveTo>
                  <a:pt x="3594842" y="4839749"/>
                </a:moveTo>
                <a:lnTo>
                  <a:pt x="3574619" y="4856898"/>
                </a:lnTo>
                <a:lnTo>
                  <a:pt x="3591762" y="4877108"/>
                </a:lnTo>
                <a:lnTo>
                  <a:pt x="3611986" y="4859959"/>
                </a:lnTo>
                <a:lnTo>
                  <a:pt x="3594842" y="4839749"/>
                </a:lnTo>
                <a:close/>
              </a:path>
              <a:path w="5045709" h="10107930">
                <a:moveTo>
                  <a:pt x="3403700" y="5004463"/>
                </a:moveTo>
                <a:lnTo>
                  <a:pt x="3386478" y="5019070"/>
                </a:lnTo>
                <a:lnTo>
                  <a:pt x="3401085" y="5036291"/>
                </a:lnTo>
                <a:lnTo>
                  <a:pt x="3418306" y="5021685"/>
                </a:lnTo>
                <a:lnTo>
                  <a:pt x="3403700" y="5004463"/>
                </a:lnTo>
                <a:close/>
              </a:path>
              <a:path w="5045709" h="10107930">
                <a:moveTo>
                  <a:pt x="3212612" y="5168493"/>
                </a:moveTo>
                <a:lnTo>
                  <a:pt x="3197636" y="5181202"/>
                </a:lnTo>
                <a:lnTo>
                  <a:pt x="3210336" y="5196175"/>
                </a:lnTo>
                <a:lnTo>
                  <a:pt x="3225312" y="5183465"/>
                </a:lnTo>
                <a:lnTo>
                  <a:pt x="3212612" y="5168493"/>
                </a:lnTo>
                <a:close/>
              </a:path>
              <a:path w="5045709" h="10107930">
                <a:moveTo>
                  <a:pt x="3021525" y="5332522"/>
                </a:moveTo>
                <a:lnTo>
                  <a:pt x="3008798" y="5343325"/>
                </a:lnTo>
                <a:lnTo>
                  <a:pt x="3019590" y="5356049"/>
                </a:lnTo>
                <a:lnTo>
                  <a:pt x="3032317" y="5345246"/>
                </a:lnTo>
                <a:lnTo>
                  <a:pt x="3021525" y="5332522"/>
                </a:lnTo>
                <a:close/>
              </a:path>
              <a:path w="5045709" h="10107930">
                <a:moveTo>
                  <a:pt x="2830496" y="5495859"/>
                </a:moveTo>
                <a:lnTo>
                  <a:pt x="2819265" y="5505389"/>
                </a:lnTo>
                <a:lnTo>
                  <a:pt x="2828794" y="5516620"/>
                </a:lnTo>
                <a:lnTo>
                  <a:pt x="2840026" y="5507090"/>
                </a:lnTo>
                <a:lnTo>
                  <a:pt x="2830496" y="5495859"/>
                </a:lnTo>
                <a:close/>
              </a:path>
              <a:path w="5045709" h="10107930">
                <a:moveTo>
                  <a:pt x="2639468" y="5659196"/>
                </a:moveTo>
                <a:lnTo>
                  <a:pt x="2629733" y="5667453"/>
                </a:lnTo>
                <a:lnTo>
                  <a:pt x="2637990" y="5677188"/>
                </a:lnTo>
                <a:lnTo>
                  <a:pt x="2647725" y="5668931"/>
                </a:lnTo>
                <a:lnTo>
                  <a:pt x="2639468" y="5659196"/>
                </a:lnTo>
                <a:close/>
              </a:path>
              <a:path w="5045709" h="10107930">
                <a:moveTo>
                  <a:pt x="2448380" y="5823225"/>
                </a:moveTo>
                <a:lnTo>
                  <a:pt x="2440891" y="5829585"/>
                </a:lnTo>
                <a:lnTo>
                  <a:pt x="2447241" y="5837071"/>
                </a:lnTo>
                <a:lnTo>
                  <a:pt x="2454730" y="5830712"/>
                </a:lnTo>
                <a:lnTo>
                  <a:pt x="2448380" y="5823225"/>
                </a:lnTo>
                <a:close/>
              </a:path>
              <a:path w="5045709" h="10107930">
                <a:moveTo>
                  <a:pt x="2257349" y="5986571"/>
                </a:moveTo>
                <a:lnTo>
                  <a:pt x="2251359" y="5991649"/>
                </a:lnTo>
                <a:lnTo>
                  <a:pt x="2256436" y="5997639"/>
                </a:lnTo>
                <a:lnTo>
                  <a:pt x="2262426" y="5992561"/>
                </a:lnTo>
                <a:lnTo>
                  <a:pt x="2257349" y="5986571"/>
                </a:lnTo>
                <a:close/>
              </a:path>
              <a:path w="5045709" h="10107930">
                <a:moveTo>
                  <a:pt x="2066312" y="6149905"/>
                </a:moveTo>
                <a:lnTo>
                  <a:pt x="2061827" y="6153713"/>
                </a:lnTo>
                <a:lnTo>
                  <a:pt x="2065635" y="6158198"/>
                </a:lnTo>
                <a:lnTo>
                  <a:pt x="2070130" y="6154393"/>
                </a:lnTo>
                <a:lnTo>
                  <a:pt x="2066312" y="6149905"/>
                </a:lnTo>
                <a:close/>
              </a:path>
              <a:path w="5045709" h="10107930">
                <a:moveTo>
                  <a:pt x="1875282" y="6313240"/>
                </a:moveTo>
                <a:lnTo>
                  <a:pt x="1872291" y="6315786"/>
                </a:lnTo>
                <a:lnTo>
                  <a:pt x="1874826" y="6318774"/>
                </a:lnTo>
                <a:lnTo>
                  <a:pt x="1877828" y="6316233"/>
                </a:lnTo>
                <a:lnTo>
                  <a:pt x="1875282" y="6313240"/>
                </a:lnTo>
                <a:close/>
              </a:path>
              <a:path w="5045709" h="10107930">
                <a:moveTo>
                  <a:pt x="1684264" y="6476581"/>
                </a:moveTo>
                <a:lnTo>
                  <a:pt x="1682768" y="6477853"/>
                </a:lnTo>
                <a:lnTo>
                  <a:pt x="1684031" y="6479346"/>
                </a:lnTo>
                <a:lnTo>
                  <a:pt x="1685528" y="6478074"/>
                </a:lnTo>
                <a:lnTo>
                  <a:pt x="1684264" y="6476581"/>
                </a:lnTo>
                <a:close/>
              </a:path>
              <a:path w="5045709" h="10107930">
                <a:moveTo>
                  <a:pt x="4903476" y="4044403"/>
                </a:moveTo>
                <a:lnTo>
                  <a:pt x="4867538" y="4074890"/>
                </a:lnTo>
                <a:lnTo>
                  <a:pt x="4898016" y="4110825"/>
                </a:lnTo>
                <a:lnTo>
                  <a:pt x="4933954" y="4080338"/>
                </a:lnTo>
                <a:lnTo>
                  <a:pt x="4903476" y="4044403"/>
                </a:lnTo>
                <a:close/>
              </a:path>
              <a:path w="5045709" h="10107930">
                <a:moveTo>
                  <a:pt x="4712330" y="4209126"/>
                </a:moveTo>
                <a:lnTo>
                  <a:pt x="4679393" y="4237071"/>
                </a:lnTo>
                <a:lnTo>
                  <a:pt x="4707337" y="4270009"/>
                </a:lnTo>
                <a:lnTo>
                  <a:pt x="4740275" y="4242064"/>
                </a:lnTo>
                <a:lnTo>
                  <a:pt x="4712330" y="4209126"/>
                </a:lnTo>
                <a:close/>
              </a:path>
              <a:path w="5045709" h="10107930">
                <a:moveTo>
                  <a:pt x="4521243" y="4373157"/>
                </a:moveTo>
                <a:lnTo>
                  <a:pt x="4490554" y="4399194"/>
                </a:lnTo>
                <a:lnTo>
                  <a:pt x="4516588" y="4429892"/>
                </a:lnTo>
                <a:lnTo>
                  <a:pt x="4547277" y="4403854"/>
                </a:lnTo>
                <a:lnTo>
                  <a:pt x="4521243" y="4373157"/>
                </a:lnTo>
                <a:close/>
              </a:path>
              <a:path w="5045709" h="10107930">
                <a:moveTo>
                  <a:pt x="4330101" y="4537872"/>
                </a:moveTo>
                <a:lnTo>
                  <a:pt x="4302400" y="4561374"/>
                </a:lnTo>
                <a:lnTo>
                  <a:pt x="4325903" y="4589073"/>
                </a:lnTo>
                <a:lnTo>
                  <a:pt x="4353599" y="4565580"/>
                </a:lnTo>
                <a:lnTo>
                  <a:pt x="4330101" y="4537872"/>
                </a:lnTo>
                <a:close/>
              </a:path>
              <a:path w="5045709" h="10107930">
                <a:moveTo>
                  <a:pt x="4139022" y="4701905"/>
                </a:moveTo>
                <a:lnTo>
                  <a:pt x="4113562" y="4723497"/>
                </a:lnTo>
                <a:lnTo>
                  <a:pt x="4135153" y="4748957"/>
                </a:lnTo>
                <a:lnTo>
                  <a:pt x="4160617" y="4727357"/>
                </a:lnTo>
                <a:lnTo>
                  <a:pt x="4139022" y="4701905"/>
                </a:lnTo>
                <a:close/>
              </a:path>
              <a:path w="5045709" h="10107930">
                <a:moveTo>
                  <a:pt x="3947873" y="4866638"/>
                </a:moveTo>
                <a:lnTo>
                  <a:pt x="3925414" y="4885688"/>
                </a:lnTo>
                <a:lnTo>
                  <a:pt x="3944464" y="4908147"/>
                </a:lnTo>
                <a:lnTo>
                  <a:pt x="3966923" y="4889097"/>
                </a:lnTo>
                <a:lnTo>
                  <a:pt x="3947873" y="4866638"/>
                </a:lnTo>
                <a:close/>
              </a:path>
              <a:path w="5045709" h="10107930">
                <a:moveTo>
                  <a:pt x="3756789" y="5030659"/>
                </a:moveTo>
                <a:lnTo>
                  <a:pt x="3736565" y="5047808"/>
                </a:lnTo>
                <a:lnTo>
                  <a:pt x="3753718" y="5068022"/>
                </a:lnTo>
                <a:lnTo>
                  <a:pt x="3773941" y="5050873"/>
                </a:lnTo>
                <a:lnTo>
                  <a:pt x="3756789" y="5030659"/>
                </a:lnTo>
                <a:close/>
              </a:path>
              <a:path w="5045709" h="10107930">
                <a:moveTo>
                  <a:pt x="3565701" y="5194689"/>
                </a:moveTo>
                <a:lnTo>
                  <a:pt x="3547727" y="5209930"/>
                </a:lnTo>
                <a:lnTo>
                  <a:pt x="3562969" y="5227905"/>
                </a:lnTo>
                <a:lnTo>
                  <a:pt x="3580943" y="5212663"/>
                </a:lnTo>
                <a:lnTo>
                  <a:pt x="3565701" y="5194689"/>
                </a:lnTo>
                <a:close/>
              </a:path>
              <a:path w="5045709" h="10107930">
                <a:moveTo>
                  <a:pt x="3374564" y="5359416"/>
                </a:moveTo>
                <a:lnTo>
                  <a:pt x="3359591" y="5372116"/>
                </a:lnTo>
                <a:lnTo>
                  <a:pt x="3372291" y="5387088"/>
                </a:lnTo>
                <a:lnTo>
                  <a:pt x="3387264" y="5374388"/>
                </a:lnTo>
                <a:lnTo>
                  <a:pt x="3374564" y="5359416"/>
                </a:lnTo>
                <a:close/>
              </a:path>
              <a:path w="5045709" h="10107930">
                <a:moveTo>
                  <a:pt x="3183527" y="5522749"/>
                </a:moveTo>
                <a:lnTo>
                  <a:pt x="3170047" y="5534186"/>
                </a:lnTo>
                <a:lnTo>
                  <a:pt x="3181478" y="5547653"/>
                </a:lnTo>
                <a:lnTo>
                  <a:pt x="3194958" y="5536216"/>
                </a:lnTo>
                <a:lnTo>
                  <a:pt x="3183527" y="5522749"/>
                </a:lnTo>
                <a:close/>
              </a:path>
              <a:path w="5045709" h="10107930">
                <a:moveTo>
                  <a:pt x="2992498" y="5686085"/>
                </a:moveTo>
                <a:lnTo>
                  <a:pt x="2980527" y="5696244"/>
                </a:lnTo>
                <a:lnTo>
                  <a:pt x="2990683" y="5708225"/>
                </a:lnTo>
                <a:lnTo>
                  <a:pt x="3002654" y="5698066"/>
                </a:lnTo>
                <a:lnTo>
                  <a:pt x="2992498" y="5686085"/>
                </a:lnTo>
                <a:close/>
              </a:path>
              <a:path w="5045709" h="10107930">
                <a:moveTo>
                  <a:pt x="2801470" y="5849422"/>
                </a:moveTo>
                <a:lnTo>
                  <a:pt x="2790982" y="5858313"/>
                </a:lnTo>
                <a:lnTo>
                  <a:pt x="2799874" y="5868802"/>
                </a:lnTo>
                <a:lnTo>
                  <a:pt x="2810362" y="5859910"/>
                </a:lnTo>
                <a:lnTo>
                  <a:pt x="2801470" y="5849422"/>
                </a:lnTo>
                <a:close/>
              </a:path>
              <a:path w="5045709" h="10107930">
                <a:moveTo>
                  <a:pt x="2610383" y="6013452"/>
                </a:moveTo>
                <a:lnTo>
                  <a:pt x="2602144" y="6020437"/>
                </a:lnTo>
                <a:lnTo>
                  <a:pt x="2609128" y="6028676"/>
                </a:lnTo>
                <a:lnTo>
                  <a:pt x="2617371" y="6021682"/>
                </a:lnTo>
                <a:lnTo>
                  <a:pt x="2610383" y="6013452"/>
                </a:lnTo>
                <a:close/>
              </a:path>
              <a:path w="5045709" h="10107930">
                <a:moveTo>
                  <a:pt x="2419354" y="6176788"/>
                </a:moveTo>
                <a:lnTo>
                  <a:pt x="2412621" y="6182504"/>
                </a:lnTo>
                <a:lnTo>
                  <a:pt x="2418333" y="6189247"/>
                </a:lnTo>
                <a:lnTo>
                  <a:pt x="2425070" y="6183522"/>
                </a:lnTo>
                <a:lnTo>
                  <a:pt x="2419354" y="6176788"/>
                </a:lnTo>
                <a:close/>
              </a:path>
              <a:path w="5045709" h="10107930">
                <a:moveTo>
                  <a:pt x="2228326" y="6340125"/>
                </a:moveTo>
                <a:lnTo>
                  <a:pt x="2223075" y="6344573"/>
                </a:lnTo>
                <a:lnTo>
                  <a:pt x="2227527" y="6349814"/>
                </a:lnTo>
                <a:lnTo>
                  <a:pt x="2232778" y="6345366"/>
                </a:lnTo>
                <a:lnTo>
                  <a:pt x="2228326" y="6340125"/>
                </a:lnTo>
                <a:close/>
              </a:path>
              <a:path w="5045709" h="10107930">
                <a:moveTo>
                  <a:pt x="2037298" y="6503461"/>
                </a:moveTo>
                <a:lnTo>
                  <a:pt x="2033552" y="6506641"/>
                </a:lnTo>
                <a:lnTo>
                  <a:pt x="2036732" y="6510385"/>
                </a:lnTo>
                <a:lnTo>
                  <a:pt x="2040477" y="6507206"/>
                </a:lnTo>
                <a:lnTo>
                  <a:pt x="2037298" y="6503461"/>
                </a:lnTo>
                <a:close/>
              </a:path>
              <a:path w="5045709" h="10107930">
                <a:moveTo>
                  <a:pt x="1846270" y="6666798"/>
                </a:moveTo>
                <a:lnTo>
                  <a:pt x="1844017" y="6668714"/>
                </a:lnTo>
                <a:lnTo>
                  <a:pt x="1845919" y="6670950"/>
                </a:lnTo>
                <a:lnTo>
                  <a:pt x="1848168" y="6669043"/>
                </a:lnTo>
                <a:lnTo>
                  <a:pt x="1846270" y="6666798"/>
                </a:lnTo>
                <a:close/>
              </a:path>
              <a:path w="5045709" h="10107930">
                <a:moveTo>
                  <a:pt x="5045390" y="4251028"/>
                </a:moveTo>
                <a:lnTo>
                  <a:pt x="5028103" y="4265694"/>
                </a:lnTo>
                <a:lnTo>
                  <a:pt x="5045390" y="4286074"/>
                </a:lnTo>
                <a:lnTo>
                  <a:pt x="5045390" y="4251028"/>
                </a:lnTo>
                <a:close/>
              </a:path>
              <a:path w="5045709" h="10107930">
                <a:moveTo>
                  <a:pt x="4874333" y="4399352"/>
                </a:moveTo>
                <a:lnTo>
                  <a:pt x="4840642" y="4427932"/>
                </a:lnTo>
                <a:lnTo>
                  <a:pt x="4869222" y="4461622"/>
                </a:lnTo>
                <a:lnTo>
                  <a:pt x="4902913" y="4433042"/>
                </a:lnTo>
                <a:lnTo>
                  <a:pt x="4874333" y="4399352"/>
                </a:lnTo>
                <a:close/>
              </a:path>
              <a:path w="5045709" h="10107930">
                <a:moveTo>
                  <a:pt x="4683259" y="4563376"/>
                </a:moveTo>
                <a:lnTo>
                  <a:pt x="4651805" y="4590054"/>
                </a:lnTo>
                <a:lnTo>
                  <a:pt x="4678483" y="4621508"/>
                </a:lnTo>
                <a:lnTo>
                  <a:pt x="4709928" y="4594826"/>
                </a:lnTo>
                <a:lnTo>
                  <a:pt x="4683259" y="4563376"/>
                </a:lnTo>
                <a:close/>
              </a:path>
              <a:path w="5045709" h="10107930">
                <a:moveTo>
                  <a:pt x="4492122" y="4728103"/>
                </a:moveTo>
                <a:lnTo>
                  <a:pt x="4463669" y="4752240"/>
                </a:lnTo>
                <a:lnTo>
                  <a:pt x="4487797" y="4780689"/>
                </a:lnTo>
                <a:lnTo>
                  <a:pt x="4516249" y="4756552"/>
                </a:lnTo>
                <a:lnTo>
                  <a:pt x="4492122" y="4728103"/>
                </a:lnTo>
                <a:close/>
              </a:path>
              <a:path w="5045709" h="10107930">
                <a:moveTo>
                  <a:pt x="4301025" y="4892130"/>
                </a:moveTo>
                <a:lnTo>
                  <a:pt x="4274821" y="4914360"/>
                </a:lnTo>
                <a:lnTo>
                  <a:pt x="4297051" y="4940564"/>
                </a:lnTo>
                <a:lnTo>
                  <a:pt x="4323255" y="4918334"/>
                </a:lnTo>
                <a:lnTo>
                  <a:pt x="4301025" y="4892130"/>
                </a:lnTo>
                <a:close/>
              </a:path>
              <a:path w="5045709" h="10107930">
                <a:moveTo>
                  <a:pt x="4109888" y="5056857"/>
                </a:moveTo>
                <a:lnTo>
                  <a:pt x="4086676" y="5076541"/>
                </a:lnTo>
                <a:lnTo>
                  <a:pt x="4106364" y="5099744"/>
                </a:lnTo>
                <a:lnTo>
                  <a:pt x="4129576" y="5080059"/>
                </a:lnTo>
                <a:lnTo>
                  <a:pt x="4109888" y="5056857"/>
                </a:lnTo>
                <a:close/>
              </a:path>
              <a:path w="5045709" h="10107930">
                <a:moveTo>
                  <a:pt x="3918801" y="5220887"/>
                </a:moveTo>
                <a:lnTo>
                  <a:pt x="3897838" y="5238664"/>
                </a:lnTo>
                <a:lnTo>
                  <a:pt x="3915615" y="5259627"/>
                </a:lnTo>
                <a:lnTo>
                  <a:pt x="3936578" y="5241850"/>
                </a:lnTo>
                <a:lnTo>
                  <a:pt x="3918801" y="5220887"/>
                </a:lnTo>
                <a:close/>
              </a:path>
              <a:path w="5045709" h="10107930">
                <a:moveTo>
                  <a:pt x="3727707" y="5384904"/>
                </a:moveTo>
                <a:lnTo>
                  <a:pt x="3708989" y="5400784"/>
                </a:lnTo>
                <a:lnTo>
                  <a:pt x="3724869" y="5419501"/>
                </a:lnTo>
                <a:lnTo>
                  <a:pt x="3743587" y="5403622"/>
                </a:lnTo>
                <a:lnTo>
                  <a:pt x="3727707" y="5384904"/>
                </a:lnTo>
                <a:close/>
              </a:path>
              <a:path w="5045709" h="10107930">
                <a:moveTo>
                  <a:pt x="3536570" y="5549631"/>
                </a:moveTo>
                <a:lnTo>
                  <a:pt x="3520842" y="5562975"/>
                </a:lnTo>
                <a:lnTo>
                  <a:pt x="3534180" y="5578691"/>
                </a:lnTo>
                <a:lnTo>
                  <a:pt x="3549905" y="5565356"/>
                </a:lnTo>
                <a:lnTo>
                  <a:pt x="3536570" y="5549631"/>
                </a:lnTo>
                <a:close/>
              </a:path>
              <a:path w="5045709" h="10107930">
                <a:moveTo>
                  <a:pt x="3345483" y="5713661"/>
                </a:moveTo>
                <a:lnTo>
                  <a:pt x="3332003" y="5725098"/>
                </a:lnTo>
                <a:lnTo>
                  <a:pt x="3343430" y="5738575"/>
                </a:lnTo>
                <a:lnTo>
                  <a:pt x="3356910" y="5727138"/>
                </a:lnTo>
                <a:lnTo>
                  <a:pt x="3345483" y="5713661"/>
                </a:lnTo>
                <a:close/>
              </a:path>
              <a:path w="5045709" h="10107930">
                <a:moveTo>
                  <a:pt x="3154450" y="5877006"/>
                </a:moveTo>
                <a:lnTo>
                  <a:pt x="3142470" y="5887161"/>
                </a:lnTo>
                <a:lnTo>
                  <a:pt x="3152638" y="5899136"/>
                </a:lnTo>
                <a:lnTo>
                  <a:pt x="3164609" y="5888978"/>
                </a:lnTo>
                <a:lnTo>
                  <a:pt x="3154450" y="5877006"/>
                </a:lnTo>
                <a:close/>
              </a:path>
              <a:path w="5045709" h="10107930">
                <a:moveTo>
                  <a:pt x="2963423" y="6040343"/>
                </a:moveTo>
                <a:lnTo>
                  <a:pt x="2952935" y="6049234"/>
                </a:lnTo>
                <a:lnTo>
                  <a:pt x="2961830" y="6059713"/>
                </a:lnTo>
                <a:lnTo>
                  <a:pt x="2972318" y="6050821"/>
                </a:lnTo>
                <a:lnTo>
                  <a:pt x="2963423" y="6040343"/>
                </a:lnTo>
                <a:close/>
              </a:path>
              <a:path w="5045709" h="10107930">
                <a:moveTo>
                  <a:pt x="2772339" y="6204364"/>
                </a:moveTo>
                <a:lnTo>
                  <a:pt x="2764096" y="6211358"/>
                </a:lnTo>
                <a:lnTo>
                  <a:pt x="2771084" y="6219588"/>
                </a:lnTo>
                <a:lnTo>
                  <a:pt x="2779323" y="6212603"/>
                </a:lnTo>
                <a:lnTo>
                  <a:pt x="2772339" y="6204364"/>
                </a:lnTo>
                <a:close/>
              </a:path>
              <a:path w="5045709" h="10107930">
                <a:moveTo>
                  <a:pt x="2581310" y="6367700"/>
                </a:moveTo>
                <a:lnTo>
                  <a:pt x="2574564" y="6373422"/>
                </a:lnTo>
                <a:lnTo>
                  <a:pt x="2580289" y="6380159"/>
                </a:lnTo>
                <a:lnTo>
                  <a:pt x="2587023" y="6374443"/>
                </a:lnTo>
                <a:lnTo>
                  <a:pt x="2581310" y="6367700"/>
                </a:lnTo>
                <a:close/>
              </a:path>
              <a:path w="5045709" h="10107930">
                <a:moveTo>
                  <a:pt x="2390282" y="6531037"/>
                </a:moveTo>
                <a:lnTo>
                  <a:pt x="2385031" y="6535485"/>
                </a:lnTo>
                <a:lnTo>
                  <a:pt x="2389480" y="6540735"/>
                </a:lnTo>
                <a:lnTo>
                  <a:pt x="2394730" y="6536287"/>
                </a:lnTo>
                <a:lnTo>
                  <a:pt x="2390282" y="6531037"/>
                </a:lnTo>
                <a:close/>
              </a:path>
              <a:path w="5045709" h="10107930">
                <a:moveTo>
                  <a:pt x="2199245" y="6694370"/>
                </a:moveTo>
                <a:lnTo>
                  <a:pt x="2195499" y="6697549"/>
                </a:lnTo>
                <a:lnTo>
                  <a:pt x="2198679" y="6701294"/>
                </a:lnTo>
                <a:lnTo>
                  <a:pt x="2202424" y="6698115"/>
                </a:lnTo>
                <a:lnTo>
                  <a:pt x="2199245" y="6694370"/>
                </a:lnTo>
                <a:close/>
              </a:path>
              <a:path w="5045709" h="10107930">
                <a:moveTo>
                  <a:pt x="2008222" y="6857719"/>
                </a:moveTo>
                <a:lnTo>
                  <a:pt x="2005973" y="6859626"/>
                </a:lnTo>
                <a:lnTo>
                  <a:pt x="2007871" y="6861872"/>
                </a:lnTo>
                <a:lnTo>
                  <a:pt x="2010123" y="6859956"/>
                </a:lnTo>
                <a:lnTo>
                  <a:pt x="2008222" y="6857719"/>
                </a:lnTo>
                <a:close/>
              </a:path>
              <a:path w="5045709" h="10107930">
                <a:moveTo>
                  <a:pt x="5036286" y="4590262"/>
                </a:moveTo>
                <a:lnTo>
                  <a:pt x="5002596" y="4618842"/>
                </a:lnTo>
                <a:lnTo>
                  <a:pt x="5031176" y="4652532"/>
                </a:lnTo>
                <a:lnTo>
                  <a:pt x="5045390" y="4640474"/>
                </a:lnTo>
                <a:lnTo>
                  <a:pt x="5045390" y="4600994"/>
                </a:lnTo>
                <a:lnTo>
                  <a:pt x="5036286" y="4590262"/>
                </a:lnTo>
                <a:close/>
              </a:path>
              <a:path w="5045709" h="10107930">
                <a:moveTo>
                  <a:pt x="4845209" y="4754296"/>
                </a:moveTo>
                <a:lnTo>
                  <a:pt x="4813755" y="4780974"/>
                </a:lnTo>
                <a:lnTo>
                  <a:pt x="4840427" y="4812416"/>
                </a:lnTo>
                <a:lnTo>
                  <a:pt x="4871872" y="4785734"/>
                </a:lnTo>
                <a:lnTo>
                  <a:pt x="4845209" y="4754296"/>
                </a:lnTo>
                <a:close/>
              </a:path>
              <a:path w="5045709" h="10107930">
                <a:moveTo>
                  <a:pt x="4654121" y="4918326"/>
                </a:moveTo>
                <a:lnTo>
                  <a:pt x="4624916" y="4943097"/>
                </a:lnTo>
                <a:lnTo>
                  <a:pt x="4649691" y="4972293"/>
                </a:lnTo>
                <a:lnTo>
                  <a:pt x="4678883" y="4947528"/>
                </a:lnTo>
                <a:lnTo>
                  <a:pt x="4654121" y="4918326"/>
                </a:lnTo>
                <a:close/>
              </a:path>
              <a:path w="5045709" h="10107930">
                <a:moveTo>
                  <a:pt x="4462975" y="5083050"/>
                </a:moveTo>
                <a:lnTo>
                  <a:pt x="4436774" y="5105270"/>
                </a:lnTo>
                <a:lnTo>
                  <a:pt x="4458994" y="5131470"/>
                </a:lnTo>
                <a:lnTo>
                  <a:pt x="4485195" y="5109250"/>
                </a:lnTo>
                <a:lnTo>
                  <a:pt x="4462975" y="5083050"/>
                </a:lnTo>
                <a:close/>
              </a:path>
              <a:path w="5045709" h="10107930">
                <a:moveTo>
                  <a:pt x="4271891" y="5247070"/>
                </a:moveTo>
                <a:lnTo>
                  <a:pt x="4247932" y="5267402"/>
                </a:lnTo>
                <a:lnTo>
                  <a:pt x="4268246" y="5291354"/>
                </a:lnTo>
                <a:lnTo>
                  <a:pt x="4292213" y="5271026"/>
                </a:lnTo>
                <a:lnTo>
                  <a:pt x="4271891" y="5247070"/>
                </a:lnTo>
                <a:close/>
              </a:path>
              <a:path w="5045709" h="10107930">
                <a:moveTo>
                  <a:pt x="4080745" y="5411794"/>
                </a:moveTo>
                <a:lnTo>
                  <a:pt x="4059782" y="5429572"/>
                </a:lnTo>
                <a:lnTo>
                  <a:pt x="4077568" y="5450538"/>
                </a:lnTo>
                <a:lnTo>
                  <a:pt x="4098522" y="5432757"/>
                </a:lnTo>
                <a:lnTo>
                  <a:pt x="4080745" y="5411794"/>
                </a:lnTo>
                <a:close/>
              </a:path>
              <a:path w="5045709" h="10107930">
                <a:moveTo>
                  <a:pt x="3889657" y="5575824"/>
                </a:moveTo>
                <a:lnTo>
                  <a:pt x="3870939" y="5591704"/>
                </a:lnTo>
                <a:lnTo>
                  <a:pt x="3886819" y="5610421"/>
                </a:lnTo>
                <a:lnTo>
                  <a:pt x="3905537" y="5594542"/>
                </a:lnTo>
                <a:lnTo>
                  <a:pt x="3889657" y="5575824"/>
                </a:lnTo>
                <a:close/>
              </a:path>
              <a:path w="5045709" h="10107930">
                <a:moveTo>
                  <a:pt x="3698570" y="5739854"/>
                </a:moveTo>
                <a:lnTo>
                  <a:pt x="3682101" y="5753826"/>
                </a:lnTo>
                <a:lnTo>
                  <a:pt x="3696074" y="5770295"/>
                </a:lnTo>
                <a:lnTo>
                  <a:pt x="3712542" y="5756323"/>
                </a:lnTo>
                <a:lnTo>
                  <a:pt x="3698570" y="5739854"/>
                </a:lnTo>
                <a:close/>
              </a:path>
              <a:path w="5045709" h="10107930">
                <a:moveTo>
                  <a:pt x="3507427" y="5904568"/>
                </a:moveTo>
                <a:lnTo>
                  <a:pt x="3493947" y="5916005"/>
                </a:lnTo>
                <a:lnTo>
                  <a:pt x="3505384" y="5929485"/>
                </a:lnTo>
                <a:lnTo>
                  <a:pt x="3518863" y="5918048"/>
                </a:lnTo>
                <a:lnTo>
                  <a:pt x="3507427" y="5904568"/>
                </a:lnTo>
                <a:close/>
              </a:path>
              <a:path w="5045709" h="10107930">
                <a:moveTo>
                  <a:pt x="3316394" y="6067913"/>
                </a:moveTo>
                <a:lnTo>
                  <a:pt x="3304414" y="6078069"/>
                </a:lnTo>
                <a:lnTo>
                  <a:pt x="3314588" y="6090056"/>
                </a:lnTo>
                <a:lnTo>
                  <a:pt x="3326559" y="6079897"/>
                </a:lnTo>
                <a:lnTo>
                  <a:pt x="3316394" y="6067913"/>
                </a:lnTo>
                <a:close/>
              </a:path>
              <a:path w="5045709" h="10107930">
                <a:moveTo>
                  <a:pt x="3125377" y="6231254"/>
                </a:moveTo>
                <a:lnTo>
                  <a:pt x="3114888" y="6240145"/>
                </a:lnTo>
                <a:lnTo>
                  <a:pt x="3123780" y="6250633"/>
                </a:lnTo>
                <a:lnTo>
                  <a:pt x="3134259" y="6241738"/>
                </a:lnTo>
                <a:lnTo>
                  <a:pt x="3125377" y="6231254"/>
                </a:lnTo>
                <a:close/>
              </a:path>
              <a:path w="5045709" h="10107930">
                <a:moveTo>
                  <a:pt x="2934339" y="6394587"/>
                </a:moveTo>
                <a:lnTo>
                  <a:pt x="2925356" y="6402209"/>
                </a:lnTo>
                <a:lnTo>
                  <a:pt x="2932978" y="6411192"/>
                </a:lnTo>
                <a:lnTo>
                  <a:pt x="2941961" y="6403569"/>
                </a:lnTo>
                <a:lnTo>
                  <a:pt x="2934339" y="6394587"/>
                </a:lnTo>
                <a:close/>
              </a:path>
              <a:path w="5045709" h="10107930">
                <a:moveTo>
                  <a:pt x="2743261" y="6558620"/>
                </a:moveTo>
                <a:lnTo>
                  <a:pt x="2736519" y="6564332"/>
                </a:lnTo>
                <a:lnTo>
                  <a:pt x="2742240" y="6571079"/>
                </a:lnTo>
                <a:lnTo>
                  <a:pt x="2748977" y="6565354"/>
                </a:lnTo>
                <a:lnTo>
                  <a:pt x="2743261" y="6558620"/>
                </a:lnTo>
                <a:close/>
              </a:path>
              <a:path w="5045709" h="10107930">
                <a:moveTo>
                  <a:pt x="2552233" y="6721957"/>
                </a:moveTo>
                <a:lnTo>
                  <a:pt x="2546982" y="6726405"/>
                </a:lnTo>
                <a:lnTo>
                  <a:pt x="2551425" y="6731643"/>
                </a:lnTo>
                <a:lnTo>
                  <a:pt x="2556676" y="6727194"/>
                </a:lnTo>
                <a:lnTo>
                  <a:pt x="2552233" y="6721957"/>
                </a:lnTo>
                <a:close/>
              </a:path>
              <a:path w="5045709" h="10107930">
                <a:moveTo>
                  <a:pt x="2361196" y="6885290"/>
                </a:moveTo>
                <a:lnTo>
                  <a:pt x="2357454" y="6888460"/>
                </a:lnTo>
                <a:lnTo>
                  <a:pt x="2360633" y="6892205"/>
                </a:lnTo>
                <a:lnTo>
                  <a:pt x="2364375" y="6889035"/>
                </a:lnTo>
                <a:lnTo>
                  <a:pt x="2361196" y="6885290"/>
                </a:lnTo>
                <a:close/>
              </a:path>
              <a:path w="5045709" h="10107930">
                <a:moveTo>
                  <a:pt x="2170167" y="7048626"/>
                </a:moveTo>
                <a:lnTo>
                  <a:pt x="2167918" y="7050534"/>
                </a:lnTo>
                <a:lnTo>
                  <a:pt x="2169825" y="7052783"/>
                </a:lnTo>
                <a:lnTo>
                  <a:pt x="2172074" y="7050875"/>
                </a:lnTo>
                <a:lnTo>
                  <a:pt x="2170167" y="7048626"/>
                </a:lnTo>
                <a:close/>
              </a:path>
              <a:path w="5045709" h="10107930">
                <a:moveTo>
                  <a:pt x="5007215" y="4944509"/>
                </a:moveTo>
                <a:lnTo>
                  <a:pt x="4975018" y="4971826"/>
                </a:lnTo>
                <a:lnTo>
                  <a:pt x="5002334" y="5004024"/>
                </a:lnTo>
                <a:lnTo>
                  <a:pt x="5034532" y="4976707"/>
                </a:lnTo>
                <a:lnTo>
                  <a:pt x="5007215" y="4944509"/>
                </a:lnTo>
                <a:close/>
              </a:path>
              <a:path w="5045709" h="10107930">
                <a:moveTo>
                  <a:pt x="4816069" y="5109233"/>
                </a:moveTo>
                <a:lnTo>
                  <a:pt x="4786864" y="5134005"/>
                </a:lnTo>
                <a:lnTo>
                  <a:pt x="4811639" y="5163200"/>
                </a:lnTo>
                <a:lnTo>
                  <a:pt x="4840832" y="5138435"/>
                </a:lnTo>
                <a:lnTo>
                  <a:pt x="4816069" y="5109233"/>
                </a:lnTo>
                <a:close/>
              </a:path>
              <a:path w="5045709" h="10107930">
                <a:moveTo>
                  <a:pt x="4624982" y="5273263"/>
                </a:moveTo>
                <a:lnTo>
                  <a:pt x="4598025" y="5296127"/>
                </a:lnTo>
                <a:lnTo>
                  <a:pt x="4620899" y="5323087"/>
                </a:lnTo>
                <a:lnTo>
                  <a:pt x="4647856" y="5300223"/>
                </a:lnTo>
                <a:lnTo>
                  <a:pt x="4624982" y="5273263"/>
                </a:lnTo>
                <a:close/>
              </a:path>
              <a:path w="5045709" h="10107930">
                <a:moveTo>
                  <a:pt x="4433845" y="5437990"/>
                </a:moveTo>
                <a:lnTo>
                  <a:pt x="4409880" y="5458310"/>
                </a:lnTo>
                <a:lnTo>
                  <a:pt x="4430203" y="5482265"/>
                </a:lnTo>
                <a:lnTo>
                  <a:pt x="4454168" y="5461945"/>
                </a:lnTo>
                <a:lnTo>
                  <a:pt x="4433845" y="5437990"/>
                </a:lnTo>
                <a:close/>
              </a:path>
              <a:path w="5045709" h="10107930">
                <a:moveTo>
                  <a:pt x="4242751" y="5602007"/>
                </a:moveTo>
                <a:lnTo>
                  <a:pt x="4221042" y="5620432"/>
                </a:lnTo>
                <a:lnTo>
                  <a:pt x="4239454" y="5642148"/>
                </a:lnTo>
                <a:lnTo>
                  <a:pt x="4261173" y="5623726"/>
                </a:lnTo>
                <a:lnTo>
                  <a:pt x="4242751" y="5602007"/>
                </a:lnTo>
                <a:close/>
              </a:path>
              <a:path w="5045709" h="10107930">
                <a:moveTo>
                  <a:pt x="4051661" y="5766047"/>
                </a:moveTo>
                <a:lnTo>
                  <a:pt x="4032203" y="5782555"/>
                </a:lnTo>
                <a:lnTo>
                  <a:pt x="4048717" y="5802025"/>
                </a:lnTo>
                <a:lnTo>
                  <a:pt x="4068185" y="5785520"/>
                </a:lnTo>
                <a:lnTo>
                  <a:pt x="4051661" y="5766047"/>
                </a:lnTo>
                <a:close/>
              </a:path>
              <a:path w="5045709" h="10107930">
                <a:moveTo>
                  <a:pt x="3860524" y="5930774"/>
                </a:moveTo>
                <a:lnTo>
                  <a:pt x="3844058" y="5944737"/>
                </a:lnTo>
                <a:lnTo>
                  <a:pt x="3858031" y="5961206"/>
                </a:lnTo>
                <a:lnTo>
                  <a:pt x="3874497" y="5947243"/>
                </a:lnTo>
                <a:lnTo>
                  <a:pt x="3860524" y="5930774"/>
                </a:lnTo>
                <a:close/>
              </a:path>
              <a:path w="5045709" h="10107930">
                <a:moveTo>
                  <a:pt x="3669439" y="6094794"/>
                </a:moveTo>
                <a:lnTo>
                  <a:pt x="3655210" y="6106857"/>
                </a:lnTo>
                <a:lnTo>
                  <a:pt x="3667282" y="6121089"/>
                </a:lnTo>
                <a:lnTo>
                  <a:pt x="3681505" y="6109015"/>
                </a:lnTo>
                <a:lnTo>
                  <a:pt x="3669439" y="6094794"/>
                </a:lnTo>
                <a:close/>
              </a:path>
              <a:path w="5045709" h="10107930">
                <a:moveTo>
                  <a:pt x="3478411" y="6258131"/>
                </a:moveTo>
                <a:lnTo>
                  <a:pt x="3465684" y="6268933"/>
                </a:lnTo>
                <a:lnTo>
                  <a:pt x="3476477" y="6281657"/>
                </a:lnTo>
                <a:lnTo>
                  <a:pt x="3489204" y="6270855"/>
                </a:lnTo>
                <a:lnTo>
                  <a:pt x="3478411" y="6258131"/>
                </a:lnTo>
                <a:close/>
              </a:path>
              <a:path w="5045709" h="10107930">
                <a:moveTo>
                  <a:pt x="3287383" y="6421468"/>
                </a:moveTo>
                <a:lnTo>
                  <a:pt x="3276151" y="6430997"/>
                </a:lnTo>
                <a:lnTo>
                  <a:pt x="3285681" y="6442228"/>
                </a:lnTo>
                <a:lnTo>
                  <a:pt x="3296912" y="6432699"/>
                </a:lnTo>
                <a:lnTo>
                  <a:pt x="3287383" y="6421468"/>
                </a:lnTo>
                <a:close/>
              </a:path>
              <a:path w="5045709" h="10107930">
                <a:moveTo>
                  <a:pt x="3096292" y="6585507"/>
                </a:moveTo>
                <a:lnTo>
                  <a:pt x="3087313" y="6593120"/>
                </a:lnTo>
                <a:lnTo>
                  <a:pt x="3094935" y="6602102"/>
                </a:lnTo>
                <a:lnTo>
                  <a:pt x="3103914" y="6594489"/>
                </a:lnTo>
                <a:lnTo>
                  <a:pt x="3096292" y="6585507"/>
                </a:lnTo>
                <a:close/>
              </a:path>
              <a:path w="5045709" h="10107930">
                <a:moveTo>
                  <a:pt x="2905264" y="6748843"/>
                </a:moveTo>
                <a:lnTo>
                  <a:pt x="2897777" y="6755193"/>
                </a:lnTo>
                <a:lnTo>
                  <a:pt x="2904127" y="6762680"/>
                </a:lnTo>
                <a:lnTo>
                  <a:pt x="2911613" y="6756330"/>
                </a:lnTo>
                <a:lnTo>
                  <a:pt x="2905264" y="6748843"/>
                </a:lnTo>
                <a:close/>
              </a:path>
              <a:path w="5045709" h="10107930">
                <a:moveTo>
                  <a:pt x="2714235" y="6912180"/>
                </a:moveTo>
                <a:lnTo>
                  <a:pt x="2708245" y="6917258"/>
                </a:lnTo>
                <a:lnTo>
                  <a:pt x="2713332" y="6923251"/>
                </a:lnTo>
                <a:lnTo>
                  <a:pt x="2719313" y="6918170"/>
                </a:lnTo>
                <a:lnTo>
                  <a:pt x="2714235" y="6912180"/>
                </a:lnTo>
                <a:close/>
              </a:path>
              <a:path w="5045709" h="10107930">
                <a:moveTo>
                  <a:pt x="2523199" y="7075514"/>
                </a:moveTo>
                <a:lnTo>
                  <a:pt x="2518713" y="7079321"/>
                </a:lnTo>
                <a:lnTo>
                  <a:pt x="2522519" y="7083816"/>
                </a:lnTo>
                <a:lnTo>
                  <a:pt x="2527017" y="7080002"/>
                </a:lnTo>
                <a:lnTo>
                  <a:pt x="2523199" y="7075514"/>
                </a:lnTo>
                <a:close/>
              </a:path>
              <a:path w="5045709" h="10107930">
                <a:moveTo>
                  <a:pt x="2332170" y="7238850"/>
                </a:moveTo>
                <a:lnTo>
                  <a:pt x="2329180" y="7241386"/>
                </a:lnTo>
                <a:lnTo>
                  <a:pt x="2331726" y="7244378"/>
                </a:lnTo>
                <a:lnTo>
                  <a:pt x="2334712" y="7241852"/>
                </a:lnTo>
                <a:lnTo>
                  <a:pt x="2332170" y="7238850"/>
                </a:lnTo>
                <a:close/>
              </a:path>
              <a:path w="5045709" h="10107930">
                <a:moveTo>
                  <a:pt x="4978081" y="5299462"/>
                </a:moveTo>
                <a:lnTo>
                  <a:pt x="4948136" y="5324862"/>
                </a:lnTo>
                <a:lnTo>
                  <a:pt x="4973536" y="5354808"/>
                </a:lnTo>
                <a:lnTo>
                  <a:pt x="5003481" y="5329407"/>
                </a:lnTo>
                <a:lnTo>
                  <a:pt x="4978081" y="5299462"/>
                </a:lnTo>
                <a:close/>
              </a:path>
              <a:path w="5045709" h="10107930">
                <a:moveTo>
                  <a:pt x="4786938" y="5464176"/>
                </a:moveTo>
                <a:lnTo>
                  <a:pt x="4759978" y="5487050"/>
                </a:lnTo>
                <a:lnTo>
                  <a:pt x="4782845" y="5513997"/>
                </a:lnTo>
                <a:lnTo>
                  <a:pt x="4809802" y="5491132"/>
                </a:lnTo>
                <a:lnTo>
                  <a:pt x="4786938" y="5464176"/>
                </a:lnTo>
                <a:close/>
              </a:path>
              <a:path w="5045709" h="10107930">
                <a:moveTo>
                  <a:pt x="4595847" y="5628215"/>
                </a:moveTo>
                <a:lnTo>
                  <a:pt x="4571152" y="5649166"/>
                </a:lnTo>
                <a:lnTo>
                  <a:pt x="4592109" y="5673874"/>
                </a:lnTo>
                <a:lnTo>
                  <a:pt x="4616804" y="5652923"/>
                </a:lnTo>
                <a:lnTo>
                  <a:pt x="4595847" y="5628215"/>
                </a:lnTo>
                <a:close/>
              </a:path>
              <a:path w="5045709" h="10107930">
                <a:moveTo>
                  <a:pt x="4404705" y="5792930"/>
                </a:moveTo>
                <a:lnTo>
                  <a:pt x="4382995" y="5811354"/>
                </a:lnTo>
                <a:lnTo>
                  <a:pt x="4401411" y="5833061"/>
                </a:lnTo>
                <a:lnTo>
                  <a:pt x="4423130" y="5814639"/>
                </a:lnTo>
                <a:lnTo>
                  <a:pt x="4404705" y="5792930"/>
                </a:lnTo>
                <a:close/>
              </a:path>
              <a:path w="5045709" h="10107930">
                <a:moveTo>
                  <a:pt x="4213618" y="5956960"/>
                </a:moveTo>
                <a:lnTo>
                  <a:pt x="4194157" y="5973477"/>
                </a:lnTo>
                <a:lnTo>
                  <a:pt x="4210665" y="5992935"/>
                </a:lnTo>
                <a:lnTo>
                  <a:pt x="4230132" y="5976430"/>
                </a:lnTo>
                <a:lnTo>
                  <a:pt x="4213618" y="5956960"/>
                </a:lnTo>
                <a:close/>
              </a:path>
              <a:path w="5045709" h="10107930">
                <a:moveTo>
                  <a:pt x="4022540" y="6120993"/>
                </a:moveTo>
                <a:lnTo>
                  <a:pt x="4005318" y="6135600"/>
                </a:lnTo>
                <a:lnTo>
                  <a:pt x="4019916" y="6152818"/>
                </a:lnTo>
                <a:lnTo>
                  <a:pt x="4037141" y="6138202"/>
                </a:lnTo>
                <a:lnTo>
                  <a:pt x="4022540" y="6120993"/>
                </a:lnTo>
                <a:close/>
              </a:path>
              <a:path w="5045709" h="10107930">
                <a:moveTo>
                  <a:pt x="3831397" y="6285707"/>
                </a:moveTo>
                <a:lnTo>
                  <a:pt x="3817165" y="6297779"/>
                </a:lnTo>
                <a:lnTo>
                  <a:pt x="3829240" y="6312002"/>
                </a:lnTo>
                <a:lnTo>
                  <a:pt x="3843459" y="6299937"/>
                </a:lnTo>
                <a:lnTo>
                  <a:pt x="3831397" y="6285707"/>
                </a:lnTo>
                <a:close/>
              </a:path>
              <a:path w="5045709" h="10107930">
                <a:moveTo>
                  <a:pt x="3640360" y="6449040"/>
                </a:moveTo>
                <a:lnTo>
                  <a:pt x="3627633" y="6459843"/>
                </a:lnTo>
                <a:lnTo>
                  <a:pt x="3638432" y="6472579"/>
                </a:lnTo>
                <a:lnTo>
                  <a:pt x="3651159" y="6461777"/>
                </a:lnTo>
                <a:lnTo>
                  <a:pt x="3640360" y="6449040"/>
                </a:lnTo>
                <a:close/>
              </a:path>
              <a:path w="5045709" h="10107930">
                <a:moveTo>
                  <a:pt x="3449337" y="6612389"/>
                </a:moveTo>
                <a:lnTo>
                  <a:pt x="3438109" y="6621909"/>
                </a:lnTo>
                <a:lnTo>
                  <a:pt x="3447638" y="6633140"/>
                </a:lnTo>
                <a:lnTo>
                  <a:pt x="3458867" y="6623620"/>
                </a:lnTo>
                <a:lnTo>
                  <a:pt x="3449337" y="6612389"/>
                </a:lnTo>
                <a:close/>
              </a:path>
              <a:path w="5045709" h="10107930">
                <a:moveTo>
                  <a:pt x="3258241" y="6776416"/>
                </a:moveTo>
                <a:lnTo>
                  <a:pt x="3249261" y="6784029"/>
                </a:lnTo>
                <a:lnTo>
                  <a:pt x="3256880" y="6793020"/>
                </a:lnTo>
                <a:lnTo>
                  <a:pt x="3265863" y="6785398"/>
                </a:lnTo>
                <a:lnTo>
                  <a:pt x="3258241" y="6776416"/>
                </a:lnTo>
                <a:close/>
              </a:path>
              <a:path w="5045709" h="10107930">
                <a:moveTo>
                  <a:pt x="3067221" y="6939756"/>
                </a:moveTo>
                <a:lnTo>
                  <a:pt x="3059735" y="6946105"/>
                </a:lnTo>
                <a:lnTo>
                  <a:pt x="3066085" y="6953592"/>
                </a:lnTo>
                <a:lnTo>
                  <a:pt x="3073571" y="6947242"/>
                </a:lnTo>
                <a:lnTo>
                  <a:pt x="3067221" y="6939756"/>
                </a:lnTo>
                <a:close/>
              </a:path>
              <a:path w="5045709" h="10107930">
                <a:moveTo>
                  <a:pt x="2876184" y="7103089"/>
                </a:moveTo>
                <a:lnTo>
                  <a:pt x="2870203" y="7108170"/>
                </a:lnTo>
                <a:lnTo>
                  <a:pt x="2875281" y="7114160"/>
                </a:lnTo>
                <a:lnTo>
                  <a:pt x="2881262" y="7109079"/>
                </a:lnTo>
                <a:lnTo>
                  <a:pt x="2876184" y="7103089"/>
                </a:lnTo>
                <a:close/>
              </a:path>
              <a:path w="5045709" h="10107930">
                <a:moveTo>
                  <a:pt x="2685156" y="7266426"/>
                </a:moveTo>
                <a:lnTo>
                  <a:pt x="2680668" y="7270243"/>
                </a:lnTo>
                <a:lnTo>
                  <a:pt x="2684476" y="7274728"/>
                </a:lnTo>
                <a:lnTo>
                  <a:pt x="2688961" y="7270920"/>
                </a:lnTo>
                <a:lnTo>
                  <a:pt x="2685156" y="7266426"/>
                </a:lnTo>
                <a:close/>
              </a:path>
              <a:path w="5045709" h="10107930">
                <a:moveTo>
                  <a:pt x="2494124" y="7429771"/>
                </a:moveTo>
                <a:lnTo>
                  <a:pt x="2491138" y="7432297"/>
                </a:lnTo>
                <a:lnTo>
                  <a:pt x="2493680" y="7435299"/>
                </a:lnTo>
                <a:lnTo>
                  <a:pt x="2496670" y="7432763"/>
                </a:lnTo>
                <a:lnTo>
                  <a:pt x="2494124" y="7429771"/>
                </a:lnTo>
                <a:close/>
              </a:path>
              <a:path w="5045709" h="10107930">
                <a:moveTo>
                  <a:pt x="4948943" y="5654399"/>
                </a:moveTo>
                <a:lnTo>
                  <a:pt x="4921243" y="5677901"/>
                </a:lnTo>
                <a:lnTo>
                  <a:pt x="4944746" y="5705601"/>
                </a:lnTo>
                <a:lnTo>
                  <a:pt x="4972442" y="5682108"/>
                </a:lnTo>
                <a:lnTo>
                  <a:pt x="4948943" y="5654399"/>
                </a:lnTo>
                <a:close/>
              </a:path>
              <a:path w="5045709" h="10107930">
                <a:moveTo>
                  <a:pt x="4757806" y="5819126"/>
                </a:moveTo>
                <a:lnTo>
                  <a:pt x="4733098" y="5840083"/>
                </a:lnTo>
                <a:lnTo>
                  <a:pt x="4754058" y="5864781"/>
                </a:lnTo>
                <a:lnTo>
                  <a:pt x="4778754" y="5843830"/>
                </a:lnTo>
                <a:lnTo>
                  <a:pt x="4757806" y="5819126"/>
                </a:lnTo>
                <a:close/>
              </a:path>
              <a:path w="5045709" h="10107930">
                <a:moveTo>
                  <a:pt x="4566722" y="5983146"/>
                </a:moveTo>
                <a:lnTo>
                  <a:pt x="4544263" y="6002197"/>
                </a:lnTo>
                <a:lnTo>
                  <a:pt x="4563312" y="6024655"/>
                </a:lnTo>
                <a:lnTo>
                  <a:pt x="4585771" y="6005605"/>
                </a:lnTo>
                <a:lnTo>
                  <a:pt x="4566722" y="5983146"/>
                </a:lnTo>
                <a:close/>
              </a:path>
              <a:path w="5045709" h="10107930">
                <a:moveTo>
                  <a:pt x="4375631" y="6147186"/>
                </a:moveTo>
                <a:lnTo>
                  <a:pt x="4355421" y="6164329"/>
                </a:lnTo>
                <a:lnTo>
                  <a:pt x="4372573" y="6184543"/>
                </a:lnTo>
                <a:lnTo>
                  <a:pt x="4392783" y="6167400"/>
                </a:lnTo>
                <a:lnTo>
                  <a:pt x="4375631" y="6147186"/>
                </a:lnTo>
                <a:close/>
              </a:path>
              <a:path w="5045709" h="10107930">
                <a:moveTo>
                  <a:pt x="4184488" y="6311900"/>
                </a:moveTo>
                <a:lnTo>
                  <a:pt x="4167263" y="6326516"/>
                </a:lnTo>
                <a:lnTo>
                  <a:pt x="4181873" y="6343728"/>
                </a:lnTo>
                <a:lnTo>
                  <a:pt x="4199095" y="6329122"/>
                </a:lnTo>
                <a:lnTo>
                  <a:pt x="4184488" y="6311900"/>
                </a:lnTo>
                <a:close/>
              </a:path>
              <a:path w="5045709" h="10107930">
                <a:moveTo>
                  <a:pt x="3993401" y="6475930"/>
                </a:moveTo>
                <a:lnTo>
                  <a:pt x="3978428" y="6488630"/>
                </a:lnTo>
                <a:lnTo>
                  <a:pt x="3991128" y="6503603"/>
                </a:lnTo>
                <a:lnTo>
                  <a:pt x="4006100" y="6490902"/>
                </a:lnTo>
                <a:lnTo>
                  <a:pt x="3993401" y="6475930"/>
                </a:lnTo>
                <a:close/>
              </a:path>
              <a:path w="5045709" h="10107930">
                <a:moveTo>
                  <a:pt x="3802313" y="6639960"/>
                </a:moveTo>
                <a:lnTo>
                  <a:pt x="3789586" y="6650762"/>
                </a:lnTo>
                <a:lnTo>
                  <a:pt x="3800389" y="6663489"/>
                </a:lnTo>
                <a:lnTo>
                  <a:pt x="3813116" y="6652687"/>
                </a:lnTo>
                <a:lnTo>
                  <a:pt x="3802313" y="6639960"/>
                </a:lnTo>
                <a:close/>
              </a:path>
              <a:path w="5045709" h="10107930">
                <a:moveTo>
                  <a:pt x="3611285" y="6803296"/>
                </a:moveTo>
                <a:lnTo>
                  <a:pt x="3600057" y="6812816"/>
                </a:lnTo>
                <a:lnTo>
                  <a:pt x="3609586" y="6824047"/>
                </a:lnTo>
                <a:lnTo>
                  <a:pt x="3620814" y="6814527"/>
                </a:lnTo>
                <a:lnTo>
                  <a:pt x="3611285" y="6803296"/>
                </a:lnTo>
                <a:close/>
              </a:path>
              <a:path w="5045709" h="10107930">
                <a:moveTo>
                  <a:pt x="3420256" y="6966633"/>
                </a:moveTo>
                <a:lnTo>
                  <a:pt x="3410518" y="6974899"/>
                </a:lnTo>
                <a:lnTo>
                  <a:pt x="3418778" y="6984625"/>
                </a:lnTo>
                <a:lnTo>
                  <a:pt x="3428513" y="6976368"/>
                </a:lnTo>
                <a:lnTo>
                  <a:pt x="3420256" y="6966633"/>
                </a:lnTo>
                <a:close/>
              </a:path>
              <a:path w="5045709" h="10107930">
                <a:moveTo>
                  <a:pt x="3229169" y="7130662"/>
                </a:moveTo>
                <a:lnTo>
                  <a:pt x="3221683" y="7137012"/>
                </a:lnTo>
                <a:lnTo>
                  <a:pt x="3228033" y="7144499"/>
                </a:lnTo>
                <a:lnTo>
                  <a:pt x="3235519" y="7138149"/>
                </a:lnTo>
                <a:lnTo>
                  <a:pt x="3229169" y="7130662"/>
                </a:lnTo>
                <a:close/>
              </a:path>
              <a:path w="5045709" h="10107930">
                <a:moveTo>
                  <a:pt x="3038137" y="7294008"/>
                </a:moveTo>
                <a:lnTo>
                  <a:pt x="3032156" y="7299089"/>
                </a:lnTo>
                <a:lnTo>
                  <a:pt x="3037237" y="7305070"/>
                </a:lnTo>
                <a:lnTo>
                  <a:pt x="3043218" y="7299989"/>
                </a:lnTo>
                <a:lnTo>
                  <a:pt x="3038137" y="7294008"/>
                </a:lnTo>
                <a:close/>
              </a:path>
              <a:path w="5045709" h="10107930">
                <a:moveTo>
                  <a:pt x="2847109" y="7457345"/>
                </a:moveTo>
                <a:lnTo>
                  <a:pt x="2842614" y="7461149"/>
                </a:lnTo>
                <a:lnTo>
                  <a:pt x="2846429" y="7465647"/>
                </a:lnTo>
                <a:lnTo>
                  <a:pt x="2850917" y="7461829"/>
                </a:lnTo>
                <a:lnTo>
                  <a:pt x="2847109" y="7457345"/>
                </a:lnTo>
                <a:close/>
              </a:path>
              <a:path w="5045709" h="10107930">
                <a:moveTo>
                  <a:pt x="2656081" y="7620681"/>
                </a:moveTo>
                <a:lnTo>
                  <a:pt x="2653092" y="7623217"/>
                </a:lnTo>
                <a:lnTo>
                  <a:pt x="2655637" y="7626209"/>
                </a:lnTo>
                <a:lnTo>
                  <a:pt x="2658623" y="7623683"/>
                </a:lnTo>
                <a:lnTo>
                  <a:pt x="2656081" y="7620681"/>
                </a:lnTo>
                <a:close/>
              </a:path>
              <a:path w="5045709" h="10107930">
                <a:moveTo>
                  <a:pt x="2465043" y="7784015"/>
                </a:moveTo>
                <a:lnTo>
                  <a:pt x="2463547" y="7785287"/>
                </a:lnTo>
                <a:lnTo>
                  <a:pt x="2464829" y="7786787"/>
                </a:lnTo>
                <a:lnTo>
                  <a:pt x="2466322" y="7785524"/>
                </a:lnTo>
                <a:lnTo>
                  <a:pt x="2465043" y="7784015"/>
                </a:lnTo>
                <a:close/>
              </a:path>
              <a:path w="5045709" h="10107930">
                <a:moveTo>
                  <a:pt x="4919811" y="6009340"/>
                </a:moveTo>
                <a:lnTo>
                  <a:pt x="4894360" y="6030935"/>
                </a:lnTo>
                <a:lnTo>
                  <a:pt x="4915952" y="6056396"/>
                </a:lnTo>
                <a:lnTo>
                  <a:pt x="4941412" y="6034804"/>
                </a:lnTo>
                <a:lnTo>
                  <a:pt x="4919811" y="6009340"/>
                </a:lnTo>
                <a:close/>
              </a:path>
              <a:path w="5045709" h="10107930">
                <a:moveTo>
                  <a:pt x="4728665" y="6174064"/>
                </a:moveTo>
                <a:lnTo>
                  <a:pt x="4706206" y="6193114"/>
                </a:lnTo>
                <a:lnTo>
                  <a:pt x="4725266" y="6215576"/>
                </a:lnTo>
                <a:lnTo>
                  <a:pt x="4747725" y="6196526"/>
                </a:lnTo>
                <a:lnTo>
                  <a:pt x="4728665" y="6174064"/>
                </a:lnTo>
                <a:close/>
              </a:path>
              <a:path w="5045709" h="10107930">
                <a:moveTo>
                  <a:pt x="4537578" y="6338094"/>
                </a:moveTo>
                <a:lnTo>
                  <a:pt x="4517368" y="6355237"/>
                </a:lnTo>
                <a:lnTo>
                  <a:pt x="4534520" y="6375450"/>
                </a:lnTo>
                <a:lnTo>
                  <a:pt x="4554730" y="6358307"/>
                </a:lnTo>
                <a:lnTo>
                  <a:pt x="4537578" y="6338094"/>
                </a:lnTo>
                <a:close/>
              </a:path>
              <a:path w="5045709" h="10107930">
                <a:moveTo>
                  <a:pt x="4346490" y="6502123"/>
                </a:moveTo>
                <a:lnTo>
                  <a:pt x="4328525" y="6517368"/>
                </a:lnTo>
                <a:lnTo>
                  <a:pt x="4343770" y="6535333"/>
                </a:lnTo>
                <a:lnTo>
                  <a:pt x="4361732" y="6520098"/>
                </a:lnTo>
                <a:lnTo>
                  <a:pt x="4346490" y="6502123"/>
                </a:lnTo>
                <a:close/>
              </a:path>
              <a:path w="5045709" h="10107930">
                <a:moveTo>
                  <a:pt x="4155344" y="6666847"/>
                </a:moveTo>
                <a:lnTo>
                  <a:pt x="4140372" y="6679547"/>
                </a:lnTo>
                <a:lnTo>
                  <a:pt x="4153081" y="6694523"/>
                </a:lnTo>
                <a:lnTo>
                  <a:pt x="4168054" y="6681823"/>
                </a:lnTo>
                <a:lnTo>
                  <a:pt x="4155344" y="6666847"/>
                </a:lnTo>
                <a:close/>
              </a:path>
              <a:path w="5045709" h="10107930">
                <a:moveTo>
                  <a:pt x="3964270" y="6830871"/>
                </a:moveTo>
                <a:lnTo>
                  <a:pt x="3951533" y="6841670"/>
                </a:lnTo>
                <a:lnTo>
                  <a:pt x="3962336" y="6854398"/>
                </a:lnTo>
                <a:lnTo>
                  <a:pt x="3975063" y="6843595"/>
                </a:lnTo>
                <a:lnTo>
                  <a:pt x="3964270" y="6830871"/>
                </a:lnTo>
                <a:close/>
              </a:path>
              <a:path w="5045709" h="10107930">
                <a:moveTo>
                  <a:pt x="3773242" y="6994208"/>
                </a:moveTo>
                <a:lnTo>
                  <a:pt x="3762010" y="7003738"/>
                </a:lnTo>
                <a:lnTo>
                  <a:pt x="3771530" y="7014965"/>
                </a:lnTo>
                <a:lnTo>
                  <a:pt x="3782762" y="7005436"/>
                </a:lnTo>
                <a:lnTo>
                  <a:pt x="3773242" y="6994208"/>
                </a:lnTo>
                <a:close/>
              </a:path>
              <a:path w="5045709" h="10107930">
                <a:moveTo>
                  <a:pt x="3582204" y="7157541"/>
                </a:moveTo>
                <a:lnTo>
                  <a:pt x="3572466" y="7165808"/>
                </a:lnTo>
                <a:lnTo>
                  <a:pt x="3580732" y="7175546"/>
                </a:lnTo>
                <a:lnTo>
                  <a:pt x="3590471" y="7167280"/>
                </a:lnTo>
                <a:lnTo>
                  <a:pt x="3582204" y="7157541"/>
                </a:lnTo>
                <a:close/>
              </a:path>
              <a:path w="5045709" h="10107930">
                <a:moveTo>
                  <a:pt x="3391113" y="7321581"/>
                </a:moveTo>
                <a:lnTo>
                  <a:pt x="3383627" y="7327930"/>
                </a:lnTo>
                <a:lnTo>
                  <a:pt x="3389986" y="7335420"/>
                </a:lnTo>
                <a:lnTo>
                  <a:pt x="3397472" y="7329070"/>
                </a:lnTo>
                <a:lnTo>
                  <a:pt x="3391113" y="7321581"/>
                </a:lnTo>
                <a:close/>
              </a:path>
              <a:path w="5045709" h="10107930">
                <a:moveTo>
                  <a:pt x="3200085" y="7484917"/>
                </a:moveTo>
                <a:lnTo>
                  <a:pt x="3194104" y="7489998"/>
                </a:lnTo>
                <a:lnTo>
                  <a:pt x="3199182" y="7495989"/>
                </a:lnTo>
                <a:lnTo>
                  <a:pt x="3205172" y="7490911"/>
                </a:lnTo>
                <a:lnTo>
                  <a:pt x="3200085" y="7484917"/>
                </a:lnTo>
                <a:close/>
              </a:path>
              <a:path w="5045709" h="10107930">
                <a:moveTo>
                  <a:pt x="3009065" y="7648257"/>
                </a:moveTo>
                <a:lnTo>
                  <a:pt x="3004568" y="7652071"/>
                </a:lnTo>
                <a:lnTo>
                  <a:pt x="3008386" y="7656560"/>
                </a:lnTo>
                <a:lnTo>
                  <a:pt x="3012870" y="7652751"/>
                </a:lnTo>
                <a:lnTo>
                  <a:pt x="3009065" y="7648257"/>
                </a:lnTo>
                <a:close/>
              </a:path>
              <a:path w="5045709" h="10107930">
                <a:moveTo>
                  <a:pt x="2818034" y="7811602"/>
                </a:moveTo>
                <a:lnTo>
                  <a:pt x="2815048" y="7814129"/>
                </a:lnTo>
                <a:lnTo>
                  <a:pt x="2817581" y="7817127"/>
                </a:lnTo>
                <a:lnTo>
                  <a:pt x="2820570" y="7814591"/>
                </a:lnTo>
                <a:lnTo>
                  <a:pt x="2818034" y="7811602"/>
                </a:lnTo>
                <a:close/>
              </a:path>
              <a:path w="5045709" h="10107930">
                <a:moveTo>
                  <a:pt x="2626997" y="7974936"/>
                </a:moveTo>
                <a:lnTo>
                  <a:pt x="2625504" y="7976199"/>
                </a:lnTo>
                <a:lnTo>
                  <a:pt x="2626776" y="7977695"/>
                </a:lnTo>
                <a:lnTo>
                  <a:pt x="2628269" y="7976432"/>
                </a:lnTo>
                <a:lnTo>
                  <a:pt x="2626997" y="7974936"/>
                </a:lnTo>
                <a:close/>
              </a:path>
              <a:path w="5045709" h="10107930">
                <a:moveTo>
                  <a:pt x="4890621" y="6364975"/>
                </a:moveTo>
                <a:lnTo>
                  <a:pt x="4868163" y="6384025"/>
                </a:lnTo>
                <a:lnTo>
                  <a:pt x="4887222" y="6406488"/>
                </a:lnTo>
                <a:lnTo>
                  <a:pt x="4909681" y="6387438"/>
                </a:lnTo>
                <a:lnTo>
                  <a:pt x="4890621" y="6364975"/>
                </a:lnTo>
                <a:close/>
              </a:path>
              <a:path w="5045709" h="10107930">
                <a:moveTo>
                  <a:pt x="4699531" y="6529015"/>
                </a:moveTo>
                <a:lnTo>
                  <a:pt x="4679321" y="6546158"/>
                </a:lnTo>
                <a:lnTo>
                  <a:pt x="4696464" y="6566368"/>
                </a:lnTo>
                <a:lnTo>
                  <a:pt x="4716674" y="6549225"/>
                </a:lnTo>
                <a:lnTo>
                  <a:pt x="4699531" y="6529015"/>
                </a:lnTo>
                <a:close/>
              </a:path>
              <a:path w="5045709" h="10107930">
                <a:moveTo>
                  <a:pt x="4508443" y="6693044"/>
                </a:moveTo>
                <a:lnTo>
                  <a:pt x="4490481" y="6708280"/>
                </a:lnTo>
                <a:lnTo>
                  <a:pt x="4505717" y="6726241"/>
                </a:lnTo>
                <a:lnTo>
                  <a:pt x="4523679" y="6711006"/>
                </a:lnTo>
                <a:lnTo>
                  <a:pt x="4508443" y="6693044"/>
                </a:lnTo>
                <a:close/>
              </a:path>
              <a:path w="5045709" h="10107930">
                <a:moveTo>
                  <a:pt x="4317300" y="6857759"/>
                </a:moveTo>
                <a:lnTo>
                  <a:pt x="4302328" y="6870459"/>
                </a:lnTo>
                <a:lnTo>
                  <a:pt x="4315028" y="6885431"/>
                </a:lnTo>
                <a:lnTo>
                  <a:pt x="4330000" y="6872731"/>
                </a:lnTo>
                <a:lnTo>
                  <a:pt x="4317300" y="6857759"/>
                </a:lnTo>
                <a:close/>
              </a:path>
              <a:path w="5045709" h="10107930">
                <a:moveTo>
                  <a:pt x="4126223" y="7021792"/>
                </a:moveTo>
                <a:lnTo>
                  <a:pt x="4113486" y="7032591"/>
                </a:lnTo>
                <a:lnTo>
                  <a:pt x="4124278" y="7045315"/>
                </a:lnTo>
                <a:lnTo>
                  <a:pt x="4137015" y="7034516"/>
                </a:lnTo>
                <a:lnTo>
                  <a:pt x="4126223" y="7021792"/>
                </a:lnTo>
                <a:close/>
              </a:path>
              <a:path w="5045709" h="10107930">
                <a:moveTo>
                  <a:pt x="3935195" y="7185129"/>
                </a:moveTo>
                <a:lnTo>
                  <a:pt x="3923966" y="7194649"/>
                </a:lnTo>
                <a:lnTo>
                  <a:pt x="3933487" y="7205876"/>
                </a:lnTo>
                <a:lnTo>
                  <a:pt x="3944715" y="7196356"/>
                </a:lnTo>
                <a:lnTo>
                  <a:pt x="3935195" y="7185129"/>
                </a:lnTo>
                <a:close/>
              </a:path>
              <a:path w="5045709" h="10107930">
                <a:moveTo>
                  <a:pt x="3744157" y="7348462"/>
                </a:moveTo>
                <a:lnTo>
                  <a:pt x="3734422" y="7356719"/>
                </a:lnTo>
                <a:lnTo>
                  <a:pt x="3742679" y="7366454"/>
                </a:lnTo>
                <a:lnTo>
                  <a:pt x="3752414" y="7358197"/>
                </a:lnTo>
                <a:lnTo>
                  <a:pt x="3744157" y="7348462"/>
                </a:lnTo>
                <a:close/>
              </a:path>
              <a:path w="5045709" h="10107930">
                <a:moveTo>
                  <a:pt x="3553070" y="7512492"/>
                </a:moveTo>
                <a:lnTo>
                  <a:pt x="3545583" y="7518842"/>
                </a:lnTo>
                <a:lnTo>
                  <a:pt x="3551933" y="7526328"/>
                </a:lnTo>
                <a:lnTo>
                  <a:pt x="3559420" y="7519978"/>
                </a:lnTo>
                <a:lnTo>
                  <a:pt x="3553070" y="7512492"/>
                </a:lnTo>
                <a:close/>
              </a:path>
              <a:path w="5045709" h="10107930">
                <a:moveTo>
                  <a:pt x="3362041" y="7675828"/>
                </a:moveTo>
                <a:lnTo>
                  <a:pt x="3356060" y="7680909"/>
                </a:lnTo>
                <a:lnTo>
                  <a:pt x="3361138" y="7686900"/>
                </a:lnTo>
                <a:lnTo>
                  <a:pt x="3367128" y="7681822"/>
                </a:lnTo>
                <a:lnTo>
                  <a:pt x="3362041" y="7675828"/>
                </a:lnTo>
                <a:close/>
              </a:path>
              <a:path w="5045709" h="10107930">
                <a:moveTo>
                  <a:pt x="3171013" y="7839165"/>
                </a:moveTo>
                <a:lnTo>
                  <a:pt x="3166515" y="7842979"/>
                </a:lnTo>
                <a:lnTo>
                  <a:pt x="3170329" y="7847476"/>
                </a:lnTo>
                <a:lnTo>
                  <a:pt x="3174828" y="7843662"/>
                </a:lnTo>
                <a:lnTo>
                  <a:pt x="3171013" y="7839165"/>
                </a:lnTo>
                <a:close/>
              </a:path>
              <a:path w="5045709" h="10107930">
                <a:moveTo>
                  <a:pt x="2979981" y="8002510"/>
                </a:moveTo>
                <a:lnTo>
                  <a:pt x="2976992" y="8005046"/>
                </a:lnTo>
                <a:lnTo>
                  <a:pt x="2979528" y="8008035"/>
                </a:lnTo>
                <a:lnTo>
                  <a:pt x="2982517" y="8005499"/>
                </a:lnTo>
                <a:lnTo>
                  <a:pt x="2979981" y="8002510"/>
                </a:lnTo>
                <a:close/>
              </a:path>
              <a:path w="5045709" h="10107930">
                <a:moveTo>
                  <a:pt x="2788953" y="8165847"/>
                </a:moveTo>
                <a:lnTo>
                  <a:pt x="2787457" y="8167119"/>
                </a:lnTo>
                <a:lnTo>
                  <a:pt x="2788729" y="8168616"/>
                </a:lnTo>
                <a:lnTo>
                  <a:pt x="2790225" y="8167343"/>
                </a:lnTo>
                <a:lnTo>
                  <a:pt x="2788953" y="8165847"/>
                </a:lnTo>
                <a:close/>
              </a:path>
              <a:path w="5045709" h="10107930">
                <a:moveTo>
                  <a:pt x="5045390" y="6561991"/>
                </a:moveTo>
                <a:lnTo>
                  <a:pt x="5030116" y="6574947"/>
                </a:lnTo>
                <a:lnTo>
                  <a:pt x="5045390" y="6592955"/>
                </a:lnTo>
                <a:lnTo>
                  <a:pt x="5045390" y="6561991"/>
                </a:lnTo>
                <a:close/>
              </a:path>
              <a:path w="5045709" h="10107930">
                <a:moveTo>
                  <a:pt x="4861478" y="6719924"/>
                </a:moveTo>
                <a:lnTo>
                  <a:pt x="4841268" y="6737067"/>
                </a:lnTo>
                <a:lnTo>
                  <a:pt x="4858421" y="6757280"/>
                </a:lnTo>
                <a:lnTo>
                  <a:pt x="4878631" y="6740137"/>
                </a:lnTo>
                <a:lnTo>
                  <a:pt x="4861478" y="6719924"/>
                </a:lnTo>
                <a:close/>
              </a:path>
              <a:path w="5045709" h="10107930">
                <a:moveTo>
                  <a:pt x="4670391" y="6883953"/>
                </a:moveTo>
                <a:lnTo>
                  <a:pt x="4652429" y="6899189"/>
                </a:lnTo>
                <a:lnTo>
                  <a:pt x="4667671" y="6917163"/>
                </a:lnTo>
                <a:lnTo>
                  <a:pt x="4685636" y="6901918"/>
                </a:lnTo>
                <a:lnTo>
                  <a:pt x="4670391" y="6883953"/>
                </a:lnTo>
                <a:close/>
              </a:path>
              <a:path w="5045709" h="10107930">
                <a:moveTo>
                  <a:pt x="4479254" y="7048680"/>
                </a:moveTo>
                <a:lnTo>
                  <a:pt x="4464281" y="7061381"/>
                </a:lnTo>
                <a:lnTo>
                  <a:pt x="4476981" y="7076353"/>
                </a:lnTo>
                <a:lnTo>
                  <a:pt x="4491954" y="7063653"/>
                </a:lnTo>
                <a:lnTo>
                  <a:pt x="4479254" y="7048680"/>
                </a:lnTo>
                <a:close/>
              </a:path>
              <a:path w="5045709" h="10107930">
                <a:moveTo>
                  <a:pt x="4288170" y="7212701"/>
                </a:moveTo>
                <a:lnTo>
                  <a:pt x="4275433" y="7223500"/>
                </a:lnTo>
                <a:lnTo>
                  <a:pt x="4286235" y="7236227"/>
                </a:lnTo>
                <a:lnTo>
                  <a:pt x="4298972" y="7225429"/>
                </a:lnTo>
                <a:lnTo>
                  <a:pt x="4288170" y="7212701"/>
                </a:lnTo>
                <a:close/>
              </a:path>
              <a:path w="5045709" h="10107930">
                <a:moveTo>
                  <a:pt x="4097141" y="7376038"/>
                </a:moveTo>
                <a:lnTo>
                  <a:pt x="4085910" y="7385567"/>
                </a:lnTo>
                <a:lnTo>
                  <a:pt x="4095439" y="7396798"/>
                </a:lnTo>
                <a:lnTo>
                  <a:pt x="4106671" y="7387269"/>
                </a:lnTo>
                <a:lnTo>
                  <a:pt x="4097141" y="7376038"/>
                </a:lnTo>
                <a:close/>
              </a:path>
              <a:path w="5045709" h="10107930">
                <a:moveTo>
                  <a:pt x="3906113" y="7539374"/>
                </a:moveTo>
                <a:lnTo>
                  <a:pt x="3896374" y="7547641"/>
                </a:lnTo>
                <a:lnTo>
                  <a:pt x="3904631" y="7557376"/>
                </a:lnTo>
                <a:lnTo>
                  <a:pt x="3914370" y="7549109"/>
                </a:lnTo>
                <a:lnTo>
                  <a:pt x="3906113" y="7539374"/>
                </a:lnTo>
                <a:close/>
              </a:path>
              <a:path w="5045709" h="10107930">
                <a:moveTo>
                  <a:pt x="3715022" y="7703413"/>
                </a:moveTo>
                <a:lnTo>
                  <a:pt x="3707536" y="7709763"/>
                </a:lnTo>
                <a:lnTo>
                  <a:pt x="3713886" y="7717250"/>
                </a:lnTo>
                <a:lnTo>
                  <a:pt x="3721372" y="7710900"/>
                </a:lnTo>
                <a:lnTo>
                  <a:pt x="3715022" y="7703413"/>
                </a:lnTo>
                <a:close/>
              </a:path>
              <a:path w="5045709" h="10107930">
                <a:moveTo>
                  <a:pt x="3523994" y="7866750"/>
                </a:moveTo>
                <a:lnTo>
                  <a:pt x="3518004" y="7871828"/>
                </a:lnTo>
                <a:lnTo>
                  <a:pt x="3523090" y="7877822"/>
                </a:lnTo>
                <a:lnTo>
                  <a:pt x="3529080" y="7872744"/>
                </a:lnTo>
                <a:lnTo>
                  <a:pt x="3523994" y="7866750"/>
                </a:lnTo>
                <a:close/>
              </a:path>
              <a:path w="5045709" h="10107930">
                <a:moveTo>
                  <a:pt x="3332966" y="8030087"/>
                </a:moveTo>
                <a:lnTo>
                  <a:pt x="3328471" y="8033891"/>
                </a:lnTo>
                <a:lnTo>
                  <a:pt x="3332276" y="8038386"/>
                </a:lnTo>
                <a:lnTo>
                  <a:pt x="3336774" y="8034571"/>
                </a:lnTo>
                <a:lnTo>
                  <a:pt x="3332966" y="8030087"/>
                </a:lnTo>
                <a:close/>
              </a:path>
              <a:path w="5045709" h="10107930">
                <a:moveTo>
                  <a:pt x="3141928" y="8193420"/>
                </a:moveTo>
                <a:lnTo>
                  <a:pt x="3138939" y="8195956"/>
                </a:lnTo>
                <a:lnTo>
                  <a:pt x="3141484" y="8198948"/>
                </a:lnTo>
                <a:lnTo>
                  <a:pt x="3144470" y="8196422"/>
                </a:lnTo>
                <a:lnTo>
                  <a:pt x="3141928" y="8193420"/>
                </a:lnTo>
                <a:close/>
              </a:path>
              <a:path w="5045709" h="10107930">
                <a:moveTo>
                  <a:pt x="2950906" y="8356769"/>
                </a:moveTo>
                <a:lnTo>
                  <a:pt x="2949413" y="8358032"/>
                </a:lnTo>
                <a:lnTo>
                  <a:pt x="2950676" y="8359525"/>
                </a:lnTo>
                <a:lnTo>
                  <a:pt x="2952169" y="8358262"/>
                </a:lnTo>
                <a:lnTo>
                  <a:pt x="2950906" y="8356769"/>
                </a:lnTo>
                <a:close/>
              </a:path>
              <a:path w="5045709" h="10107930">
                <a:moveTo>
                  <a:pt x="5023433" y="6910836"/>
                </a:moveTo>
                <a:lnTo>
                  <a:pt x="5003223" y="6927979"/>
                </a:lnTo>
                <a:lnTo>
                  <a:pt x="5020372" y="6948202"/>
                </a:lnTo>
                <a:lnTo>
                  <a:pt x="5040582" y="6931059"/>
                </a:lnTo>
                <a:lnTo>
                  <a:pt x="5023433" y="6910836"/>
                </a:lnTo>
                <a:close/>
              </a:path>
              <a:path w="5045709" h="10107930">
                <a:moveTo>
                  <a:pt x="4832345" y="7074866"/>
                </a:moveTo>
                <a:lnTo>
                  <a:pt x="4814380" y="7090111"/>
                </a:lnTo>
                <a:lnTo>
                  <a:pt x="4829625" y="7108076"/>
                </a:lnTo>
                <a:lnTo>
                  <a:pt x="4847587" y="7092840"/>
                </a:lnTo>
                <a:lnTo>
                  <a:pt x="4832345" y="7074866"/>
                </a:lnTo>
                <a:close/>
              </a:path>
              <a:path w="5045709" h="10107930">
                <a:moveTo>
                  <a:pt x="4641199" y="7239590"/>
                </a:moveTo>
                <a:lnTo>
                  <a:pt x="4626227" y="7252290"/>
                </a:lnTo>
                <a:lnTo>
                  <a:pt x="4638937" y="7267266"/>
                </a:lnTo>
                <a:lnTo>
                  <a:pt x="4653909" y="7254566"/>
                </a:lnTo>
                <a:lnTo>
                  <a:pt x="4641199" y="7239590"/>
                </a:lnTo>
                <a:close/>
              </a:path>
              <a:path w="5045709" h="10107930">
                <a:moveTo>
                  <a:pt x="4450125" y="7403614"/>
                </a:moveTo>
                <a:lnTo>
                  <a:pt x="4437388" y="7414413"/>
                </a:lnTo>
                <a:lnTo>
                  <a:pt x="4448188" y="7427149"/>
                </a:lnTo>
                <a:lnTo>
                  <a:pt x="4460924" y="7416351"/>
                </a:lnTo>
                <a:lnTo>
                  <a:pt x="4450125" y="7403614"/>
                </a:lnTo>
                <a:close/>
              </a:path>
              <a:path w="5045709" h="10107930">
                <a:moveTo>
                  <a:pt x="4259088" y="7566947"/>
                </a:moveTo>
                <a:lnTo>
                  <a:pt x="4247856" y="7576477"/>
                </a:lnTo>
                <a:lnTo>
                  <a:pt x="4257396" y="7587712"/>
                </a:lnTo>
                <a:lnTo>
                  <a:pt x="4268624" y="7578191"/>
                </a:lnTo>
                <a:lnTo>
                  <a:pt x="4259088" y="7566947"/>
                </a:lnTo>
                <a:close/>
              </a:path>
              <a:path w="5045709" h="10107930">
                <a:moveTo>
                  <a:pt x="4068065" y="7730296"/>
                </a:moveTo>
                <a:lnTo>
                  <a:pt x="4058330" y="7738553"/>
                </a:lnTo>
                <a:lnTo>
                  <a:pt x="4066578" y="7748285"/>
                </a:lnTo>
                <a:lnTo>
                  <a:pt x="4076317" y="7740019"/>
                </a:lnTo>
                <a:lnTo>
                  <a:pt x="4068065" y="7730296"/>
                </a:lnTo>
                <a:close/>
              </a:path>
              <a:path w="5045709" h="10107930">
                <a:moveTo>
                  <a:pt x="3876969" y="7894323"/>
                </a:moveTo>
                <a:lnTo>
                  <a:pt x="3869482" y="7900673"/>
                </a:lnTo>
                <a:lnTo>
                  <a:pt x="3875832" y="7908159"/>
                </a:lnTo>
                <a:lnTo>
                  <a:pt x="3883319" y="7901809"/>
                </a:lnTo>
                <a:lnTo>
                  <a:pt x="3876969" y="7894323"/>
                </a:lnTo>
                <a:close/>
              </a:path>
              <a:path w="5045709" h="10107930">
                <a:moveTo>
                  <a:pt x="3685950" y="8057662"/>
                </a:moveTo>
                <a:lnTo>
                  <a:pt x="3679959" y="8062740"/>
                </a:lnTo>
                <a:lnTo>
                  <a:pt x="3685037" y="8068731"/>
                </a:lnTo>
                <a:lnTo>
                  <a:pt x="3691027" y="8063653"/>
                </a:lnTo>
                <a:lnTo>
                  <a:pt x="3685950" y="8057662"/>
                </a:lnTo>
                <a:close/>
              </a:path>
              <a:path w="5045709" h="10107930">
                <a:moveTo>
                  <a:pt x="3494913" y="8220997"/>
                </a:moveTo>
                <a:lnTo>
                  <a:pt x="3490424" y="8224814"/>
                </a:lnTo>
                <a:lnTo>
                  <a:pt x="3494233" y="8229299"/>
                </a:lnTo>
                <a:lnTo>
                  <a:pt x="3498727" y="8225494"/>
                </a:lnTo>
                <a:lnTo>
                  <a:pt x="3494913" y="8220997"/>
                </a:lnTo>
                <a:close/>
              </a:path>
              <a:path w="5045709" h="10107930">
                <a:moveTo>
                  <a:pt x="3303881" y="8384341"/>
                </a:moveTo>
                <a:lnTo>
                  <a:pt x="3300895" y="8386868"/>
                </a:lnTo>
                <a:lnTo>
                  <a:pt x="3303437" y="8389869"/>
                </a:lnTo>
                <a:lnTo>
                  <a:pt x="3306426" y="8387334"/>
                </a:lnTo>
                <a:lnTo>
                  <a:pt x="3303881" y="8384341"/>
                </a:lnTo>
                <a:close/>
              </a:path>
              <a:path w="5045709" h="10107930">
                <a:moveTo>
                  <a:pt x="3112853" y="8547678"/>
                </a:moveTo>
                <a:lnTo>
                  <a:pt x="3111359" y="8548941"/>
                </a:lnTo>
                <a:lnTo>
                  <a:pt x="3112628" y="8550446"/>
                </a:lnTo>
                <a:lnTo>
                  <a:pt x="3114125" y="8549174"/>
                </a:lnTo>
                <a:lnTo>
                  <a:pt x="3112853" y="8547678"/>
                </a:lnTo>
                <a:close/>
              </a:path>
              <a:path w="5045709" h="10107930">
                <a:moveTo>
                  <a:pt x="4994300" y="7265788"/>
                </a:moveTo>
                <a:lnTo>
                  <a:pt x="4976338" y="7281023"/>
                </a:lnTo>
                <a:lnTo>
                  <a:pt x="4991580" y="7298998"/>
                </a:lnTo>
                <a:lnTo>
                  <a:pt x="5009545" y="7283752"/>
                </a:lnTo>
                <a:lnTo>
                  <a:pt x="4994300" y="7265788"/>
                </a:lnTo>
                <a:close/>
              </a:path>
              <a:path w="5045709" h="10107930">
                <a:moveTo>
                  <a:pt x="4803157" y="7430502"/>
                </a:moveTo>
                <a:lnTo>
                  <a:pt x="4788185" y="7443202"/>
                </a:lnTo>
                <a:lnTo>
                  <a:pt x="4800884" y="7458175"/>
                </a:lnTo>
                <a:lnTo>
                  <a:pt x="4815857" y="7445474"/>
                </a:lnTo>
                <a:lnTo>
                  <a:pt x="4803157" y="7430502"/>
                </a:lnTo>
                <a:close/>
              </a:path>
              <a:path w="5045709" h="10107930">
                <a:moveTo>
                  <a:pt x="4612070" y="7594532"/>
                </a:moveTo>
                <a:lnTo>
                  <a:pt x="4599343" y="7605334"/>
                </a:lnTo>
                <a:lnTo>
                  <a:pt x="4610135" y="7618058"/>
                </a:lnTo>
                <a:lnTo>
                  <a:pt x="4622872" y="7607259"/>
                </a:lnTo>
                <a:lnTo>
                  <a:pt x="4612070" y="7594532"/>
                </a:lnTo>
                <a:close/>
              </a:path>
              <a:path w="5045709" h="10107930">
                <a:moveTo>
                  <a:pt x="4421042" y="7757868"/>
                </a:moveTo>
                <a:lnTo>
                  <a:pt x="4409813" y="7767388"/>
                </a:lnTo>
                <a:lnTo>
                  <a:pt x="4419343" y="7778619"/>
                </a:lnTo>
                <a:lnTo>
                  <a:pt x="4430571" y="7769099"/>
                </a:lnTo>
                <a:lnTo>
                  <a:pt x="4421042" y="7757868"/>
                </a:lnTo>
                <a:close/>
              </a:path>
              <a:path w="5045709" h="10107930">
                <a:moveTo>
                  <a:pt x="4230013" y="7921205"/>
                </a:moveTo>
                <a:lnTo>
                  <a:pt x="4220278" y="7929462"/>
                </a:lnTo>
                <a:lnTo>
                  <a:pt x="4228535" y="7939197"/>
                </a:lnTo>
                <a:lnTo>
                  <a:pt x="4238270" y="7930940"/>
                </a:lnTo>
                <a:lnTo>
                  <a:pt x="4230013" y="7921205"/>
                </a:lnTo>
                <a:close/>
              </a:path>
              <a:path w="5045709" h="10107930">
                <a:moveTo>
                  <a:pt x="4038926" y="8085234"/>
                </a:moveTo>
                <a:lnTo>
                  <a:pt x="4031439" y="8091584"/>
                </a:lnTo>
                <a:lnTo>
                  <a:pt x="4037789" y="8099071"/>
                </a:lnTo>
                <a:lnTo>
                  <a:pt x="4045276" y="8092721"/>
                </a:lnTo>
                <a:lnTo>
                  <a:pt x="4038926" y="8085234"/>
                </a:lnTo>
                <a:close/>
              </a:path>
              <a:path w="5045709" h="10107930">
                <a:moveTo>
                  <a:pt x="3847897" y="8248571"/>
                </a:moveTo>
                <a:lnTo>
                  <a:pt x="3841907" y="8253649"/>
                </a:lnTo>
                <a:lnTo>
                  <a:pt x="3846994" y="8259642"/>
                </a:lnTo>
                <a:lnTo>
                  <a:pt x="3852975" y="8254561"/>
                </a:lnTo>
                <a:lnTo>
                  <a:pt x="3847897" y="8248571"/>
                </a:lnTo>
                <a:close/>
              </a:path>
              <a:path w="5045709" h="10107930">
                <a:moveTo>
                  <a:pt x="3656867" y="8411917"/>
                </a:moveTo>
                <a:lnTo>
                  <a:pt x="3652381" y="8415725"/>
                </a:lnTo>
                <a:lnTo>
                  <a:pt x="3656187" y="8420219"/>
                </a:lnTo>
                <a:lnTo>
                  <a:pt x="3660685" y="8416405"/>
                </a:lnTo>
                <a:lnTo>
                  <a:pt x="3656867" y="8411917"/>
                </a:lnTo>
                <a:close/>
              </a:path>
              <a:path w="5045709" h="10107930">
                <a:moveTo>
                  <a:pt x="3465838" y="8575253"/>
                </a:moveTo>
                <a:lnTo>
                  <a:pt x="3462848" y="8577789"/>
                </a:lnTo>
                <a:lnTo>
                  <a:pt x="3465394" y="8580781"/>
                </a:lnTo>
                <a:lnTo>
                  <a:pt x="3468380" y="8578255"/>
                </a:lnTo>
                <a:lnTo>
                  <a:pt x="3465838" y="8575253"/>
                </a:lnTo>
                <a:close/>
              </a:path>
              <a:path w="5045709" h="10107930">
                <a:moveTo>
                  <a:pt x="3274809" y="8738590"/>
                </a:moveTo>
                <a:lnTo>
                  <a:pt x="3273313" y="8739862"/>
                </a:lnTo>
                <a:lnTo>
                  <a:pt x="3274576" y="8741355"/>
                </a:lnTo>
                <a:lnTo>
                  <a:pt x="3276072" y="8740083"/>
                </a:lnTo>
                <a:lnTo>
                  <a:pt x="3274809" y="8738590"/>
                </a:lnTo>
                <a:close/>
              </a:path>
              <a:path w="5045709" h="10107930">
                <a:moveTo>
                  <a:pt x="4965111" y="7621424"/>
                </a:moveTo>
                <a:lnTo>
                  <a:pt x="4950138" y="7634124"/>
                </a:lnTo>
                <a:lnTo>
                  <a:pt x="4962838" y="7649096"/>
                </a:lnTo>
                <a:lnTo>
                  <a:pt x="4977811" y="7636396"/>
                </a:lnTo>
                <a:lnTo>
                  <a:pt x="4965111" y="7621424"/>
                </a:lnTo>
                <a:close/>
              </a:path>
              <a:path w="5045709" h="10107930">
                <a:moveTo>
                  <a:pt x="4774026" y="7785444"/>
                </a:moveTo>
                <a:lnTo>
                  <a:pt x="4761300" y="7796247"/>
                </a:lnTo>
                <a:lnTo>
                  <a:pt x="4772092" y="7808971"/>
                </a:lnTo>
                <a:lnTo>
                  <a:pt x="4784819" y="7798168"/>
                </a:lnTo>
                <a:lnTo>
                  <a:pt x="4774026" y="7785444"/>
                </a:lnTo>
                <a:close/>
              </a:path>
              <a:path w="5045709" h="10107930">
                <a:moveTo>
                  <a:pt x="4582998" y="7948781"/>
                </a:moveTo>
                <a:lnTo>
                  <a:pt x="4571767" y="7958311"/>
                </a:lnTo>
                <a:lnTo>
                  <a:pt x="4581296" y="7969542"/>
                </a:lnTo>
                <a:lnTo>
                  <a:pt x="4592528" y="7960012"/>
                </a:lnTo>
                <a:lnTo>
                  <a:pt x="4582998" y="7948781"/>
                </a:lnTo>
                <a:close/>
              </a:path>
              <a:path w="5045709" h="10107930">
                <a:moveTo>
                  <a:pt x="4391970" y="8112117"/>
                </a:moveTo>
                <a:lnTo>
                  <a:pt x="4382231" y="8120384"/>
                </a:lnTo>
                <a:lnTo>
                  <a:pt x="4390488" y="8130119"/>
                </a:lnTo>
                <a:lnTo>
                  <a:pt x="4400227" y="8121853"/>
                </a:lnTo>
                <a:lnTo>
                  <a:pt x="4391970" y="8112117"/>
                </a:lnTo>
                <a:close/>
              </a:path>
              <a:path w="5045709" h="10107930">
                <a:moveTo>
                  <a:pt x="4200879" y="8276157"/>
                </a:moveTo>
                <a:lnTo>
                  <a:pt x="4193393" y="8282507"/>
                </a:lnTo>
                <a:lnTo>
                  <a:pt x="4199743" y="8289993"/>
                </a:lnTo>
                <a:lnTo>
                  <a:pt x="4207229" y="8283643"/>
                </a:lnTo>
                <a:lnTo>
                  <a:pt x="4200879" y="8276157"/>
                </a:lnTo>
                <a:close/>
              </a:path>
              <a:path w="5045709" h="10107930">
                <a:moveTo>
                  <a:pt x="4009851" y="8439493"/>
                </a:moveTo>
                <a:lnTo>
                  <a:pt x="4003861" y="8444571"/>
                </a:lnTo>
                <a:lnTo>
                  <a:pt x="4008947" y="8450565"/>
                </a:lnTo>
                <a:lnTo>
                  <a:pt x="4014928" y="8445484"/>
                </a:lnTo>
                <a:lnTo>
                  <a:pt x="4009851" y="8439493"/>
                </a:lnTo>
                <a:close/>
              </a:path>
              <a:path w="5045709" h="10107930">
                <a:moveTo>
                  <a:pt x="3818813" y="8602827"/>
                </a:moveTo>
                <a:lnTo>
                  <a:pt x="3814329" y="8606635"/>
                </a:lnTo>
                <a:lnTo>
                  <a:pt x="3818143" y="8611132"/>
                </a:lnTo>
                <a:lnTo>
                  <a:pt x="3822628" y="8607324"/>
                </a:lnTo>
                <a:lnTo>
                  <a:pt x="3818813" y="8602827"/>
                </a:lnTo>
                <a:close/>
              </a:path>
              <a:path w="5045709" h="10107930">
                <a:moveTo>
                  <a:pt x="3627791" y="8766175"/>
                </a:moveTo>
                <a:lnTo>
                  <a:pt x="3624805" y="8768702"/>
                </a:lnTo>
                <a:lnTo>
                  <a:pt x="3627340" y="8771690"/>
                </a:lnTo>
                <a:lnTo>
                  <a:pt x="3630326" y="8769164"/>
                </a:lnTo>
                <a:lnTo>
                  <a:pt x="3627791" y="8766175"/>
                </a:lnTo>
                <a:close/>
              </a:path>
              <a:path w="5045709" h="10107930">
                <a:moveTo>
                  <a:pt x="3436763" y="8929512"/>
                </a:moveTo>
                <a:lnTo>
                  <a:pt x="3435270" y="8930775"/>
                </a:lnTo>
                <a:lnTo>
                  <a:pt x="3436533" y="8932268"/>
                </a:lnTo>
                <a:lnTo>
                  <a:pt x="3438026" y="8931005"/>
                </a:lnTo>
                <a:lnTo>
                  <a:pt x="3436763" y="8929512"/>
                </a:lnTo>
                <a:close/>
              </a:path>
              <a:path w="5045709" h="10107930">
                <a:moveTo>
                  <a:pt x="4935978" y="7976365"/>
                </a:moveTo>
                <a:lnTo>
                  <a:pt x="4923251" y="7987167"/>
                </a:lnTo>
                <a:lnTo>
                  <a:pt x="4934044" y="7999891"/>
                </a:lnTo>
                <a:lnTo>
                  <a:pt x="4946771" y="7989089"/>
                </a:lnTo>
                <a:lnTo>
                  <a:pt x="4935978" y="7976365"/>
                </a:lnTo>
                <a:close/>
              </a:path>
              <a:path w="5045709" h="10107930">
                <a:moveTo>
                  <a:pt x="4744950" y="8139702"/>
                </a:moveTo>
                <a:lnTo>
                  <a:pt x="4733722" y="8149222"/>
                </a:lnTo>
                <a:lnTo>
                  <a:pt x="4743251" y="8160453"/>
                </a:lnTo>
                <a:lnTo>
                  <a:pt x="4754479" y="8150933"/>
                </a:lnTo>
                <a:lnTo>
                  <a:pt x="4744950" y="8139702"/>
                </a:lnTo>
                <a:close/>
              </a:path>
              <a:path w="5045709" h="10107930">
                <a:moveTo>
                  <a:pt x="4553922" y="8303038"/>
                </a:moveTo>
                <a:lnTo>
                  <a:pt x="4544186" y="8311295"/>
                </a:lnTo>
                <a:lnTo>
                  <a:pt x="4552443" y="8321030"/>
                </a:lnTo>
                <a:lnTo>
                  <a:pt x="4562179" y="8312773"/>
                </a:lnTo>
                <a:lnTo>
                  <a:pt x="4553922" y="8303038"/>
                </a:lnTo>
                <a:close/>
              </a:path>
              <a:path w="5045709" h="10107930">
                <a:moveTo>
                  <a:pt x="4362834" y="8467068"/>
                </a:moveTo>
                <a:lnTo>
                  <a:pt x="4355348" y="8473418"/>
                </a:lnTo>
                <a:lnTo>
                  <a:pt x="4361698" y="8480904"/>
                </a:lnTo>
                <a:lnTo>
                  <a:pt x="4369184" y="8474554"/>
                </a:lnTo>
                <a:lnTo>
                  <a:pt x="4362834" y="8467068"/>
                </a:lnTo>
                <a:close/>
              </a:path>
              <a:path w="5045709" h="10107930">
                <a:moveTo>
                  <a:pt x="4171797" y="8630401"/>
                </a:moveTo>
                <a:lnTo>
                  <a:pt x="4165816" y="8635482"/>
                </a:lnTo>
                <a:lnTo>
                  <a:pt x="4170902" y="8641476"/>
                </a:lnTo>
                <a:lnTo>
                  <a:pt x="4176883" y="8636395"/>
                </a:lnTo>
                <a:lnTo>
                  <a:pt x="4171797" y="8630401"/>
                </a:lnTo>
                <a:close/>
              </a:path>
              <a:path w="5045709" h="10107930">
                <a:moveTo>
                  <a:pt x="3980768" y="8793738"/>
                </a:moveTo>
                <a:lnTo>
                  <a:pt x="3976280" y="8797556"/>
                </a:lnTo>
                <a:lnTo>
                  <a:pt x="3980089" y="8802041"/>
                </a:lnTo>
                <a:lnTo>
                  <a:pt x="3984574" y="8798232"/>
                </a:lnTo>
                <a:lnTo>
                  <a:pt x="3980768" y="8793738"/>
                </a:lnTo>
                <a:close/>
              </a:path>
              <a:path w="5045709" h="10107930">
                <a:moveTo>
                  <a:pt x="3789737" y="8957083"/>
                </a:moveTo>
                <a:lnTo>
                  <a:pt x="3786751" y="8959610"/>
                </a:lnTo>
                <a:lnTo>
                  <a:pt x="3789293" y="8962611"/>
                </a:lnTo>
                <a:lnTo>
                  <a:pt x="3792282" y="8960076"/>
                </a:lnTo>
                <a:lnTo>
                  <a:pt x="3789737" y="8957083"/>
                </a:lnTo>
                <a:close/>
              </a:path>
              <a:path w="5045709" h="10107930">
                <a:moveTo>
                  <a:pt x="3598718" y="9120423"/>
                </a:moveTo>
                <a:lnTo>
                  <a:pt x="3597221" y="9121696"/>
                </a:lnTo>
                <a:lnTo>
                  <a:pt x="3598484" y="9123189"/>
                </a:lnTo>
                <a:lnTo>
                  <a:pt x="3599981" y="9121916"/>
                </a:lnTo>
                <a:lnTo>
                  <a:pt x="3598718" y="9120423"/>
                </a:lnTo>
                <a:close/>
              </a:path>
              <a:path w="5045709" h="10107930">
                <a:moveTo>
                  <a:pt x="4906906" y="8330614"/>
                </a:moveTo>
                <a:lnTo>
                  <a:pt x="4895674" y="8340144"/>
                </a:lnTo>
                <a:lnTo>
                  <a:pt x="4905194" y="8351371"/>
                </a:lnTo>
                <a:lnTo>
                  <a:pt x="4916426" y="8341842"/>
                </a:lnTo>
                <a:lnTo>
                  <a:pt x="4906906" y="8330614"/>
                </a:lnTo>
                <a:close/>
              </a:path>
              <a:path w="5045709" h="10107930">
                <a:moveTo>
                  <a:pt x="4715868" y="8493947"/>
                </a:moveTo>
                <a:lnTo>
                  <a:pt x="4706130" y="8502214"/>
                </a:lnTo>
                <a:lnTo>
                  <a:pt x="4714390" y="8511940"/>
                </a:lnTo>
                <a:lnTo>
                  <a:pt x="4724125" y="8503683"/>
                </a:lnTo>
                <a:lnTo>
                  <a:pt x="4715868" y="8493947"/>
                </a:lnTo>
                <a:close/>
              </a:path>
              <a:path w="5045709" h="10107930">
                <a:moveTo>
                  <a:pt x="4524787" y="8657990"/>
                </a:moveTo>
                <a:lnTo>
                  <a:pt x="4517301" y="8664340"/>
                </a:lnTo>
                <a:lnTo>
                  <a:pt x="4523651" y="8671826"/>
                </a:lnTo>
                <a:lnTo>
                  <a:pt x="4531137" y="8665476"/>
                </a:lnTo>
                <a:lnTo>
                  <a:pt x="4524787" y="8657990"/>
                </a:lnTo>
                <a:close/>
              </a:path>
              <a:path w="5045709" h="10107930">
                <a:moveTo>
                  <a:pt x="4333750" y="8821324"/>
                </a:moveTo>
                <a:lnTo>
                  <a:pt x="4327769" y="8826404"/>
                </a:lnTo>
                <a:lnTo>
                  <a:pt x="4332850" y="8832385"/>
                </a:lnTo>
                <a:lnTo>
                  <a:pt x="4338831" y="8827304"/>
                </a:lnTo>
                <a:lnTo>
                  <a:pt x="4333750" y="8821324"/>
                </a:lnTo>
                <a:close/>
              </a:path>
              <a:path w="5045709" h="10107930">
                <a:moveTo>
                  <a:pt x="4142723" y="8984660"/>
                </a:moveTo>
                <a:lnTo>
                  <a:pt x="4138237" y="8988468"/>
                </a:lnTo>
                <a:lnTo>
                  <a:pt x="4142042" y="8992963"/>
                </a:lnTo>
                <a:lnTo>
                  <a:pt x="4146531" y="8989145"/>
                </a:lnTo>
                <a:lnTo>
                  <a:pt x="4142723" y="8984660"/>
                </a:lnTo>
                <a:close/>
              </a:path>
              <a:path w="5045709" h="10107930">
                <a:moveTo>
                  <a:pt x="3951693" y="9147996"/>
                </a:moveTo>
                <a:lnTo>
                  <a:pt x="3948704" y="9150532"/>
                </a:lnTo>
                <a:lnTo>
                  <a:pt x="3951250" y="9153525"/>
                </a:lnTo>
                <a:lnTo>
                  <a:pt x="3954236" y="9150998"/>
                </a:lnTo>
                <a:lnTo>
                  <a:pt x="3951693" y="9147996"/>
                </a:lnTo>
                <a:close/>
              </a:path>
              <a:path w="5045709" h="10107930">
                <a:moveTo>
                  <a:pt x="3760656" y="9311330"/>
                </a:moveTo>
                <a:lnTo>
                  <a:pt x="3759160" y="9312602"/>
                </a:lnTo>
                <a:lnTo>
                  <a:pt x="3760442" y="9314102"/>
                </a:lnTo>
                <a:lnTo>
                  <a:pt x="3761935" y="9312838"/>
                </a:lnTo>
                <a:lnTo>
                  <a:pt x="3760656" y="9311330"/>
                </a:lnTo>
                <a:close/>
              </a:path>
              <a:path w="5045709" h="10107930">
                <a:moveTo>
                  <a:pt x="4877762" y="8685564"/>
                </a:moveTo>
                <a:lnTo>
                  <a:pt x="4868782" y="8693176"/>
                </a:lnTo>
                <a:lnTo>
                  <a:pt x="4876401" y="8702168"/>
                </a:lnTo>
                <a:lnTo>
                  <a:pt x="4885383" y="8694545"/>
                </a:lnTo>
                <a:lnTo>
                  <a:pt x="4877762" y="8685564"/>
                </a:lnTo>
                <a:close/>
              </a:path>
              <a:path w="5045709" h="10107930">
                <a:moveTo>
                  <a:pt x="4686733" y="8848900"/>
                </a:moveTo>
                <a:lnTo>
                  <a:pt x="4679247" y="8855250"/>
                </a:lnTo>
                <a:lnTo>
                  <a:pt x="4685596" y="8862736"/>
                </a:lnTo>
                <a:lnTo>
                  <a:pt x="4693083" y="8856386"/>
                </a:lnTo>
                <a:lnTo>
                  <a:pt x="4686733" y="8848900"/>
                </a:lnTo>
                <a:close/>
              </a:path>
              <a:path w="5045709" h="10107930">
                <a:moveTo>
                  <a:pt x="4495695" y="9012233"/>
                </a:moveTo>
                <a:lnTo>
                  <a:pt x="4489715" y="9017314"/>
                </a:lnTo>
                <a:lnTo>
                  <a:pt x="4494792" y="9023305"/>
                </a:lnTo>
                <a:lnTo>
                  <a:pt x="4500782" y="9018227"/>
                </a:lnTo>
                <a:lnTo>
                  <a:pt x="4495695" y="9012233"/>
                </a:lnTo>
                <a:close/>
              </a:path>
              <a:path w="5045709" h="10107930">
                <a:moveTo>
                  <a:pt x="4304675" y="9175573"/>
                </a:moveTo>
                <a:lnTo>
                  <a:pt x="4300178" y="9179387"/>
                </a:lnTo>
                <a:lnTo>
                  <a:pt x="4303996" y="9183876"/>
                </a:lnTo>
                <a:lnTo>
                  <a:pt x="4308480" y="9180067"/>
                </a:lnTo>
                <a:lnTo>
                  <a:pt x="4304675" y="9175573"/>
                </a:lnTo>
                <a:close/>
              </a:path>
              <a:path w="5045709" h="10107930">
                <a:moveTo>
                  <a:pt x="4113645" y="9338919"/>
                </a:moveTo>
                <a:lnTo>
                  <a:pt x="4110659" y="9341445"/>
                </a:lnTo>
                <a:lnTo>
                  <a:pt x="4113191" y="9344443"/>
                </a:lnTo>
                <a:lnTo>
                  <a:pt x="4116180" y="9341907"/>
                </a:lnTo>
                <a:lnTo>
                  <a:pt x="4113645" y="9338919"/>
                </a:lnTo>
                <a:close/>
              </a:path>
              <a:path w="5045709" h="10107930">
                <a:moveTo>
                  <a:pt x="5039719" y="8876477"/>
                </a:moveTo>
                <a:lnTo>
                  <a:pt x="5030736" y="8884099"/>
                </a:lnTo>
                <a:lnTo>
                  <a:pt x="5038349" y="8893079"/>
                </a:lnTo>
                <a:lnTo>
                  <a:pt x="5045390" y="8887104"/>
                </a:lnTo>
                <a:lnTo>
                  <a:pt x="5045390" y="8883166"/>
                </a:lnTo>
                <a:lnTo>
                  <a:pt x="5039719" y="8876477"/>
                </a:lnTo>
                <a:close/>
              </a:path>
              <a:path w="5045709" h="10107930">
                <a:moveTo>
                  <a:pt x="4848681" y="9039810"/>
                </a:moveTo>
                <a:lnTo>
                  <a:pt x="4841195" y="9046160"/>
                </a:lnTo>
                <a:lnTo>
                  <a:pt x="4847545" y="9053646"/>
                </a:lnTo>
                <a:lnTo>
                  <a:pt x="4855031" y="9047296"/>
                </a:lnTo>
                <a:lnTo>
                  <a:pt x="4848681" y="9039810"/>
                </a:lnTo>
                <a:close/>
              </a:path>
              <a:path w="5045709" h="10107930">
                <a:moveTo>
                  <a:pt x="4657653" y="9203147"/>
                </a:moveTo>
                <a:lnTo>
                  <a:pt x="4651672" y="9208228"/>
                </a:lnTo>
                <a:lnTo>
                  <a:pt x="4656749" y="9214218"/>
                </a:lnTo>
                <a:lnTo>
                  <a:pt x="4662740" y="9209140"/>
                </a:lnTo>
                <a:lnTo>
                  <a:pt x="4657653" y="9203147"/>
                </a:lnTo>
                <a:close/>
              </a:path>
              <a:path w="5045709" h="10107930">
                <a:moveTo>
                  <a:pt x="4466625" y="9366483"/>
                </a:moveTo>
                <a:lnTo>
                  <a:pt x="4462127" y="9370297"/>
                </a:lnTo>
                <a:lnTo>
                  <a:pt x="4465941" y="9374795"/>
                </a:lnTo>
                <a:lnTo>
                  <a:pt x="4470439" y="9370981"/>
                </a:lnTo>
                <a:lnTo>
                  <a:pt x="4466625" y="9366483"/>
                </a:lnTo>
                <a:close/>
              </a:path>
              <a:path w="5045709" h="10107930">
                <a:moveTo>
                  <a:pt x="4275593" y="9529829"/>
                </a:moveTo>
                <a:lnTo>
                  <a:pt x="4272604" y="9532364"/>
                </a:lnTo>
                <a:lnTo>
                  <a:pt x="4275139" y="9535353"/>
                </a:lnTo>
                <a:lnTo>
                  <a:pt x="4278128" y="9532818"/>
                </a:lnTo>
                <a:lnTo>
                  <a:pt x="4275593" y="9529829"/>
                </a:lnTo>
                <a:close/>
              </a:path>
              <a:path w="5045709" h="10107930">
                <a:moveTo>
                  <a:pt x="5010578" y="9231417"/>
                </a:moveTo>
                <a:lnTo>
                  <a:pt x="5003845" y="9237133"/>
                </a:lnTo>
                <a:lnTo>
                  <a:pt x="5009557" y="9243876"/>
                </a:lnTo>
                <a:lnTo>
                  <a:pt x="5016294" y="9238151"/>
                </a:lnTo>
                <a:lnTo>
                  <a:pt x="5010578" y="9231417"/>
                </a:lnTo>
                <a:close/>
              </a:path>
              <a:path w="5045709" h="10107930">
                <a:moveTo>
                  <a:pt x="4819559" y="9394757"/>
                </a:moveTo>
                <a:lnTo>
                  <a:pt x="4814308" y="9399206"/>
                </a:lnTo>
                <a:lnTo>
                  <a:pt x="4818751" y="9404443"/>
                </a:lnTo>
                <a:lnTo>
                  <a:pt x="4824002" y="9399995"/>
                </a:lnTo>
                <a:lnTo>
                  <a:pt x="4819559" y="9394757"/>
                </a:lnTo>
                <a:close/>
              </a:path>
              <a:path w="5045709" h="10107930">
                <a:moveTo>
                  <a:pt x="4628522" y="9558090"/>
                </a:moveTo>
                <a:lnTo>
                  <a:pt x="4624777" y="9561269"/>
                </a:lnTo>
                <a:lnTo>
                  <a:pt x="4627956" y="9565014"/>
                </a:lnTo>
                <a:lnTo>
                  <a:pt x="4631701" y="9561835"/>
                </a:lnTo>
                <a:lnTo>
                  <a:pt x="4628522" y="9558090"/>
                </a:lnTo>
                <a:close/>
              </a:path>
              <a:path w="5045709" h="10107930">
                <a:moveTo>
                  <a:pt x="4437494" y="9721426"/>
                </a:moveTo>
                <a:lnTo>
                  <a:pt x="4435241" y="9723343"/>
                </a:lnTo>
                <a:lnTo>
                  <a:pt x="4437148" y="9725591"/>
                </a:lnTo>
                <a:lnTo>
                  <a:pt x="4439401" y="9723675"/>
                </a:lnTo>
                <a:lnTo>
                  <a:pt x="4437494" y="9721426"/>
                </a:lnTo>
                <a:close/>
              </a:path>
              <a:path w="5045709" h="10107930">
                <a:moveTo>
                  <a:pt x="4981507" y="9585667"/>
                </a:moveTo>
                <a:lnTo>
                  <a:pt x="4976256" y="9590116"/>
                </a:lnTo>
                <a:lnTo>
                  <a:pt x="4980704" y="9595366"/>
                </a:lnTo>
                <a:lnTo>
                  <a:pt x="4985955" y="9590917"/>
                </a:lnTo>
                <a:lnTo>
                  <a:pt x="4981507" y="9585667"/>
                </a:lnTo>
                <a:close/>
              </a:path>
              <a:path w="5045709" h="10107930">
                <a:moveTo>
                  <a:pt x="4790475" y="9749012"/>
                </a:moveTo>
                <a:lnTo>
                  <a:pt x="4786733" y="9752183"/>
                </a:lnTo>
                <a:lnTo>
                  <a:pt x="4789912" y="9755927"/>
                </a:lnTo>
                <a:lnTo>
                  <a:pt x="4793654" y="9752757"/>
                </a:lnTo>
                <a:lnTo>
                  <a:pt x="4790475" y="9749012"/>
                </a:lnTo>
                <a:close/>
              </a:path>
              <a:path w="5045709" h="10107930">
                <a:moveTo>
                  <a:pt x="4599447" y="9912349"/>
                </a:moveTo>
                <a:lnTo>
                  <a:pt x="4597198" y="9914256"/>
                </a:lnTo>
                <a:lnTo>
                  <a:pt x="4599096" y="9916501"/>
                </a:lnTo>
                <a:lnTo>
                  <a:pt x="4601348" y="9914585"/>
                </a:lnTo>
                <a:lnTo>
                  <a:pt x="4599447" y="9912349"/>
                </a:lnTo>
                <a:close/>
              </a:path>
              <a:path w="5045709" h="10107930">
                <a:moveTo>
                  <a:pt x="4952424" y="9939921"/>
                </a:moveTo>
                <a:lnTo>
                  <a:pt x="4948682" y="9943092"/>
                </a:lnTo>
                <a:lnTo>
                  <a:pt x="4951861" y="9946836"/>
                </a:lnTo>
                <a:lnTo>
                  <a:pt x="4955603" y="9943666"/>
                </a:lnTo>
                <a:lnTo>
                  <a:pt x="4952424" y="9939921"/>
                </a:lnTo>
                <a:close/>
              </a:path>
              <a:path w="5045709" h="10107930">
                <a:moveTo>
                  <a:pt x="4761405" y="10103261"/>
                </a:moveTo>
                <a:lnTo>
                  <a:pt x="4759152" y="10105177"/>
                </a:lnTo>
                <a:lnTo>
                  <a:pt x="4761054" y="10107414"/>
                </a:lnTo>
                <a:lnTo>
                  <a:pt x="4763303" y="10105506"/>
                </a:lnTo>
                <a:lnTo>
                  <a:pt x="4761405" y="10103261"/>
                </a:lnTo>
                <a:close/>
              </a:path>
            </a:pathLst>
          </a:custGeom>
          <a:solidFill>
            <a:srgbClr val="37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463250" y="1045655"/>
            <a:ext cx="690880" cy="690880"/>
            <a:chOff x="8463250" y="1045655"/>
            <a:chExt cx="690880" cy="6908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2775" y="1055180"/>
              <a:ext cx="671901" cy="67190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72775" y="1055180"/>
              <a:ext cx="671830" cy="671830"/>
            </a:xfrm>
            <a:custGeom>
              <a:avLst/>
              <a:gdLst/>
              <a:ahLst/>
              <a:cxnLst/>
              <a:rect l="l" t="t" r="r" b="b"/>
              <a:pathLst>
                <a:path w="671829" h="671830">
                  <a:moveTo>
                    <a:pt x="335905" y="0"/>
                  </a:moveTo>
                  <a:lnTo>
                    <a:pt x="286267" y="3642"/>
                  </a:lnTo>
                  <a:lnTo>
                    <a:pt x="238891" y="14221"/>
                  </a:lnTo>
                  <a:lnTo>
                    <a:pt x="194295" y="31219"/>
                  </a:lnTo>
                  <a:lnTo>
                    <a:pt x="153001" y="54116"/>
                  </a:lnTo>
                  <a:lnTo>
                    <a:pt x="115526" y="82391"/>
                  </a:lnTo>
                  <a:lnTo>
                    <a:pt x="82391" y="115526"/>
                  </a:lnTo>
                  <a:lnTo>
                    <a:pt x="54116" y="153001"/>
                  </a:lnTo>
                  <a:lnTo>
                    <a:pt x="31219" y="194295"/>
                  </a:lnTo>
                  <a:lnTo>
                    <a:pt x="14221" y="238891"/>
                  </a:lnTo>
                  <a:lnTo>
                    <a:pt x="3642" y="286267"/>
                  </a:lnTo>
                  <a:lnTo>
                    <a:pt x="0" y="335905"/>
                  </a:lnTo>
                  <a:lnTo>
                    <a:pt x="3642" y="385542"/>
                  </a:lnTo>
                  <a:lnTo>
                    <a:pt x="14221" y="432918"/>
                  </a:lnTo>
                  <a:lnTo>
                    <a:pt x="31219" y="477514"/>
                  </a:lnTo>
                  <a:lnTo>
                    <a:pt x="54116" y="518808"/>
                  </a:lnTo>
                  <a:lnTo>
                    <a:pt x="82391" y="556283"/>
                  </a:lnTo>
                  <a:lnTo>
                    <a:pt x="115526" y="589418"/>
                  </a:lnTo>
                  <a:lnTo>
                    <a:pt x="153001" y="617693"/>
                  </a:lnTo>
                  <a:lnTo>
                    <a:pt x="194295" y="640590"/>
                  </a:lnTo>
                  <a:lnTo>
                    <a:pt x="238891" y="657588"/>
                  </a:lnTo>
                  <a:lnTo>
                    <a:pt x="286267" y="668167"/>
                  </a:lnTo>
                  <a:lnTo>
                    <a:pt x="335905" y="671810"/>
                  </a:lnTo>
                  <a:lnTo>
                    <a:pt x="385542" y="668167"/>
                  </a:lnTo>
                  <a:lnTo>
                    <a:pt x="432918" y="657588"/>
                  </a:lnTo>
                  <a:lnTo>
                    <a:pt x="477514" y="640590"/>
                  </a:lnTo>
                  <a:lnTo>
                    <a:pt x="518808" y="617693"/>
                  </a:lnTo>
                  <a:lnTo>
                    <a:pt x="556283" y="589418"/>
                  </a:lnTo>
                  <a:lnTo>
                    <a:pt x="589418" y="556283"/>
                  </a:lnTo>
                  <a:lnTo>
                    <a:pt x="617693" y="518808"/>
                  </a:lnTo>
                  <a:lnTo>
                    <a:pt x="640590" y="477514"/>
                  </a:lnTo>
                  <a:lnTo>
                    <a:pt x="657588" y="432918"/>
                  </a:lnTo>
                  <a:lnTo>
                    <a:pt x="668167" y="385542"/>
                  </a:lnTo>
                  <a:lnTo>
                    <a:pt x="671810" y="335905"/>
                  </a:lnTo>
                  <a:lnTo>
                    <a:pt x="668167" y="286267"/>
                  </a:lnTo>
                  <a:lnTo>
                    <a:pt x="657588" y="238891"/>
                  </a:lnTo>
                  <a:lnTo>
                    <a:pt x="640590" y="194295"/>
                  </a:lnTo>
                  <a:lnTo>
                    <a:pt x="617693" y="153001"/>
                  </a:lnTo>
                  <a:lnTo>
                    <a:pt x="589418" y="115526"/>
                  </a:lnTo>
                  <a:lnTo>
                    <a:pt x="556283" y="82391"/>
                  </a:lnTo>
                  <a:lnTo>
                    <a:pt x="518808" y="54116"/>
                  </a:lnTo>
                  <a:lnTo>
                    <a:pt x="477514" y="31219"/>
                  </a:lnTo>
                  <a:lnTo>
                    <a:pt x="432918" y="14221"/>
                  </a:lnTo>
                  <a:lnTo>
                    <a:pt x="385542" y="3642"/>
                  </a:lnTo>
                  <a:lnTo>
                    <a:pt x="335905" y="0"/>
                  </a:lnTo>
                </a:path>
              </a:pathLst>
            </a:custGeom>
            <a:ln w="19049">
              <a:solidFill>
                <a:srgbClr val="163B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463250" y="1956216"/>
            <a:ext cx="690880" cy="690880"/>
            <a:chOff x="8463250" y="1956216"/>
            <a:chExt cx="690880" cy="69088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2775" y="1965740"/>
              <a:ext cx="671901" cy="67190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472775" y="1965741"/>
              <a:ext cx="671830" cy="671830"/>
            </a:xfrm>
            <a:custGeom>
              <a:avLst/>
              <a:gdLst/>
              <a:ahLst/>
              <a:cxnLst/>
              <a:rect l="l" t="t" r="r" b="b"/>
              <a:pathLst>
                <a:path w="671829" h="671830">
                  <a:moveTo>
                    <a:pt x="335905" y="0"/>
                  </a:moveTo>
                  <a:lnTo>
                    <a:pt x="286267" y="3642"/>
                  </a:lnTo>
                  <a:lnTo>
                    <a:pt x="238891" y="14221"/>
                  </a:lnTo>
                  <a:lnTo>
                    <a:pt x="194295" y="31219"/>
                  </a:lnTo>
                  <a:lnTo>
                    <a:pt x="153001" y="54116"/>
                  </a:lnTo>
                  <a:lnTo>
                    <a:pt x="115526" y="82391"/>
                  </a:lnTo>
                  <a:lnTo>
                    <a:pt x="82391" y="115526"/>
                  </a:lnTo>
                  <a:lnTo>
                    <a:pt x="54116" y="153001"/>
                  </a:lnTo>
                  <a:lnTo>
                    <a:pt x="31219" y="194295"/>
                  </a:lnTo>
                  <a:lnTo>
                    <a:pt x="14221" y="238891"/>
                  </a:lnTo>
                  <a:lnTo>
                    <a:pt x="3642" y="286267"/>
                  </a:lnTo>
                  <a:lnTo>
                    <a:pt x="0" y="335905"/>
                  </a:lnTo>
                  <a:lnTo>
                    <a:pt x="3642" y="385542"/>
                  </a:lnTo>
                  <a:lnTo>
                    <a:pt x="14221" y="432918"/>
                  </a:lnTo>
                  <a:lnTo>
                    <a:pt x="31219" y="477514"/>
                  </a:lnTo>
                  <a:lnTo>
                    <a:pt x="54116" y="518808"/>
                  </a:lnTo>
                  <a:lnTo>
                    <a:pt x="82391" y="556283"/>
                  </a:lnTo>
                  <a:lnTo>
                    <a:pt x="115526" y="589418"/>
                  </a:lnTo>
                  <a:lnTo>
                    <a:pt x="153001" y="617693"/>
                  </a:lnTo>
                  <a:lnTo>
                    <a:pt x="194295" y="640590"/>
                  </a:lnTo>
                  <a:lnTo>
                    <a:pt x="238891" y="657588"/>
                  </a:lnTo>
                  <a:lnTo>
                    <a:pt x="286267" y="668167"/>
                  </a:lnTo>
                  <a:lnTo>
                    <a:pt x="335905" y="671810"/>
                  </a:lnTo>
                  <a:lnTo>
                    <a:pt x="385542" y="668167"/>
                  </a:lnTo>
                  <a:lnTo>
                    <a:pt x="432918" y="657588"/>
                  </a:lnTo>
                  <a:lnTo>
                    <a:pt x="477514" y="640590"/>
                  </a:lnTo>
                  <a:lnTo>
                    <a:pt x="518808" y="617693"/>
                  </a:lnTo>
                  <a:lnTo>
                    <a:pt x="556283" y="589418"/>
                  </a:lnTo>
                  <a:lnTo>
                    <a:pt x="589418" y="556283"/>
                  </a:lnTo>
                  <a:lnTo>
                    <a:pt x="617693" y="518808"/>
                  </a:lnTo>
                  <a:lnTo>
                    <a:pt x="640590" y="477514"/>
                  </a:lnTo>
                  <a:lnTo>
                    <a:pt x="657588" y="432918"/>
                  </a:lnTo>
                  <a:lnTo>
                    <a:pt x="668167" y="385542"/>
                  </a:lnTo>
                  <a:lnTo>
                    <a:pt x="671810" y="335905"/>
                  </a:lnTo>
                  <a:lnTo>
                    <a:pt x="668167" y="286267"/>
                  </a:lnTo>
                  <a:lnTo>
                    <a:pt x="657588" y="238891"/>
                  </a:lnTo>
                  <a:lnTo>
                    <a:pt x="640590" y="194295"/>
                  </a:lnTo>
                  <a:lnTo>
                    <a:pt x="617693" y="153001"/>
                  </a:lnTo>
                  <a:lnTo>
                    <a:pt x="589418" y="115526"/>
                  </a:lnTo>
                  <a:lnTo>
                    <a:pt x="556283" y="82391"/>
                  </a:lnTo>
                  <a:lnTo>
                    <a:pt x="518808" y="54116"/>
                  </a:lnTo>
                  <a:lnTo>
                    <a:pt x="477514" y="31219"/>
                  </a:lnTo>
                  <a:lnTo>
                    <a:pt x="432918" y="14221"/>
                  </a:lnTo>
                  <a:lnTo>
                    <a:pt x="385542" y="3642"/>
                  </a:lnTo>
                  <a:lnTo>
                    <a:pt x="335905" y="0"/>
                  </a:lnTo>
                </a:path>
              </a:pathLst>
            </a:custGeom>
            <a:ln w="19049">
              <a:solidFill>
                <a:srgbClr val="163B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649983" y="2077958"/>
            <a:ext cx="386461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50" spc="55" dirty="0">
                <a:solidFill>
                  <a:srgbClr val="163B41"/>
                </a:solidFill>
                <a:latin typeface="Lucida Sans Unicode"/>
                <a:cs typeface="Lucida Sans Unicode"/>
              </a:rPr>
              <a:t>Problem</a:t>
            </a:r>
            <a:r>
              <a:rPr sz="2750" spc="-160" dirty="0">
                <a:solidFill>
                  <a:srgbClr val="163B41"/>
                </a:solidFill>
                <a:latin typeface="Lucida Sans Unicode"/>
                <a:cs typeface="Lucida Sans Unicode"/>
              </a:rPr>
              <a:t> </a:t>
            </a:r>
            <a:r>
              <a:rPr sz="2750" spc="-10" dirty="0">
                <a:solidFill>
                  <a:srgbClr val="163B41"/>
                </a:solidFill>
                <a:latin typeface="Lucida Sans Unicode"/>
                <a:cs typeface="Lucida Sans Unicode"/>
              </a:rPr>
              <a:t>Identification</a:t>
            </a:r>
            <a:endParaRPr sz="27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463250" y="2866775"/>
            <a:ext cx="690880" cy="690880"/>
            <a:chOff x="8463250" y="2866775"/>
            <a:chExt cx="690880" cy="69088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2775" y="2876300"/>
              <a:ext cx="671901" cy="67190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472775" y="2876300"/>
              <a:ext cx="671830" cy="671830"/>
            </a:xfrm>
            <a:custGeom>
              <a:avLst/>
              <a:gdLst/>
              <a:ahLst/>
              <a:cxnLst/>
              <a:rect l="l" t="t" r="r" b="b"/>
              <a:pathLst>
                <a:path w="671829" h="671829">
                  <a:moveTo>
                    <a:pt x="335905" y="0"/>
                  </a:moveTo>
                  <a:lnTo>
                    <a:pt x="286267" y="3642"/>
                  </a:lnTo>
                  <a:lnTo>
                    <a:pt x="238891" y="14221"/>
                  </a:lnTo>
                  <a:lnTo>
                    <a:pt x="194295" y="31219"/>
                  </a:lnTo>
                  <a:lnTo>
                    <a:pt x="153001" y="54116"/>
                  </a:lnTo>
                  <a:lnTo>
                    <a:pt x="115526" y="82391"/>
                  </a:lnTo>
                  <a:lnTo>
                    <a:pt x="82391" y="115526"/>
                  </a:lnTo>
                  <a:lnTo>
                    <a:pt x="54116" y="153001"/>
                  </a:lnTo>
                  <a:lnTo>
                    <a:pt x="31219" y="194295"/>
                  </a:lnTo>
                  <a:lnTo>
                    <a:pt x="14221" y="238891"/>
                  </a:lnTo>
                  <a:lnTo>
                    <a:pt x="3642" y="286267"/>
                  </a:lnTo>
                  <a:lnTo>
                    <a:pt x="0" y="335905"/>
                  </a:lnTo>
                  <a:lnTo>
                    <a:pt x="3642" y="385542"/>
                  </a:lnTo>
                  <a:lnTo>
                    <a:pt x="14221" y="432918"/>
                  </a:lnTo>
                  <a:lnTo>
                    <a:pt x="31219" y="477514"/>
                  </a:lnTo>
                  <a:lnTo>
                    <a:pt x="54116" y="518808"/>
                  </a:lnTo>
                  <a:lnTo>
                    <a:pt x="82391" y="556283"/>
                  </a:lnTo>
                  <a:lnTo>
                    <a:pt x="115526" y="589418"/>
                  </a:lnTo>
                  <a:lnTo>
                    <a:pt x="153001" y="617693"/>
                  </a:lnTo>
                  <a:lnTo>
                    <a:pt x="194295" y="640590"/>
                  </a:lnTo>
                  <a:lnTo>
                    <a:pt x="238891" y="657588"/>
                  </a:lnTo>
                  <a:lnTo>
                    <a:pt x="286267" y="668167"/>
                  </a:lnTo>
                  <a:lnTo>
                    <a:pt x="335905" y="671810"/>
                  </a:lnTo>
                  <a:lnTo>
                    <a:pt x="385542" y="668167"/>
                  </a:lnTo>
                  <a:lnTo>
                    <a:pt x="432918" y="657588"/>
                  </a:lnTo>
                  <a:lnTo>
                    <a:pt x="477514" y="640590"/>
                  </a:lnTo>
                  <a:lnTo>
                    <a:pt x="518808" y="617693"/>
                  </a:lnTo>
                  <a:lnTo>
                    <a:pt x="556283" y="589418"/>
                  </a:lnTo>
                  <a:lnTo>
                    <a:pt x="589418" y="556283"/>
                  </a:lnTo>
                  <a:lnTo>
                    <a:pt x="617693" y="518808"/>
                  </a:lnTo>
                  <a:lnTo>
                    <a:pt x="640590" y="477514"/>
                  </a:lnTo>
                  <a:lnTo>
                    <a:pt x="657588" y="432918"/>
                  </a:lnTo>
                  <a:lnTo>
                    <a:pt x="668167" y="385542"/>
                  </a:lnTo>
                  <a:lnTo>
                    <a:pt x="671810" y="335905"/>
                  </a:lnTo>
                  <a:lnTo>
                    <a:pt x="668167" y="286267"/>
                  </a:lnTo>
                  <a:lnTo>
                    <a:pt x="657588" y="238891"/>
                  </a:lnTo>
                  <a:lnTo>
                    <a:pt x="640590" y="194295"/>
                  </a:lnTo>
                  <a:lnTo>
                    <a:pt x="617693" y="153001"/>
                  </a:lnTo>
                  <a:lnTo>
                    <a:pt x="589418" y="115526"/>
                  </a:lnTo>
                  <a:lnTo>
                    <a:pt x="556283" y="82391"/>
                  </a:lnTo>
                  <a:lnTo>
                    <a:pt x="518808" y="54116"/>
                  </a:lnTo>
                  <a:lnTo>
                    <a:pt x="477514" y="31219"/>
                  </a:lnTo>
                  <a:lnTo>
                    <a:pt x="432918" y="14221"/>
                  </a:lnTo>
                  <a:lnTo>
                    <a:pt x="385542" y="3642"/>
                  </a:lnTo>
                  <a:lnTo>
                    <a:pt x="335905" y="0"/>
                  </a:lnTo>
                </a:path>
              </a:pathLst>
            </a:custGeom>
            <a:ln w="19049">
              <a:solidFill>
                <a:srgbClr val="163B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649983" y="2988518"/>
            <a:ext cx="4140835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50" spc="70" dirty="0">
                <a:solidFill>
                  <a:srgbClr val="163B41"/>
                </a:solidFill>
                <a:latin typeface="Lucida Sans Unicode"/>
                <a:cs typeface="Lucida Sans Unicode"/>
              </a:rPr>
              <a:t>Startup</a:t>
            </a:r>
            <a:r>
              <a:rPr sz="2750" spc="-170" dirty="0">
                <a:solidFill>
                  <a:srgbClr val="163B41"/>
                </a:solidFill>
                <a:latin typeface="Lucida Sans Unicode"/>
                <a:cs typeface="Lucida Sans Unicode"/>
              </a:rPr>
              <a:t> </a:t>
            </a:r>
            <a:r>
              <a:rPr sz="2750" spc="-20" dirty="0">
                <a:solidFill>
                  <a:srgbClr val="163B41"/>
                </a:solidFill>
                <a:latin typeface="Lucida Sans Unicode"/>
                <a:cs typeface="Lucida Sans Unicode"/>
              </a:rPr>
              <a:t>idea:</a:t>
            </a:r>
            <a:r>
              <a:rPr sz="2750" spc="-170" dirty="0">
                <a:solidFill>
                  <a:srgbClr val="163B41"/>
                </a:solidFill>
                <a:latin typeface="Lucida Sans Unicode"/>
                <a:cs typeface="Lucida Sans Unicode"/>
              </a:rPr>
              <a:t> </a:t>
            </a:r>
            <a:r>
              <a:rPr sz="2750" spc="-10" dirty="0">
                <a:solidFill>
                  <a:srgbClr val="163B41"/>
                </a:solidFill>
                <a:latin typeface="Lucida Sans Unicode"/>
                <a:cs typeface="Lucida Sans Unicode"/>
              </a:rPr>
              <a:t>LearnLoop</a:t>
            </a:r>
            <a:endParaRPr sz="27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463250" y="3777335"/>
            <a:ext cx="690880" cy="1601470"/>
            <a:chOff x="8463250" y="3777335"/>
            <a:chExt cx="690880" cy="160147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72775" y="3786860"/>
              <a:ext cx="671901" cy="67190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472775" y="3786860"/>
              <a:ext cx="671830" cy="671830"/>
            </a:xfrm>
            <a:custGeom>
              <a:avLst/>
              <a:gdLst/>
              <a:ahLst/>
              <a:cxnLst/>
              <a:rect l="l" t="t" r="r" b="b"/>
              <a:pathLst>
                <a:path w="671829" h="671829">
                  <a:moveTo>
                    <a:pt x="335905" y="0"/>
                  </a:moveTo>
                  <a:lnTo>
                    <a:pt x="286267" y="3642"/>
                  </a:lnTo>
                  <a:lnTo>
                    <a:pt x="238891" y="14221"/>
                  </a:lnTo>
                  <a:lnTo>
                    <a:pt x="194295" y="31219"/>
                  </a:lnTo>
                  <a:lnTo>
                    <a:pt x="153001" y="54116"/>
                  </a:lnTo>
                  <a:lnTo>
                    <a:pt x="115526" y="82391"/>
                  </a:lnTo>
                  <a:lnTo>
                    <a:pt x="82391" y="115526"/>
                  </a:lnTo>
                  <a:lnTo>
                    <a:pt x="54116" y="153001"/>
                  </a:lnTo>
                  <a:lnTo>
                    <a:pt x="31219" y="194295"/>
                  </a:lnTo>
                  <a:lnTo>
                    <a:pt x="14221" y="238891"/>
                  </a:lnTo>
                  <a:lnTo>
                    <a:pt x="3642" y="286267"/>
                  </a:lnTo>
                  <a:lnTo>
                    <a:pt x="0" y="335905"/>
                  </a:lnTo>
                  <a:lnTo>
                    <a:pt x="3642" y="385542"/>
                  </a:lnTo>
                  <a:lnTo>
                    <a:pt x="14221" y="432918"/>
                  </a:lnTo>
                  <a:lnTo>
                    <a:pt x="31219" y="477514"/>
                  </a:lnTo>
                  <a:lnTo>
                    <a:pt x="54116" y="518808"/>
                  </a:lnTo>
                  <a:lnTo>
                    <a:pt x="82391" y="556283"/>
                  </a:lnTo>
                  <a:lnTo>
                    <a:pt x="115526" y="589418"/>
                  </a:lnTo>
                  <a:lnTo>
                    <a:pt x="153001" y="617693"/>
                  </a:lnTo>
                  <a:lnTo>
                    <a:pt x="194295" y="640590"/>
                  </a:lnTo>
                  <a:lnTo>
                    <a:pt x="238891" y="657588"/>
                  </a:lnTo>
                  <a:lnTo>
                    <a:pt x="286267" y="668167"/>
                  </a:lnTo>
                  <a:lnTo>
                    <a:pt x="335905" y="671810"/>
                  </a:lnTo>
                  <a:lnTo>
                    <a:pt x="385542" y="668167"/>
                  </a:lnTo>
                  <a:lnTo>
                    <a:pt x="432918" y="657588"/>
                  </a:lnTo>
                  <a:lnTo>
                    <a:pt x="477514" y="640590"/>
                  </a:lnTo>
                  <a:lnTo>
                    <a:pt x="518808" y="617693"/>
                  </a:lnTo>
                  <a:lnTo>
                    <a:pt x="556283" y="589418"/>
                  </a:lnTo>
                  <a:lnTo>
                    <a:pt x="589418" y="556283"/>
                  </a:lnTo>
                  <a:lnTo>
                    <a:pt x="617693" y="518808"/>
                  </a:lnTo>
                  <a:lnTo>
                    <a:pt x="640590" y="477514"/>
                  </a:lnTo>
                  <a:lnTo>
                    <a:pt x="657588" y="432918"/>
                  </a:lnTo>
                  <a:lnTo>
                    <a:pt x="668167" y="385542"/>
                  </a:lnTo>
                  <a:lnTo>
                    <a:pt x="671810" y="335905"/>
                  </a:lnTo>
                  <a:lnTo>
                    <a:pt x="668167" y="286267"/>
                  </a:lnTo>
                  <a:lnTo>
                    <a:pt x="657588" y="238891"/>
                  </a:lnTo>
                  <a:lnTo>
                    <a:pt x="640590" y="194295"/>
                  </a:lnTo>
                  <a:lnTo>
                    <a:pt x="617693" y="153001"/>
                  </a:lnTo>
                  <a:lnTo>
                    <a:pt x="589418" y="115526"/>
                  </a:lnTo>
                  <a:lnTo>
                    <a:pt x="556283" y="82391"/>
                  </a:lnTo>
                  <a:lnTo>
                    <a:pt x="518808" y="54116"/>
                  </a:lnTo>
                  <a:lnTo>
                    <a:pt x="477514" y="31219"/>
                  </a:lnTo>
                  <a:lnTo>
                    <a:pt x="432918" y="14221"/>
                  </a:lnTo>
                  <a:lnTo>
                    <a:pt x="385542" y="3642"/>
                  </a:lnTo>
                  <a:lnTo>
                    <a:pt x="335905" y="0"/>
                  </a:lnTo>
                </a:path>
              </a:pathLst>
            </a:custGeom>
            <a:ln w="19049">
              <a:solidFill>
                <a:srgbClr val="163B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2775" y="4697420"/>
              <a:ext cx="671901" cy="67190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472775" y="4697420"/>
              <a:ext cx="671830" cy="671830"/>
            </a:xfrm>
            <a:custGeom>
              <a:avLst/>
              <a:gdLst/>
              <a:ahLst/>
              <a:cxnLst/>
              <a:rect l="l" t="t" r="r" b="b"/>
              <a:pathLst>
                <a:path w="671829" h="671829">
                  <a:moveTo>
                    <a:pt x="335905" y="0"/>
                  </a:moveTo>
                  <a:lnTo>
                    <a:pt x="286267" y="3642"/>
                  </a:lnTo>
                  <a:lnTo>
                    <a:pt x="238891" y="14221"/>
                  </a:lnTo>
                  <a:lnTo>
                    <a:pt x="194295" y="31219"/>
                  </a:lnTo>
                  <a:lnTo>
                    <a:pt x="153001" y="54116"/>
                  </a:lnTo>
                  <a:lnTo>
                    <a:pt x="115526" y="82391"/>
                  </a:lnTo>
                  <a:lnTo>
                    <a:pt x="82391" y="115526"/>
                  </a:lnTo>
                  <a:lnTo>
                    <a:pt x="54116" y="153001"/>
                  </a:lnTo>
                  <a:lnTo>
                    <a:pt x="31219" y="194295"/>
                  </a:lnTo>
                  <a:lnTo>
                    <a:pt x="14221" y="238891"/>
                  </a:lnTo>
                  <a:lnTo>
                    <a:pt x="3642" y="286267"/>
                  </a:lnTo>
                  <a:lnTo>
                    <a:pt x="0" y="335905"/>
                  </a:lnTo>
                  <a:lnTo>
                    <a:pt x="3642" y="385542"/>
                  </a:lnTo>
                  <a:lnTo>
                    <a:pt x="14221" y="432918"/>
                  </a:lnTo>
                  <a:lnTo>
                    <a:pt x="31219" y="477514"/>
                  </a:lnTo>
                  <a:lnTo>
                    <a:pt x="54116" y="518808"/>
                  </a:lnTo>
                  <a:lnTo>
                    <a:pt x="82391" y="556283"/>
                  </a:lnTo>
                  <a:lnTo>
                    <a:pt x="115526" y="589418"/>
                  </a:lnTo>
                  <a:lnTo>
                    <a:pt x="153001" y="617693"/>
                  </a:lnTo>
                  <a:lnTo>
                    <a:pt x="194295" y="640590"/>
                  </a:lnTo>
                  <a:lnTo>
                    <a:pt x="238891" y="657588"/>
                  </a:lnTo>
                  <a:lnTo>
                    <a:pt x="286267" y="668167"/>
                  </a:lnTo>
                  <a:lnTo>
                    <a:pt x="335905" y="671810"/>
                  </a:lnTo>
                  <a:lnTo>
                    <a:pt x="385542" y="668167"/>
                  </a:lnTo>
                  <a:lnTo>
                    <a:pt x="432918" y="657588"/>
                  </a:lnTo>
                  <a:lnTo>
                    <a:pt x="477514" y="640590"/>
                  </a:lnTo>
                  <a:lnTo>
                    <a:pt x="518808" y="617693"/>
                  </a:lnTo>
                  <a:lnTo>
                    <a:pt x="556283" y="589418"/>
                  </a:lnTo>
                  <a:lnTo>
                    <a:pt x="589418" y="556283"/>
                  </a:lnTo>
                  <a:lnTo>
                    <a:pt x="617693" y="518808"/>
                  </a:lnTo>
                  <a:lnTo>
                    <a:pt x="640590" y="477514"/>
                  </a:lnTo>
                  <a:lnTo>
                    <a:pt x="657588" y="432918"/>
                  </a:lnTo>
                  <a:lnTo>
                    <a:pt x="668167" y="385542"/>
                  </a:lnTo>
                  <a:lnTo>
                    <a:pt x="671810" y="335905"/>
                  </a:lnTo>
                  <a:lnTo>
                    <a:pt x="668167" y="286267"/>
                  </a:lnTo>
                  <a:lnTo>
                    <a:pt x="657588" y="238891"/>
                  </a:lnTo>
                  <a:lnTo>
                    <a:pt x="640590" y="194295"/>
                  </a:lnTo>
                  <a:lnTo>
                    <a:pt x="617693" y="153001"/>
                  </a:lnTo>
                  <a:lnTo>
                    <a:pt x="589418" y="115526"/>
                  </a:lnTo>
                  <a:lnTo>
                    <a:pt x="556283" y="82391"/>
                  </a:lnTo>
                  <a:lnTo>
                    <a:pt x="518808" y="54116"/>
                  </a:lnTo>
                  <a:lnTo>
                    <a:pt x="477514" y="31219"/>
                  </a:lnTo>
                  <a:lnTo>
                    <a:pt x="432918" y="14221"/>
                  </a:lnTo>
                  <a:lnTo>
                    <a:pt x="385542" y="3642"/>
                  </a:lnTo>
                  <a:lnTo>
                    <a:pt x="335905" y="0"/>
                  </a:lnTo>
                </a:path>
              </a:pathLst>
            </a:custGeom>
            <a:ln w="19049">
              <a:solidFill>
                <a:srgbClr val="163B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649983" y="4809637"/>
            <a:ext cx="438531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50" dirty="0">
                <a:solidFill>
                  <a:srgbClr val="163B41"/>
                </a:solidFill>
                <a:latin typeface="Lucida Sans Unicode"/>
                <a:cs typeface="Lucida Sans Unicode"/>
              </a:rPr>
              <a:t>Value</a:t>
            </a:r>
            <a:r>
              <a:rPr sz="2750" spc="60" dirty="0">
                <a:solidFill>
                  <a:srgbClr val="163B41"/>
                </a:solidFill>
                <a:latin typeface="Lucida Sans Unicode"/>
                <a:cs typeface="Lucida Sans Unicode"/>
              </a:rPr>
              <a:t> </a:t>
            </a:r>
            <a:r>
              <a:rPr sz="2750" dirty="0">
                <a:solidFill>
                  <a:srgbClr val="163B41"/>
                </a:solidFill>
                <a:latin typeface="Lucida Sans Unicode"/>
                <a:cs typeface="Lucida Sans Unicode"/>
              </a:rPr>
              <a:t>Proposition</a:t>
            </a:r>
            <a:r>
              <a:rPr sz="2750" spc="75" dirty="0">
                <a:solidFill>
                  <a:srgbClr val="163B41"/>
                </a:solidFill>
                <a:latin typeface="Lucida Sans Unicode"/>
                <a:cs typeface="Lucida Sans Unicode"/>
              </a:rPr>
              <a:t> </a:t>
            </a:r>
            <a:r>
              <a:rPr sz="2750" spc="-10" dirty="0">
                <a:solidFill>
                  <a:srgbClr val="163B41"/>
                </a:solidFill>
                <a:latin typeface="Lucida Sans Unicode"/>
                <a:cs typeface="Lucida Sans Unicode"/>
              </a:rPr>
              <a:t>Canvas</a:t>
            </a:r>
            <a:endParaRPr sz="2750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463250" y="5598455"/>
            <a:ext cx="690880" cy="690880"/>
            <a:chOff x="8463250" y="5598455"/>
            <a:chExt cx="690880" cy="69088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2775" y="5607979"/>
              <a:ext cx="671901" cy="67190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472775" y="5607980"/>
              <a:ext cx="671830" cy="671830"/>
            </a:xfrm>
            <a:custGeom>
              <a:avLst/>
              <a:gdLst/>
              <a:ahLst/>
              <a:cxnLst/>
              <a:rect l="l" t="t" r="r" b="b"/>
              <a:pathLst>
                <a:path w="671829" h="671829">
                  <a:moveTo>
                    <a:pt x="335905" y="0"/>
                  </a:moveTo>
                  <a:lnTo>
                    <a:pt x="286267" y="3642"/>
                  </a:lnTo>
                  <a:lnTo>
                    <a:pt x="238891" y="14221"/>
                  </a:lnTo>
                  <a:lnTo>
                    <a:pt x="194295" y="31219"/>
                  </a:lnTo>
                  <a:lnTo>
                    <a:pt x="153001" y="54116"/>
                  </a:lnTo>
                  <a:lnTo>
                    <a:pt x="115526" y="82391"/>
                  </a:lnTo>
                  <a:lnTo>
                    <a:pt x="82391" y="115526"/>
                  </a:lnTo>
                  <a:lnTo>
                    <a:pt x="54116" y="153001"/>
                  </a:lnTo>
                  <a:lnTo>
                    <a:pt x="31219" y="194295"/>
                  </a:lnTo>
                  <a:lnTo>
                    <a:pt x="14221" y="238891"/>
                  </a:lnTo>
                  <a:lnTo>
                    <a:pt x="3642" y="286267"/>
                  </a:lnTo>
                  <a:lnTo>
                    <a:pt x="0" y="335905"/>
                  </a:lnTo>
                  <a:lnTo>
                    <a:pt x="3642" y="385542"/>
                  </a:lnTo>
                  <a:lnTo>
                    <a:pt x="14221" y="432918"/>
                  </a:lnTo>
                  <a:lnTo>
                    <a:pt x="31219" y="477514"/>
                  </a:lnTo>
                  <a:lnTo>
                    <a:pt x="54116" y="518808"/>
                  </a:lnTo>
                  <a:lnTo>
                    <a:pt x="82391" y="556283"/>
                  </a:lnTo>
                  <a:lnTo>
                    <a:pt x="115526" y="589418"/>
                  </a:lnTo>
                  <a:lnTo>
                    <a:pt x="153001" y="617693"/>
                  </a:lnTo>
                  <a:lnTo>
                    <a:pt x="194295" y="640590"/>
                  </a:lnTo>
                  <a:lnTo>
                    <a:pt x="238891" y="657588"/>
                  </a:lnTo>
                  <a:lnTo>
                    <a:pt x="286267" y="668167"/>
                  </a:lnTo>
                  <a:lnTo>
                    <a:pt x="335905" y="671810"/>
                  </a:lnTo>
                  <a:lnTo>
                    <a:pt x="385542" y="668167"/>
                  </a:lnTo>
                  <a:lnTo>
                    <a:pt x="432918" y="657588"/>
                  </a:lnTo>
                  <a:lnTo>
                    <a:pt x="477514" y="640590"/>
                  </a:lnTo>
                  <a:lnTo>
                    <a:pt x="518808" y="617693"/>
                  </a:lnTo>
                  <a:lnTo>
                    <a:pt x="556283" y="589418"/>
                  </a:lnTo>
                  <a:lnTo>
                    <a:pt x="589418" y="556283"/>
                  </a:lnTo>
                  <a:lnTo>
                    <a:pt x="617693" y="518808"/>
                  </a:lnTo>
                  <a:lnTo>
                    <a:pt x="640590" y="477514"/>
                  </a:lnTo>
                  <a:lnTo>
                    <a:pt x="657588" y="432918"/>
                  </a:lnTo>
                  <a:lnTo>
                    <a:pt x="668167" y="385542"/>
                  </a:lnTo>
                  <a:lnTo>
                    <a:pt x="671810" y="335905"/>
                  </a:lnTo>
                  <a:lnTo>
                    <a:pt x="668167" y="286267"/>
                  </a:lnTo>
                  <a:lnTo>
                    <a:pt x="657588" y="238891"/>
                  </a:lnTo>
                  <a:lnTo>
                    <a:pt x="640590" y="194295"/>
                  </a:lnTo>
                  <a:lnTo>
                    <a:pt x="617693" y="153001"/>
                  </a:lnTo>
                  <a:lnTo>
                    <a:pt x="589418" y="115526"/>
                  </a:lnTo>
                  <a:lnTo>
                    <a:pt x="556283" y="82391"/>
                  </a:lnTo>
                  <a:lnTo>
                    <a:pt x="518808" y="54116"/>
                  </a:lnTo>
                  <a:lnTo>
                    <a:pt x="477514" y="31219"/>
                  </a:lnTo>
                  <a:lnTo>
                    <a:pt x="432918" y="14221"/>
                  </a:lnTo>
                  <a:lnTo>
                    <a:pt x="385542" y="3642"/>
                  </a:lnTo>
                  <a:lnTo>
                    <a:pt x="335905" y="0"/>
                  </a:lnTo>
                </a:path>
              </a:pathLst>
            </a:custGeom>
            <a:ln w="19049">
              <a:solidFill>
                <a:srgbClr val="163B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649983" y="5720198"/>
            <a:ext cx="5203825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50" dirty="0">
                <a:solidFill>
                  <a:srgbClr val="163B41"/>
                </a:solidFill>
                <a:latin typeface="Lucida Sans Unicode"/>
                <a:cs typeface="Lucida Sans Unicode"/>
              </a:rPr>
              <a:t>Technology</a:t>
            </a:r>
            <a:r>
              <a:rPr sz="2750" spc="-120" dirty="0">
                <a:solidFill>
                  <a:srgbClr val="163B41"/>
                </a:solidFill>
                <a:latin typeface="Lucida Sans Unicode"/>
                <a:cs typeface="Lucida Sans Unicode"/>
              </a:rPr>
              <a:t> </a:t>
            </a:r>
            <a:r>
              <a:rPr sz="2750" dirty="0">
                <a:solidFill>
                  <a:srgbClr val="163B41"/>
                </a:solidFill>
                <a:latin typeface="Lucida Sans Unicode"/>
                <a:cs typeface="Lucida Sans Unicode"/>
              </a:rPr>
              <a:t>behind</a:t>
            </a:r>
            <a:r>
              <a:rPr sz="2750" spc="-120" dirty="0">
                <a:solidFill>
                  <a:srgbClr val="163B41"/>
                </a:solidFill>
                <a:latin typeface="Lucida Sans Unicode"/>
                <a:cs typeface="Lucida Sans Unicode"/>
              </a:rPr>
              <a:t> </a:t>
            </a:r>
            <a:r>
              <a:rPr sz="2750" spc="-10" dirty="0">
                <a:solidFill>
                  <a:srgbClr val="163B41"/>
                </a:solidFill>
                <a:latin typeface="Lucida Sans Unicode"/>
                <a:cs typeface="Lucida Sans Unicode"/>
              </a:rPr>
              <a:t>LearnLoop</a:t>
            </a:r>
            <a:endParaRPr sz="2750">
              <a:latin typeface="Lucida Sans Unicode"/>
              <a:cs typeface="Lucida Sans Unicode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463250" y="6509015"/>
            <a:ext cx="690880" cy="690880"/>
            <a:chOff x="8463250" y="6509015"/>
            <a:chExt cx="690880" cy="69088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2775" y="6518539"/>
              <a:ext cx="671901" cy="67190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472775" y="6518540"/>
              <a:ext cx="671830" cy="671830"/>
            </a:xfrm>
            <a:custGeom>
              <a:avLst/>
              <a:gdLst/>
              <a:ahLst/>
              <a:cxnLst/>
              <a:rect l="l" t="t" r="r" b="b"/>
              <a:pathLst>
                <a:path w="671829" h="671829">
                  <a:moveTo>
                    <a:pt x="335905" y="0"/>
                  </a:moveTo>
                  <a:lnTo>
                    <a:pt x="286267" y="3642"/>
                  </a:lnTo>
                  <a:lnTo>
                    <a:pt x="238891" y="14221"/>
                  </a:lnTo>
                  <a:lnTo>
                    <a:pt x="194295" y="31219"/>
                  </a:lnTo>
                  <a:lnTo>
                    <a:pt x="153001" y="54116"/>
                  </a:lnTo>
                  <a:lnTo>
                    <a:pt x="115526" y="82391"/>
                  </a:lnTo>
                  <a:lnTo>
                    <a:pt x="82391" y="115526"/>
                  </a:lnTo>
                  <a:lnTo>
                    <a:pt x="54116" y="153001"/>
                  </a:lnTo>
                  <a:lnTo>
                    <a:pt x="31219" y="194295"/>
                  </a:lnTo>
                  <a:lnTo>
                    <a:pt x="14221" y="238891"/>
                  </a:lnTo>
                  <a:lnTo>
                    <a:pt x="3642" y="286267"/>
                  </a:lnTo>
                  <a:lnTo>
                    <a:pt x="0" y="335905"/>
                  </a:lnTo>
                  <a:lnTo>
                    <a:pt x="3642" y="385542"/>
                  </a:lnTo>
                  <a:lnTo>
                    <a:pt x="14221" y="432918"/>
                  </a:lnTo>
                  <a:lnTo>
                    <a:pt x="31219" y="477514"/>
                  </a:lnTo>
                  <a:lnTo>
                    <a:pt x="54116" y="518808"/>
                  </a:lnTo>
                  <a:lnTo>
                    <a:pt x="82391" y="556283"/>
                  </a:lnTo>
                  <a:lnTo>
                    <a:pt x="115526" y="589418"/>
                  </a:lnTo>
                  <a:lnTo>
                    <a:pt x="153001" y="617693"/>
                  </a:lnTo>
                  <a:lnTo>
                    <a:pt x="194295" y="640590"/>
                  </a:lnTo>
                  <a:lnTo>
                    <a:pt x="238891" y="657588"/>
                  </a:lnTo>
                  <a:lnTo>
                    <a:pt x="286267" y="668167"/>
                  </a:lnTo>
                  <a:lnTo>
                    <a:pt x="335905" y="671810"/>
                  </a:lnTo>
                  <a:lnTo>
                    <a:pt x="385542" y="668167"/>
                  </a:lnTo>
                  <a:lnTo>
                    <a:pt x="432918" y="657588"/>
                  </a:lnTo>
                  <a:lnTo>
                    <a:pt x="477514" y="640590"/>
                  </a:lnTo>
                  <a:lnTo>
                    <a:pt x="518808" y="617693"/>
                  </a:lnTo>
                  <a:lnTo>
                    <a:pt x="556283" y="589418"/>
                  </a:lnTo>
                  <a:lnTo>
                    <a:pt x="589418" y="556283"/>
                  </a:lnTo>
                  <a:lnTo>
                    <a:pt x="617693" y="518808"/>
                  </a:lnTo>
                  <a:lnTo>
                    <a:pt x="640590" y="477514"/>
                  </a:lnTo>
                  <a:lnTo>
                    <a:pt x="657588" y="432918"/>
                  </a:lnTo>
                  <a:lnTo>
                    <a:pt x="668167" y="385542"/>
                  </a:lnTo>
                  <a:lnTo>
                    <a:pt x="671810" y="335905"/>
                  </a:lnTo>
                  <a:lnTo>
                    <a:pt x="668167" y="286267"/>
                  </a:lnTo>
                  <a:lnTo>
                    <a:pt x="657588" y="238891"/>
                  </a:lnTo>
                  <a:lnTo>
                    <a:pt x="640590" y="194295"/>
                  </a:lnTo>
                  <a:lnTo>
                    <a:pt x="617693" y="153001"/>
                  </a:lnTo>
                  <a:lnTo>
                    <a:pt x="589418" y="115526"/>
                  </a:lnTo>
                  <a:lnTo>
                    <a:pt x="556283" y="82391"/>
                  </a:lnTo>
                  <a:lnTo>
                    <a:pt x="518808" y="54116"/>
                  </a:lnTo>
                  <a:lnTo>
                    <a:pt x="477514" y="31219"/>
                  </a:lnTo>
                  <a:lnTo>
                    <a:pt x="432918" y="14221"/>
                  </a:lnTo>
                  <a:lnTo>
                    <a:pt x="385542" y="3642"/>
                  </a:lnTo>
                  <a:lnTo>
                    <a:pt x="335905" y="0"/>
                  </a:lnTo>
                </a:path>
              </a:pathLst>
            </a:custGeom>
            <a:ln w="19049">
              <a:solidFill>
                <a:srgbClr val="163B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649983" y="6630757"/>
            <a:ext cx="2300605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50" dirty="0">
                <a:solidFill>
                  <a:srgbClr val="163B41"/>
                </a:solidFill>
                <a:latin typeface="Lucida Sans Unicode"/>
                <a:cs typeface="Lucida Sans Unicode"/>
              </a:rPr>
              <a:t>User</a:t>
            </a:r>
            <a:r>
              <a:rPr sz="2750" spc="5" dirty="0">
                <a:solidFill>
                  <a:srgbClr val="163B41"/>
                </a:solidFill>
                <a:latin typeface="Lucida Sans Unicode"/>
                <a:cs typeface="Lucida Sans Unicode"/>
              </a:rPr>
              <a:t> </a:t>
            </a:r>
            <a:r>
              <a:rPr sz="2750" spc="120" dirty="0">
                <a:solidFill>
                  <a:srgbClr val="163B41"/>
                </a:solidFill>
                <a:latin typeface="Lucida Sans Unicode"/>
                <a:cs typeface="Lucida Sans Unicode"/>
              </a:rPr>
              <a:t>Journey</a:t>
            </a:r>
            <a:endParaRPr sz="2750">
              <a:latin typeface="Lucida Sans Unicode"/>
              <a:cs typeface="Lucida Sans Unicode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463250" y="7419575"/>
            <a:ext cx="690880" cy="690880"/>
            <a:chOff x="8463250" y="7419575"/>
            <a:chExt cx="690880" cy="690880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2775" y="7429100"/>
              <a:ext cx="671901" cy="67190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472775" y="7429100"/>
              <a:ext cx="671830" cy="671830"/>
            </a:xfrm>
            <a:custGeom>
              <a:avLst/>
              <a:gdLst/>
              <a:ahLst/>
              <a:cxnLst/>
              <a:rect l="l" t="t" r="r" b="b"/>
              <a:pathLst>
                <a:path w="671829" h="671829">
                  <a:moveTo>
                    <a:pt x="335905" y="0"/>
                  </a:moveTo>
                  <a:lnTo>
                    <a:pt x="286267" y="3642"/>
                  </a:lnTo>
                  <a:lnTo>
                    <a:pt x="238891" y="14221"/>
                  </a:lnTo>
                  <a:lnTo>
                    <a:pt x="194295" y="31219"/>
                  </a:lnTo>
                  <a:lnTo>
                    <a:pt x="153001" y="54116"/>
                  </a:lnTo>
                  <a:lnTo>
                    <a:pt x="115526" y="82391"/>
                  </a:lnTo>
                  <a:lnTo>
                    <a:pt x="82391" y="115526"/>
                  </a:lnTo>
                  <a:lnTo>
                    <a:pt x="54116" y="153001"/>
                  </a:lnTo>
                  <a:lnTo>
                    <a:pt x="31219" y="194295"/>
                  </a:lnTo>
                  <a:lnTo>
                    <a:pt x="14221" y="238891"/>
                  </a:lnTo>
                  <a:lnTo>
                    <a:pt x="3642" y="286267"/>
                  </a:lnTo>
                  <a:lnTo>
                    <a:pt x="0" y="335905"/>
                  </a:lnTo>
                  <a:lnTo>
                    <a:pt x="3642" y="385542"/>
                  </a:lnTo>
                  <a:lnTo>
                    <a:pt x="14221" y="432918"/>
                  </a:lnTo>
                  <a:lnTo>
                    <a:pt x="31219" y="477514"/>
                  </a:lnTo>
                  <a:lnTo>
                    <a:pt x="54116" y="518808"/>
                  </a:lnTo>
                  <a:lnTo>
                    <a:pt x="82391" y="556283"/>
                  </a:lnTo>
                  <a:lnTo>
                    <a:pt x="115526" y="589418"/>
                  </a:lnTo>
                  <a:lnTo>
                    <a:pt x="153001" y="617693"/>
                  </a:lnTo>
                  <a:lnTo>
                    <a:pt x="194295" y="640590"/>
                  </a:lnTo>
                  <a:lnTo>
                    <a:pt x="238891" y="657588"/>
                  </a:lnTo>
                  <a:lnTo>
                    <a:pt x="286267" y="668167"/>
                  </a:lnTo>
                  <a:lnTo>
                    <a:pt x="335905" y="671810"/>
                  </a:lnTo>
                  <a:lnTo>
                    <a:pt x="385542" y="668167"/>
                  </a:lnTo>
                  <a:lnTo>
                    <a:pt x="432918" y="657588"/>
                  </a:lnTo>
                  <a:lnTo>
                    <a:pt x="477514" y="640590"/>
                  </a:lnTo>
                  <a:lnTo>
                    <a:pt x="518808" y="617693"/>
                  </a:lnTo>
                  <a:lnTo>
                    <a:pt x="556283" y="589418"/>
                  </a:lnTo>
                  <a:lnTo>
                    <a:pt x="589418" y="556283"/>
                  </a:lnTo>
                  <a:lnTo>
                    <a:pt x="617693" y="518808"/>
                  </a:lnTo>
                  <a:lnTo>
                    <a:pt x="640590" y="477514"/>
                  </a:lnTo>
                  <a:lnTo>
                    <a:pt x="657588" y="432918"/>
                  </a:lnTo>
                  <a:lnTo>
                    <a:pt x="668167" y="385542"/>
                  </a:lnTo>
                  <a:lnTo>
                    <a:pt x="671810" y="335905"/>
                  </a:lnTo>
                  <a:lnTo>
                    <a:pt x="668167" y="286267"/>
                  </a:lnTo>
                  <a:lnTo>
                    <a:pt x="657588" y="238891"/>
                  </a:lnTo>
                  <a:lnTo>
                    <a:pt x="640590" y="194295"/>
                  </a:lnTo>
                  <a:lnTo>
                    <a:pt x="617693" y="153001"/>
                  </a:lnTo>
                  <a:lnTo>
                    <a:pt x="589418" y="115526"/>
                  </a:lnTo>
                  <a:lnTo>
                    <a:pt x="556283" y="82391"/>
                  </a:lnTo>
                  <a:lnTo>
                    <a:pt x="518808" y="54116"/>
                  </a:lnTo>
                  <a:lnTo>
                    <a:pt x="477514" y="31219"/>
                  </a:lnTo>
                  <a:lnTo>
                    <a:pt x="432918" y="14221"/>
                  </a:lnTo>
                  <a:lnTo>
                    <a:pt x="385542" y="3642"/>
                  </a:lnTo>
                  <a:lnTo>
                    <a:pt x="335905" y="0"/>
                  </a:lnTo>
                </a:path>
              </a:pathLst>
            </a:custGeom>
            <a:ln w="19049">
              <a:solidFill>
                <a:srgbClr val="163B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649983" y="7541317"/>
            <a:ext cx="587121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50" dirty="0">
                <a:solidFill>
                  <a:srgbClr val="163B41"/>
                </a:solidFill>
                <a:latin typeface="Lucida Sans Unicode"/>
                <a:cs typeface="Lucida Sans Unicode"/>
              </a:rPr>
              <a:t>Market</a:t>
            </a:r>
            <a:r>
              <a:rPr sz="2750" spc="-55" dirty="0">
                <a:solidFill>
                  <a:srgbClr val="163B41"/>
                </a:solidFill>
                <a:latin typeface="Lucida Sans Unicode"/>
                <a:cs typeface="Lucida Sans Unicode"/>
              </a:rPr>
              <a:t> </a:t>
            </a:r>
            <a:r>
              <a:rPr sz="2750" spc="50" dirty="0">
                <a:solidFill>
                  <a:srgbClr val="163B41"/>
                </a:solidFill>
                <a:latin typeface="Lucida Sans Unicode"/>
                <a:cs typeface="Lucida Sans Unicode"/>
              </a:rPr>
              <a:t>Gap</a:t>
            </a:r>
            <a:r>
              <a:rPr sz="2750" spc="-50" dirty="0">
                <a:solidFill>
                  <a:srgbClr val="163B41"/>
                </a:solidFill>
                <a:latin typeface="Lucida Sans Unicode"/>
                <a:cs typeface="Lucida Sans Unicode"/>
              </a:rPr>
              <a:t> </a:t>
            </a:r>
            <a:r>
              <a:rPr sz="2750" dirty="0">
                <a:solidFill>
                  <a:srgbClr val="163B41"/>
                </a:solidFill>
                <a:latin typeface="Lucida Sans Unicode"/>
                <a:cs typeface="Lucida Sans Unicode"/>
              </a:rPr>
              <a:t>and</a:t>
            </a:r>
            <a:r>
              <a:rPr sz="2750" spc="-50" dirty="0">
                <a:solidFill>
                  <a:srgbClr val="163B41"/>
                </a:solidFill>
                <a:latin typeface="Lucida Sans Unicode"/>
                <a:cs typeface="Lucida Sans Unicode"/>
              </a:rPr>
              <a:t> </a:t>
            </a:r>
            <a:r>
              <a:rPr sz="2750" dirty="0">
                <a:solidFill>
                  <a:srgbClr val="163B41"/>
                </a:solidFill>
                <a:latin typeface="Lucida Sans Unicode"/>
                <a:cs typeface="Lucida Sans Unicode"/>
              </a:rPr>
              <a:t>Competitor</a:t>
            </a:r>
            <a:r>
              <a:rPr sz="2750" spc="-55" dirty="0">
                <a:solidFill>
                  <a:srgbClr val="163B41"/>
                </a:solidFill>
                <a:latin typeface="Lucida Sans Unicode"/>
                <a:cs typeface="Lucida Sans Unicode"/>
              </a:rPr>
              <a:t> </a:t>
            </a:r>
            <a:r>
              <a:rPr sz="2750" spc="75" dirty="0">
                <a:solidFill>
                  <a:srgbClr val="163B41"/>
                </a:solidFill>
                <a:latin typeface="Lucida Sans Unicode"/>
                <a:cs typeface="Lucida Sans Unicode"/>
              </a:rPr>
              <a:t>Study</a:t>
            </a:r>
            <a:endParaRPr sz="2750">
              <a:latin typeface="Lucida Sans Unicode"/>
              <a:cs typeface="Lucida Sans Unicode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-1554" y="3753"/>
            <a:ext cx="4248785" cy="3042285"/>
            <a:chOff x="-1554" y="3753"/>
            <a:chExt cx="4248785" cy="3042285"/>
          </a:xfrm>
        </p:grpSpPr>
        <p:sp>
          <p:nvSpPr>
            <p:cNvPr id="34" name="object 34"/>
            <p:cNvSpPr/>
            <p:nvPr/>
          </p:nvSpPr>
          <p:spPr>
            <a:xfrm>
              <a:off x="-1554" y="3753"/>
              <a:ext cx="4248785" cy="3042285"/>
            </a:xfrm>
            <a:custGeom>
              <a:avLst/>
              <a:gdLst/>
              <a:ahLst/>
              <a:cxnLst/>
              <a:rect l="l" t="t" r="r" b="b"/>
              <a:pathLst>
                <a:path w="4248785" h="3042285">
                  <a:moveTo>
                    <a:pt x="805" y="2034330"/>
                  </a:moveTo>
                  <a:lnTo>
                    <a:pt x="0" y="2561776"/>
                  </a:lnTo>
                  <a:lnTo>
                    <a:pt x="8384" y="2563143"/>
                  </a:lnTo>
                  <a:lnTo>
                    <a:pt x="38412" y="2606643"/>
                  </a:lnTo>
                  <a:lnTo>
                    <a:pt x="69535" y="2650321"/>
                  </a:lnTo>
                  <a:lnTo>
                    <a:pt x="101685" y="2694167"/>
                  </a:lnTo>
                  <a:lnTo>
                    <a:pt x="136841" y="2725635"/>
                  </a:lnTo>
                  <a:lnTo>
                    <a:pt x="172890" y="2757249"/>
                  </a:lnTo>
                  <a:lnTo>
                    <a:pt x="209766" y="2788997"/>
                  </a:lnTo>
                  <a:lnTo>
                    <a:pt x="247403" y="2820870"/>
                  </a:lnTo>
                  <a:lnTo>
                    <a:pt x="324688" y="2884944"/>
                  </a:lnTo>
                  <a:lnTo>
                    <a:pt x="408298" y="2924313"/>
                  </a:lnTo>
                  <a:lnTo>
                    <a:pt x="448730" y="2956641"/>
                  </a:lnTo>
                  <a:lnTo>
                    <a:pt x="491565" y="2976494"/>
                  </a:lnTo>
                  <a:lnTo>
                    <a:pt x="536735" y="2983860"/>
                  </a:lnTo>
                  <a:lnTo>
                    <a:pt x="580086" y="3003797"/>
                  </a:lnTo>
                  <a:lnTo>
                    <a:pt x="816046" y="3042273"/>
                  </a:lnTo>
                  <a:lnTo>
                    <a:pt x="961196" y="3027339"/>
                  </a:lnTo>
                  <a:lnTo>
                    <a:pt x="1007718" y="3022058"/>
                  </a:lnTo>
                  <a:lnTo>
                    <a:pt x="1055144" y="3004056"/>
                  </a:lnTo>
                  <a:lnTo>
                    <a:pt x="1099262" y="2998382"/>
                  </a:lnTo>
                  <a:lnTo>
                    <a:pt x="1144032" y="2979947"/>
                  </a:lnTo>
                  <a:lnTo>
                    <a:pt x="1187287" y="2961265"/>
                  </a:lnTo>
                  <a:lnTo>
                    <a:pt x="1228901" y="2942315"/>
                  </a:lnTo>
                  <a:lnTo>
                    <a:pt x="1270793" y="2910543"/>
                  </a:lnTo>
                  <a:lnTo>
                    <a:pt x="710984" y="2819258"/>
                  </a:lnTo>
                  <a:lnTo>
                    <a:pt x="668302" y="2799430"/>
                  </a:lnTo>
                  <a:lnTo>
                    <a:pt x="623633" y="2792146"/>
                  </a:lnTo>
                  <a:lnTo>
                    <a:pt x="455734" y="2713297"/>
                  </a:lnTo>
                  <a:lnTo>
                    <a:pt x="378853" y="2649289"/>
                  </a:lnTo>
                  <a:lnTo>
                    <a:pt x="341513" y="2617465"/>
                  </a:lnTo>
                  <a:lnTo>
                    <a:pt x="305041" y="2585782"/>
                  </a:lnTo>
                  <a:lnTo>
                    <a:pt x="269539" y="2554257"/>
                  </a:lnTo>
                  <a:lnTo>
                    <a:pt x="237153" y="2510373"/>
                  </a:lnTo>
                  <a:lnTo>
                    <a:pt x="203896" y="2479214"/>
                  </a:lnTo>
                  <a:lnTo>
                    <a:pt x="173957" y="2435729"/>
                  </a:lnTo>
                  <a:lnTo>
                    <a:pt x="145393" y="2392468"/>
                  </a:lnTo>
                  <a:lnTo>
                    <a:pt x="120351" y="2336914"/>
                  </a:lnTo>
                  <a:lnTo>
                    <a:pt x="94844" y="2294151"/>
                  </a:lnTo>
                  <a:lnTo>
                    <a:pt x="77403" y="2252704"/>
                  </a:lnTo>
                  <a:lnTo>
                    <a:pt x="60898" y="2211409"/>
                  </a:lnTo>
                  <a:lnTo>
                    <a:pt x="45313" y="2170265"/>
                  </a:lnTo>
                  <a:lnTo>
                    <a:pt x="30634" y="2129268"/>
                  </a:lnTo>
                  <a:lnTo>
                    <a:pt x="16848" y="2088417"/>
                  </a:lnTo>
                  <a:lnTo>
                    <a:pt x="3940" y="2047708"/>
                  </a:lnTo>
                  <a:lnTo>
                    <a:pt x="805" y="2034330"/>
                  </a:lnTo>
                  <a:close/>
                </a:path>
                <a:path w="4248785" h="3042285">
                  <a:moveTo>
                    <a:pt x="1892466" y="865"/>
                  </a:moveTo>
                  <a:lnTo>
                    <a:pt x="756360" y="8622"/>
                  </a:lnTo>
                  <a:lnTo>
                    <a:pt x="754470" y="8314"/>
                  </a:lnTo>
                  <a:lnTo>
                    <a:pt x="718130" y="40991"/>
                  </a:lnTo>
                  <a:lnTo>
                    <a:pt x="684743" y="74150"/>
                  </a:lnTo>
                  <a:lnTo>
                    <a:pt x="654369" y="107800"/>
                  </a:lnTo>
                  <a:lnTo>
                    <a:pt x="627071" y="141952"/>
                  </a:lnTo>
                  <a:lnTo>
                    <a:pt x="581252" y="224555"/>
                  </a:lnTo>
                  <a:lnTo>
                    <a:pt x="564406" y="260411"/>
                  </a:lnTo>
                  <a:lnTo>
                    <a:pt x="548261" y="309249"/>
                  </a:lnTo>
                  <a:lnTo>
                    <a:pt x="536884" y="345997"/>
                  </a:lnTo>
                  <a:lnTo>
                    <a:pt x="526166" y="395721"/>
                  </a:lnTo>
                  <a:lnTo>
                    <a:pt x="524169" y="408263"/>
                  </a:lnTo>
                  <a:lnTo>
                    <a:pt x="520174" y="433347"/>
                  </a:lnTo>
                  <a:lnTo>
                    <a:pt x="514798" y="483941"/>
                  </a:lnTo>
                  <a:lnTo>
                    <a:pt x="514106" y="522431"/>
                  </a:lnTo>
                  <a:lnTo>
                    <a:pt x="513988" y="573883"/>
                  </a:lnTo>
                  <a:lnTo>
                    <a:pt x="516467" y="625758"/>
                  </a:lnTo>
                  <a:lnTo>
                    <a:pt x="523567" y="665519"/>
                  </a:lnTo>
                  <a:lnTo>
                    <a:pt x="531177" y="718231"/>
                  </a:lnTo>
                  <a:lnTo>
                    <a:pt x="541321" y="771356"/>
                  </a:lnTo>
                  <a:lnTo>
                    <a:pt x="556021" y="812357"/>
                  </a:lnTo>
                  <a:lnTo>
                    <a:pt x="571170" y="866298"/>
                  </a:lnTo>
                  <a:lnTo>
                    <a:pt x="590832" y="908107"/>
                  </a:lnTo>
                  <a:lnTo>
                    <a:pt x="610900" y="962851"/>
                  </a:lnTo>
                  <a:lnTo>
                    <a:pt x="635440" y="1005455"/>
                  </a:lnTo>
                  <a:lnTo>
                    <a:pt x="660343" y="1060987"/>
                  </a:lnTo>
                  <a:lnTo>
                    <a:pt x="689676" y="1104374"/>
                  </a:lnTo>
                  <a:lnTo>
                    <a:pt x="715659" y="1147214"/>
                  </a:lnTo>
                  <a:lnTo>
                    <a:pt x="742498" y="1190194"/>
                  </a:lnTo>
                  <a:lnTo>
                    <a:pt x="770071" y="1233293"/>
                  </a:lnTo>
                  <a:lnTo>
                    <a:pt x="800299" y="1263957"/>
                  </a:lnTo>
                  <a:lnTo>
                    <a:pt x="828973" y="1307236"/>
                  </a:lnTo>
                  <a:lnTo>
                    <a:pt x="858015" y="1350575"/>
                  </a:lnTo>
                  <a:lnTo>
                    <a:pt x="889347" y="1381420"/>
                  </a:lnTo>
                  <a:lnTo>
                    <a:pt x="918760" y="1424819"/>
                  </a:lnTo>
                  <a:lnTo>
                    <a:pt x="950219" y="1455685"/>
                  </a:lnTo>
                  <a:lnTo>
                    <a:pt x="1017277" y="1530958"/>
                  </a:lnTo>
                  <a:lnTo>
                    <a:pt x="1052271" y="1575268"/>
                  </a:lnTo>
                  <a:lnTo>
                    <a:pt x="1086489" y="1619451"/>
                  </a:lnTo>
                  <a:lnTo>
                    <a:pt x="1119875" y="1663498"/>
                  </a:lnTo>
                  <a:lnTo>
                    <a:pt x="1152377" y="1707401"/>
                  </a:lnTo>
                  <a:lnTo>
                    <a:pt x="1183939" y="1751151"/>
                  </a:lnTo>
                  <a:lnTo>
                    <a:pt x="1214506" y="1794739"/>
                  </a:lnTo>
                  <a:lnTo>
                    <a:pt x="1232255" y="1810501"/>
                  </a:lnTo>
                  <a:lnTo>
                    <a:pt x="1250257" y="1839172"/>
                  </a:lnTo>
                  <a:lnTo>
                    <a:pt x="1267914" y="1880654"/>
                  </a:lnTo>
                  <a:lnTo>
                    <a:pt x="1288716" y="1909782"/>
                  </a:lnTo>
                  <a:lnTo>
                    <a:pt x="1327136" y="1993253"/>
                  </a:lnTo>
                  <a:lnTo>
                    <a:pt x="1345601" y="2034868"/>
                  </a:lnTo>
                  <a:lnTo>
                    <a:pt x="1360727" y="2088805"/>
                  </a:lnTo>
                  <a:lnTo>
                    <a:pt x="1376003" y="2129899"/>
                  </a:lnTo>
                  <a:lnTo>
                    <a:pt x="1386742" y="2183121"/>
                  </a:lnTo>
                  <a:lnTo>
                    <a:pt x="1394389" y="2235839"/>
                  </a:lnTo>
                  <a:lnTo>
                    <a:pt x="1398347" y="2287956"/>
                  </a:lnTo>
                  <a:lnTo>
                    <a:pt x="1398014" y="2339372"/>
                  </a:lnTo>
                  <a:lnTo>
                    <a:pt x="1392794" y="2389992"/>
                  </a:lnTo>
                  <a:lnTo>
                    <a:pt x="1382087" y="2439717"/>
                  </a:lnTo>
                  <a:lnTo>
                    <a:pt x="1363250" y="2500984"/>
                  </a:lnTo>
                  <a:lnTo>
                    <a:pt x="1345828" y="2536747"/>
                  </a:lnTo>
                  <a:lnTo>
                    <a:pt x="1324280" y="2571836"/>
                  </a:lnTo>
                  <a:lnTo>
                    <a:pt x="1298852" y="2606293"/>
                  </a:lnTo>
                  <a:lnTo>
                    <a:pt x="1269793" y="2640157"/>
                  </a:lnTo>
                  <a:lnTo>
                    <a:pt x="1237350" y="2673470"/>
                  </a:lnTo>
                  <a:lnTo>
                    <a:pt x="1201770" y="2706272"/>
                  </a:lnTo>
                  <a:lnTo>
                    <a:pt x="1165346" y="2726068"/>
                  </a:lnTo>
                  <a:lnTo>
                    <a:pt x="1126280" y="2745433"/>
                  </a:lnTo>
                  <a:lnTo>
                    <a:pt x="1084820" y="2764408"/>
                  </a:lnTo>
                  <a:lnTo>
                    <a:pt x="1041215" y="2783033"/>
                  </a:lnTo>
                  <a:lnTo>
                    <a:pt x="995710" y="2801348"/>
                  </a:lnTo>
                  <a:lnTo>
                    <a:pt x="950599" y="2806860"/>
                  </a:lnTo>
                  <a:lnTo>
                    <a:pt x="902040" y="2824677"/>
                  </a:lnTo>
                  <a:lnTo>
                    <a:pt x="854369" y="2829771"/>
                  </a:lnTo>
                  <a:lnTo>
                    <a:pt x="760638" y="2814487"/>
                  </a:lnTo>
                  <a:lnTo>
                    <a:pt x="710984" y="2819258"/>
                  </a:lnTo>
                  <a:lnTo>
                    <a:pt x="1270793" y="2910543"/>
                  </a:lnTo>
                  <a:lnTo>
                    <a:pt x="1308749" y="2890997"/>
                  </a:lnTo>
                  <a:lnTo>
                    <a:pt x="1346731" y="2858587"/>
                  </a:lnTo>
                  <a:lnTo>
                    <a:pt x="1380527" y="2838363"/>
                  </a:lnTo>
                  <a:lnTo>
                    <a:pt x="1414100" y="2805234"/>
                  </a:lnTo>
                  <a:lnTo>
                    <a:pt x="1445279" y="2771715"/>
                  </a:lnTo>
                  <a:lnTo>
                    <a:pt x="1473940" y="2737785"/>
                  </a:lnTo>
                  <a:lnTo>
                    <a:pt x="1502001" y="2690890"/>
                  </a:lnTo>
                  <a:lnTo>
                    <a:pt x="1525249" y="2656078"/>
                  </a:lnTo>
                  <a:lnTo>
                    <a:pt x="1545602" y="2620794"/>
                  </a:lnTo>
                  <a:lnTo>
                    <a:pt x="1564980" y="2572483"/>
                  </a:lnTo>
                  <a:lnTo>
                    <a:pt x="1578803" y="2536133"/>
                  </a:lnTo>
                  <a:lnTo>
                    <a:pt x="1590053" y="2499365"/>
                  </a:lnTo>
                  <a:lnTo>
                    <a:pt x="1600795" y="2449645"/>
                  </a:lnTo>
                  <a:lnTo>
                    <a:pt x="1606964" y="2412048"/>
                  </a:lnTo>
                  <a:lnTo>
                    <a:pt x="1610625" y="2374042"/>
                  </a:lnTo>
                  <a:lnTo>
                    <a:pt x="1613843" y="2323096"/>
                  </a:lnTo>
                  <a:lnTo>
                    <a:pt x="1612553" y="2284282"/>
                  </a:lnTo>
                  <a:lnTo>
                    <a:pt x="1610864" y="2232536"/>
                  </a:lnTo>
                  <a:lnTo>
                    <a:pt x="1604710" y="2192929"/>
                  </a:lnTo>
                  <a:lnTo>
                    <a:pt x="1598201" y="2140397"/>
                  </a:lnTo>
                  <a:lnTo>
                    <a:pt x="1587270" y="2100011"/>
                  </a:lnTo>
                  <a:lnTo>
                    <a:pt x="1576027" y="2046707"/>
                  </a:lnTo>
                  <a:lnTo>
                    <a:pt x="1560407" y="2005556"/>
                  </a:lnTo>
                  <a:lnTo>
                    <a:pt x="1544518" y="1951494"/>
                  </a:lnTo>
                  <a:lnTo>
                    <a:pt x="1524295" y="1909593"/>
                  </a:lnTo>
                  <a:lnTo>
                    <a:pt x="1503846" y="1854788"/>
                  </a:lnTo>
                  <a:lnTo>
                    <a:pt x="1479107" y="1812151"/>
                  </a:lnTo>
                  <a:lnTo>
                    <a:pt x="1452143" y="1769151"/>
                  </a:lnTo>
                  <a:lnTo>
                    <a:pt x="1425019" y="1713257"/>
                  </a:lnTo>
                  <a:lnTo>
                    <a:pt x="1393669" y="1669541"/>
                  </a:lnTo>
                  <a:lnTo>
                    <a:pt x="1364819" y="1626234"/>
                  </a:lnTo>
                  <a:lnTo>
                    <a:pt x="1335228" y="1582805"/>
                  </a:lnTo>
                  <a:lnTo>
                    <a:pt x="1303003" y="1551815"/>
                  </a:lnTo>
                  <a:lnTo>
                    <a:pt x="1241476" y="1464576"/>
                  </a:lnTo>
                  <a:lnTo>
                    <a:pt x="1208385" y="1433444"/>
                  </a:lnTo>
                  <a:lnTo>
                    <a:pt x="1177352" y="1389780"/>
                  </a:lnTo>
                  <a:lnTo>
                    <a:pt x="1111854" y="1314761"/>
                  </a:lnTo>
                  <a:lnTo>
                    <a:pt x="1079825" y="1270935"/>
                  </a:lnTo>
                  <a:lnTo>
                    <a:pt x="1046380" y="1239746"/>
                  </a:lnTo>
                  <a:lnTo>
                    <a:pt x="1015680" y="1196137"/>
                  </a:lnTo>
                  <a:lnTo>
                    <a:pt x="985754" y="1152654"/>
                  </a:lnTo>
                  <a:lnTo>
                    <a:pt x="954633" y="1121843"/>
                  </a:lnTo>
                  <a:lnTo>
                    <a:pt x="926478" y="1078649"/>
                  </a:lnTo>
                  <a:lnTo>
                    <a:pt x="899319" y="1035617"/>
                  </a:lnTo>
                  <a:lnTo>
                    <a:pt x="873229" y="992760"/>
                  </a:lnTo>
                  <a:lnTo>
                    <a:pt x="849873" y="950348"/>
                  </a:lnTo>
                  <a:lnTo>
                    <a:pt x="827396" y="908079"/>
                  </a:lnTo>
                  <a:lnTo>
                    <a:pt x="806143" y="866011"/>
                  </a:lnTo>
                  <a:lnTo>
                    <a:pt x="786459" y="824198"/>
                  </a:lnTo>
                  <a:lnTo>
                    <a:pt x="770732" y="770162"/>
                  </a:lnTo>
                  <a:lnTo>
                    <a:pt x="755219" y="729029"/>
                  </a:lnTo>
                  <a:lnTo>
                    <a:pt x="744353" y="675786"/>
                  </a:lnTo>
                  <a:lnTo>
                    <a:pt x="736434" y="623024"/>
                  </a:lnTo>
                  <a:lnTo>
                    <a:pt x="729763" y="583333"/>
                  </a:lnTo>
                  <a:lnTo>
                    <a:pt x="728774" y="531701"/>
                  </a:lnTo>
                  <a:lnTo>
                    <a:pt x="731766" y="480718"/>
                  </a:lnTo>
                  <a:lnTo>
                    <a:pt x="739084" y="430440"/>
                  </a:lnTo>
                  <a:lnTo>
                    <a:pt x="751074" y="380924"/>
                  </a:lnTo>
                  <a:lnTo>
                    <a:pt x="768080" y="332226"/>
                  </a:lnTo>
                  <a:lnTo>
                    <a:pt x="788402" y="296937"/>
                  </a:lnTo>
                  <a:lnTo>
                    <a:pt x="815225" y="249840"/>
                  </a:lnTo>
                  <a:lnTo>
                    <a:pt x="844259" y="215971"/>
                  </a:lnTo>
                  <a:lnTo>
                    <a:pt x="877196" y="182739"/>
                  </a:lnTo>
                  <a:lnTo>
                    <a:pt x="913685" y="150086"/>
                  </a:lnTo>
                  <a:lnTo>
                    <a:pt x="951330" y="130489"/>
                  </a:lnTo>
                  <a:lnTo>
                    <a:pt x="991825" y="111357"/>
                  </a:lnTo>
                  <a:lnTo>
                    <a:pt x="1034818" y="92632"/>
                  </a:lnTo>
                  <a:lnTo>
                    <a:pt x="1079958" y="74257"/>
                  </a:lnTo>
                  <a:lnTo>
                    <a:pt x="1126893" y="56175"/>
                  </a:lnTo>
                  <a:lnTo>
                    <a:pt x="1317387" y="35767"/>
                  </a:lnTo>
                  <a:lnTo>
                    <a:pt x="2132781" y="168730"/>
                  </a:lnTo>
                  <a:lnTo>
                    <a:pt x="2054012" y="104414"/>
                  </a:lnTo>
                  <a:lnTo>
                    <a:pt x="2011617" y="84633"/>
                  </a:lnTo>
                  <a:lnTo>
                    <a:pt x="1929001" y="19691"/>
                  </a:lnTo>
                  <a:lnTo>
                    <a:pt x="1892466" y="865"/>
                  </a:lnTo>
                  <a:close/>
                </a:path>
                <a:path w="4248785" h="3042285">
                  <a:moveTo>
                    <a:pt x="3383819" y="1234869"/>
                  </a:moveTo>
                  <a:lnTo>
                    <a:pt x="3192916" y="1203740"/>
                  </a:lnTo>
                  <a:lnTo>
                    <a:pt x="3238083" y="1223972"/>
                  </a:lnTo>
                  <a:lnTo>
                    <a:pt x="3333703" y="1239565"/>
                  </a:lnTo>
                  <a:lnTo>
                    <a:pt x="3383819" y="1234869"/>
                  </a:lnTo>
                  <a:close/>
                </a:path>
                <a:path w="4248785" h="3042285">
                  <a:moveTo>
                    <a:pt x="2132781" y="168730"/>
                  </a:moveTo>
                  <a:lnTo>
                    <a:pt x="1548509" y="73455"/>
                  </a:lnTo>
                  <a:lnTo>
                    <a:pt x="1771651" y="174181"/>
                  </a:lnTo>
                  <a:lnTo>
                    <a:pt x="1853494" y="238997"/>
                  </a:lnTo>
                  <a:lnTo>
                    <a:pt x="1895788" y="258762"/>
                  </a:lnTo>
                  <a:lnTo>
                    <a:pt x="1974994" y="323148"/>
                  </a:lnTo>
                  <a:lnTo>
                    <a:pt x="2090720" y="419226"/>
                  </a:lnTo>
                  <a:lnTo>
                    <a:pt x="2202991" y="514740"/>
                  </a:lnTo>
                  <a:lnTo>
                    <a:pt x="2237650" y="558995"/>
                  </a:lnTo>
                  <a:lnTo>
                    <a:pt x="2267462" y="576724"/>
                  </a:lnTo>
                  <a:lnTo>
                    <a:pt x="2331684" y="638667"/>
                  </a:lnTo>
                  <a:lnTo>
                    <a:pt x="2368301" y="670373"/>
                  </a:lnTo>
                  <a:lnTo>
                    <a:pt x="2403101" y="714651"/>
                  </a:lnTo>
                  <a:lnTo>
                    <a:pt x="2553474" y="842114"/>
                  </a:lnTo>
                  <a:lnTo>
                    <a:pt x="2670429" y="938392"/>
                  </a:lnTo>
                  <a:lnTo>
                    <a:pt x="2750939" y="1002991"/>
                  </a:lnTo>
                  <a:lnTo>
                    <a:pt x="2794110" y="1022898"/>
                  </a:lnTo>
                  <a:lnTo>
                    <a:pt x="2835867" y="1055443"/>
                  </a:lnTo>
                  <a:lnTo>
                    <a:pt x="2880335" y="1075562"/>
                  </a:lnTo>
                  <a:lnTo>
                    <a:pt x="2923463" y="1108330"/>
                  </a:lnTo>
                  <a:lnTo>
                    <a:pt x="3016065" y="1149166"/>
                  </a:lnTo>
                  <a:lnTo>
                    <a:pt x="3100530" y="1188675"/>
                  </a:lnTo>
                  <a:lnTo>
                    <a:pt x="3431842" y="1242700"/>
                  </a:lnTo>
                  <a:lnTo>
                    <a:pt x="3481693" y="1237961"/>
                  </a:lnTo>
                  <a:lnTo>
                    <a:pt x="3529116" y="1245694"/>
                  </a:lnTo>
                  <a:lnTo>
                    <a:pt x="3626224" y="1235794"/>
                  </a:lnTo>
                  <a:lnTo>
                    <a:pt x="3675574" y="1218106"/>
                  </a:lnTo>
                  <a:lnTo>
                    <a:pt x="3721824" y="1212780"/>
                  </a:lnTo>
                  <a:lnTo>
                    <a:pt x="3768895" y="1194720"/>
                  </a:lnTo>
                  <a:lnTo>
                    <a:pt x="3814573" y="1176433"/>
                  </a:lnTo>
                  <a:lnTo>
                    <a:pt x="3858693" y="1157892"/>
                  </a:lnTo>
                  <a:lnTo>
                    <a:pt x="3903129" y="1126534"/>
                  </a:lnTo>
                  <a:lnTo>
                    <a:pt x="3923377" y="1116969"/>
                  </a:lnTo>
                  <a:lnTo>
                    <a:pt x="3235216" y="1004753"/>
                  </a:lnTo>
                  <a:lnTo>
                    <a:pt x="3146693" y="964583"/>
                  </a:lnTo>
                  <a:lnTo>
                    <a:pt x="3102223" y="957331"/>
                  </a:lnTo>
                  <a:lnTo>
                    <a:pt x="3058810" y="937384"/>
                  </a:lnTo>
                  <a:lnTo>
                    <a:pt x="3017914" y="904980"/>
                  </a:lnTo>
                  <a:lnTo>
                    <a:pt x="2933370" y="865459"/>
                  </a:lnTo>
                  <a:lnTo>
                    <a:pt x="2854568" y="801138"/>
                  </a:lnTo>
                  <a:lnTo>
                    <a:pt x="2813695" y="781605"/>
                  </a:lnTo>
                  <a:lnTo>
                    <a:pt x="2661735" y="653884"/>
                  </a:lnTo>
                  <a:lnTo>
                    <a:pt x="2550746" y="558579"/>
                  </a:lnTo>
                  <a:lnTo>
                    <a:pt x="2516258" y="514352"/>
                  </a:lnTo>
                  <a:lnTo>
                    <a:pt x="2479926" y="482692"/>
                  </a:lnTo>
                  <a:lnTo>
                    <a:pt x="2401727" y="405601"/>
                  </a:lnTo>
                  <a:lnTo>
                    <a:pt x="2385677" y="402984"/>
                  </a:lnTo>
                  <a:lnTo>
                    <a:pt x="2353312" y="359103"/>
                  </a:lnTo>
                  <a:lnTo>
                    <a:pt x="2318226" y="327647"/>
                  </a:lnTo>
                  <a:lnTo>
                    <a:pt x="2282466" y="296080"/>
                  </a:lnTo>
                  <a:lnTo>
                    <a:pt x="2208944" y="232620"/>
                  </a:lnTo>
                  <a:lnTo>
                    <a:pt x="2132781" y="168730"/>
                  </a:lnTo>
                  <a:close/>
                </a:path>
                <a:path w="4248785" h="3042285">
                  <a:moveTo>
                    <a:pt x="4112121" y="2517"/>
                  </a:moveTo>
                  <a:lnTo>
                    <a:pt x="3859946" y="0"/>
                  </a:lnTo>
                  <a:lnTo>
                    <a:pt x="3864434" y="13599"/>
                  </a:lnTo>
                  <a:lnTo>
                    <a:pt x="3916326" y="99267"/>
                  </a:lnTo>
                  <a:lnTo>
                    <a:pt x="3942973" y="142216"/>
                  </a:lnTo>
                  <a:lnTo>
                    <a:pt x="3968539" y="197856"/>
                  </a:lnTo>
                  <a:lnTo>
                    <a:pt x="3988441" y="239704"/>
                  </a:lnTo>
                  <a:lnTo>
                    <a:pt x="4005051" y="281016"/>
                  </a:lnTo>
                  <a:lnTo>
                    <a:pt x="4016315" y="334324"/>
                  </a:lnTo>
                  <a:lnTo>
                    <a:pt x="4026316" y="374558"/>
                  </a:lnTo>
                  <a:lnTo>
                    <a:pt x="4030957" y="426785"/>
                  </a:lnTo>
                  <a:lnTo>
                    <a:pt x="4032275" y="478471"/>
                  </a:lnTo>
                  <a:lnTo>
                    <a:pt x="4032308" y="517080"/>
                  </a:lnTo>
                  <a:lnTo>
                    <a:pt x="4026959" y="567679"/>
                  </a:lnTo>
                  <a:lnTo>
                    <a:pt x="4018266" y="617732"/>
                  </a:lnTo>
                  <a:lnTo>
                    <a:pt x="4008264" y="654704"/>
                  </a:lnTo>
                  <a:lnTo>
                    <a:pt x="3992859" y="703663"/>
                  </a:lnTo>
                  <a:lnTo>
                    <a:pt x="3976132" y="739539"/>
                  </a:lnTo>
                  <a:lnTo>
                    <a:pt x="3956030" y="774864"/>
                  </a:lnTo>
                  <a:lnTo>
                    <a:pt x="3930503" y="822173"/>
                  </a:lnTo>
                  <a:lnTo>
                    <a:pt x="3903632" y="856394"/>
                  </a:lnTo>
                  <a:lnTo>
                    <a:pt x="3875408" y="877527"/>
                  </a:lnTo>
                  <a:lnTo>
                    <a:pt x="3838096" y="910046"/>
                  </a:lnTo>
                  <a:lnTo>
                    <a:pt x="3797803" y="942079"/>
                  </a:lnTo>
                  <a:lnTo>
                    <a:pt x="3756861" y="961138"/>
                  </a:lnTo>
                  <a:lnTo>
                    <a:pt x="3713512" y="979805"/>
                  </a:lnTo>
                  <a:lnTo>
                    <a:pt x="3668042" y="998126"/>
                  </a:lnTo>
                  <a:lnTo>
                    <a:pt x="3620739" y="1016148"/>
                  </a:lnTo>
                  <a:lnTo>
                    <a:pt x="3573932" y="1021383"/>
                  </a:lnTo>
                  <a:lnTo>
                    <a:pt x="3476823" y="1031283"/>
                  </a:lnTo>
                  <a:lnTo>
                    <a:pt x="3429139" y="1023508"/>
                  </a:lnTo>
                  <a:lnTo>
                    <a:pt x="3379010" y="1028201"/>
                  </a:lnTo>
                  <a:lnTo>
                    <a:pt x="3923377" y="1116969"/>
                  </a:lnTo>
                  <a:lnTo>
                    <a:pt x="3943626" y="1107403"/>
                  </a:lnTo>
                  <a:lnTo>
                    <a:pt x="3984103" y="1075400"/>
                  </a:lnTo>
                  <a:lnTo>
                    <a:pt x="4022350" y="1043033"/>
                  </a:lnTo>
                  <a:lnTo>
                    <a:pt x="4054941" y="1009745"/>
                  </a:lnTo>
                  <a:lnTo>
                    <a:pt x="4084811" y="976012"/>
                  </a:lnTo>
                  <a:lnTo>
                    <a:pt x="4114006" y="929302"/>
                  </a:lnTo>
                  <a:lnTo>
                    <a:pt x="4138441" y="894683"/>
                  </a:lnTo>
                  <a:lnTo>
                    <a:pt x="4162205" y="847087"/>
                  </a:lnTo>
                  <a:lnTo>
                    <a:pt x="4181214" y="811584"/>
                  </a:lnTo>
                  <a:lnTo>
                    <a:pt x="4199556" y="763104"/>
                  </a:lnTo>
                  <a:lnTo>
                    <a:pt x="4213147" y="726717"/>
                  </a:lnTo>
                  <a:lnTo>
                    <a:pt x="4226076" y="677354"/>
                  </a:lnTo>
                  <a:lnTo>
                    <a:pt x="4236302" y="627551"/>
                  </a:lnTo>
                  <a:lnTo>
                    <a:pt x="4243827" y="577307"/>
                  </a:lnTo>
                  <a:lnTo>
                    <a:pt x="4246609" y="539157"/>
                  </a:lnTo>
                  <a:lnTo>
                    <a:pt x="4248738" y="488033"/>
                  </a:lnTo>
                  <a:lnTo>
                    <a:pt x="4248172" y="436470"/>
                  </a:lnTo>
                  <a:lnTo>
                    <a:pt x="4244913" y="384468"/>
                  </a:lnTo>
                  <a:lnTo>
                    <a:pt x="4238965" y="332027"/>
                  </a:lnTo>
                  <a:lnTo>
                    <a:pt x="4228284" y="291682"/>
                  </a:lnTo>
                  <a:lnTo>
                    <a:pt x="4216961" y="238365"/>
                  </a:lnTo>
                  <a:lnTo>
                    <a:pt x="4200910" y="197144"/>
                  </a:lnTo>
                  <a:lnTo>
                    <a:pt x="4184221" y="142952"/>
                  </a:lnTo>
                  <a:lnTo>
                    <a:pt x="4162809" y="100857"/>
                  </a:lnTo>
                  <a:lnTo>
                    <a:pt x="4136205" y="45048"/>
                  </a:lnTo>
                  <a:lnTo>
                    <a:pt x="4112121" y="2517"/>
                  </a:lnTo>
                  <a:close/>
                </a:path>
              </a:pathLst>
            </a:custGeom>
            <a:solidFill>
              <a:srgbClr val="EFF0E9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-1554" y="3753"/>
              <a:ext cx="4248738" cy="304227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-1549" y="3758"/>
              <a:ext cx="4248785" cy="3042285"/>
            </a:xfrm>
            <a:custGeom>
              <a:avLst/>
              <a:gdLst/>
              <a:ahLst/>
              <a:cxnLst/>
              <a:rect l="l" t="t" r="r" b="b"/>
              <a:pathLst>
                <a:path w="4248785" h="3042285">
                  <a:moveTo>
                    <a:pt x="3923360" y="1116965"/>
                  </a:moveTo>
                  <a:lnTo>
                    <a:pt x="3235210" y="1004760"/>
                  </a:lnTo>
                  <a:lnTo>
                    <a:pt x="3146679" y="964577"/>
                  </a:lnTo>
                  <a:lnTo>
                    <a:pt x="3102216" y="957326"/>
                  </a:lnTo>
                  <a:lnTo>
                    <a:pt x="3058795" y="937387"/>
                  </a:lnTo>
                  <a:lnTo>
                    <a:pt x="3017901" y="904976"/>
                  </a:lnTo>
                  <a:lnTo>
                    <a:pt x="2933357" y="865454"/>
                  </a:lnTo>
                  <a:lnTo>
                    <a:pt x="2854553" y="801141"/>
                  </a:lnTo>
                  <a:lnTo>
                    <a:pt x="2813685" y="781608"/>
                  </a:lnTo>
                  <a:lnTo>
                    <a:pt x="2661729" y="653884"/>
                  </a:lnTo>
                  <a:lnTo>
                    <a:pt x="2550731" y="558584"/>
                  </a:lnTo>
                  <a:lnTo>
                    <a:pt x="2516251" y="514350"/>
                  </a:lnTo>
                  <a:lnTo>
                    <a:pt x="2479916" y="482688"/>
                  </a:lnTo>
                  <a:lnTo>
                    <a:pt x="2401709" y="405599"/>
                  </a:lnTo>
                  <a:lnTo>
                    <a:pt x="2385669" y="402983"/>
                  </a:lnTo>
                  <a:lnTo>
                    <a:pt x="2353297" y="359105"/>
                  </a:lnTo>
                  <a:lnTo>
                    <a:pt x="2318220" y="327647"/>
                  </a:lnTo>
                  <a:lnTo>
                    <a:pt x="2282456" y="296075"/>
                  </a:lnTo>
                  <a:lnTo>
                    <a:pt x="2208936" y="232625"/>
                  </a:lnTo>
                  <a:lnTo>
                    <a:pt x="2132774" y="168732"/>
                  </a:lnTo>
                  <a:lnTo>
                    <a:pt x="2053996" y="104419"/>
                  </a:lnTo>
                  <a:lnTo>
                    <a:pt x="2011603" y="84632"/>
                  </a:lnTo>
                  <a:lnTo>
                    <a:pt x="1928990" y="19697"/>
                  </a:lnTo>
                  <a:lnTo>
                    <a:pt x="1892452" y="863"/>
                  </a:lnTo>
                  <a:lnTo>
                    <a:pt x="756348" y="8623"/>
                  </a:lnTo>
                  <a:lnTo>
                    <a:pt x="754456" y="8318"/>
                  </a:lnTo>
                  <a:lnTo>
                    <a:pt x="718121" y="40995"/>
                  </a:lnTo>
                  <a:lnTo>
                    <a:pt x="684733" y="74155"/>
                  </a:lnTo>
                  <a:lnTo>
                    <a:pt x="654354" y="107797"/>
                  </a:lnTo>
                  <a:lnTo>
                    <a:pt x="627062" y="141947"/>
                  </a:lnTo>
                  <a:lnTo>
                    <a:pt x="581240" y="224561"/>
                  </a:lnTo>
                  <a:lnTo>
                    <a:pt x="564400" y="260413"/>
                  </a:lnTo>
                  <a:lnTo>
                    <a:pt x="548246" y="309245"/>
                  </a:lnTo>
                  <a:lnTo>
                    <a:pt x="536879" y="345998"/>
                  </a:lnTo>
                  <a:lnTo>
                    <a:pt x="526161" y="395719"/>
                  </a:lnTo>
                  <a:lnTo>
                    <a:pt x="520166" y="433349"/>
                  </a:lnTo>
                  <a:lnTo>
                    <a:pt x="514781" y="483946"/>
                  </a:lnTo>
                  <a:lnTo>
                    <a:pt x="514096" y="522427"/>
                  </a:lnTo>
                  <a:lnTo>
                    <a:pt x="513981" y="573887"/>
                  </a:lnTo>
                  <a:lnTo>
                    <a:pt x="516458" y="625754"/>
                  </a:lnTo>
                  <a:lnTo>
                    <a:pt x="523557" y="665518"/>
                  </a:lnTo>
                  <a:lnTo>
                    <a:pt x="531164" y="718235"/>
                  </a:lnTo>
                  <a:lnTo>
                    <a:pt x="541312" y="771359"/>
                  </a:lnTo>
                  <a:lnTo>
                    <a:pt x="556006" y="812355"/>
                  </a:lnTo>
                  <a:lnTo>
                    <a:pt x="571157" y="866305"/>
                  </a:lnTo>
                  <a:lnTo>
                    <a:pt x="590816" y="908113"/>
                  </a:lnTo>
                  <a:lnTo>
                    <a:pt x="610895" y="962850"/>
                  </a:lnTo>
                  <a:lnTo>
                    <a:pt x="635431" y="1005459"/>
                  </a:lnTo>
                  <a:lnTo>
                    <a:pt x="660336" y="1060983"/>
                  </a:lnTo>
                  <a:lnTo>
                    <a:pt x="689660" y="1104379"/>
                  </a:lnTo>
                  <a:lnTo>
                    <a:pt x="715645" y="1147216"/>
                  </a:lnTo>
                  <a:lnTo>
                    <a:pt x="742492" y="1190193"/>
                  </a:lnTo>
                  <a:lnTo>
                    <a:pt x="770064" y="1233297"/>
                  </a:lnTo>
                  <a:lnTo>
                    <a:pt x="800290" y="1263954"/>
                  </a:lnTo>
                  <a:lnTo>
                    <a:pt x="828967" y="1307236"/>
                  </a:lnTo>
                  <a:lnTo>
                    <a:pt x="857999" y="1350581"/>
                  </a:lnTo>
                  <a:lnTo>
                    <a:pt x="889330" y="1381417"/>
                  </a:lnTo>
                  <a:lnTo>
                    <a:pt x="918743" y="1424825"/>
                  </a:lnTo>
                  <a:lnTo>
                    <a:pt x="950214" y="1455686"/>
                  </a:lnTo>
                  <a:lnTo>
                    <a:pt x="1017270" y="1530959"/>
                  </a:lnTo>
                  <a:lnTo>
                    <a:pt x="1052258" y="1575269"/>
                  </a:lnTo>
                  <a:lnTo>
                    <a:pt x="1086472" y="1619453"/>
                  </a:lnTo>
                  <a:lnTo>
                    <a:pt x="1119860" y="1663496"/>
                  </a:lnTo>
                  <a:lnTo>
                    <a:pt x="1152359" y="1707400"/>
                  </a:lnTo>
                  <a:lnTo>
                    <a:pt x="1183932" y="1751152"/>
                  </a:lnTo>
                  <a:lnTo>
                    <a:pt x="1214501" y="1794738"/>
                  </a:lnTo>
                  <a:lnTo>
                    <a:pt x="1232242" y="1810499"/>
                  </a:lnTo>
                  <a:lnTo>
                    <a:pt x="1250251" y="1839175"/>
                  </a:lnTo>
                  <a:lnTo>
                    <a:pt x="1267904" y="1880654"/>
                  </a:lnTo>
                  <a:lnTo>
                    <a:pt x="1288707" y="1909787"/>
                  </a:lnTo>
                  <a:lnTo>
                    <a:pt x="1327124" y="1993252"/>
                  </a:lnTo>
                  <a:lnTo>
                    <a:pt x="1345590" y="2034870"/>
                  </a:lnTo>
                  <a:lnTo>
                    <a:pt x="1360716" y="2088807"/>
                  </a:lnTo>
                  <a:lnTo>
                    <a:pt x="1375994" y="2129904"/>
                  </a:lnTo>
                  <a:lnTo>
                    <a:pt x="1386725" y="2183117"/>
                  </a:lnTo>
                  <a:lnTo>
                    <a:pt x="1394383" y="2235835"/>
                  </a:lnTo>
                  <a:lnTo>
                    <a:pt x="1398333" y="2287955"/>
                  </a:lnTo>
                  <a:lnTo>
                    <a:pt x="1398003" y="2339378"/>
                  </a:lnTo>
                  <a:lnTo>
                    <a:pt x="1392783" y="2389987"/>
                  </a:lnTo>
                  <a:lnTo>
                    <a:pt x="1382077" y="2439720"/>
                  </a:lnTo>
                  <a:lnTo>
                    <a:pt x="1363243" y="2500985"/>
                  </a:lnTo>
                  <a:lnTo>
                    <a:pt x="1345819" y="2536748"/>
                  </a:lnTo>
                  <a:lnTo>
                    <a:pt x="1324267" y="2571839"/>
                  </a:lnTo>
                  <a:lnTo>
                    <a:pt x="1298841" y="2606294"/>
                  </a:lnTo>
                  <a:lnTo>
                    <a:pt x="1269784" y="2640165"/>
                  </a:lnTo>
                  <a:lnTo>
                    <a:pt x="1237335" y="2673477"/>
                  </a:lnTo>
                  <a:lnTo>
                    <a:pt x="1201762" y="2706268"/>
                  </a:lnTo>
                  <a:lnTo>
                    <a:pt x="1165339" y="2726067"/>
                  </a:lnTo>
                  <a:lnTo>
                    <a:pt x="1126274" y="2745435"/>
                  </a:lnTo>
                  <a:lnTo>
                    <a:pt x="1084808" y="2764409"/>
                  </a:lnTo>
                  <a:lnTo>
                    <a:pt x="1041209" y="2783040"/>
                  </a:lnTo>
                  <a:lnTo>
                    <a:pt x="995705" y="2801353"/>
                  </a:lnTo>
                  <a:lnTo>
                    <a:pt x="950582" y="2806865"/>
                  </a:lnTo>
                  <a:lnTo>
                    <a:pt x="902030" y="2824683"/>
                  </a:lnTo>
                  <a:lnTo>
                    <a:pt x="854354" y="2829776"/>
                  </a:lnTo>
                  <a:lnTo>
                    <a:pt x="760628" y="2814485"/>
                  </a:lnTo>
                  <a:lnTo>
                    <a:pt x="710971" y="2819260"/>
                  </a:lnTo>
                  <a:lnTo>
                    <a:pt x="668286" y="2799435"/>
                  </a:lnTo>
                  <a:lnTo>
                    <a:pt x="623620" y="2792145"/>
                  </a:lnTo>
                  <a:lnTo>
                    <a:pt x="455726" y="2713291"/>
                  </a:lnTo>
                  <a:lnTo>
                    <a:pt x="378841" y="2649296"/>
                  </a:lnTo>
                  <a:lnTo>
                    <a:pt x="341503" y="2617470"/>
                  </a:lnTo>
                  <a:lnTo>
                    <a:pt x="305028" y="2585783"/>
                  </a:lnTo>
                  <a:lnTo>
                    <a:pt x="269532" y="2554262"/>
                  </a:lnTo>
                  <a:lnTo>
                    <a:pt x="237147" y="2510371"/>
                  </a:lnTo>
                  <a:lnTo>
                    <a:pt x="203885" y="2479217"/>
                  </a:lnTo>
                  <a:lnTo>
                    <a:pt x="173951" y="2435733"/>
                  </a:lnTo>
                  <a:lnTo>
                    <a:pt x="145376" y="2392464"/>
                  </a:lnTo>
                  <a:lnTo>
                    <a:pt x="120345" y="2336914"/>
                  </a:lnTo>
                  <a:lnTo>
                    <a:pt x="94830" y="2294153"/>
                  </a:lnTo>
                  <a:lnTo>
                    <a:pt x="77393" y="2252700"/>
                  </a:lnTo>
                  <a:lnTo>
                    <a:pt x="60883" y="2211413"/>
                  </a:lnTo>
                  <a:lnTo>
                    <a:pt x="45300" y="2170265"/>
                  </a:lnTo>
                  <a:lnTo>
                    <a:pt x="30619" y="2129269"/>
                  </a:lnTo>
                  <a:lnTo>
                    <a:pt x="16840" y="2088413"/>
                  </a:lnTo>
                  <a:lnTo>
                    <a:pt x="3924" y="2047709"/>
                  </a:lnTo>
                  <a:lnTo>
                    <a:pt x="812" y="2034336"/>
                  </a:lnTo>
                  <a:lnTo>
                    <a:pt x="0" y="2561780"/>
                  </a:lnTo>
                  <a:lnTo>
                    <a:pt x="8369" y="2563139"/>
                  </a:lnTo>
                  <a:lnTo>
                    <a:pt x="38404" y="2606649"/>
                  </a:lnTo>
                  <a:lnTo>
                    <a:pt x="69519" y="2650325"/>
                  </a:lnTo>
                  <a:lnTo>
                    <a:pt x="101676" y="2694165"/>
                  </a:lnTo>
                  <a:lnTo>
                    <a:pt x="136829" y="2725636"/>
                  </a:lnTo>
                  <a:lnTo>
                    <a:pt x="172885" y="2757246"/>
                  </a:lnTo>
                  <a:lnTo>
                    <a:pt x="209753" y="2788996"/>
                  </a:lnTo>
                  <a:lnTo>
                    <a:pt x="247396" y="2820873"/>
                  </a:lnTo>
                  <a:lnTo>
                    <a:pt x="324675" y="2884944"/>
                  </a:lnTo>
                  <a:lnTo>
                    <a:pt x="408292" y="2924314"/>
                  </a:lnTo>
                  <a:lnTo>
                    <a:pt x="448716" y="2956649"/>
                  </a:lnTo>
                  <a:lnTo>
                    <a:pt x="491553" y="2976499"/>
                  </a:lnTo>
                  <a:lnTo>
                    <a:pt x="536727" y="2983865"/>
                  </a:lnTo>
                  <a:lnTo>
                    <a:pt x="580072" y="3003804"/>
                  </a:lnTo>
                  <a:lnTo>
                    <a:pt x="816038" y="3042272"/>
                  </a:lnTo>
                  <a:lnTo>
                    <a:pt x="961186" y="3027337"/>
                  </a:lnTo>
                  <a:lnTo>
                    <a:pt x="1007706" y="3022054"/>
                  </a:lnTo>
                  <a:lnTo>
                    <a:pt x="1055128" y="3004058"/>
                  </a:lnTo>
                  <a:lnTo>
                    <a:pt x="1099248" y="2998381"/>
                  </a:lnTo>
                  <a:lnTo>
                    <a:pt x="1144016" y="2979953"/>
                  </a:lnTo>
                  <a:lnTo>
                    <a:pt x="1187272" y="2961271"/>
                  </a:lnTo>
                  <a:lnTo>
                    <a:pt x="1228890" y="2942310"/>
                  </a:lnTo>
                  <a:lnTo>
                    <a:pt x="1270787" y="2910548"/>
                  </a:lnTo>
                  <a:lnTo>
                    <a:pt x="1308735" y="2891002"/>
                  </a:lnTo>
                  <a:lnTo>
                    <a:pt x="1346720" y="2858592"/>
                  </a:lnTo>
                  <a:lnTo>
                    <a:pt x="1380515" y="2838361"/>
                  </a:lnTo>
                  <a:lnTo>
                    <a:pt x="1414094" y="2805239"/>
                  </a:lnTo>
                  <a:lnTo>
                    <a:pt x="1445272" y="2771711"/>
                  </a:lnTo>
                  <a:lnTo>
                    <a:pt x="1473923" y="2737789"/>
                  </a:lnTo>
                  <a:lnTo>
                    <a:pt x="1501990" y="2690888"/>
                  </a:lnTo>
                  <a:lnTo>
                    <a:pt x="1525231" y="2656078"/>
                  </a:lnTo>
                  <a:lnTo>
                    <a:pt x="1545590" y="2620797"/>
                  </a:lnTo>
                  <a:lnTo>
                    <a:pt x="1564970" y="2572486"/>
                  </a:lnTo>
                  <a:lnTo>
                    <a:pt x="1578787" y="2536139"/>
                  </a:lnTo>
                  <a:lnTo>
                    <a:pt x="1590040" y="2499360"/>
                  </a:lnTo>
                  <a:lnTo>
                    <a:pt x="1600784" y="2449652"/>
                  </a:lnTo>
                  <a:lnTo>
                    <a:pt x="1606956" y="2412047"/>
                  </a:lnTo>
                  <a:lnTo>
                    <a:pt x="1610614" y="2374049"/>
                  </a:lnTo>
                  <a:lnTo>
                    <a:pt x="1613827" y="2323096"/>
                  </a:lnTo>
                  <a:lnTo>
                    <a:pt x="1612544" y="2284285"/>
                  </a:lnTo>
                  <a:lnTo>
                    <a:pt x="1610855" y="2232533"/>
                  </a:lnTo>
                  <a:lnTo>
                    <a:pt x="1604695" y="2192934"/>
                  </a:lnTo>
                  <a:lnTo>
                    <a:pt x="1598193" y="2140394"/>
                  </a:lnTo>
                  <a:lnTo>
                    <a:pt x="1587258" y="2100008"/>
                  </a:lnTo>
                  <a:lnTo>
                    <a:pt x="1576019" y="2046706"/>
                  </a:lnTo>
                  <a:lnTo>
                    <a:pt x="1560398" y="2005558"/>
                  </a:lnTo>
                  <a:lnTo>
                    <a:pt x="1544510" y="1951494"/>
                  </a:lnTo>
                  <a:lnTo>
                    <a:pt x="1524279" y="1909597"/>
                  </a:lnTo>
                  <a:lnTo>
                    <a:pt x="1503832" y="1854784"/>
                  </a:lnTo>
                  <a:lnTo>
                    <a:pt x="1479092" y="1812150"/>
                  </a:lnTo>
                  <a:lnTo>
                    <a:pt x="1452130" y="1769148"/>
                  </a:lnTo>
                  <a:lnTo>
                    <a:pt x="1425003" y="1713255"/>
                  </a:lnTo>
                  <a:lnTo>
                    <a:pt x="1393659" y="1669542"/>
                  </a:lnTo>
                  <a:lnTo>
                    <a:pt x="1364805" y="1626235"/>
                  </a:lnTo>
                  <a:lnTo>
                    <a:pt x="1335214" y="1582801"/>
                  </a:lnTo>
                  <a:lnTo>
                    <a:pt x="1302994" y="1551813"/>
                  </a:lnTo>
                  <a:lnTo>
                    <a:pt x="1241463" y="1464576"/>
                  </a:lnTo>
                  <a:lnTo>
                    <a:pt x="1208379" y="1433449"/>
                  </a:lnTo>
                  <a:lnTo>
                    <a:pt x="1177340" y="1389786"/>
                  </a:lnTo>
                  <a:lnTo>
                    <a:pt x="1111846" y="1314767"/>
                  </a:lnTo>
                  <a:lnTo>
                    <a:pt x="1079817" y="1270939"/>
                  </a:lnTo>
                  <a:lnTo>
                    <a:pt x="1046365" y="1239748"/>
                  </a:lnTo>
                  <a:lnTo>
                    <a:pt x="1015669" y="1196136"/>
                  </a:lnTo>
                  <a:lnTo>
                    <a:pt x="985748" y="1152652"/>
                  </a:lnTo>
                  <a:lnTo>
                    <a:pt x="954620" y="1121841"/>
                  </a:lnTo>
                  <a:lnTo>
                    <a:pt x="926465" y="1078649"/>
                  </a:lnTo>
                  <a:lnTo>
                    <a:pt x="899312" y="1035621"/>
                  </a:lnTo>
                  <a:lnTo>
                    <a:pt x="873213" y="992759"/>
                  </a:lnTo>
                  <a:lnTo>
                    <a:pt x="849858" y="950353"/>
                  </a:lnTo>
                  <a:lnTo>
                    <a:pt x="827379" y="908075"/>
                  </a:lnTo>
                  <a:lnTo>
                    <a:pt x="806132" y="866013"/>
                  </a:lnTo>
                  <a:lnTo>
                    <a:pt x="786447" y="824204"/>
                  </a:lnTo>
                  <a:lnTo>
                    <a:pt x="770724" y="770166"/>
                  </a:lnTo>
                  <a:lnTo>
                    <a:pt x="755205" y="729030"/>
                  </a:lnTo>
                  <a:lnTo>
                    <a:pt x="744347" y="675792"/>
                  </a:lnTo>
                  <a:lnTo>
                    <a:pt x="736422" y="623023"/>
                  </a:lnTo>
                  <a:lnTo>
                    <a:pt x="729754" y="583336"/>
                  </a:lnTo>
                  <a:lnTo>
                    <a:pt x="728764" y="531698"/>
                  </a:lnTo>
                  <a:lnTo>
                    <a:pt x="731761" y="480720"/>
                  </a:lnTo>
                  <a:lnTo>
                    <a:pt x="739076" y="430441"/>
                  </a:lnTo>
                  <a:lnTo>
                    <a:pt x="751065" y="380923"/>
                  </a:lnTo>
                  <a:lnTo>
                    <a:pt x="768070" y="332232"/>
                  </a:lnTo>
                  <a:lnTo>
                    <a:pt x="788390" y="296938"/>
                  </a:lnTo>
                  <a:lnTo>
                    <a:pt x="815213" y="249847"/>
                  </a:lnTo>
                  <a:lnTo>
                    <a:pt x="844245" y="215976"/>
                  </a:lnTo>
                  <a:lnTo>
                    <a:pt x="877189" y="182740"/>
                  </a:lnTo>
                  <a:lnTo>
                    <a:pt x="913676" y="150088"/>
                  </a:lnTo>
                  <a:lnTo>
                    <a:pt x="951318" y="130492"/>
                  </a:lnTo>
                  <a:lnTo>
                    <a:pt x="991819" y="111353"/>
                  </a:lnTo>
                  <a:lnTo>
                    <a:pt x="1034808" y="92633"/>
                  </a:lnTo>
                  <a:lnTo>
                    <a:pt x="1079944" y="74256"/>
                  </a:lnTo>
                  <a:lnTo>
                    <a:pt x="1126883" y="56172"/>
                  </a:lnTo>
                  <a:lnTo>
                    <a:pt x="1317371" y="35763"/>
                  </a:lnTo>
                  <a:lnTo>
                    <a:pt x="1548498" y="73456"/>
                  </a:lnTo>
                  <a:lnTo>
                    <a:pt x="1771637" y="174180"/>
                  </a:lnTo>
                  <a:lnTo>
                    <a:pt x="1853488" y="239001"/>
                  </a:lnTo>
                  <a:lnTo>
                    <a:pt x="1895779" y="258762"/>
                  </a:lnTo>
                  <a:lnTo>
                    <a:pt x="1974977" y="323151"/>
                  </a:lnTo>
                  <a:lnTo>
                    <a:pt x="2090712" y="419227"/>
                  </a:lnTo>
                  <a:lnTo>
                    <a:pt x="2202980" y="514743"/>
                  </a:lnTo>
                  <a:lnTo>
                    <a:pt x="2237638" y="558990"/>
                  </a:lnTo>
                  <a:lnTo>
                    <a:pt x="2267458" y="576719"/>
                  </a:lnTo>
                  <a:lnTo>
                    <a:pt x="2331669" y="638670"/>
                  </a:lnTo>
                  <a:lnTo>
                    <a:pt x="2368296" y="670369"/>
                  </a:lnTo>
                  <a:lnTo>
                    <a:pt x="2403094" y="714654"/>
                  </a:lnTo>
                  <a:lnTo>
                    <a:pt x="2553462" y="842111"/>
                  </a:lnTo>
                  <a:lnTo>
                    <a:pt x="2670416" y="938390"/>
                  </a:lnTo>
                  <a:lnTo>
                    <a:pt x="2750934" y="1002995"/>
                  </a:lnTo>
                  <a:lnTo>
                    <a:pt x="2794101" y="1022896"/>
                  </a:lnTo>
                  <a:lnTo>
                    <a:pt x="2835859" y="1055446"/>
                  </a:lnTo>
                  <a:lnTo>
                    <a:pt x="2880322" y="1075563"/>
                  </a:lnTo>
                  <a:lnTo>
                    <a:pt x="2923451" y="1108329"/>
                  </a:lnTo>
                  <a:lnTo>
                    <a:pt x="3016059" y="1149172"/>
                  </a:lnTo>
                  <a:lnTo>
                    <a:pt x="3100514" y="1188681"/>
                  </a:lnTo>
                  <a:lnTo>
                    <a:pt x="3192907" y="1203756"/>
                  </a:lnTo>
                  <a:lnTo>
                    <a:pt x="3238068" y="1223975"/>
                  </a:lnTo>
                  <a:lnTo>
                    <a:pt x="3333686" y="1239570"/>
                  </a:lnTo>
                  <a:lnTo>
                    <a:pt x="3383813" y="1234871"/>
                  </a:lnTo>
                  <a:lnTo>
                    <a:pt x="3431832" y="1242695"/>
                  </a:lnTo>
                  <a:lnTo>
                    <a:pt x="3481679" y="1237957"/>
                  </a:lnTo>
                  <a:lnTo>
                    <a:pt x="3529101" y="1245692"/>
                  </a:lnTo>
                  <a:lnTo>
                    <a:pt x="3626218" y="1235798"/>
                  </a:lnTo>
                  <a:lnTo>
                    <a:pt x="3675557" y="1218107"/>
                  </a:lnTo>
                  <a:lnTo>
                    <a:pt x="3721811" y="1212786"/>
                  </a:lnTo>
                  <a:lnTo>
                    <a:pt x="3768890" y="1194727"/>
                  </a:lnTo>
                  <a:lnTo>
                    <a:pt x="3814559" y="1176439"/>
                  </a:lnTo>
                  <a:lnTo>
                    <a:pt x="3858679" y="1157897"/>
                  </a:lnTo>
                  <a:lnTo>
                    <a:pt x="3903116" y="1126540"/>
                  </a:lnTo>
                  <a:lnTo>
                    <a:pt x="3923360" y="1116965"/>
                  </a:lnTo>
                  <a:close/>
                </a:path>
                <a:path w="4248785" h="3042285">
                  <a:moveTo>
                    <a:pt x="4248721" y="488035"/>
                  </a:moveTo>
                  <a:lnTo>
                    <a:pt x="4248162" y="436473"/>
                  </a:lnTo>
                  <a:lnTo>
                    <a:pt x="4244899" y="384467"/>
                  </a:lnTo>
                  <a:lnTo>
                    <a:pt x="4238955" y="332028"/>
                  </a:lnTo>
                  <a:lnTo>
                    <a:pt x="4228274" y="291680"/>
                  </a:lnTo>
                  <a:lnTo>
                    <a:pt x="4216946" y="238366"/>
                  </a:lnTo>
                  <a:lnTo>
                    <a:pt x="4200893" y="197142"/>
                  </a:lnTo>
                  <a:lnTo>
                    <a:pt x="4184205" y="142951"/>
                  </a:lnTo>
                  <a:lnTo>
                    <a:pt x="4162793" y="100863"/>
                  </a:lnTo>
                  <a:lnTo>
                    <a:pt x="4136199" y="45046"/>
                  </a:lnTo>
                  <a:lnTo>
                    <a:pt x="4112107" y="2514"/>
                  </a:lnTo>
                  <a:lnTo>
                    <a:pt x="3859936" y="0"/>
                  </a:lnTo>
                  <a:lnTo>
                    <a:pt x="3864419" y="13601"/>
                  </a:lnTo>
                  <a:lnTo>
                    <a:pt x="3916311" y="99263"/>
                  </a:lnTo>
                  <a:lnTo>
                    <a:pt x="3942956" y="142214"/>
                  </a:lnTo>
                  <a:lnTo>
                    <a:pt x="3968534" y="197853"/>
                  </a:lnTo>
                  <a:lnTo>
                    <a:pt x="3988435" y="239699"/>
                  </a:lnTo>
                  <a:lnTo>
                    <a:pt x="4005034" y="281012"/>
                  </a:lnTo>
                  <a:lnTo>
                    <a:pt x="4016298" y="334327"/>
                  </a:lnTo>
                  <a:lnTo>
                    <a:pt x="4026306" y="374561"/>
                  </a:lnTo>
                  <a:lnTo>
                    <a:pt x="4030942" y="426783"/>
                  </a:lnTo>
                  <a:lnTo>
                    <a:pt x="4032262" y="478472"/>
                  </a:lnTo>
                  <a:lnTo>
                    <a:pt x="4032300" y="517080"/>
                  </a:lnTo>
                  <a:lnTo>
                    <a:pt x="4026954" y="567677"/>
                  </a:lnTo>
                  <a:lnTo>
                    <a:pt x="4018254" y="617728"/>
                  </a:lnTo>
                  <a:lnTo>
                    <a:pt x="4008259" y="654710"/>
                  </a:lnTo>
                  <a:lnTo>
                    <a:pt x="3992854" y="703668"/>
                  </a:lnTo>
                  <a:lnTo>
                    <a:pt x="3976116" y="739533"/>
                  </a:lnTo>
                  <a:lnTo>
                    <a:pt x="3956024" y="774865"/>
                  </a:lnTo>
                  <a:lnTo>
                    <a:pt x="3930497" y="822172"/>
                  </a:lnTo>
                  <a:lnTo>
                    <a:pt x="3903624" y="856399"/>
                  </a:lnTo>
                  <a:lnTo>
                    <a:pt x="3875392" y="877531"/>
                  </a:lnTo>
                  <a:lnTo>
                    <a:pt x="3838079" y="910043"/>
                  </a:lnTo>
                  <a:lnTo>
                    <a:pt x="3797795" y="942086"/>
                  </a:lnTo>
                  <a:lnTo>
                    <a:pt x="3756850" y="961136"/>
                  </a:lnTo>
                  <a:lnTo>
                    <a:pt x="3713505" y="979805"/>
                  </a:lnTo>
                  <a:lnTo>
                    <a:pt x="3668026" y="998131"/>
                  </a:lnTo>
                  <a:lnTo>
                    <a:pt x="3620732" y="1016152"/>
                  </a:lnTo>
                  <a:lnTo>
                    <a:pt x="3573919" y="1021384"/>
                  </a:lnTo>
                  <a:lnTo>
                    <a:pt x="3476815" y="1031278"/>
                  </a:lnTo>
                  <a:lnTo>
                    <a:pt x="3429127" y="1023505"/>
                  </a:lnTo>
                  <a:lnTo>
                    <a:pt x="3379000" y="1028204"/>
                  </a:lnTo>
                  <a:lnTo>
                    <a:pt x="3923360" y="1116965"/>
                  </a:lnTo>
                  <a:lnTo>
                    <a:pt x="3943616" y="1107401"/>
                  </a:lnTo>
                  <a:lnTo>
                    <a:pt x="3984091" y="1075397"/>
                  </a:lnTo>
                  <a:lnTo>
                    <a:pt x="4022344" y="1043038"/>
                  </a:lnTo>
                  <a:lnTo>
                    <a:pt x="4054932" y="1009751"/>
                  </a:lnTo>
                  <a:lnTo>
                    <a:pt x="4084802" y="976007"/>
                  </a:lnTo>
                  <a:lnTo>
                    <a:pt x="4114000" y="929297"/>
                  </a:lnTo>
                  <a:lnTo>
                    <a:pt x="4138434" y="894689"/>
                  </a:lnTo>
                  <a:lnTo>
                    <a:pt x="4162196" y="847090"/>
                  </a:lnTo>
                  <a:lnTo>
                    <a:pt x="4181208" y="811580"/>
                  </a:lnTo>
                  <a:lnTo>
                    <a:pt x="4199547" y="763104"/>
                  </a:lnTo>
                  <a:lnTo>
                    <a:pt x="4213136" y="726719"/>
                  </a:lnTo>
                  <a:lnTo>
                    <a:pt x="4226064" y="677354"/>
                  </a:lnTo>
                  <a:lnTo>
                    <a:pt x="4236288" y="627557"/>
                  </a:lnTo>
                  <a:lnTo>
                    <a:pt x="4243819" y="577303"/>
                  </a:lnTo>
                  <a:lnTo>
                    <a:pt x="4246600" y="539153"/>
                  </a:lnTo>
                  <a:lnTo>
                    <a:pt x="4248721" y="488035"/>
                  </a:lnTo>
                  <a:close/>
                </a:path>
              </a:pathLst>
            </a:custGeom>
            <a:solidFill>
              <a:srgbClr val="40B8D5">
                <a:alpha val="74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016000" y="2875926"/>
            <a:ext cx="6637020" cy="3254375"/>
          </a:xfrm>
          <a:prstGeom prst="rect">
            <a:avLst/>
          </a:prstGeom>
        </p:spPr>
        <p:txBody>
          <a:bodyPr vert="horz" wrap="square" lIns="0" tIns="440689" rIns="0" bIns="0" rtlCol="0">
            <a:spAutoFit/>
          </a:bodyPr>
          <a:lstStyle/>
          <a:p>
            <a:pPr marL="12700" marR="5080">
              <a:lnSpc>
                <a:spcPct val="76600"/>
              </a:lnSpc>
              <a:spcBef>
                <a:spcPts val="3469"/>
              </a:spcBef>
            </a:pPr>
            <a:r>
              <a:rPr sz="12000" b="1" spc="-50" dirty="0">
                <a:solidFill>
                  <a:srgbClr val="377272"/>
                </a:solidFill>
                <a:latin typeface="Trebuchet MS"/>
                <a:cs typeface="Trebuchet MS"/>
              </a:rPr>
              <a:t>List</a:t>
            </a:r>
            <a:r>
              <a:rPr sz="12000" b="1" spc="-1165" dirty="0">
                <a:solidFill>
                  <a:srgbClr val="377272"/>
                </a:solidFill>
                <a:latin typeface="Trebuchet MS"/>
                <a:cs typeface="Trebuchet MS"/>
              </a:rPr>
              <a:t> </a:t>
            </a:r>
            <a:r>
              <a:rPr sz="12000" b="1" spc="270" dirty="0">
                <a:solidFill>
                  <a:srgbClr val="377272"/>
                </a:solidFill>
                <a:latin typeface="Trebuchet MS"/>
                <a:cs typeface="Trebuchet MS"/>
              </a:rPr>
              <a:t>of </a:t>
            </a:r>
            <a:r>
              <a:rPr sz="12000" b="1" spc="225" dirty="0">
                <a:solidFill>
                  <a:srgbClr val="377272"/>
                </a:solidFill>
                <a:latin typeface="Trebuchet MS"/>
                <a:cs typeface="Trebuchet MS"/>
              </a:rPr>
              <a:t>Contents</a:t>
            </a:r>
            <a:endParaRPr sz="12000">
              <a:latin typeface="Trebuchet MS"/>
              <a:cs typeface="Trebuchet MS"/>
            </a:endParaRPr>
          </a:p>
        </p:txBody>
      </p:sp>
      <p:pic>
        <p:nvPicPr>
          <p:cNvPr id="38" name="object 3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618564" y="4807980"/>
            <a:ext cx="4666842" cy="5481781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-2858" y="4275082"/>
            <a:ext cx="11956415" cy="6010910"/>
            <a:chOff x="-2858" y="4275082"/>
            <a:chExt cx="11956415" cy="6010910"/>
          </a:xfrm>
        </p:grpSpPr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2858" y="4275082"/>
              <a:ext cx="11956074" cy="601059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82355" y="8339126"/>
              <a:ext cx="671901" cy="67190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8482354" y="8339126"/>
              <a:ext cx="671830" cy="671830"/>
            </a:xfrm>
            <a:custGeom>
              <a:avLst/>
              <a:gdLst/>
              <a:ahLst/>
              <a:cxnLst/>
              <a:rect l="l" t="t" r="r" b="b"/>
              <a:pathLst>
                <a:path w="671829" h="671829">
                  <a:moveTo>
                    <a:pt x="335905" y="0"/>
                  </a:moveTo>
                  <a:lnTo>
                    <a:pt x="286267" y="3642"/>
                  </a:lnTo>
                  <a:lnTo>
                    <a:pt x="238891" y="14221"/>
                  </a:lnTo>
                  <a:lnTo>
                    <a:pt x="194295" y="31219"/>
                  </a:lnTo>
                  <a:lnTo>
                    <a:pt x="153001" y="54116"/>
                  </a:lnTo>
                  <a:lnTo>
                    <a:pt x="115526" y="82391"/>
                  </a:lnTo>
                  <a:lnTo>
                    <a:pt x="82391" y="115526"/>
                  </a:lnTo>
                  <a:lnTo>
                    <a:pt x="54116" y="153001"/>
                  </a:lnTo>
                  <a:lnTo>
                    <a:pt x="31219" y="194295"/>
                  </a:lnTo>
                  <a:lnTo>
                    <a:pt x="14221" y="238891"/>
                  </a:lnTo>
                  <a:lnTo>
                    <a:pt x="3642" y="286267"/>
                  </a:lnTo>
                  <a:lnTo>
                    <a:pt x="0" y="335905"/>
                  </a:lnTo>
                  <a:lnTo>
                    <a:pt x="3642" y="385542"/>
                  </a:lnTo>
                  <a:lnTo>
                    <a:pt x="14221" y="432918"/>
                  </a:lnTo>
                  <a:lnTo>
                    <a:pt x="31219" y="477514"/>
                  </a:lnTo>
                  <a:lnTo>
                    <a:pt x="54116" y="518808"/>
                  </a:lnTo>
                  <a:lnTo>
                    <a:pt x="82391" y="556283"/>
                  </a:lnTo>
                  <a:lnTo>
                    <a:pt x="115526" y="589418"/>
                  </a:lnTo>
                  <a:lnTo>
                    <a:pt x="153001" y="617693"/>
                  </a:lnTo>
                  <a:lnTo>
                    <a:pt x="194295" y="640590"/>
                  </a:lnTo>
                  <a:lnTo>
                    <a:pt x="238891" y="657588"/>
                  </a:lnTo>
                  <a:lnTo>
                    <a:pt x="286267" y="668167"/>
                  </a:lnTo>
                  <a:lnTo>
                    <a:pt x="335905" y="671810"/>
                  </a:lnTo>
                  <a:lnTo>
                    <a:pt x="385542" y="668167"/>
                  </a:lnTo>
                  <a:lnTo>
                    <a:pt x="432918" y="657588"/>
                  </a:lnTo>
                  <a:lnTo>
                    <a:pt x="477514" y="640590"/>
                  </a:lnTo>
                  <a:lnTo>
                    <a:pt x="518808" y="617693"/>
                  </a:lnTo>
                  <a:lnTo>
                    <a:pt x="556283" y="589418"/>
                  </a:lnTo>
                  <a:lnTo>
                    <a:pt x="589418" y="556283"/>
                  </a:lnTo>
                  <a:lnTo>
                    <a:pt x="617693" y="518808"/>
                  </a:lnTo>
                  <a:lnTo>
                    <a:pt x="640590" y="477514"/>
                  </a:lnTo>
                  <a:lnTo>
                    <a:pt x="657588" y="432918"/>
                  </a:lnTo>
                  <a:lnTo>
                    <a:pt x="668167" y="385542"/>
                  </a:lnTo>
                  <a:lnTo>
                    <a:pt x="671810" y="335905"/>
                  </a:lnTo>
                  <a:lnTo>
                    <a:pt x="668167" y="286267"/>
                  </a:lnTo>
                  <a:lnTo>
                    <a:pt x="657588" y="238891"/>
                  </a:lnTo>
                  <a:lnTo>
                    <a:pt x="640590" y="194295"/>
                  </a:lnTo>
                  <a:lnTo>
                    <a:pt x="617693" y="153001"/>
                  </a:lnTo>
                  <a:lnTo>
                    <a:pt x="589418" y="115526"/>
                  </a:lnTo>
                  <a:lnTo>
                    <a:pt x="556283" y="82391"/>
                  </a:lnTo>
                  <a:lnTo>
                    <a:pt x="518808" y="54116"/>
                  </a:lnTo>
                  <a:lnTo>
                    <a:pt x="477514" y="31219"/>
                  </a:lnTo>
                  <a:lnTo>
                    <a:pt x="432918" y="14221"/>
                  </a:lnTo>
                  <a:lnTo>
                    <a:pt x="385542" y="3642"/>
                  </a:lnTo>
                  <a:lnTo>
                    <a:pt x="335905" y="0"/>
                  </a:lnTo>
                </a:path>
              </a:pathLst>
            </a:custGeom>
            <a:ln w="19049">
              <a:solidFill>
                <a:srgbClr val="163B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685087" y="1167398"/>
            <a:ext cx="5348605" cy="7727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925">
              <a:lnSpc>
                <a:spcPts val="3465"/>
              </a:lnSpc>
              <a:tabLst>
                <a:tab pos="977265" algn="l"/>
              </a:tabLst>
            </a:pPr>
            <a:r>
              <a:rPr sz="4350" spc="-690" baseline="1915" dirty="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r>
              <a:rPr sz="4350" baseline="1915" dirty="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sz="2750" spc="-10" dirty="0">
                <a:solidFill>
                  <a:srgbClr val="163B41"/>
                </a:solidFill>
                <a:latin typeface="Lucida Sans Unicode"/>
                <a:cs typeface="Lucida Sans Unicode"/>
              </a:rPr>
              <a:t>Introduction</a:t>
            </a:r>
            <a:endParaRPr sz="2750">
              <a:latin typeface="Lucida Sans Unicode"/>
              <a:cs typeface="Lucida Sans Unicode"/>
            </a:endParaRPr>
          </a:p>
          <a:p>
            <a:pPr marL="29209">
              <a:lnSpc>
                <a:spcPct val="100000"/>
              </a:lnSpc>
              <a:spcBef>
                <a:spcPts val="3604"/>
              </a:spcBef>
            </a:pPr>
            <a:r>
              <a:rPr sz="2900" spc="-370" dirty="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2900">
              <a:latin typeface="Arial Black"/>
              <a:cs typeface="Arial Black"/>
            </a:endParaRPr>
          </a:p>
          <a:p>
            <a:pPr marL="22860">
              <a:lnSpc>
                <a:spcPct val="100000"/>
              </a:lnSpc>
              <a:spcBef>
                <a:spcPts val="3690"/>
              </a:spcBef>
            </a:pPr>
            <a:r>
              <a:rPr sz="2900" spc="-50" dirty="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endParaRPr sz="2900">
              <a:latin typeface="Arial Black"/>
              <a:cs typeface="Arial Black"/>
            </a:endParaRPr>
          </a:p>
          <a:p>
            <a:pPr marL="17145">
              <a:lnSpc>
                <a:spcPct val="100000"/>
              </a:lnSpc>
              <a:spcBef>
                <a:spcPts val="3775"/>
              </a:spcBef>
              <a:tabLst>
                <a:tab pos="977265" algn="l"/>
              </a:tabLst>
            </a:pPr>
            <a:r>
              <a:rPr sz="4350" spc="-75" baseline="1915" dirty="0">
                <a:solidFill>
                  <a:srgbClr val="FFFFFF"/>
                </a:solidFill>
                <a:latin typeface="Arial Black"/>
                <a:cs typeface="Arial Black"/>
              </a:rPr>
              <a:t>4</a:t>
            </a:r>
            <a:r>
              <a:rPr sz="4350" baseline="1915" dirty="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sz="2750" dirty="0">
                <a:solidFill>
                  <a:srgbClr val="163B41"/>
                </a:solidFill>
                <a:latin typeface="Lucida Sans Unicode"/>
                <a:cs typeface="Lucida Sans Unicode"/>
              </a:rPr>
              <a:t>Business</a:t>
            </a:r>
            <a:r>
              <a:rPr sz="2750" spc="-75" dirty="0">
                <a:solidFill>
                  <a:srgbClr val="163B41"/>
                </a:solidFill>
                <a:latin typeface="Lucida Sans Unicode"/>
                <a:cs typeface="Lucida Sans Unicode"/>
              </a:rPr>
              <a:t> </a:t>
            </a:r>
            <a:r>
              <a:rPr sz="2750" spc="55" dirty="0">
                <a:solidFill>
                  <a:srgbClr val="163B41"/>
                </a:solidFill>
                <a:latin typeface="Lucida Sans Unicode"/>
                <a:cs typeface="Lucida Sans Unicode"/>
              </a:rPr>
              <a:t>Model</a:t>
            </a:r>
            <a:r>
              <a:rPr sz="2750" spc="-70" dirty="0">
                <a:solidFill>
                  <a:srgbClr val="163B41"/>
                </a:solidFill>
                <a:latin typeface="Lucida Sans Unicode"/>
                <a:cs typeface="Lucida Sans Unicode"/>
              </a:rPr>
              <a:t> </a:t>
            </a:r>
            <a:r>
              <a:rPr sz="2750" spc="45" dirty="0">
                <a:solidFill>
                  <a:srgbClr val="163B41"/>
                </a:solidFill>
                <a:latin typeface="Lucida Sans Unicode"/>
                <a:cs typeface="Lucida Sans Unicode"/>
              </a:rPr>
              <a:t>Overview</a:t>
            </a:r>
            <a:endParaRPr sz="2750">
              <a:latin typeface="Lucida Sans Unicode"/>
              <a:cs typeface="Lucida Sans Unicode"/>
            </a:endParaRPr>
          </a:p>
          <a:p>
            <a:pPr marL="20955">
              <a:lnSpc>
                <a:spcPct val="100000"/>
              </a:lnSpc>
              <a:spcBef>
                <a:spcPts val="3604"/>
              </a:spcBef>
            </a:pPr>
            <a:r>
              <a:rPr sz="2900" spc="-50" dirty="0">
                <a:solidFill>
                  <a:srgbClr val="FFFFFF"/>
                </a:solidFill>
                <a:latin typeface="Arial Black"/>
                <a:cs typeface="Arial Black"/>
              </a:rPr>
              <a:t>5</a:t>
            </a:r>
            <a:endParaRPr sz="2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690"/>
              </a:spcBef>
            </a:pPr>
            <a:r>
              <a:rPr sz="2900" spc="-50" dirty="0">
                <a:solidFill>
                  <a:srgbClr val="FFFFFF"/>
                </a:solidFill>
                <a:latin typeface="Arial Black"/>
                <a:cs typeface="Arial Black"/>
              </a:rPr>
              <a:t>6</a:t>
            </a:r>
            <a:endParaRPr sz="2900">
              <a:latin typeface="Arial Black"/>
              <a:cs typeface="Arial Black"/>
            </a:endParaRPr>
          </a:p>
          <a:p>
            <a:pPr marL="38735">
              <a:lnSpc>
                <a:spcPct val="100000"/>
              </a:lnSpc>
              <a:spcBef>
                <a:spcPts val="3690"/>
              </a:spcBef>
            </a:pPr>
            <a:r>
              <a:rPr sz="2900" spc="-515" dirty="0">
                <a:solidFill>
                  <a:srgbClr val="FFFFFF"/>
                </a:solidFill>
                <a:latin typeface="Arial Black"/>
                <a:cs typeface="Arial Black"/>
              </a:rPr>
              <a:t>7</a:t>
            </a:r>
            <a:endParaRPr sz="2900">
              <a:latin typeface="Arial Black"/>
              <a:cs typeface="Arial Black"/>
            </a:endParaRPr>
          </a:p>
          <a:p>
            <a:pPr marL="19050">
              <a:lnSpc>
                <a:spcPct val="100000"/>
              </a:lnSpc>
              <a:spcBef>
                <a:spcPts val="3685"/>
              </a:spcBef>
            </a:pPr>
            <a:r>
              <a:rPr sz="2900" spc="-50" dirty="0">
                <a:solidFill>
                  <a:srgbClr val="FFFFFF"/>
                </a:solidFill>
                <a:latin typeface="Arial Black"/>
                <a:cs typeface="Arial Black"/>
              </a:rPr>
              <a:t>8</a:t>
            </a:r>
            <a:endParaRPr sz="2900">
              <a:latin typeface="Arial Black"/>
              <a:cs typeface="Arial Black"/>
            </a:endParaRPr>
          </a:p>
          <a:p>
            <a:pPr marL="22225">
              <a:lnSpc>
                <a:spcPct val="100000"/>
              </a:lnSpc>
              <a:spcBef>
                <a:spcPts val="3690"/>
              </a:spcBef>
            </a:pPr>
            <a:r>
              <a:rPr sz="2900" spc="-50" dirty="0">
                <a:solidFill>
                  <a:srgbClr val="FFFFFF"/>
                </a:solidFill>
                <a:latin typeface="Arial Black"/>
                <a:cs typeface="Arial Black"/>
              </a:rPr>
              <a:t>9</a:t>
            </a:r>
            <a:endParaRPr sz="2900">
              <a:latin typeface="Arial Black"/>
              <a:cs typeface="Arial Black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649983" y="8447901"/>
            <a:ext cx="573405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50" dirty="0">
                <a:solidFill>
                  <a:srgbClr val="163B41"/>
                </a:solidFill>
                <a:latin typeface="Lucida Sans Unicode"/>
                <a:cs typeface="Lucida Sans Unicode"/>
              </a:rPr>
              <a:t>Future</a:t>
            </a:r>
            <a:r>
              <a:rPr sz="2750" spc="-105" dirty="0">
                <a:solidFill>
                  <a:srgbClr val="163B41"/>
                </a:solidFill>
                <a:latin typeface="Lucida Sans Unicode"/>
                <a:cs typeface="Lucida Sans Unicode"/>
              </a:rPr>
              <a:t> </a:t>
            </a:r>
            <a:r>
              <a:rPr sz="2750" spc="95" dirty="0">
                <a:solidFill>
                  <a:srgbClr val="163B41"/>
                </a:solidFill>
                <a:latin typeface="Lucida Sans Unicode"/>
                <a:cs typeface="Lucida Sans Unicode"/>
              </a:rPr>
              <a:t>Scope</a:t>
            </a:r>
            <a:r>
              <a:rPr sz="2750" spc="-105" dirty="0">
                <a:solidFill>
                  <a:srgbClr val="163B41"/>
                </a:solidFill>
                <a:latin typeface="Lucida Sans Unicode"/>
                <a:cs typeface="Lucida Sans Unicode"/>
              </a:rPr>
              <a:t> </a:t>
            </a:r>
            <a:r>
              <a:rPr sz="2750" dirty="0">
                <a:solidFill>
                  <a:srgbClr val="163B41"/>
                </a:solidFill>
                <a:latin typeface="Lucida Sans Unicode"/>
                <a:cs typeface="Lucida Sans Unicode"/>
              </a:rPr>
              <a:t>and</a:t>
            </a:r>
            <a:r>
              <a:rPr sz="2750" spc="-100" dirty="0">
                <a:solidFill>
                  <a:srgbClr val="163B41"/>
                </a:solidFill>
                <a:latin typeface="Lucida Sans Unicode"/>
                <a:cs typeface="Lucida Sans Unicode"/>
              </a:rPr>
              <a:t> </a:t>
            </a:r>
            <a:r>
              <a:rPr sz="2750" spc="50" dirty="0">
                <a:solidFill>
                  <a:srgbClr val="163B41"/>
                </a:solidFill>
                <a:latin typeface="Lucida Sans Unicode"/>
                <a:cs typeface="Lucida Sans Unicode"/>
              </a:rPr>
              <a:t>Scalability</a:t>
            </a:r>
            <a:r>
              <a:rPr sz="2750" spc="-105" dirty="0">
                <a:solidFill>
                  <a:srgbClr val="163B41"/>
                </a:solidFill>
                <a:latin typeface="Lucida Sans Unicode"/>
                <a:cs typeface="Lucida Sans Unicode"/>
              </a:rPr>
              <a:t> </a:t>
            </a:r>
            <a:r>
              <a:rPr sz="2750" spc="55" dirty="0">
                <a:solidFill>
                  <a:srgbClr val="163B41"/>
                </a:solidFill>
                <a:latin typeface="Lucida Sans Unicode"/>
                <a:cs typeface="Lucida Sans Unicode"/>
              </a:rPr>
              <a:t>Plan</a:t>
            </a:r>
            <a:endParaRPr sz="27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711494" y="12678"/>
            <a:ext cx="3576954" cy="10273665"/>
          </a:xfrm>
          <a:custGeom>
            <a:avLst/>
            <a:gdLst/>
            <a:ahLst/>
            <a:cxnLst/>
            <a:rect l="l" t="t" r="r" b="b"/>
            <a:pathLst>
              <a:path w="3576955" h="10273665">
                <a:moveTo>
                  <a:pt x="1384815" y="10261658"/>
                </a:moveTo>
                <a:lnTo>
                  <a:pt x="1380408" y="10259765"/>
                </a:lnTo>
                <a:lnTo>
                  <a:pt x="1382302" y="10255358"/>
                </a:lnTo>
                <a:lnTo>
                  <a:pt x="1386708" y="10257252"/>
                </a:lnTo>
                <a:lnTo>
                  <a:pt x="1384815" y="10261658"/>
                </a:lnTo>
                <a:close/>
              </a:path>
              <a:path w="3576955" h="10273665">
                <a:moveTo>
                  <a:pt x="1197349" y="10180462"/>
                </a:moveTo>
                <a:lnTo>
                  <a:pt x="1193680" y="10178883"/>
                </a:lnTo>
                <a:lnTo>
                  <a:pt x="1195264" y="10175209"/>
                </a:lnTo>
                <a:lnTo>
                  <a:pt x="1198933" y="10176788"/>
                </a:lnTo>
                <a:lnTo>
                  <a:pt x="1197349" y="10180462"/>
                </a:lnTo>
                <a:close/>
              </a:path>
              <a:path w="3576955" h="10273665">
                <a:moveTo>
                  <a:pt x="1009684" y="10098730"/>
                </a:moveTo>
                <a:lnTo>
                  <a:pt x="1007474" y="10097773"/>
                </a:lnTo>
                <a:lnTo>
                  <a:pt x="1008422" y="10095579"/>
                </a:lnTo>
                <a:lnTo>
                  <a:pt x="1010628" y="10096529"/>
                </a:lnTo>
                <a:lnTo>
                  <a:pt x="1009684" y="10098730"/>
                </a:lnTo>
                <a:close/>
              </a:path>
              <a:path w="3576955" h="10273665">
                <a:moveTo>
                  <a:pt x="822217" y="10017532"/>
                </a:moveTo>
                <a:lnTo>
                  <a:pt x="820745" y="10016891"/>
                </a:lnTo>
                <a:lnTo>
                  <a:pt x="821379" y="10015423"/>
                </a:lnTo>
                <a:lnTo>
                  <a:pt x="822854" y="10016053"/>
                </a:lnTo>
                <a:lnTo>
                  <a:pt x="822217" y="10017532"/>
                </a:lnTo>
                <a:close/>
              </a:path>
              <a:path w="3576955" h="10273665">
                <a:moveTo>
                  <a:pt x="1840832" y="10237866"/>
                </a:moveTo>
                <a:lnTo>
                  <a:pt x="1833490" y="10234703"/>
                </a:lnTo>
                <a:lnTo>
                  <a:pt x="1836653" y="10227360"/>
                </a:lnTo>
                <a:lnTo>
                  <a:pt x="1843995" y="10230523"/>
                </a:lnTo>
                <a:lnTo>
                  <a:pt x="1840832" y="10237866"/>
                </a:lnTo>
                <a:close/>
              </a:path>
              <a:path w="3576955" h="10273665">
                <a:moveTo>
                  <a:pt x="1653379" y="10156659"/>
                </a:moveTo>
                <a:lnTo>
                  <a:pt x="1646762" y="10153810"/>
                </a:lnTo>
                <a:lnTo>
                  <a:pt x="1649610" y="10147204"/>
                </a:lnTo>
                <a:lnTo>
                  <a:pt x="1656222" y="10150048"/>
                </a:lnTo>
                <a:lnTo>
                  <a:pt x="1653379" y="10156659"/>
                </a:lnTo>
                <a:close/>
              </a:path>
              <a:path w="3576955" h="10273665">
                <a:moveTo>
                  <a:pt x="1465913" y="10075463"/>
                </a:moveTo>
                <a:lnTo>
                  <a:pt x="1460033" y="10072928"/>
                </a:lnTo>
                <a:lnTo>
                  <a:pt x="1462568" y="10067049"/>
                </a:lnTo>
                <a:lnTo>
                  <a:pt x="1468448" y="10069584"/>
                </a:lnTo>
                <a:lnTo>
                  <a:pt x="1465913" y="10075463"/>
                </a:lnTo>
                <a:close/>
              </a:path>
              <a:path w="3576955" h="10273665">
                <a:moveTo>
                  <a:pt x="1278243" y="9993723"/>
                </a:moveTo>
                <a:lnTo>
                  <a:pt x="1273832" y="9991823"/>
                </a:lnTo>
                <a:lnTo>
                  <a:pt x="1275731" y="9987424"/>
                </a:lnTo>
                <a:lnTo>
                  <a:pt x="1280142" y="9989324"/>
                </a:lnTo>
                <a:lnTo>
                  <a:pt x="1278243" y="9993723"/>
                </a:lnTo>
                <a:close/>
              </a:path>
              <a:path w="3576955" h="10273665">
                <a:moveTo>
                  <a:pt x="1090771" y="9912531"/>
                </a:moveTo>
                <a:lnTo>
                  <a:pt x="1087097" y="9910947"/>
                </a:lnTo>
                <a:lnTo>
                  <a:pt x="1088682" y="9907273"/>
                </a:lnTo>
                <a:lnTo>
                  <a:pt x="1092355" y="9908858"/>
                </a:lnTo>
                <a:lnTo>
                  <a:pt x="1090771" y="9912531"/>
                </a:lnTo>
                <a:close/>
              </a:path>
              <a:path w="3576955" h="10273665">
                <a:moveTo>
                  <a:pt x="903100" y="9830804"/>
                </a:moveTo>
                <a:lnTo>
                  <a:pt x="900906" y="9829856"/>
                </a:lnTo>
                <a:lnTo>
                  <a:pt x="901855" y="9827650"/>
                </a:lnTo>
                <a:lnTo>
                  <a:pt x="904050" y="9828598"/>
                </a:lnTo>
                <a:lnTo>
                  <a:pt x="903100" y="9830804"/>
                </a:lnTo>
                <a:close/>
              </a:path>
              <a:path w="3576955" h="10273665">
                <a:moveTo>
                  <a:pt x="715642" y="9749591"/>
                </a:moveTo>
                <a:lnTo>
                  <a:pt x="714168" y="9748962"/>
                </a:lnTo>
                <a:lnTo>
                  <a:pt x="714796" y="9747498"/>
                </a:lnTo>
                <a:lnTo>
                  <a:pt x="716270" y="9748128"/>
                </a:lnTo>
                <a:lnTo>
                  <a:pt x="715642" y="9749591"/>
                </a:lnTo>
                <a:close/>
              </a:path>
              <a:path w="3576955" h="10273665">
                <a:moveTo>
                  <a:pt x="2297067" y="10214593"/>
                </a:moveTo>
                <a:lnTo>
                  <a:pt x="2286051" y="10209846"/>
                </a:lnTo>
                <a:lnTo>
                  <a:pt x="2290799" y="10198829"/>
                </a:lnTo>
                <a:lnTo>
                  <a:pt x="2301815" y="10203577"/>
                </a:lnTo>
                <a:lnTo>
                  <a:pt x="2297067" y="10214593"/>
                </a:lnTo>
                <a:close/>
              </a:path>
              <a:path w="3576955" h="10273665">
                <a:moveTo>
                  <a:pt x="2109603" y="10133385"/>
                </a:moveTo>
                <a:lnTo>
                  <a:pt x="2099329" y="10128959"/>
                </a:lnTo>
                <a:lnTo>
                  <a:pt x="2103755" y="10118685"/>
                </a:lnTo>
                <a:lnTo>
                  <a:pt x="2114029" y="10123111"/>
                </a:lnTo>
                <a:lnTo>
                  <a:pt x="2109603" y="10133385"/>
                </a:lnTo>
                <a:close/>
              </a:path>
              <a:path w="3576955" h="10273665">
                <a:moveTo>
                  <a:pt x="1921932" y="10051658"/>
                </a:moveTo>
                <a:lnTo>
                  <a:pt x="1913121" y="10047860"/>
                </a:lnTo>
                <a:lnTo>
                  <a:pt x="1916912" y="10039054"/>
                </a:lnTo>
                <a:lnTo>
                  <a:pt x="1925723" y="10042852"/>
                </a:lnTo>
                <a:lnTo>
                  <a:pt x="1921932" y="10051658"/>
                </a:lnTo>
                <a:close/>
              </a:path>
              <a:path w="3576955" h="10273665">
                <a:moveTo>
                  <a:pt x="1734261" y="9969931"/>
                </a:moveTo>
                <a:lnTo>
                  <a:pt x="1726918" y="9966768"/>
                </a:lnTo>
                <a:lnTo>
                  <a:pt x="1730082" y="9959425"/>
                </a:lnTo>
                <a:lnTo>
                  <a:pt x="1737424" y="9962588"/>
                </a:lnTo>
                <a:lnTo>
                  <a:pt x="1734261" y="9969931"/>
                </a:lnTo>
                <a:close/>
              </a:path>
              <a:path w="3576955" h="10273665">
                <a:moveTo>
                  <a:pt x="1546796" y="9888723"/>
                </a:moveTo>
                <a:lnTo>
                  <a:pt x="1540185" y="9885879"/>
                </a:lnTo>
                <a:lnTo>
                  <a:pt x="1543033" y="9879274"/>
                </a:lnTo>
                <a:lnTo>
                  <a:pt x="1549638" y="9882122"/>
                </a:lnTo>
                <a:lnTo>
                  <a:pt x="1546796" y="9888723"/>
                </a:lnTo>
                <a:close/>
              </a:path>
              <a:path w="3576955" h="10273665">
                <a:moveTo>
                  <a:pt x="1359335" y="9807532"/>
                </a:moveTo>
                <a:lnTo>
                  <a:pt x="1353456" y="9804998"/>
                </a:lnTo>
                <a:lnTo>
                  <a:pt x="1355991" y="9799119"/>
                </a:lnTo>
                <a:lnTo>
                  <a:pt x="1361870" y="9801653"/>
                </a:lnTo>
                <a:lnTo>
                  <a:pt x="1359335" y="9807532"/>
                </a:lnTo>
                <a:close/>
              </a:path>
              <a:path w="3576955" h="10273665">
                <a:moveTo>
                  <a:pt x="1171664" y="9725805"/>
                </a:moveTo>
                <a:lnTo>
                  <a:pt x="1167259" y="9723900"/>
                </a:lnTo>
                <a:lnTo>
                  <a:pt x="1169159" y="9719489"/>
                </a:lnTo>
                <a:lnTo>
                  <a:pt x="1173564" y="9721394"/>
                </a:lnTo>
                <a:lnTo>
                  <a:pt x="1171664" y="9725805"/>
                </a:lnTo>
                <a:close/>
              </a:path>
              <a:path w="3576955" h="10273665">
                <a:moveTo>
                  <a:pt x="984195" y="9644591"/>
                </a:moveTo>
                <a:lnTo>
                  <a:pt x="980526" y="9643013"/>
                </a:lnTo>
                <a:lnTo>
                  <a:pt x="982104" y="9639343"/>
                </a:lnTo>
                <a:lnTo>
                  <a:pt x="985773" y="9640922"/>
                </a:lnTo>
                <a:lnTo>
                  <a:pt x="984195" y="9644591"/>
                </a:lnTo>
                <a:close/>
              </a:path>
              <a:path w="3576955" h="10273665">
                <a:moveTo>
                  <a:pt x="796524" y="9562863"/>
                </a:moveTo>
                <a:lnTo>
                  <a:pt x="794323" y="9561920"/>
                </a:lnTo>
                <a:lnTo>
                  <a:pt x="795273" y="9559714"/>
                </a:lnTo>
                <a:lnTo>
                  <a:pt x="797474" y="9560658"/>
                </a:lnTo>
                <a:lnTo>
                  <a:pt x="796524" y="9562863"/>
                </a:lnTo>
                <a:close/>
              </a:path>
              <a:path w="3576955" h="10273665">
                <a:moveTo>
                  <a:pt x="609065" y="9481662"/>
                </a:moveTo>
                <a:lnTo>
                  <a:pt x="607601" y="9481034"/>
                </a:lnTo>
                <a:lnTo>
                  <a:pt x="608230" y="9479570"/>
                </a:lnTo>
                <a:lnTo>
                  <a:pt x="609693" y="9480198"/>
                </a:lnTo>
                <a:lnTo>
                  <a:pt x="609065" y="9481662"/>
                </a:lnTo>
                <a:close/>
              </a:path>
              <a:path w="3576955" h="10273665">
                <a:moveTo>
                  <a:pt x="2941185" y="10273576"/>
                </a:moveTo>
                <a:lnTo>
                  <a:pt x="2924289" y="10266294"/>
                </a:lnTo>
                <a:lnTo>
                  <a:pt x="2931565" y="10249403"/>
                </a:lnTo>
                <a:lnTo>
                  <a:pt x="2948461" y="10256686"/>
                </a:lnTo>
                <a:lnTo>
                  <a:pt x="2941185" y="10273576"/>
                </a:lnTo>
                <a:close/>
              </a:path>
              <a:path w="3576955" h="10273665">
                <a:moveTo>
                  <a:pt x="2753298" y="10191316"/>
                </a:moveTo>
                <a:lnTo>
                  <a:pt x="2738613" y="10184990"/>
                </a:lnTo>
                <a:lnTo>
                  <a:pt x="2744939" y="10170305"/>
                </a:lnTo>
                <a:lnTo>
                  <a:pt x="2759624" y="10176631"/>
                </a:lnTo>
                <a:lnTo>
                  <a:pt x="2753298" y="10191316"/>
                </a:lnTo>
                <a:close/>
              </a:path>
              <a:path w="3576955" h="10273665">
                <a:moveTo>
                  <a:pt x="2565627" y="10109589"/>
                </a:moveTo>
                <a:lnTo>
                  <a:pt x="2552410" y="10103897"/>
                </a:lnTo>
                <a:lnTo>
                  <a:pt x="2558108" y="10090676"/>
                </a:lnTo>
                <a:lnTo>
                  <a:pt x="2571318" y="10096372"/>
                </a:lnTo>
                <a:lnTo>
                  <a:pt x="2565627" y="10109589"/>
                </a:lnTo>
                <a:close/>
              </a:path>
              <a:path w="3576955" h="10273665">
                <a:moveTo>
                  <a:pt x="2378161" y="10028392"/>
                </a:moveTo>
                <a:lnTo>
                  <a:pt x="2365681" y="10023016"/>
                </a:lnTo>
                <a:lnTo>
                  <a:pt x="2371064" y="10010532"/>
                </a:lnTo>
                <a:lnTo>
                  <a:pt x="2383544" y="10015908"/>
                </a:lnTo>
                <a:lnTo>
                  <a:pt x="2378161" y="10028392"/>
                </a:lnTo>
                <a:close/>
              </a:path>
              <a:path w="3576955" h="10273665">
                <a:moveTo>
                  <a:pt x="2190701" y="9947190"/>
                </a:moveTo>
                <a:lnTo>
                  <a:pt x="2178948" y="9942127"/>
                </a:lnTo>
                <a:lnTo>
                  <a:pt x="2184010" y="9930373"/>
                </a:lnTo>
                <a:lnTo>
                  <a:pt x="2195769" y="9935443"/>
                </a:lnTo>
                <a:lnTo>
                  <a:pt x="2190701" y="9947190"/>
                </a:lnTo>
                <a:close/>
              </a:path>
              <a:path w="3576955" h="10273665">
                <a:moveTo>
                  <a:pt x="2003030" y="9865462"/>
                </a:moveTo>
                <a:lnTo>
                  <a:pt x="1992751" y="9861030"/>
                </a:lnTo>
                <a:lnTo>
                  <a:pt x="1997177" y="9850755"/>
                </a:lnTo>
                <a:lnTo>
                  <a:pt x="2007458" y="9855177"/>
                </a:lnTo>
                <a:lnTo>
                  <a:pt x="2003030" y="9865462"/>
                </a:lnTo>
                <a:close/>
              </a:path>
              <a:path w="3576955" h="10273665">
                <a:moveTo>
                  <a:pt x="1815566" y="9784255"/>
                </a:moveTo>
                <a:lnTo>
                  <a:pt x="1806018" y="9780142"/>
                </a:lnTo>
                <a:lnTo>
                  <a:pt x="1810137" y="9770589"/>
                </a:lnTo>
                <a:lnTo>
                  <a:pt x="1819679" y="9774707"/>
                </a:lnTo>
                <a:lnTo>
                  <a:pt x="1815566" y="9784255"/>
                </a:lnTo>
                <a:close/>
              </a:path>
              <a:path w="3576955" h="10273665">
                <a:moveTo>
                  <a:pt x="1627895" y="9702527"/>
                </a:moveTo>
                <a:lnTo>
                  <a:pt x="1619815" y="9699049"/>
                </a:lnTo>
                <a:lnTo>
                  <a:pt x="1623293" y="9690969"/>
                </a:lnTo>
                <a:lnTo>
                  <a:pt x="1631367" y="9694452"/>
                </a:lnTo>
                <a:lnTo>
                  <a:pt x="1627895" y="9702527"/>
                </a:lnTo>
                <a:close/>
              </a:path>
              <a:path w="3576955" h="10273665">
                <a:moveTo>
                  <a:pt x="1440217" y="9620804"/>
                </a:moveTo>
                <a:lnTo>
                  <a:pt x="1433612" y="9617957"/>
                </a:lnTo>
                <a:lnTo>
                  <a:pt x="1436467" y="9611346"/>
                </a:lnTo>
                <a:lnTo>
                  <a:pt x="1443067" y="9614188"/>
                </a:lnTo>
                <a:lnTo>
                  <a:pt x="1440217" y="9620804"/>
                </a:lnTo>
                <a:close/>
              </a:path>
              <a:path w="3576955" h="10273665">
                <a:moveTo>
                  <a:pt x="1252760" y="9539592"/>
                </a:moveTo>
                <a:lnTo>
                  <a:pt x="1246885" y="9537064"/>
                </a:lnTo>
                <a:lnTo>
                  <a:pt x="1249414" y="9531190"/>
                </a:lnTo>
                <a:lnTo>
                  <a:pt x="1255288" y="9533718"/>
                </a:lnTo>
                <a:lnTo>
                  <a:pt x="1252760" y="9539592"/>
                </a:lnTo>
                <a:close/>
              </a:path>
              <a:path w="3576955" h="10273665">
                <a:moveTo>
                  <a:pt x="1065082" y="9457869"/>
                </a:moveTo>
                <a:lnTo>
                  <a:pt x="1060683" y="9455971"/>
                </a:lnTo>
                <a:lnTo>
                  <a:pt x="1062576" y="9451565"/>
                </a:lnTo>
                <a:lnTo>
                  <a:pt x="1066987" y="9453465"/>
                </a:lnTo>
                <a:lnTo>
                  <a:pt x="1065082" y="9457869"/>
                </a:lnTo>
                <a:close/>
              </a:path>
              <a:path w="3576955" h="10273665">
                <a:moveTo>
                  <a:pt x="877629" y="9376663"/>
                </a:moveTo>
                <a:lnTo>
                  <a:pt x="873956" y="9375079"/>
                </a:lnTo>
                <a:lnTo>
                  <a:pt x="875534" y="9371410"/>
                </a:lnTo>
                <a:lnTo>
                  <a:pt x="879208" y="9372994"/>
                </a:lnTo>
                <a:lnTo>
                  <a:pt x="877629" y="9376663"/>
                </a:lnTo>
                <a:close/>
              </a:path>
              <a:path w="3576955" h="10273665">
                <a:moveTo>
                  <a:pt x="689952" y="9294941"/>
                </a:moveTo>
                <a:lnTo>
                  <a:pt x="687747" y="9293991"/>
                </a:lnTo>
                <a:lnTo>
                  <a:pt x="688697" y="9291785"/>
                </a:lnTo>
                <a:lnTo>
                  <a:pt x="690902" y="9292735"/>
                </a:lnTo>
                <a:lnTo>
                  <a:pt x="689952" y="9294941"/>
                </a:lnTo>
                <a:close/>
              </a:path>
              <a:path w="3576955" h="10273665">
                <a:moveTo>
                  <a:pt x="3396158" y="10247155"/>
                </a:moveTo>
                <a:lnTo>
                  <a:pt x="3380000" y="10240188"/>
                </a:lnTo>
                <a:lnTo>
                  <a:pt x="3386961" y="10224034"/>
                </a:lnTo>
                <a:lnTo>
                  <a:pt x="3403121" y="10230991"/>
                </a:lnTo>
                <a:lnTo>
                  <a:pt x="3396158" y="10247155"/>
                </a:lnTo>
                <a:close/>
              </a:path>
              <a:path w="3576955" h="10273665">
                <a:moveTo>
                  <a:pt x="3209949" y="10169102"/>
                </a:moveTo>
                <a:lnTo>
                  <a:pt x="3190127" y="10160563"/>
                </a:lnTo>
                <a:lnTo>
                  <a:pt x="3198668" y="10140729"/>
                </a:lnTo>
                <a:lnTo>
                  <a:pt x="3218490" y="10149268"/>
                </a:lnTo>
                <a:lnTo>
                  <a:pt x="3209949" y="10169102"/>
                </a:lnTo>
                <a:close/>
              </a:path>
              <a:path w="3576955" h="10273665">
                <a:moveTo>
                  <a:pt x="3022491" y="10087900"/>
                </a:moveTo>
                <a:lnTo>
                  <a:pt x="3003389" y="10079669"/>
                </a:lnTo>
                <a:lnTo>
                  <a:pt x="3011620" y="10060579"/>
                </a:lnTo>
                <a:lnTo>
                  <a:pt x="3030716" y="10068805"/>
                </a:lnTo>
                <a:lnTo>
                  <a:pt x="3022491" y="10087900"/>
                </a:lnTo>
                <a:close/>
              </a:path>
              <a:path w="3576955" h="10273665">
                <a:moveTo>
                  <a:pt x="2834814" y="10006167"/>
                </a:moveTo>
                <a:lnTo>
                  <a:pt x="2817185" y="9998575"/>
                </a:lnTo>
                <a:lnTo>
                  <a:pt x="2824781" y="9980953"/>
                </a:lnTo>
                <a:lnTo>
                  <a:pt x="2842410" y="9988545"/>
                </a:lnTo>
                <a:lnTo>
                  <a:pt x="2834814" y="10006167"/>
                </a:lnTo>
                <a:close/>
              </a:path>
              <a:path w="3576955" h="10273665">
                <a:moveTo>
                  <a:pt x="2646931" y="9923912"/>
                </a:moveTo>
                <a:lnTo>
                  <a:pt x="2631509" y="9917271"/>
                </a:lnTo>
                <a:lnTo>
                  <a:pt x="2638155" y="9901855"/>
                </a:lnTo>
                <a:lnTo>
                  <a:pt x="2653578" y="9908496"/>
                </a:lnTo>
                <a:lnTo>
                  <a:pt x="2646931" y="9923912"/>
                </a:lnTo>
                <a:close/>
              </a:path>
              <a:path w="3576955" h="10273665">
                <a:moveTo>
                  <a:pt x="2459261" y="9842185"/>
                </a:moveTo>
                <a:lnTo>
                  <a:pt x="2445306" y="9836179"/>
                </a:lnTo>
                <a:lnTo>
                  <a:pt x="2451319" y="9822220"/>
                </a:lnTo>
                <a:lnTo>
                  <a:pt x="2465272" y="9828237"/>
                </a:lnTo>
                <a:lnTo>
                  <a:pt x="2459261" y="9842185"/>
                </a:lnTo>
                <a:close/>
              </a:path>
              <a:path w="3576955" h="10273665">
                <a:moveTo>
                  <a:pt x="2271584" y="9760462"/>
                </a:moveTo>
                <a:lnTo>
                  <a:pt x="2259104" y="9755086"/>
                </a:lnTo>
                <a:lnTo>
                  <a:pt x="2264482" y="9742595"/>
                </a:lnTo>
                <a:lnTo>
                  <a:pt x="2276961" y="9747971"/>
                </a:lnTo>
                <a:lnTo>
                  <a:pt x="2271584" y="9760462"/>
                </a:lnTo>
                <a:close/>
              </a:path>
              <a:path w="3576955" h="10273665">
                <a:moveTo>
                  <a:pt x="2084131" y="9679255"/>
                </a:moveTo>
                <a:lnTo>
                  <a:pt x="2072377" y="9674193"/>
                </a:lnTo>
                <a:lnTo>
                  <a:pt x="2077445" y="9662446"/>
                </a:lnTo>
                <a:lnTo>
                  <a:pt x="2089187" y="9667507"/>
                </a:lnTo>
                <a:lnTo>
                  <a:pt x="2084131" y="9679255"/>
                </a:lnTo>
                <a:close/>
              </a:path>
              <a:path w="3576955" h="10273665">
                <a:moveTo>
                  <a:pt x="1896453" y="9597533"/>
                </a:moveTo>
                <a:lnTo>
                  <a:pt x="1886174" y="9593100"/>
                </a:lnTo>
                <a:lnTo>
                  <a:pt x="1890602" y="9582815"/>
                </a:lnTo>
                <a:lnTo>
                  <a:pt x="1900881" y="9587248"/>
                </a:lnTo>
                <a:lnTo>
                  <a:pt x="1896453" y="9597533"/>
                </a:lnTo>
                <a:close/>
              </a:path>
              <a:path w="3576955" h="10273665">
                <a:moveTo>
                  <a:pt x="1708995" y="9516321"/>
                </a:moveTo>
                <a:lnTo>
                  <a:pt x="1699447" y="9512208"/>
                </a:lnTo>
                <a:lnTo>
                  <a:pt x="1703558" y="9502671"/>
                </a:lnTo>
                <a:lnTo>
                  <a:pt x="1713106" y="9506784"/>
                </a:lnTo>
                <a:lnTo>
                  <a:pt x="1708995" y="9516321"/>
                </a:lnTo>
                <a:close/>
              </a:path>
              <a:path w="3576955" h="10273665">
                <a:moveTo>
                  <a:pt x="1521318" y="9434598"/>
                </a:moveTo>
                <a:lnTo>
                  <a:pt x="1513238" y="9431120"/>
                </a:lnTo>
                <a:lnTo>
                  <a:pt x="1516716" y="9423040"/>
                </a:lnTo>
                <a:lnTo>
                  <a:pt x="1524801" y="9426524"/>
                </a:lnTo>
                <a:lnTo>
                  <a:pt x="1521318" y="9434598"/>
                </a:lnTo>
                <a:close/>
              </a:path>
              <a:path w="3576955" h="10273665">
                <a:moveTo>
                  <a:pt x="1333647" y="9352871"/>
                </a:moveTo>
                <a:lnTo>
                  <a:pt x="1327042" y="9350022"/>
                </a:lnTo>
                <a:lnTo>
                  <a:pt x="1329885" y="9343411"/>
                </a:lnTo>
                <a:lnTo>
                  <a:pt x="1336502" y="9346261"/>
                </a:lnTo>
                <a:lnTo>
                  <a:pt x="1333647" y="9352871"/>
                </a:lnTo>
                <a:close/>
              </a:path>
              <a:path w="3576955" h="10273665">
                <a:moveTo>
                  <a:pt x="1146183" y="9271663"/>
                </a:moveTo>
                <a:lnTo>
                  <a:pt x="1140308" y="9269135"/>
                </a:lnTo>
                <a:lnTo>
                  <a:pt x="1142841" y="9263267"/>
                </a:lnTo>
                <a:lnTo>
                  <a:pt x="1148716" y="9265795"/>
                </a:lnTo>
                <a:lnTo>
                  <a:pt x="1146183" y="9271663"/>
                </a:lnTo>
                <a:close/>
              </a:path>
              <a:path w="3576955" h="10273665">
                <a:moveTo>
                  <a:pt x="958512" y="9189935"/>
                </a:moveTo>
                <a:lnTo>
                  <a:pt x="954106" y="9188042"/>
                </a:lnTo>
                <a:lnTo>
                  <a:pt x="955999" y="9183635"/>
                </a:lnTo>
                <a:lnTo>
                  <a:pt x="960405" y="9185529"/>
                </a:lnTo>
                <a:lnTo>
                  <a:pt x="958512" y="9189935"/>
                </a:lnTo>
                <a:close/>
              </a:path>
              <a:path w="3576955" h="10273665">
                <a:moveTo>
                  <a:pt x="771046" y="9108739"/>
                </a:moveTo>
                <a:lnTo>
                  <a:pt x="767377" y="9107160"/>
                </a:lnTo>
                <a:lnTo>
                  <a:pt x="768961" y="9103487"/>
                </a:lnTo>
                <a:lnTo>
                  <a:pt x="772630" y="9105065"/>
                </a:lnTo>
                <a:lnTo>
                  <a:pt x="771046" y="9108739"/>
                </a:lnTo>
                <a:close/>
              </a:path>
              <a:path w="3576955" h="10273665">
                <a:moveTo>
                  <a:pt x="583381" y="9027006"/>
                </a:moveTo>
                <a:lnTo>
                  <a:pt x="581171" y="9026050"/>
                </a:lnTo>
                <a:lnTo>
                  <a:pt x="582119" y="9023856"/>
                </a:lnTo>
                <a:lnTo>
                  <a:pt x="584325" y="9024806"/>
                </a:lnTo>
                <a:lnTo>
                  <a:pt x="583381" y="9027006"/>
                </a:lnTo>
                <a:close/>
              </a:path>
              <a:path w="3576955" h="10273665">
                <a:moveTo>
                  <a:pt x="3478925" y="10065155"/>
                </a:moveTo>
                <a:lnTo>
                  <a:pt x="3455424" y="10055024"/>
                </a:lnTo>
                <a:lnTo>
                  <a:pt x="3465548" y="10031528"/>
                </a:lnTo>
                <a:lnTo>
                  <a:pt x="3489049" y="10041658"/>
                </a:lnTo>
                <a:lnTo>
                  <a:pt x="3478925" y="10065155"/>
                </a:lnTo>
                <a:close/>
              </a:path>
              <a:path w="3576955" h="10273665">
                <a:moveTo>
                  <a:pt x="3291254" y="9983427"/>
                </a:moveTo>
                <a:lnTo>
                  <a:pt x="3269226" y="9973938"/>
                </a:lnTo>
                <a:lnTo>
                  <a:pt x="3278716" y="9951910"/>
                </a:lnTo>
                <a:lnTo>
                  <a:pt x="3300743" y="9961399"/>
                </a:lnTo>
                <a:lnTo>
                  <a:pt x="3291254" y="9983427"/>
                </a:lnTo>
                <a:close/>
              </a:path>
              <a:path w="3576955" h="10273665">
                <a:moveTo>
                  <a:pt x="3103583" y="9901700"/>
                </a:moveTo>
                <a:lnTo>
                  <a:pt x="3083019" y="9892839"/>
                </a:lnTo>
                <a:lnTo>
                  <a:pt x="3091880" y="9872275"/>
                </a:lnTo>
                <a:lnTo>
                  <a:pt x="3112444" y="9881135"/>
                </a:lnTo>
                <a:lnTo>
                  <a:pt x="3103583" y="9901700"/>
                </a:lnTo>
                <a:close/>
              </a:path>
              <a:path w="3576955" h="10273665">
                <a:moveTo>
                  <a:pt x="2915907" y="9819965"/>
                </a:moveTo>
                <a:lnTo>
                  <a:pt x="2896822" y="9811741"/>
                </a:lnTo>
                <a:lnTo>
                  <a:pt x="2905041" y="9792649"/>
                </a:lnTo>
                <a:lnTo>
                  <a:pt x="2924138" y="9800875"/>
                </a:lnTo>
                <a:lnTo>
                  <a:pt x="2915907" y="9819965"/>
                </a:lnTo>
                <a:close/>
              </a:path>
              <a:path w="3576955" h="10273665">
                <a:moveTo>
                  <a:pt x="2728236" y="9738238"/>
                </a:moveTo>
                <a:lnTo>
                  <a:pt x="2710615" y="9730642"/>
                </a:lnTo>
                <a:lnTo>
                  <a:pt x="2718211" y="9713020"/>
                </a:lnTo>
                <a:lnTo>
                  <a:pt x="2735832" y="9720616"/>
                </a:lnTo>
                <a:lnTo>
                  <a:pt x="2728236" y="9738238"/>
                </a:lnTo>
                <a:close/>
              </a:path>
              <a:path w="3576955" h="10273665">
                <a:moveTo>
                  <a:pt x="2540354" y="9655984"/>
                </a:moveTo>
                <a:lnTo>
                  <a:pt x="2524938" y="9649338"/>
                </a:lnTo>
                <a:lnTo>
                  <a:pt x="2531579" y="9633915"/>
                </a:lnTo>
                <a:lnTo>
                  <a:pt x="2546995" y="9640561"/>
                </a:lnTo>
                <a:lnTo>
                  <a:pt x="2540354" y="9655984"/>
                </a:lnTo>
                <a:close/>
              </a:path>
              <a:path w="3576955" h="10273665">
                <a:moveTo>
                  <a:pt x="2352683" y="9574256"/>
                </a:moveTo>
                <a:lnTo>
                  <a:pt x="2338735" y="9568245"/>
                </a:lnTo>
                <a:lnTo>
                  <a:pt x="2344746" y="9554297"/>
                </a:lnTo>
                <a:lnTo>
                  <a:pt x="2358689" y="9560302"/>
                </a:lnTo>
                <a:lnTo>
                  <a:pt x="2352683" y="9574256"/>
                </a:lnTo>
                <a:close/>
              </a:path>
              <a:path w="3576955" h="10273665">
                <a:moveTo>
                  <a:pt x="2165012" y="9492529"/>
                </a:moveTo>
                <a:lnTo>
                  <a:pt x="2152528" y="9487146"/>
                </a:lnTo>
                <a:lnTo>
                  <a:pt x="2157904" y="9474667"/>
                </a:lnTo>
                <a:lnTo>
                  <a:pt x="2170389" y="9480050"/>
                </a:lnTo>
                <a:lnTo>
                  <a:pt x="2165012" y="9492529"/>
                </a:lnTo>
                <a:close/>
              </a:path>
              <a:path w="3576955" h="10273665">
                <a:moveTo>
                  <a:pt x="1977548" y="9411321"/>
                </a:moveTo>
                <a:lnTo>
                  <a:pt x="1965805" y="9406260"/>
                </a:lnTo>
                <a:lnTo>
                  <a:pt x="1970862" y="9394511"/>
                </a:lnTo>
                <a:lnTo>
                  <a:pt x="1982609" y="9399578"/>
                </a:lnTo>
                <a:lnTo>
                  <a:pt x="1977548" y="9411321"/>
                </a:lnTo>
                <a:close/>
              </a:path>
              <a:path w="3576955" h="10273665">
                <a:moveTo>
                  <a:pt x="1789877" y="9329594"/>
                </a:moveTo>
                <a:lnTo>
                  <a:pt x="1779592" y="9325166"/>
                </a:lnTo>
                <a:lnTo>
                  <a:pt x="1784024" y="9314887"/>
                </a:lnTo>
                <a:lnTo>
                  <a:pt x="1794310" y="9319315"/>
                </a:lnTo>
                <a:lnTo>
                  <a:pt x="1789877" y="9329594"/>
                </a:lnTo>
                <a:close/>
              </a:path>
              <a:path w="3576955" h="10273665">
                <a:moveTo>
                  <a:pt x="1602411" y="9248397"/>
                </a:moveTo>
                <a:lnTo>
                  <a:pt x="1592863" y="9244284"/>
                </a:lnTo>
                <a:lnTo>
                  <a:pt x="1596976" y="9234736"/>
                </a:lnTo>
                <a:lnTo>
                  <a:pt x="1606524" y="9238849"/>
                </a:lnTo>
                <a:lnTo>
                  <a:pt x="1602411" y="9248397"/>
                </a:lnTo>
                <a:close/>
              </a:path>
              <a:path w="3576955" h="10273665">
                <a:moveTo>
                  <a:pt x="1414529" y="9166143"/>
                </a:moveTo>
                <a:lnTo>
                  <a:pt x="1407186" y="9162980"/>
                </a:lnTo>
                <a:lnTo>
                  <a:pt x="1410349" y="9155638"/>
                </a:lnTo>
                <a:lnTo>
                  <a:pt x="1417692" y="9158801"/>
                </a:lnTo>
                <a:lnTo>
                  <a:pt x="1414529" y="9166143"/>
                </a:lnTo>
                <a:close/>
              </a:path>
              <a:path w="3576955" h="10273665">
                <a:moveTo>
                  <a:pt x="1227075" y="9084937"/>
                </a:moveTo>
                <a:lnTo>
                  <a:pt x="1220459" y="9082087"/>
                </a:lnTo>
                <a:lnTo>
                  <a:pt x="1223307" y="9075482"/>
                </a:lnTo>
                <a:lnTo>
                  <a:pt x="1229919" y="9078325"/>
                </a:lnTo>
                <a:lnTo>
                  <a:pt x="1227075" y="9084937"/>
                </a:lnTo>
                <a:close/>
              </a:path>
              <a:path w="3576955" h="10273665">
                <a:moveTo>
                  <a:pt x="1039598" y="9003739"/>
                </a:moveTo>
                <a:lnTo>
                  <a:pt x="1033730" y="9001205"/>
                </a:lnTo>
                <a:lnTo>
                  <a:pt x="1036265" y="8995326"/>
                </a:lnTo>
                <a:lnTo>
                  <a:pt x="1042133" y="8997860"/>
                </a:lnTo>
                <a:lnTo>
                  <a:pt x="1039598" y="9003739"/>
                </a:lnTo>
                <a:close/>
              </a:path>
              <a:path w="3576955" h="10273665">
                <a:moveTo>
                  <a:pt x="851935" y="8922005"/>
                </a:moveTo>
                <a:lnTo>
                  <a:pt x="847529" y="8920102"/>
                </a:lnTo>
                <a:lnTo>
                  <a:pt x="849427" y="8915702"/>
                </a:lnTo>
                <a:lnTo>
                  <a:pt x="853828" y="8917600"/>
                </a:lnTo>
                <a:lnTo>
                  <a:pt x="851935" y="8922005"/>
                </a:lnTo>
                <a:close/>
              </a:path>
              <a:path w="3576955" h="10273665">
                <a:moveTo>
                  <a:pt x="664264" y="8840278"/>
                </a:moveTo>
                <a:lnTo>
                  <a:pt x="661332" y="8839016"/>
                </a:lnTo>
                <a:lnTo>
                  <a:pt x="662597" y="8836073"/>
                </a:lnTo>
                <a:lnTo>
                  <a:pt x="665533" y="8837343"/>
                </a:lnTo>
                <a:lnTo>
                  <a:pt x="664264" y="8840278"/>
                </a:lnTo>
                <a:close/>
              </a:path>
              <a:path w="3576955" h="10273665">
                <a:moveTo>
                  <a:pt x="476797" y="8759082"/>
                </a:moveTo>
                <a:lnTo>
                  <a:pt x="474603" y="8758134"/>
                </a:lnTo>
                <a:lnTo>
                  <a:pt x="475552" y="8755928"/>
                </a:lnTo>
                <a:lnTo>
                  <a:pt x="477747" y="8756877"/>
                </a:lnTo>
                <a:lnTo>
                  <a:pt x="476797" y="8759082"/>
                </a:lnTo>
                <a:close/>
              </a:path>
              <a:path w="3576955" h="10273665">
                <a:moveTo>
                  <a:pt x="3560236" y="9879474"/>
                </a:moveTo>
                <a:lnTo>
                  <a:pt x="3534534" y="9868400"/>
                </a:lnTo>
                <a:lnTo>
                  <a:pt x="3545608" y="9842698"/>
                </a:lnTo>
                <a:lnTo>
                  <a:pt x="3571310" y="9853773"/>
                </a:lnTo>
                <a:lnTo>
                  <a:pt x="3560236" y="9879474"/>
                </a:lnTo>
                <a:close/>
              </a:path>
              <a:path w="3576955" h="10273665">
                <a:moveTo>
                  <a:pt x="3372559" y="9797752"/>
                </a:moveTo>
                <a:lnTo>
                  <a:pt x="3348325" y="9787313"/>
                </a:lnTo>
                <a:lnTo>
                  <a:pt x="3358771" y="9763075"/>
                </a:lnTo>
                <a:lnTo>
                  <a:pt x="3383004" y="9773514"/>
                </a:lnTo>
                <a:lnTo>
                  <a:pt x="3372559" y="9797752"/>
                </a:lnTo>
                <a:close/>
              </a:path>
              <a:path w="3576955" h="10273665">
                <a:moveTo>
                  <a:pt x="3184676" y="9715498"/>
                </a:moveTo>
                <a:lnTo>
                  <a:pt x="3162644" y="9706002"/>
                </a:lnTo>
                <a:lnTo>
                  <a:pt x="3172139" y="9683969"/>
                </a:lnTo>
                <a:lnTo>
                  <a:pt x="3194172" y="9693465"/>
                </a:lnTo>
                <a:lnTo>
                  <a:pt x="3184676" y="9715498"/>
                </a:lnTo>
                <a:close/>
              </a:path>
              <a:path w="3576955" h="10273665">
                <a:moveTo>
                  <a:pt x="2997000" y="9633763"/>
                </a:moveTo>
                <a:lnTo>
                  <a:pt x="2976441" y="9624909"/>
                </a:lnTo>
                <a:lnTo>
                  <a:pt x="2985302" y="9604345"/>
                </a:lnTo>
                <a:lnTo>
                  <a:pt x="3005862" y="9613199"/>
                </a:lnTo>
                <a:lnTo>
                  <a:pt x="2997000" y="9633763"/>
                </a:lnTo>
                <a:close/>
              </a:path>
              <a:path w="3576955" h="10273665">
                <a:moveTo>
                  <a:pt x="2809330" y="9552036"/>
                </a:moveTo>
                <a:lnTo>
                  <a:pt x="2790238" y="9543816"/>
                </a:lnTo>
                <a:lnTo>
                  <a:pt x="2798471" y="9524715"/>
                </a:lnTo>
                <a:lnTo>
                  <a:pt x="2817556" y="9532939"/>
                </a:lnTo>
                <a:lnTo>
                  <a:pt x="2809330" y="9552036"/>
                </a:lnTo>
                <a:close/>
              </a:path>
              <a:path w="3576955" h="10273665">
                <a:moveTo>
                  <a:pt x="2621665" y="9470304"/>
                </a:moveTo>
                <a:lnTo>
                  <a:pt x="2604037" y="9462713"/>
                </a:lnTo>
                <a:lnTo>
                  <a:pt x="2611626" y="9445096"/>
                </a:lnTo>
                <a:lnTo>
                  <a:pt x="2629255" y="9452687"/>
                </a:lnTo>
                <a:lnTo>
                  <a:pt x="2621665" y="9470304"/>
                </a:lnTo>
                <a:close/>
              </a:path>
              <a:path w="3576955" h="10273665">
                <a:moveTo>
                  <a:pt x="2433988" y="9388581"/>
                </a:moveTo>
                <a:lnTo>
                  <a:pt x="2417835" y="9381620"/>
                </a:lnTo>
                <a:lnTo>
                  <a:pt x="2424795" y="9365466"/>
                </a:lnTo>
                <a:lnTo>
                  <a:pt x="2440949" y="9372427"/>
                </a:lnTo>
                <a:lnTo>
                  <a:pt x="2433988" y="9388581"/>
                </a:lnTo>
                <a:close/>
              </a:path>
              <a:path w="3576955" h="10273665">
                <a:moveTo>
                  <a:pt x="2246112" y="9306322"/>
                </a:moveTo>
                <a:lnTo>
                  <a:pt x="2232158" y="9300316"/>
                </a:lnTo>
                <a:lnTo>
                  <a:pt x="2238169" y="9286368"/>
                </a:lnTo>
                <a:lnTo>
                  <a:pt x="2252117" y="9292379"/>
                </a:lnTo>
                <a:lnTo>
                  <a:pt x="2246112" y="9306322"/>
                </a:lnTo>
                <a:close/>
              </a:path>
              <a:path w="3576955" h="10273665">
                <a:moveTo>
                  <a:pt x="2058442" y="9224595"/>
                </a:moveTo>
                <a:lnTo>
                  <a:pt x="2045950" y="9219217"/>
                </a:lnTo>
                <a:lnTo>
                  <a:pt x="2051327" y="9206737"/>
                </a:lnTo>
                <a:lnTo>
                  <a:pt x="2063818" y="9212115"/>
                </a:lnTo>
                <a:lnTo>
                  <a:pt x="2058442" y="9224595"/>
                </a:lnTo>
                <a:close/>
              </a:path>
              <a:path w="3576955" h="10273665">
                <a:moveTo>
                  <a:pt x="1870964" y="9143397"/>
                </a:moveTo>
                <a:lnTo>
                  <a:pt x="1859222" y="9138335"/>
                </a:lnTo>
                <a:lnTo>
                  <a:pt x="1864284" y="9126581"/>
                </a:lnTo>
                <a:lnTo>
                  <a:pt x="1876033" y="9131638"/>
                </a:lnTo>
                <a:lnTo>
                  <a:pt x="1870964" y="9143397"/>
                </a:lnTo>
                <a:close/>
              </a:path>
              <a:path w="3576955" h="10273665">
                <a:moveTo>
                  <a:pt x="1683300" y="9061664"/>
                </a:moveTo>
                <a:lnTo>
                  <a:pt x="1673026" y="9057238"/>
                </a:lnTo>
                <a:lnTo>
                  <a:pt x="1677452" y="9046964"/>
                </a:lnTo>
                <a:lnTo>
                  <a:pt x="1687726" y="9051390"/>
                </a:lnTo>
                <a:lnTo>
                  <a:pt x="1683300" y="9061664"/>
                </a:lnTo>
                <a:close/>
              </a:path>
              <a:path w="3576955" h="10273665">
                <a:moveTo>
                  <a:pt x="1495629" y="8979937"/>
                </a:moveTo>
                <a:lnTo>
                  <a:pt x="1486818" y="8976139"/>
                </a:lnTo>
                <a:lnTo>
                  <a:pt x="1490610" y="8967333"/>
                </a:lnTo>
                <a:lnTo>
                  <a:pt x="1499421" y="8971131"/>
                </a:lnTo>
                <a:lnTo>
                  <a:pt x="1495629" y="8979937"/>
                </a:lnTo>
                <a:close/>
              </a:path>
              <a:path w="3576955" h="10273665">
                <a:moveTo>
                  <a:pt x="1307958" y="8898209"/>
                </a:moveTo>
                <a:lnTo>
                  <a:pt x="1300616" y="8895046"/>
                </a:lnTo>
                <a:lnTo>
                  <a:pt x="1303779" y="8887704"/>
                </a:lnTo>
                <a:lnTo>
                  <a:pt x="1311121" y="8890867"/>
                </a:lnTo>
                <a:lnTo>
                  <a:pt x="1307958" y="8898209"/>
                </a:lnTo>
                <a:close/>
              </a:path>
              <a:path w="3576955" h="10273665">
                <a:moveTo>
                  <a:pt x="1120494" y="8817002"/>
                </a:moveTo>
                <a:lnTo>
                  <a:pt x="1113882" y="8814158"/>
                </a:lnTo>
                <a:lnTo>
                  <a:pt x="1116730" y="8807553"/>
                </a:lnTo>
                <a:lnTo>
                  <a:pt x="1123336" y="8810401"/>
                </a:lnTo>
                <a:lnTo>
                  <a:pt x="1120494" y="8817002"/>
                </a:lnTo>
                <a:close/>
              </a:path>
              <a:path w="3576955" h="10273665">
                <a:moveTo>
                  <a:pt x="932823" y="8735274"/>
                </a:moveTo>
                <a:lnTo>
                  <a:pt x="927686" y="8733061"/>
                </a:lnTo>
                <a:lnTo>
                  <a:pt x="929899" y="8727924"/>
                </a:lnTo>
                <a:lnTo>
                  <a:pt x="935036" y="8730137"/>
                </a:lnTo>
                <a:lnTo>
                  <a:pt x="932823" y="8735274"/>
                </a:lnTo>
                <a:close/>
              </a:path>
              <a:path w="3576955" h="10273665">
                <a:moveTo>
                  <a:pt x="745362" y="8654084"/>
                </a:moveTo>
                <a:lnTo>
                  <a:pt x="740957" y="8652179"/>
                </a:lnTo>
                <a:lnTo>
                  <a:pt x="742857" y="8647768"/>
                </a:lnTo>
                <a:lnTo>
                  <a:pt x="747261" y="8649672"/>
                </a:lnTo>
                <a:lnTo>
                  <a:pt x="745362" y="8654084"/>
                </a:lnTo>
                <a:close/>
              </a:path>
              <a:path w="3576955" h="10273665">
                <a:moveTo>
                  <a:pt x="557692" y="8572345"/>
                </a:moveTo>
                <a:lnTo>
                  <a:pt x="554749" y="8571079"/>
                </a:lnTo>
                <a:lnTo>
                  <a:pt x="556012" y="8568147"/>
                </a:lnTo>
                <a:lnTo>
                  <a:pt x="558955" y="8569413"/>
                </a:lnTo>
                <a:lnTo>
                  <a:pt x="557692" y="8572345"/>
                </a:lnTo>
                <a:close/>
              </a:path>
              <a:path w="3576955" h="10273665">
                <a:moveTo>
                  <a:pt x="370221" y="8491142"/>
                </a:moveTo>
                <a:lnTo>
                  <a:pt x="368020" y="8490198"/>
                </a:lnTo>
                <a:lnTo>
                  <a:pt x="368970" y="8487992"/>
                </a:lnTo>
                <a:lnTo>
                  <a:pt x="371171" y="8488936"/>
                </a:lnTo>
                <a:lnTo>
                  <a:pt x="370221" y="8491142"/>
                </a:lnTo>
                <a:close/>
              </a:path>
              <a:path w="3576955" h="10273665">
                <a:moveTo>
                  <a:pt x="3453659" y="9611546"/>
                </a:moveTo>
                <a:lnTo>
                  <a:pt x="3427957" y="9600471"/>
                </a:lnTo>
                <a:lnTo>
                  <a:pt x="3439031" y="9574770"/>
                </a:lnTo>
                <a:lnTo>
                  <a:pt x="3464732" y="9585844"/>
                </a:lnTo>
                <a:lnTo>
                  <a:pt x="3453659" y="9611546"/>
                </a:lnTo>
                <a:close/>
              </a:path>
              <a:path w="3576955" h="10273665">
                <a:moveTo>
                  <a:pt x="3265988" y="9529818"/>
                </a:moveTo>
                <a:lnTo>
                  <a:pt x="3241749" y="9519373"/>
                </a:lnTo>
                <a:lnTo>
                  <a:pt x="3252189" y="9495139"/>
                </a:lnTo>
                <a:lnTo>
                  <a:pt x="3276427" y="9505585"/>
                </a:lnTo>
                <a:lnTo>
                  <a:pt x="3265988" y="9529818"/>
                </a:lnTo>
                <a:close/>
              </a:path>
              <a:path w="3576955" h="10273665">
                <a:moveTo>
                  <a:pt x="3078317" y="9448091"/>
                </a:moveTo>
                <a:lnTo>
                  <a:pt x="3055547" y="9438280"/>
                </a:lnTo>
                <a:lnTo>
                  <a:pt x="3065356" y="9415522"/>
                </a:lnTo>
                <a:lnTo>
                  <a:pt x="3088121" y="9425326"/>
                </a:lnTo>
                <a:lnTo>
                  <a:pt x="3078317" y="9448091"/>
                </a:lnTo>
                <a:close/>
              </a:path>
              <a:path w="3576955" h="10273665">
                <a:moveTo>
                  <a:pt x="2890430" y="9365831"/>
                </a:moveTo>
                <a:lnTo>
                  <a:pt x="2869870" y="9356976"/>
                </a:lnTo>
                <a:lnTo>
                  <a:pt x="2878732" y="9336412"/>
                </a:lnTo>
                <a:lnTo>
                  <a:pt x="2899285" y="9345271"/>
                </a:lnTo>
                <a:lnTo>
                  <a:pt x="2890430" y="9365831"/>
                </a:lnTo>
                <a:close/>
              </a:path>
              <a:path w="3576955" h="10273665">
                <a:moveTo>
                  <a:pt x="2702752" y="9284107"/>
                </a:moveTo>
                <a:lnTo>
                  <a:pt x="2683668" y="9275883"/>
                </a:lnTo>
                <a:lnTo>
                  <a:pt x="2691887" y="9256792"/>
                </a:lnTo>
                <a:lnTo>
                  <a:pt x="2710983" y="9265018"/>
                </a:lnTo>
                <a:lnTo>
                  <a:pt x="2702752" y="9284107"/>
                </a:lnTo>
                <a:close/>
              </a:path>
              <a:path w="3576955" h="10273665">
                <a:moveTo>
                  <a:pt x="2515082" y="9202380"/>
                </a:moveTo>
                <a:lnTo>
                  <a:pt x="2497465" y="9194791"/>
                </a:lnTo>
                <a:lnTo>
                  <a:pt x="2505056" y="9177162"/>
                </a:lnTo>
                <a:lnTo>
                  <a:pt x="2522673" y="9184752"/>
                </a:lnTo>
                <a:lnTo>
                  <a:pt x="2515082" y="9202380"/>
                </a:lnTo>
                <a:close/>
              </a:path>
              <a:path w="3576955" h="10273665">
                <a:moveTo>
                  <a:pt x="2327413" y="9120641"/>
                </a:moveTo>
                <a:lnTo>
                  <a:pt x="2311264" y="9113687"/>
                </a:lnTo>
                <a:lnTo>
                  <a:pt x="2318219" y="9097538"/>
                </a:lnTo>
                <a:lnTo>
                  <a:pt x="2334367" y="9104492"/>
                </a:lnTo>
                <a:lnTo>
                  <a:pt x="2327413" y="9120641"/>
                </a:lnTo>
                <a:close/>
              </a:path>
              <a:path w="3576955" h="10273665">
                <a:moveTo>
                  <a:pt x="2139529" y="9038399"/>
                </a:moveTo>
                <a:lnTo>
                  <a:pt x="2125581" y="9032388"/>
                </a:lnTo>
                <a:lnTo>
                  <a:pt x="2131588" y="9018433"/>
                </a:lnTo>
                <a:lnTo>
                  <a:pt x="2145547" y="9024446"/>
                </a:lnTo>
                <a:lnTo>
                  <a:pt x="2139529" y="9038399"/>
                </a:lnTo>
                <a:close/>
              </a:path>
              <a:path w="3576955" h="10273665">
                <a:moveTo>
                  <a:pt x="1951865" y="8956667"/>
                </a:moveTo>
                <a:lnTo>
                  <a:pt x="1939374" y="8951288"/>
                </a:lnTo>
                <a:lnTo>
                  <a:pt x="1944757" y="8938804"/>
                </a:lnTo>
                <a:lnTo>
                  <a:pt x="1957241" y="8944187"/>
                </a:lnTo>
                <a:lnTo>
                  <a:pt x="1951865" y="8956667"/>
                </a:lnTo>
                <a:close/>
              </a:path>
              <a:path w="3576955" h="10273665">
                <a:moveTo>
                  <a:pt x="1764398" y="8875469"/>
                </a:moveTo>
                <a:lnTo>
                  <a:pt x="1752645" y="8870407"/>
                </a:lnTo>
                <a:lnTo>
                  <a:pt x="1757708" y="8858653"/>
                </a:lnTo>
                <a:lnTo>
                  <a:pt x="1769466" y="8863722"/>
                </a:lnTo>
                <a:lnTo>
                  <a:pt x="1764398" y="8875469"/>
                </a:lnTo>
                <a:close/>
              </a:path>
              <a:path w="3576955" h="10273665">
                <a:moveTo>
                  <a:pt x="1576728" y="8793742"/>
                </a:moveTo>
                <a:lnTo>
                  <a:pt x="1566449" y="8789310"/>
                </a:lnTo>
                <a:lnTo>
                  <a:pt x="1570875" y="8779035"/>
                </a:lnTo>
                <a:lnTo>
                  <a:pt x="1581155" y="8783456"/>
                </a:lnTo>
                <a:lnTo>
                  <a:pt x="1576728" y="8793742"/>
                </a:lnTo>
                <a:close/>
              </a:path>
              <a:path w="3576955" h="10273665">
                <a:moveTo>
                  <a:pt x="1389059" y="8712003"/>
                </a:moveTo>
                <a:lnTo>
                  <a:pt x="1380241" y="8708210"/>
                </a:lnTo>
                <a:lnTo>
                  <a:pt x="1384039" y="8699399"/>
                </a:lnTo>
                <a:lnTo>
                  <a:pt x="1392850" y="8703197"/>
                </a:lnTo>
                <a:lnTo>
                  <a:pt x="1389059" y="8712003"/>
                </a:lnTo>
                <a:close/>
              </a:path>
              <a:path w="3576955" h="10273665">
                <a:moveTo>
                  <a:pt x="1201381" y="8630281"/>
                </a:moveTo>
                <a:lnTo>
                  <a:pt x="1194039" y="8627118"/>
                </a:lnTo>
                <a:lnTo>
                  <a:pt x="1197202" y="8619775"/>
                </a:lnTo>
                <a:lnTo>
                  <a:pt x="1204544" y="8622938"/>
                </a:lnTo>
                <a:lnTo>
                  <a:pt x="1201381" y="8630281"/>
                </a:lnTo>
                <a:close/>
              </a:path>
              <a:path w="3576955" h="10273665">
                <a:moveTo>
                  <a:pt x="1013915" y="8549084"/>
                </a:moveTo>
                <a:lnTo>
                  <a:pt x="1007305" y="8546229"/>
                </a:lnTo>
                <a:lnTo>
                  <a:pt x="1010153" y="8539624"/>
                </a:lnTo>
                <a:lnTo>
                  <a:pt x="1016765" y="8542468"/>
                </a:lnTo>
                <a:lnTo>
                  <a:pt x="1013915" y="8549084"/>
                </a:lnTo>
                <a:close/>
              </a:path>
              <a:path w="3576955" h="10273665">
                <a:moveTo>
                  <a:pt x="826246" y="8467345"/>
                </a:moveTo>
                <a:lnTo>
                  <a:pt x="821108" y="8465132"/>
                </a:lnTo>
                <a:lnTo>
                  <a:pt x="823322" y="8459995"/>
                </a:lnTo>
                <a:lnTo>
                  <a:pt x="828459" y="8462208"/>
                </a:lnTo>
                <a:lnTo>
                  <a:pt x="826246" y="8467345"/>
                </a:lnTo>
                <a:close/>
              </a:path>
              <a:path w="3576955" h="10273665">
                <a:moveTo>
                  <a:pt x="638575" y="8385617"/>
                </a:moveTo>
                <a:lnTo>
                  <a:pt x="634901" y="8384033"/>
                </a:lnTo>
                <a:lnTo>
                  <a:pt x="636479" y="8380363"/>
                </a:lnTo>
                <a:lnTo>
                  <a:pt x="640153" y="8381948"/>
                </a:lnTo>
                <a:lnTo>
                  <a:pt x="638575" y="8385617"/>
                </a:lnTo>
                <a:close/>
              </a:path>
              <a:path w="3576955" h="10273665">
                <a:moveTo>
                  <a:pt x="451109" y="8304420"/>
                </a:moveTo>
                <a:lnTo>
                  <a:pt x="448172" y="8303151"/>
                </a:lnTo>
                <a:lnTo>
                  <a:pt x="449435" y="8300219"/>
                </a:lnTo>
                <a:lnTo>
                  <a:pt x="452378" y="8301484"/>
                </a:lnTo>
                <a:lnTo>
                  <a:pt x="451109" y="8304420"/>
                </a:lnTo>
                <a:close/>
              </a:path>
              <a:path w="3576955" h="10273665">
                <a:moveTo>
                  <a:pt x="263444" y="8222688"/>
                </a:moveTo>
                <a:lnTo>
                  <a:pt x="261976" y="8222054"/>
                </a:lnTo>
                <a:lnTo>
                  <a:pt x="262604" y="8220590"/>
                </a:lnTo>
                <a:lnTo>
                  <a:pt x="264073" y="8221225"/>
                </a:lnTo>
                <a:lnTo>
                  <a:pt x="263444" y="8222688"/>
                </a:lnTo>
                <a:close/>
              </a:path>
              <a:path w="3576955" h="10273665">
                <a:moveTo>
                  <a:pt x="3534964" y="9425871"/>
                </a:moveTo>
                <a:lnTo>
                  <a:pt x="3507056" y="9413847"/>
                </a:lnTo>
                <a:lnTo>
                  <a:pt x="3519074" y="9385945"/>
                </a:lnTo>
                <a:lnTo>
                  <a:pt x="3546982" y="9397969"/>
                </a:lnTo>
                <a:lnTo>
                  <a:pt x="3534964" y="9425871"/>
                </a:lnTo>
                <a:close/>
              </a:path>
              <a:path w="3576955" h="10273665">
                <a:moveTo>
                  <a:pt x="3347293" y="9344144"/>
                </a:moveTo>
                <a:lnTo>
                  <a:pt x="3320849" y="9332748"/>
                </a:lnTo>
                <a:lnTo>
                  <a:pt x="3332243" y="9306316"/>
                </a:lnTo>
                <a:lnTo>
                  <a:pt x="3358682" y="9317705"/>
                </a:lnTo>
                <a:lnTo>
                  <a:pt x="3347293" y="9344144"/>
                </a:lnTo>
                <a:close/>
              </a:path>
              <a:path w="3576955" h="10273665">
                <a:moveTo>
                  <a:pt x="3159622" y="9262416"/>
                </a:moveTo>
                <a:lnTo>
                  <a:pt x="3134647" y="9251656"/>
                </a:lnTo>
                <a:lnTo>
                  <a:pt x="3145406" y="9226691"/>
                </a:lnTo>
                <a:lnTo>
                  <a:pt x="3170376" y="9237446"/>
                </a:lnTo>
                <a:lnTo>
                  <a:pt x="3159622" y="9262416"/>
                </a:lnTo>
                <a:close/>
              </a:path>
              <a:path w="3576955" h="10273665">
                <a:moveTo>
                  <a:pt x="2971735" y="9180156"/>
                </a:moveTo>
                <a:lnTo>
                  <a:pt x="2948970" y="9170352"/>
                </a:lnTo>
                <a:lnTo>
                  <a:pt x="2958779" y="9147593"/>
                </a:lnTo>
                <a:lnTo>
                  <a:pt x="2981544" y="9157397"/>
                </a:lnTo>
                <a:lnTo>
                  <a:pt x="2971735" y="9180156"/>
                </a:lnTo>
                <a:close/>
              </a:path>
              <a:path w="3576955" h="10273665">
                <a:moveTo>
                  <a:pt x="2784064" y="9098429"/>
                </a:moveTo>
                <a:lnTo>
                  <a:pt x="2762767" y="9089259"/>
                </a:lnTo>
                <a:lnTo>
                  <a:pt x="2771943" y="9067957"/>
                </a:lnTo>
                <a:lnTo>
                  <a:pt x="2793239" y="9077138"/>
                </a:lnTo>
                <a:lnTo>
                  <a:pt x="2784064" y="9098429"/>
                </a:lnTo>
                <a:close/>
              </a:path>
              <a:path w="3576955" h="10273665">
                <a:moveTo>
                  <a:pt x="2596387" y="9016705"/>
                </a:moveTo>
                <a:lnTo>
                  <a:pt x="2576565" y="9008166"/>
                </a:lnTo>
                <a:lnTo>
                  <a:pt x="2585106" y="8988332"/>
                </a:lnTo>
                <a:lnTo>
                  <a:pt x="2604933" y="8996878"/>
                </a:lnTo>
                <a:lnTo>
                  <a:pt x="2596387" y="9016705"/>
                </a:lnTo>
                <a:close/>
              </a:path>
              <a:path w="3576955" h="10273665">
                <a:moveTo>
                  <a:pt x="2408511" y="8934447"/>
                </a:moveTo>
                <a:lnTo>
                  <a:pt x="2390883" y="8926856"/>
                </a:lnTo>
                <a:lnTo>
                  <a:pt x="2398479" y="8909234"/>
                </a:lnTo>
                <a:lnTo>
                  <a:pt x="2416107" y="8916825"/>
                </a:lnTo>
                <a:lnTo>
                  <a:pt x="2408511" y="8934447"/>
                </a:lnTo>
                <a:close/>
              </a:path>
              <a:path w="3576955" h="10273665">
                <a:moveTo>
                  <a:pt x="2220629" y="8852193"/>
                </a:moveTo>
                <a:lnTo>
                  <a:pt x="2205207" y="8845552"/>
                </a:lnTo>
                <a:lnTo>
                  <a:pt x="2211853" y="8830135"/>
                </a:lnTo>
                <a:lnTo>
                  <a:pt x="2227275" y="8836777"/>
                </a:lnTo>
                <a:lnTo>
                  <a:pt x="2220629" y="8852193"/>
                </a:lnTo>
                <a:close/>
              </a:path>
              <a:path w="3576955" h="10273665">
                <a:moveTo>
                  <a:pt x="2032958" y="8770466"/>
                </a:moveTo>
                <a:lnTo>
                  <a:pt x="2019004" y="8764459"/>
                </a:lnTo>
                <a:lnTo>
                  <a:pt x="2025017" y="8750500"/>
                </a:lnTo>
                <a:lnTo>
                  <a:pt x="2038969" y="8756518"/>
                </a:lnTo>
                <a:lnTo>
                  <a:pt x="2032958" y="8770466"/>
                </a:lnTo>
                <a:close/>
              </a:path>
              <a:path w="3576955" h="10273665">
                <a:moveTo>
                  <a:pt x="1845281" y="8688743"/>
                </a:moveTo>
                <a:lnTo>
                  <a:pt x="1832802" y="8683367"/>
                </a:lnTo>
                <a:lnTo>
                  <a:pt x="1838179" y="8670876"/>
                </a:lnTo>
                <a:lnTo>
                  <a:pt x="1850659" y="8676252"/>
                </a:lnTo>
                <a:lnTo>
                  <a:pt x="1845281" y="8688743"/>
                </a:lnTo>
                <a:close/>
              </a:path>
              <a:path w="3576955" h="10273665">
                <a:moveTo>
                  <a:pt x="1657610" y="8607015"/>
                </a:moveTo>
                <a:lnTo>
                  <a:pt x="1646594" y="8602268"/>
                </a:lnTo>
                <a:lnTo>
                  <a:pt x="1651348" y="8591246"/>
                </a:lnTo>
                <a:lnTo>
                  <a:pt x="1662360" y="8595988"/>
                </a:lnTo>
                <a:lnTo>
                  <a:pt x="1657610" y="8607015"/>
                </a:lnTo>
                <a:close/>
              </a:path>
              <a:path w="3576955" h="10273665">
                <a:moveTo>
                  <a:pt x="1470151" y="8525814"/>
                </a:moveTo>
                <a:lnTo>
                  <a:pt x="1459872" y="8521381"/>
                </a:lnTo>
                <a:lnTo>
                  <a:pt x="1464299" y="8511095"/>
                </a:lnTo>
                <a:lnTo>
                  <a:pt x="1474579" y="8515528"/>
                </a:lnTo>
                <a:lnTo>
                  <a:pt x="1470151" y="8525814"/>
                </a:lnTo>
                <a:close/>
              </a:path>
              <a:path w="3576955" h="10273665">
                <a:moveTo>
                  <a:pt x="1282475" y="8444080"/>
                </a:moveTo>
                <a:lnTo>
                  <a:pt x="1273664" y="8440282"/>
                </a:lnTo>
                <a:lnTo>
                  <a:pt x="1277462" y="8431471"/>
                </a:lnTo>
                <a:lnTo>
                  <a:pt x="1286279" y="8435264"/>
                </a:lnTo>
                <a:lnTo>
                  <a:pt x="1282475" y="8444080"/>
                </a:lnTo>
                <a:close/>
              </a:path>
              <a:path w="3576955" h="10273665">
                <a:moveTo>
                  <a:pt x="1094811" y="8362347"/>
                </a:moveTo>
                <a:lnTo>
                  <a:pt x="1087468" y="8359184"/>
                </a:lnTo>
                <a:lnTo>
                  <a:pt x="1090631" y="8351842"/>
                </a:lnTo>
                <a:lnTo>
                  <a:pt x="1097973" y="8355005"/>
                </a:lnTo>
                <a:lnTo>
                  <a:pt x="1094811" y="8362347"/>
                </a:lnTo>
                <a:close/>
              </a:path>
              <a:path w="3576955" h="10273665">
                <a:moveTo>
                  <a:pt x="907133" y="8280625"/>
                </a:moveTo>
                <a:lnTo>
                  <a:pt x="901254" y="8278090"/>
                </a:lnTo>
                <a:lnTo>
                  <a:pt x="903787" y="8272222"/>
                </a:lnTo>
                <a:lnTo>
                  <a:pt x="909662" y="8274750"/>
                </a:lnTo>
                <a:lnTo>
                  <a:pt x="907133" y="8280625"/>
                </a:lnTo>
                <a:close/>
              </a:path>
              <a:path w="3576955" h="10273665">
                <a:moveTo>
                  <a:pt x="719674" y="8199423"/>
                </a:moveTo>
                <a:lnTo>
                  <a:pt x="714526" y="8197208"/>
                </a:lnTo>
                <a:lnTo>
                  <a:pt x="716745" y="8192067"/>
                </a:lnTo>
                <a:lnTo>
                  <a:pt x="721894" y="8194281"/>
                </a:lnTo>
                <a:lnTo>
                  <a:pt x="719674" y="8199423"/>
                </a:lnTo>
                <a:close/>
              </a:path>
              <a:path w="3576955" h="10273665">
                <a:moveTo>
                  <a:pt x="532004" y="8117684"/>
                </a:moveTo>
                <a:lnTo>
                  <a:pt x="528335" y="8116105"/>
                </a:lnTo>
                <a:lnTo>
                  <a:pt x="529914" y="8112436"/>
                </a:lnTo>
                <a:lnTo>
                  <a:pt x="533582" y="8114014"/>
                </a:lnTo>
                <a:lnTo>
                  <a:pt x="532004" y="8117684"/>
                </a:lnTo>
                <a:close/>
              </a:path>
              <a:path w="3576955" h="10273665">
                <a:moveTo>
                  <a:pt x="344327" y="8035961"/>
                </a:moveTo>
                <a:lnTo>
                  <a:pt x="342121" y="8035011"/>
                </a:lnTo>
                <a:lnTo>
                  <a:pt x="343069" y="8032817"/>
                </a:lnTo>
                <a:lnTo>
                  <a:pt x="345275" y="8033766"/>
                </a:lnTo>
                <a:lnTo>
                  <a:pt x="344327" y="8035961"/>
                </a:lnTo>
                <a:close/>
              </a:path>
              <a:path w="3576955" h="10273665">
                <a:moveTo>
                  <a:pt x="3428386" y="9157941"/>
                </a:moveTo>
                <a:lnTo>
                  <a:pt x="3400479" y="9145917"/>
                </a:lnTo>
                <a:lnTo>
                  <a:pt x="3412503" y="9118010"/>
                </a:lnTo>
                <a:lnTo>
                  <a:pt x="3440410" y="9130034"/>
                </a:lnTo>
                <a:lnTo>
                  <a:pt x="3428386" y="9157941"/>
                </a:lnTo>
                <a:close/>
              </a:path>
              <a:path w="3576955" h="10273665">
                <a:moveTo>
                  <a:pt x="3240709" y="9076206"/>
                </a:moveTo>
                <a:lnTo>
                  <a:pt x="3214282" y="9064819"/>
                </a:lnTo>
                <a:lnTo>
                  <a:pt x="3225665" y="9038385"/>
                </a:lnTo>
                <a:lnTo>
                  <a:pt x="3252103" y="9049774"/>
                </a:lnTo>
                <a:lnTo>
                  <a:pt x="3240709" y="9076206"/>
                </a:lnTo>
                <a:close/>
              </a:path>
              <a:path w="3576955" h="10273665">
                <a:moveTo>
                  <a:pt x="3053039" y="8994479"/>
                </a:moveTo>
                <a:lnTo>
                  <a:pt x="3028075" y="8983720"/>
                </a:lnTo>
                <a:lnTo>
                  <a:pt x="3038834" y="8958756"/>
                </a:lnTo>
                <a:lnTo>
                  <a:pt x="3063798" y="8969515"/>
                </a:lnTo>
                <a:lnTo>
                  <a:pt x="3053039" y="8994479"/>
                </a:lnTo>
                <a:close/>
              </a:path>
              <a:path w="3576955" h="10273665">
                <a:moveTo>
                  <a:pt x="2865157" y="8912225"/>
                </a:moveTo>
                <a:lnTo>
                  <a:pt x="2842398" y="8902416"/>
                </a:lnTo>
                <a:lnTo>
                  <a:pt x="2852203" y="8879651"/>
                </a:lnTo>
                <a:lnTo>
                  <a:pt x="2874961" y="8889460"/>
                </a:lnTo>
                <a:lnTo>
                  <a:pt x="2865157" y="8912225"/>
                </a:lnTo>
                <a:close/>
              </a:path>
              <a:path w="3576955" h="10273665">
                <a:moveTo>
                  <a:pt x="2677486" y="8830498"/>
                </a:moveTo>
                <a:lnTo>
                  <a:pt x="2656196" y="8821323"/>
                </a:lnTo>
                <a:lnTo>
                  <a:pt x="2665370" y="8800033"/>
                </a:lnTo>
                <a:lnTo>
                  <a:pt x="2686656" y="8809201"/>
                </a:lnTo>
                <a:lnTo>
                  <a:pt x="2677486" y="8830498"/>
                </a:lnTo>
                <a:close/>
              </a:path>
              <a:path w="3576955" h="10273665">
                <a:moveTo>
                  <a:pt x="2489604" y="8748243"/>
                </a:moveTo>
                <a:lnTo>
                  <a:pt x="2470519" y="8740019"/>
                </a:lnTo>
                <a:lnTo>
                  <a:pt x="2478738" y="8720927"/>
                </a:lnTo>
                <a:lnTo>
                  <a:pt x="2497834" y="8729153"/>
                </a:lnTo>
                <a:lnTo>
                  <a:pt x="2489604" y="8748243"/>
                </a:lnTo>
                <a:close/>
              </a:path>
              <a:path w="3576955" h="10273665">
                <a:moveTo>
                  <a:pt x="2301933" y="8666516"/>
                </a:moveTo>
                <a:lnTo>
                  <a:pt x="2284312" y="8658920"/>
                </a:lnTo>
                <a:lnTo>
                  <a:pt x="2291907" y="8641298"/>
                </a:lnTo>
                <a:lnTo>
                  <a:pt x="2309529" y="8648894"/>
                </a:lnTo>
                <a:lnTo>
                  <a:pt x="2301933" y="8666516"/>
                </a:lnTo>
                <a:close/>
              </a:path>
              <a:path w="3576955" h="10273665">
                <a:moveTo>
                  <a:pt x="2114051" y="8584262"/>
                </a:moveTo>
                <a:lnTo>
                  <a:pt x="2098635" y="8577616"/>
                </a:lnTo>
                <a:lnTo>
                  <a:pt x="2105276" y="8562194"/>
                </a:lnTo>
                <a:lnTo>
                  <a:pt x="2120692" y="8568840"/>
                </a:lnTo>
                <a:lnTo>
                  <a:pt x="2114051" y="8584262"/>
                </a:lnTo>
                <a:close/>
              </a:path>
              <a:path w="3576955" h="10273665">
                <a:moveTo>
                  <a:pt x="1926380" y="8502534"/>
                </a:moveTo>
                <a:lnTo>
                  <a:pt x="1912432" y="8496523"/>
                </a:lnTo>
                <a:lnTo>
                  <a:pt x="1918443" y="8482575"/>
                </a:lnTo>
                <a:lnTo>
                  <a:pt x="1932386" y="8488580"/>
                </a:lnTo>
                <a:lnTo>
                  <a:pt x="1926380" y="8502534"/>
                </a:lnTo>
                <a:close/>
              </a:path>
              <a:path w="3576955" h="10273665">
                <a:moveTo>
                  <a:pt x="1738709" y="8420807"/>
                </a:moveTo>
                <a:lnTo>
                  <a:pt x="1726225" y="8415424"/>
                </a:lnTo>
                <a:lnTo>
                  <a:pt x="1731607" y="8402940"/>
                </a:lnTo>
                <a:lnTo>
                  <a:pt x="1744087" y="8408316"/>
                </a:lnTo>
                <a:lnTo>
                  <a:pt x="1738709" y="8420807"/>
                </a:lnTo>
                <a:close/>
              </a:path>
              <a:path w="3576955" h="10273665">
                <a:moveTo>
                  <a:pt x="1551032" y="8339085"/>
                </a:moveTo>
                <a:lnTo>
                  <a:pt x="1540016" y="8334337"/>
                </a:lnTo>
                <a:lnTo>
                  <a:pt x="1544764" y="8323320"/>
                </a:lnTo>
                <a:lnTo>
                  <a:pt x="1555780" y="8328068"/>
                </a:lnTo>
                <a:lnTo>
                  <a:pt x="1551032" y="8339085"/>
                </a:lnTo>
                <a:close/>
              </a:path>
              <a:path w="3576955" h="10273665">
                <a:moveTo>
                  <a:pt x="1363574" y="8257872"/>
                </a:moveTo>
                <a:lnTo>
                  <a:pt x="1353288" y="8253444"/>
                </a:lnTo>
                <a:lnTo>
                  <a:pt x="1357721" y="8243165"/>
                </a:lnTo>
                <a:lnTo>
                  <a:pt x="1368007" y="8247593"/>
                </a:lnTo>
                <a:lnTo>
                  <a:pt x="1363574" y="8257872"/>
                </a:lnTo>
                <a:close/>
              </a:path>
              <a:path w="3576955" h="10273665">
                <a:moveTo>
                  <a:pt x="1175697" y="8175625"/>
                </a:moveTo>
                <a:lnTo>
                  <a:pt x="1167612" y="8172140"/>
                </a:lnTo>
                <a:lnTo>
                  <a:pt x="1171095" y="8164067"/>
                </a:lnTo>
                <a:lnTo>
                  <a:pt x="1179175" y="8167545"/>
                </a:lnTo>
                <a:lnTo>
                  <a:pt x="1175697" y="8175625"/>
                </a:lnTo>
                <a:close/>
              </a:path>
              <a:path w="3576955" h="10273665">
                <a:moveTo>
                  <a:pt x="988026" y="8093897"/>
                </a:moveTo>
                <a:lnTo>
                  <a:pt x="981416" y="8091043"/>
                </a:lnTo>
                <a:lnTo>
                  <a:pt x="984264" y="8084438"/>
                </a:lnTo>
                <a:lnTo>
                  <a:pt x="990870" y="8087286"/>
                </a:lnTo>
                <a:lnTo>
                  <a:pt x="988026" y="8093897"/>
                </a:lnTo>
                <a:close/>
              </a:path>
              <a:path w="3576955" h="10273665">
                <a:moveTo>
                  <a:pt x="800555" y="8012695"/>
                </a:moveTo>
                <a:lnTo>
                  <a:pt x="794681" y="8010166"/>
                </a:lnTo>
                <a:lnTo>
                  <a:pt x="797215" y="8004287"/>
                </a:lnTo>
                <a:lnTo>
                  <a:pt x="803090" y="8006816"/>
                </a:lnTo>
                <a:lnTo>
                  <a:pt x="800555" y="8012695"/>
                </a:lnTo>
                <a:close/>
              </a:path>
              <a:path w="3576955" h="10273665">
                <a:moveTo>
                  <a:pt x="612886" y="7930955"/>
                </a:moveTo>
                <a:lnTo>
                  <a:pt x="608480" y="7929062"/>
                </a:lnTo>
                <a:lnTo>
                  <a:pt x="610378" y="7924662"/>
                </a:lnTo>
                <a:lnTo>
                  <a:pt x="614784" y="7926556"/>
                </a:lnTo>
                <a:lnTo>
                  <a:pt x="612886" y="7930955"/>
                </a:lnTo>
                <a:close/>
              </a:path>
              <a:path w="3576955" h="10273665">
                <a:moveTo>
                  <a:pt x="425210" y="7849232"/>
                </a:moveTo>
                <a:lnTo>
                  <a:pt x="422277" y="7847969"/>
                </a:lnTo>
                <a:lnTo>
                  <a:pt x="423542" y="7845026"/>
                </a:lnTo>
                <a:lnTo>
                  <a:pt x="426479" y="7846297"/>
                </a:lnTo>
                <a:lnTo>
                  <a:pt x="425210" y="7849232"/>
                </a:lnTo>
                <a:close/>
              </a:path>
              <a:path w="3576955" h="10273665">
                <a:moveTo>
                  <a:pt x="237754" y="7768037"/>
                </a:moveTo>
                <a:lnTo>
                  <a:pt x="235543" y="7767081"/>
                </a:lnTo>
                <a:lnTo>
                  <a:pt x="236493" y="7764875"/>
                </a:lnTo>
                <a:lnTo>
                  <a:pt x="238704" y="7765832"/>
                </a:lnTo>
                <a:lnTo>
                  <a:pt x="237754" y="7768037"/>
                </a:lnTo>
                <a:close/>
              </a:path>
              <a:path w="3576955" h="10273665">
                <a:moveTo>
                  <a:pt x="3509691" y="8972266"/>
                </a:moveTo>
                <a:lnTo>
                  <a:pt x="3479578" y="8959291"/>
                </a:lnTo>
                <a:lnTo>
                  <a:pt x="3492552" y="8929179"/>
                </a:lnTo>
                <a:lnTo>
                  <a:pt x="3522665" y="8942153"/>
                </a:lnTo>
                <a:lnTo>
                  <a:pt x="3509691" y="8972266"/>
                </a:lnTo>
                <a:close/>
              </a:path>
              <a:path w="3576955" h="10273665">
                <a:moveTo>
                  <a:pt x="3321809" y="8890011"/>
                </a:moveTo>
                <a:lnTo>
                  <a:pt x="3293901" y="8877987"/>
                </a:lnTo>
                <a:lnTo>
                  <a:pt x="3305925" y="8850080"/>
                </a:lnTo>
                <a:lnTo>
                  <a:pt x="3333833" y="8862105"/>
                </a:lnTo>
                <a:lnTo>
                  <a:pt x="3321809" y="8890011"/>
                </a:lnTo>
                <a:close/>
              </a:path>
              <a:path w="3576955" h="10273665">
                <a:moveTo>
                  <a:pt x="3134132" y="8808277"/>
                </a:moveTo>
                <a:lnTo>
                  <a:pt x="3107699" y="8796894"/>
                </a:lnTo>
                <a:lnTo>
                  <a:pt x="3119094" y="8770451"/>
                </a:lnTo>
                <a:lnTo>
                  <a:pt x="3145522" y="8781838"/>
                </a:lnTo>
                <a:lnTo>
                  <a:pt x="3134132" y="8808277"/>
                </a:lnTo>
                <a:close/>
              </a:path>
              <a:path w="3576955" h="10273665">
                <a:moveTo>
                  <a:pt x="2946462" y="8726550"/>
                </a:moveTo>
                <a:lnTo>
                  <a:pt x="2921498" y="8715791"/>
                </a:lnTo>
                <a:lnTo>
                  <a:pt x="2932252" y="8690820"/>
                </a:lnTo>
                <a:lnTo>
                  <a:pt x="2957222" y="8701574"/>
                </a:lnTo>
                <a:lnTo>
                  <a:pt x="2946462" y="8726550"/>
                </a:lnTo>
                <a:close/>
              </a:path>
              <a:path w="3576955" h="10273665">
                <a:moveTo>
                  <a:pt x="2758585" y="8644303"/>
                </a:moveTo>
                <a:lnTo>
                  <a:pt x="2735815" y="8634492"/>
                </a:lnTo>
                <a:lnTo>
                  <a:pt x="2745626" y="8611722"/>
                </a:lnTo>
                <a:lnTo>
                  <a:pt x="2768396" y="8621533"/>
                </a:lnTo>
                <a:lnTo>
                  <a:pt x="2758585" y="8644303"/>
                </a:lnTo>
                <a:close/>
              </a:path>
              <a:path w="3576955" h="10273665">
                <a:moveTo>
                  <a:pt x="2570698" y="8562042"/>
                </a:moveTo>
                <a:lnTo>
                  <a:pt x="2550138" y="8553188"/>
                </a:lnTo>
                <a:lnTo>
                  <a:pt x="2558999" y="8532624"/>
                </a:lnTo>
                <a:lnTo>
                  <a:pt x="2579559" y="8541478"/>
                </a:lnTo>
                <a:lnTo>
                  <a:pt x="2570698" y="8562042"/>
                </a:lnTo>
                <a:close/>
              </a:path>
              <a:path w="3576955" h="10273665">
                <a:moveTo>
                  <a:pt x="2383027" y="8480315"/>
                </a:moveTo>
                <a:lnTo>
                  <a:pt x="2363935" y="8472095"/>
                </a:lnTo>
                <a:lnTo>
                  <a:pt x="2372168" y="8452994"/>
                </a:lnTo>
                <a:lnTo>
                  <a:pt x="2391253" y="8461218"/>
                </a:lnTo>
                <a:lnTo>
                  <a:pt x="2383027" y="8480315"/>
                </a:lnTo>
                <a:close/>
              </a:path>
              <a:path w="3576955" h="10273665">
                <a:moveTo>
                  <a:pt x="2195363" y="8398582"/>
                </a:moveTo>
                <a:lnTo>
                  <a:pt x="2177734" y="8390991"/>
                </a:lnTo>
                <a:lnTo>
                  <a:pt x="2185324" y="8373374"/>
                </a:lnTo>
                <a:lnTo>
                  <a:pt x="2202952" y="8380966"/>
                </a:lnTo>
                <a:lnTo>
                  <a:pt x="2195363" y="8398582"/>
                </a:lnTo>
                <a:close/>
              </a:path>
              <a:path w="3576955" h="10273665">
                <a:moveTo>
                  <a:pt x="2007479" y="8316340"/>
                </a:moveTo>
                <a:lnTo>
                  <a:pt x="1992052" y="8309693"/>
                </a:lnTo>
                <a:lnTo>
                  <a:pt x="1998699" y="8294265"/>
                </a:lnTo>
                <a:lnTo>
                  <a:pt x="2014127" y="8300913"/>
                </a:lnTo>
                <a:lnTo>
                  <a:pt x="2007479" y="8316340"/>
                </a:lnTo>
                <a:close/>
              </a:path>
              <a:path w="3576955" h="10273665">
                <a:moveTo>
                  <a:pt x="1819592" y="8234080"/>
                </a:moveTo>
                <a:lnTo>
                  <a:pt x="1806375" y="8228389"/>
                </a:lnTo>
                <a:lnTo>
                  <a:pt x="1812073" y="8215167"/>
                </a:lnTo>
                <a:lnTo>
                  <a:pt x="1825290" y="8220858"/>
                </a:lnTo>
                <a:lnTo>
                  <a:pt x="1819592" y="8234080"/>
                </a:lnTo>
                <a:close/>
              </a:path>
              <a:path w="3576955" h="10273665">
                <a:moveTo>
                  <a:pt x="1631921" y="8152352"/>
                </a:moveTo>
                <a:lnTo>
                  <a:pt x="1620172" y="8147296"/>
                </a:lnTo>
                <a:lnTo>
                  <a:pt x="1625241" y="8135537"/>
                </a:lnTo>
                <a:lnTo>
                  <a:pt x="1636984" y="8140599"/>
                </a:lnTo>
                <a:lnTo>
                  <a:pt x="1631921" y="8152352"/>
                </a:lnTo>
                <a:close/>
              </a:path>
              <a:path w="3576955" h="10273665">
                <a:moveTo>
                  <a:pt x="1444462" y="8071151"/>
                </a:moveTo>
                <a:lnTo>
                  <a:pt x="1433446" y="8066403"/>
                </a:lnTo>
                <a:lnTo>
                  <a:pt x="1438193" y="8055387"/>
                </a:lnTo>
                <a:lnTo>
                  <a:pt x="1449209" y="8060134"/>
                </a:lnTo>
                <a:lnTo>
                  <a:pt x="1444462" y="8071151"/>
                </a:lnTo>
                <a:close/>
              </a:path>
              <a:path w="3576955" h="10273665">
                <a:moveTo>
                  <a:pt x="1256791" y="7989423"/>
                </a:moveTo>
                <a:lnTo>
                  <a:pt x="1247243" y="7985311"/>
                </a:lnTo>
                <a:lnTo>
                  <a:pt x="1251356" y="7975762"/>
                </a:lnTo>
                <a:lnTo>
                  <a:pt x="1260904" y="7979875"/>
                </a:lnTo>
                <a:lnTo>
                  <a:pt x="1256791" y="7989423"/>
                </a:lnTo>
                <a:close/>
              </a:path>
              <a:path w="3576955" h="10273665">
                <a:moveTo>
                  <a:pt x="1069120" y="7907696"/>
                </a:moveTo>
                <a:lnTo>
                  <a:pt x="1061040" y="7904218"/>
                </a:lnTo>
                <a:lnTo>
                  <a:pt x="1064525" y="7896133"/>
                </a:lnTo>
                <a:lnTo>
                  <a:pt x="1072598" y="7899616"/>
                </a:lnTo>
                <a:lnTo>
                  <a:pt x="1069120" y="7907696"/>
                </a:lnTo>
                <a:close/>
              </a:path>
              <a:path w="3576955" h="10273665">
                <a:moveTo>
                  <a:pt x="881444" y="7825962"/>
                </a:moveTo>
                <a:lnTo>
                  <a:pt x="874839" y="7823113"/>
                </a:lnTo>
                <a:lnTo>
                  <a:pt x="877680" y="7816513"/>
                </a:lnTo>
                <a:lnTo>
                  <a:pt x="884292" y="7819356"/>
                </a:lnTo>
                <a:lnTo>
                  <a:pt x="881444" y="7825962"/>
                </a:lnTo>
                <a:close/>
              </a:path>
              <a:path w="3576955" h="10273665">
                <a:moveTo>
                  <a:pt x="693773" y="7744234"/>
                </a:moveTo>
                <a:lnTo>
                  <a:pt x="688631" y="7742015"/>
                </a:lnTo>
                <a:lnTo>
                  <a:pt x="690845" y="7736878"/>
                </a:lnTo>
                <a:lnTo>
                  <a:pt x="695986" y="7739098"/>
                </a:lnTo>
                <a:lnTo>
                  <a:pt x="693773" y="7744234"/>
                </a:lnTo>
                <a:close/>
              </a:path>
              <a:path w="3576955" h="10273665">
                <a:moveTo>
                  <a:pt x="506307" y="7663038"/>
                </a:moveTo>
                <a:lnTo>
                  <a:pt x="501902" y="7661133"/>
                </a:lnTo>
                <a:lnTo>
                  <a:pt x="503802" y="7656722"/>
                </a:lnTo>
                <a:lnTo>
                  <a:pt x="508207" y="7658626"/>
                </a:lnTo>
                <a:lnTo>
                  <a:pt x="506307" y="7663038"/>
                </a:lnTo>
                <a:close/>
              </a:path>
              <a:path w="3576955" h="10273665">
                <a:moveTo>
                  <a:pt x="318638" y="7581298"/>
                </a:moveTo>
                <a:lnTo>
                  <a:pt x="315706" y="7580035"/>
                </a:lnTo>
                <a:lnTo>
                  <a:pt x="316969" y="7577103"/>
                </a:lnTo>
                <a:lnTo>
                  <a:pt x="319901" y="7578366"/>
                </a:lnTo>
                <a:lnTo>
                  <a:pt x="318638" y="7581298"/>
                </a:lnTo>
                <a:close/>
              </a:path>
              <a:path w="3576955" h="10273665">
                <a:moveTo>
                  <a:pt x="130960" y="7499576"/>
                </a:moveTo>
                <a:lnTo>
                  <a:pt x="129492" y="7498941"/>
                </a:lnTo>
                <a:lnTo>
                  <a:pt x="130127" y="7497473"/>
                </a:lnTo>
                <a:lnTo>
                  <a:pt x="131595" y="7498107"/>
                </a:lnTo>
                <a:lnTo>
                  <a:pt x="130960" y="7499576"/>
                </a:lnTo>
                <a:close/>
              </a:path>
              <a:path w="3576955" h="10273665">
                <a:moveTo>
                  <a:pt x="3576505" y="8779903"/>
                </a:moveTo>
                <a:lnTo>
                  <a:pt x="3559209" y="8772450"/>
                </a:lnTo>
                <a:lnTo>
                  <a:pt x="3572812" y="8740874"/>
                </a:lnTo>
                <a:lnTo>
                  <a:pt x="3576505" y="8742466"/>
                </a:lnTo>
                <a:lnTo>
                  <a:pt x="3576505" y="8779903"/>
                </a:lnTo>
                <a:close/>
              </a:path>
              <a:path w="3576955" h="10273665">
                <a:moveTo>
                  <a:pt x="3403113" y="8704336"/>
                </a:moveTo>
                <a:lnTo>
                  <a:pt x="3373007" y="8691357"/>
                </a:lnTo>
                <a:lnTo>
                  <a:pt x="3385979" y="8661256"/>
                </a:lnTo>
                <a:lnTo>
                  <a:pt x="3416087" y="8674223"/>
                </a:lnTo>
                <a:lnTo>
                  <a:pt x="3403113" y="8704336"/>
                </a:lnTo>
                <a:close/>
              </a:path>
              <a:path w="3576955" h="10273665">
                <a:moveTo>
                  <a:pt x="3215232" y="8622071"/>
                </a:moveTo>
                <a:lnTo>
                  <a:pt x="3187330" y="8610054"/>
                </a:lnTo>
                <a:lnTo>
                  <a:pt x="3199355" y="8582147"/>
                </a:lnTo>
                <a:lnTo>
                  <a:pt x="3227250" y="8594169"/>
                </a:lnTo>
                <a:lnTo>
                  <a:pt x="3215232" y="8622071"/>
                </a:lnTo>
                <a:close/>
              </a:path>
              <a:path w="3576955" h="10273665">
                <a:moveTo>
                  <a:pt x="3027555" y="8540348"/>
                </a:moveTo>
                <a:lnTo>
                  <a:pt x="3001128" y="8528961"/>
                </a:lnTo>
                <a:lnTo>
                  <a:pt x="3012510" y="8502527"/>
                </a:lnTo>
                <a:lnTo>
                  <a:pt x="3038949" y="8513916"/>
                </a:lnTo>
                <a:lnTo>
                  <a:pt x="3027555" y="8540348"/>
                </a:lnTo>
                <a:close/>
              </a:path>
              <a:path w="3576955" h="10273665">
                <a:moveTo>
                  <a:pt x="2839685" y="8458097"/>
                </a:moveTo>
                <a:lnTo>
                  <a:pt x="2815446" y="8447651"/>
                </a:lnTo>
                <a:lnTo>
                  <a:pt x="2825885" y="8423417"/>
                </a:lnTo>
                <a:lnTo>
                  <a:pt x="2850124" y="8433863"/>
                </a:lnTo>
                <a:lnTo>
                  <a:pt x="2839685" y="8458097"/>
                </a:lnTo>
                <a:close/>
              </a:path>
              <a:path w="3576955" h="10273665">
                <a:moveTo>
                  <a:pt x="2651798" y="8375836"/>
                </a:moveTo>
                <a:lnTo>
                  <a:pt x="2629770" y="8366347"/>
                </a:lnTo>
                <a:lnTo>
                  <a:pt x="2639260" y="8344319"/>
                </a:lnTo>
                <a:lnTo>
                  <a:pt x="2661287" y="8353808"/>
                </a:lnTo>
                <a:lnTo>
                  <a:pt x="2651798" y="8375836"/>
                </a:lnTo>
                <a:close/>
              </a:path>
              <a:path w="3576955" h="10273665">
                <a:moveTo>
                  <a:pt x="2464127" y="8294109"/>
                </a:moveTo>
                <a:lnTo>
                  <a:pt x="2443567" y="8285254"/>
                </a:lnTo>
                <a:lnTo>
                  <a:pt x="2452428" y="8264690"/>
                </a:lnTo>
                <a:lnTo>
                  <a:pt x="2472982" y="8273549"/>
                </a:lnTo>
                <a:lnTo>
                  <a:pt x="2464127" y="8294109"/>
                </a:lnTo>
                <a:close/>
              </a:path>
              <a:path w="3576955" h="10273665">
                <a:moveTo>
                  <a:pt x="2276449" y="8212385"/>
                </a:moveTo>
                <a:lnTo>
                  <a:pt x="2257365" y="8204162"/>
                </a:lnTo>
                <a:lnTo>
                  <a:pt x="2265584" y="8185070"/>
                </a:lnTo>
                <a:lnTo>
                  <a:pt x="2284680" y="8193296"/>
                </a:lnTo>
                <a:lnTo>
                  <a:pt x="2276449" y="8212385"/>
                </a:lnTo>
                <a:close/>
              </a:path>
              <a:path w="3576955" h="10273665">
                <a:moveTo>
                  <a:pt x="2088579" y="8130134"/>
                </a:moveTo>
                <a:lnTo>
                  <a:pt x="2071684" y="8122852"/>
                </a:lnTo>
                <a:lnTo>
                  <a:pt x="2078960" y="8105961"/>
                </a:lnTo>
                <a:lnTo>
                  <a:pt x="2095855" y="8113243"/>
                </a:lnTo>
                <a:lnTo>
                  <a:pt x="2088579" y="8130134"/>
                </a:lnTo>
                <a:close/>
              </a:path>
              <a:path w="3576955" h="10273665">
                <a:moveTo>
                  <a:pt x="1900692" y="8047874"/>
                </a:moveTo>
                <a:lnTo>
                  <a:pt x="1886007" y="8041548"/>
                </a:lnTo>
                <a:lnTo>
                  <a:pt x="1892334" y="8026862"/>
                </a:lnTo>
                <a:lnTo>
                  <a:pt x="1907019" y="8033189"/>
                </a:lnTo>
                <a:lnTo>
                  <a:pt x="1900692" y="8047874"/>
                </a:lnTo>
                <a:close/>
              </a:path>
              <a:path w="3576955" h="10273665">
                <a:moveTo>
                  <a:pt x="1713021" y="7966146"/>
                </a:moveTo>
                <a:lnTo>
                  <a:pt x="1699804" y="7960455"/>
                </a:lnTo>
                <a:lnTo>
                  <a:pt x="1705502" y="7947233"/>
                </a:lnTo>
                <a:lnTo>
                  <a:pt x="1718713" y="7952930"/>
                </a:lnTo>
                <a:lnTo>
                  <a:pt x="1713021" y="7966146"/>
                </a:lnTo>
                <a:close/>
              </a:path>
              <a:path w="3576955" h="10273665">
                <a:moveTo>
                  <a:pt x="1525344" y="7884424"/>
                </a:moveTo>
                <a:lnTo>
                  <a:pt x="1513602" y="7879362"/>
                </a:lnTo>
                <a:lnTo>
                  <a:pt x="1518658" y="7867613"/>
                </a:lnTo>
                <a:lnTo>
                  <a:pt x="1530407" y="7872670"/>
                </a:lnTo>
                <a:lnTo>
                  <a:pt x="1525344" y="7884424"/>
                </a:lnTo>
                <a:close/>
              </a:path>
              <a:path w="3576955" h="10273665">
                <a:moveTo>
                  <a:pt x="1337674" y="7802696"/>
                </a:moveTo>
                <a:lnTo>
                  <a:pt x="1327394" y="7798263"/>
                </a:lnTo>
                <a:lnTo>
                  <a:pt x="1331816" y="7787982"/>
                </a:lnTo>
                <a:lnTo>
                  <a:pt x="1342102" y="7792411"/>
                </a:lnTo>
                <a:lnTo>
                  <a:pt x="1337674" y="7802696"/>
                </a:lnTo>
                <a:close/>
              </a:path>
              <a:path w="3576955" h="10273665">
                <a:moveTo>
                  <a:pt x="1150004" y="7720957"/>
                </a:moveTo>
                <a:lnTo>
                  <a:pt x="1141198" y="7717166"/>
                </a:lnTo>
                <a:lnTo>
                  <a:pt x="1144989" y="7708360"/>
                </a:lnTo>
                <a:lnTo>
                  <a:pt x="1153795" y="7712151"/>
                </a:lnTo>
                <a:lnTo>
                  <a:pt x="1150004" y="7720957"/>
                </a:lnTo>
                <a:close/>
              </a:path>
              <a:path w="3576955" h="10273665">
                <a:moveTo>
                  <a:pt x="962327" y="7639234"/>
                </a:moveTo>
                <a:lnTo>
                  <a:pt x="954984" y="7636071"/>
                </a:lnTo>
                <a:lnTo>
                  <a:pt x="958154" y="7628724"/>
                </a:lnTo>
                <a:lnTo>
                  <a:pt x="965497" y="7631887"/>
                </a:lnTo>
                <a:lnTo>
                  <a:pt x="962327" y="7639234"/>
                </a:lnTo>
                <a:close/>
              </a:path>
              <a:path w="3576955" h="10273665">
                <a:moveTo>
                  <a:pt x="774656" y="7557507"/>
                </a:moveTo>
                <a:lnTo>
                  <a:pt x="768788" y="7554974"/>
                </a:lnTo>
                <a:lnTo>
                  <a:pt x="771317" y="7549100"/>
                </a:lnTo>
                <a:lnTo>
                  <a:pt x="777191" y="7551628"/>
                </a:lnTo>
                <a:lnTo>
                  <a:pt x="774656" y="7557507"/>
                </a:lnTo>
                <a:close/>
              </a:path>
              <a:path w="3576955" h="10273665">
                <a:moveTo>
                  <a:pt x="587196" y="7476305"/>
                </a:moveTo>
                <a:lnTo>
                  <a:pt x="582059" y="7474092"/>
                </a:lnTo>
                <a:lnTo>
                  <a:pt x="584272" y="7468956"/>
                </a:lnTo>
                <a:lnTo>
                  <a:pt x="589410" y="7471169"/>
                </a:lnTo>
                <a:lnTo>
                  <a:pt x="587196" y="7476305"/>
                </a:lnTo>
                <a:close/>
              </a:path>
              <a:path w="3576955" h="10273665">
                <a:moveTo>
                  <a:pt x="399526" y="7394578"/>
                </a:moveTo>
                <a:lnTo>
                  <a:pt x="395852" y="7392993"/>
                </a:lnTo>
                <a:lnTo>
                  <a:pt x="397436" y="7389319"/>
                </a:lnTo>
                <a:lnTo>
                  <a:pt x="401110" y="7390904"/>
                </a:lnTo>
                <a:lnTo>
                  <a:pt x="399526" y="7394578"/>
                </a:lnTo>
                <a:close/>
              </a:path>
              <a:path w="3576955" h="10273665">
                <a:moveTo>
                  <a:pt x="211855" y="7312851"/>
                </a:moveTo>
                <a:lnTo>
                  <a:pt x="209649" y="7311901"/>
                </a:lnTo>
                <a:lnTo>
                  <a:pt x="210599" y="7309695"/>
                </a:lnTo>
                <a:lnTo>
                  <a:pt x="212805" y="7310645"/>
                </a:lnTo>
                <a:lnTo>
                  <a:pt x="211855" y="7312851"/>
                </a:lnTo>
                <a:close/>
              </a:path>
              <a:path w="3576955" h="10273665">
                <a:moveTo>
                  <a:pt x="3484209" y="8518125"/>
                </a:moveTo>
                <a:lnTo>
                  <a:pt x="3452632" y="8504522"/>
                </a:lnTo>
                <a:lnTo>
                  <a:pt x="3466235" y="8472946"/>
                </a:lnTo>
                <a:lnTo>
                  <a:pt x="3497816" y="8486555"/>
                </a:lnTo>
                <a:lnTo>
                  <a:pt x="3484209" y="8518125"/>
                </a:lnTo>
                <a:close/>
              </a:path>
              <a:path w="3576955" h="10273665">
                <a:moveTo>
                  <a:pt x="3296538" y="8436397"/>
                </a:moveTo>
                <a:lnTo>
                  <a:pt x="3266430" y="8423430"/>
                </a:lnTo>
                <a:lnTo>
                  <a:pt x="3279403" y="8393328"/>
                </a:lnTo>
                <a:lnTo>
                  <a:pt x="3309510" y="8406296"/>
                </a:lnTo>
                <a:lnTo>
                  <a:pt x="3296538" y="8436397"/>
                </a:lnTo>
                <a:close/>
              </a:path>
              <a:path w="3576955" h="10273665">
                <a:moveTo>
                  <a:pt x="3108661" y="8354150"/>
                </a:moveTo>
                <a:lnTo>
                  <a:pt x="3080753" y="8342126"/>
                </a:lnTo>
                <a:lnTo>
                  <a:pt x="3092771" y="8314224"/>
                </a:lnTo>
                <a:lnTo>
                  <a:pt x="3120679" y="8326248"/>
                </a:lnTo>
                <a:lnTo>
                  <a:pt x="3108661" y="8354150"/>
                </a:lnTo>
                <a:close/>
              </a:path>
              <a:path w="3576955" h="10273665">
                <a:moveTo>
                  <a:pt x="2920990" y="8272423"/>
                </a:moveTo>
                <a:lnTo>
                  <a:pt x="2894546" y="8261027"/>
                </a:lnTo>
                <a:lnTo>
                  <a:pt x="2905940" y="8234595"/>
                </a:lnTo>
                <a:lnTo>
                  <a:pt x="2932379" y="8245984"/>
                </a:lnTo>
                <a:lnTo>
                  <a:pt x="2920990" y="8272423"/>
                </a:lnTo>
                <a:close/>
              </a:path>
              <a:path w="3576955" h="10273665">
                <a:moveTo>
                  <a:pt x="2733104" y="8190161"/>
                </a:moveTo>
                <a:lnTo>
                  <a:pt x="2708870" y="8179723"/>
                </a:lnTo>
                <a:lnTo>
                  <a:pt x="2719309" y="8155490"/>
                </a:lnTo>
                <a:lnTo>
                  <a:pt x="2743547" y="8165936"/>
                </a:lnTo>
                <a:lnTo>
                  <a:pt x="2733104" y="8190161"/>
                </a:lnTo>
                <a:close/>
              </a:path>
              <a:path w="3576955" h="10273665">
                <a:moveTo>
                  <a:pt x="2545232" y="8107910"/>
                </a:moveTo>
                <a:lnTo>
                  <a:pt x="2523193" y="8098419"/>
                </a:lnTo>
                <a:lnTo>
                  <a:pt x="2532682" y="8076392"/>
                </a:lnTo>
                <a:lnTo>
                  <a:pt x="2554722" y="8085883"/>
                </a:lnTo>
                <a:lnTo>
                  <a:pt x="2545232" y="8107910"/>
                </a:lnTo>
                <a:close/>
              </a:path>
              <a:path w="3576955" h="10273665">
                <a:moveTo>
                  <a:pt x="2357555" y="8026188"/>
                </a:moveTo>
                <a:lnTo>
                  <a:pt x="2336991" y="8017327"/>
                </a:lnTo>
                <a:lnTo>
                  <a:pt x="2345845" y="7996768"/>
                </a:lnTo>
                <a:lnTo>
                  <a:pt x="2366410" y="8005628"/>
                </a:lnTo>
                <a:lnTo>
                  <a:pt x="2357555" y="8026188"/>
                </a:lnTo>
                <a:close/>
              </a:path>
              <a:path w="3576955" h="10273665">
                <a:moveTo>
                  <a:pt x="2169668" y="7943927"/>
                </a:moveTo>
                <a:lnTo>
                  <a:pt x="2151314" y="7936023"/>
                </a:lnTo>
                <a:lnTo>
                  <a:pt x="2159225" y="7917664"/>
                </a:lnTo>
                <a:lnTo>
                  <a:pt x="2177579" y="7925568"/>
                </a:lnTo>
                <a:lnTo>
                  <a:pt x="2169668" y="7943927"/>
                </a:lnTo>
                <a:close/>
              </a:path>
              <a:path w="3576955" h="10273665">
                <a:moveTo>
                  <a:pt x="1981787" y="7861672"/>
                </a:moveTo>
                <a:lnTo>
                  <a:pt x="1965638" y="7854719"/>
                </a:lnTo>
                <a:lnTo>
                  <a:pt x="1972594" y="7838559"/>
                </a:lnTo>
                <a:lnTo>
                  <a:pt x="1988748" y="7845520"/>
                </a:lnTo>
                <a:lnTo>
                  <a:pt x="1981787" y="7861672"/>
                </a:lnTo>
                <a:close/>
              </a:path>
              <a:path w="3576955" h="10273665">
                <a:moveTo>
                  <a:pt x="1793909" y="7779426"/>
                </a:moveTo>
                <a:lnTo>
                  <a:pt x="1779956" y="7773408"/>
                </a:lnTo>
                <a:lnTo>
                  <a:pt x="1785968" y="7759461"/>
                </a:lnTo>
                <a:lnTo>
                  <a:pt x="1799922" y="7765467"/>
                </a:lnTo>
                <a:lnTo>
                  <a:pt x="1793909" y="7779426"/>
                </a:lnTo>
                <a:close/>
              </a:path>
              <a:path w="3576955" h="10273665">
                <a:moveTo>
                  <a:pt x="1606238" y="7697699"/>
                </a:moveTo>
                <a:lnTo>
                  <a:pt x="1593747" y="7692321"/>
                </a:lnTo>
                <a:lnTo>
                  <a:pt x="1599125" y="7679829"/>
                </a:lnTo>
                <a:lnTo>
                  <a:pt x="1611616" y="7685208"/>
                </a:lnTo>
                <a:lnTo>
                  <a:pt x="1606238" y="7697699"/>
                </a:lnTo>
                <a:close/>
              </a:path>
              <a:path w="3576955" h="10273665">
                <a:moveTo>
                  <a:pt x="1418562" y="7615964"/>
                </a:moveTo>
                <a:lnTo>
                  <a:pt x="1407551" y="7611223"/>
                </a:lnTo>
                <a:lnTo>
                  <a:pt x="1412299" y="7600206"/>
                </a:lnTo>
                <a:lnTo>
                  <a:pt x="1423310" y="7604948"/>
                </a:lnTo>
                <a:lnTo>
                  <a:pt x="1418562" y="7615964"/>
                </a:lnTo>
                <a:close/>
              </a:path>
              <a:path w="3576955" h="10273665">
                <a:moveTo>
                  <a:pt x="1231104" y="7534762"/>
                </a:moveTo>
                <a:lnTo>
                  <a:pt x="1220822" y="7530342"/>
                </a:lnTo>
                <a:lnTo>
                  <a:pt x="1225250" y="7520056"/>
                </a:lnTo>
                <a:lnTo>
                  <a:pt x="1235536" y="7524484"/>
                </a:lnTo>
                <a:lnTo>
                  <a:pt x="1231104" y="7534762"/>
                </a:lnTo>
                <a:close/>
              </a:path>
              <a:path w="3576955" h="10273665">
                <a:moveTo>
                  <a:pt x="1043220" y="7452509"/>
                </a:moveTo>
                <a:lnTo>
                  <a:pt x="1035140" y="7449031"/>
                </a:lnTo>
                <a:lnTo>
                  <a:pt x="1038623" y="7440957"/>
                </a:lnTo>
                <a:lnTo>
                  <a:pt x="1046703" y="7444435"/>
                </a:lnTo>
                <a:lnTo>
                  <a:pt x="1043220" y="7452509"/>
                </a:lnTo>
                <a:close/>
              </a:path>
              <a:path w="3576955" h="10273665">
                <a:moveTo>
                  <a:pt x="855550" y="7370781"/>
                </a:moveTo>
                <a:lnTo>
                  <a:pt x="848938" y="7367938"/>
                </a:lnTo>
                <a:lnTo>
                  <a:pt x="851788" y="7361321"/>
                </a:lnTo>
                <a:lnTo>
                  <a:pt x="858393" y="7364170"/>
                </a:lnTo>
                <a:lnTo>
                  <a:pt x="855550" y="7370781"/>
                </a:lnTo>
                <a:close/>
              </a:path>
              <a:path w="3576955" h="10273665">
                <a:moveTo>
                  <a:pt x="668090" y="7289580"/>
                </a:moveTo>
                <a:lnTo>
                  <a:pt x="662211" y="7287045"/>
                </a:lnTo>
                <a:lnTo>
                  <a:pt x="664744" y="7281177"/>
                </a:lnTo>
                <a:lnTo>
                  <a:pt x="670618" y="7283705"/>
                </a:lnTo>
                <a:lnTo>
                  <a:pt x="668090" y="7289580"/>
                </a:lnTo>
                <a:close/>
              </a:path>
              <a:path w="3576955" h="10273665">
                <a:moveTo>
                  <a:pt x="480420" y="7207852"/>
                </a:moveTo>
                <a:lnTo>
                  <a:pt x="476003" y="7205946"/>
                </a:lnTo>
                <a:lnTo>
                  <a:pt x="477902" y="7201547"/>
                </a:lnTo>
                <a:lnTo>
                  <a:pt x="482313" y="7203447"/>
                </a:lnTo>
                <a:lnTo>
                  <a:pt x="480420" y="7207852"/>
                </a:lnTo>
                <a:close/>
              </a:path>
              <a:path w="3576955" h="10273665">
                <a:moveTo>
                  <a:pt x="292742" y="7126130"/>
                </a:moveTo>
                <a:lnTo>
                  <a:pt x="289805" y="7124860"/>
                </a:lnTo>
                <a:lnTo>
                  <a:pt x="291070" y="7121917"/>
                </a:lnTo>
                <a:lnTo>
                  <a:pt x="294007" y="7123187"/>
                </a:lnTo>
                <a:lnTo>
                  <a:pt x="292742" y="7126130"/>
                </a:lnTo>
                <a:close/>
              </a:path>
              <a:path w="3576955" h="10273665">
                <a:moveTo>
                  <a:pt x="105273" y="7044916"/>
                </a:moveTo>
                <a:lnTo>
                  <a:pt x="103079" y="7043967"/>
                </a:lnTo>
                <a:lnTo>
                  <a:pt x="104027" y="7041773"/>
                </a:lnTo>
                <a:lnTo>
                  <a:pt x="106221" y="7042721"/>
                </a:lnTo>
                <a:lnTo>
                  <a:pt x="105273" y="7044916"/>
                </a:lnTo>
                <a:close/>
              </a:path>
              <a:path w="3576955" h="10273665">
                <a:moveTo>
                  <a:pt x="3565514" y="8332449"/>
                </a:moveTo>
                <a:lnTo>
                  <a:pt x="3531744" y="8317899"/>
                </a:lnTo>
                <a:lnTo>
                  <a:pt x="3546296" y="8284118"/>
                </a:lnTo>
                <a:lnTo>
                  <a:pt x="3576505" y="8297138"/>
                </a:lnTo>
                <a:lnTo>
                  <a:pt x="3576505" y="8306947"/>
                </a:lnTo>
                <a:lnTo>
                  <a:pt x="3565514" y="8332449"/>
                </a:lnTo>
                <a:close/>
              </a:path>
              <a:path w="3576955" h="10273665">
                <a:moveTo>
                  <a:pt x="3377632" y="8250196"/>
                </a:moveTo>
                <a:lnTo>
                  <a:pt x="3346061" y="8236600"/>
                </a:lnTo>
                <a:lnTo>
                  <a:pt x="3359670" y="8205019"/>
                </a:lnTo>
                <a:lnTo>
                  <a:pt x="3391234" y="8218620"/>
                </a:lnTo>
                <a:lnTo>
                  <a:pt x="3377632" y="8250196"/>
                </a:lnTo>
                <a:close/>
              </a:path>
              <a:path w="3576955" h="10273665">
                <a:moveTo>
                  <a:pt x="3189961" y="8168468"/>
                </a:moveTo>
                <a:lnTo>
                  <a:pt x="3159860" y="8155496"/>
                </a:lnTo>
                <a:lnTo>
                  <a:pt x="3172827" y="8125388"/>
                </a:lnTo>
                <a:lnTo>
                  <a:pt x="3202929" y="8138361"/>
                </a:lnTo>
                <a:lnTo>
                  <a:pt x="3189961" y="8168468"/>
                </a:lnTo>
                <a:close/>
              </a:path>
              <a:path w="3576955" h="10273665">
                <a:moveTo>
                  <a:pt x="3002084" y="8086221"/>
                </a:moveTo>
                <a:lnTo>
                  <a:pt x="2974177" y="8074197"/>
                </a:lnTo>
                <a:lnTo>
                  <a:pt x="2986201" y="8046290"/>
                </a:lnTo>
                <a:lnTo>
                  <a:pt x="3014108" y="8058314"/>
                </a:lnTo>
                <a:lnTo>
                  <a:pt x="3002084" y="8086221"/>
                </a:lnTo>
                <a:close/>
              </a:path>
              <a:path w="3576955" h="10273665">
                <a:moveTo>
                  <a:pt x="2814197" y="8003961"/>
                </a:moveTo>
                <a:lnTo>
                  <a:pt x="2788501" y="7992893"/>
                </a:lnTo>
                <a:lnTo>
                  <a:pt x="2799575" y="7967192"/>
                </a:lnTo>
                <a:lnTo>
                  <a:pt x="2825271" y="7978259"/>
                </a:lnTo>
                <a:lnTo>
                  <a:pt x="2814197" y="8003961"/>
                </a:lnTo>
                <a:close/>
              </a:path>
              <a:path w="3576955" h="10273665">
                <a:moveTo>
                  <a:pt x="2626320" y="7921714"/>
                </a:moveTo>
                <a:lnTo>
                  <a:pt x="2602819" y="7911583"/>
                </a:lnTo>
                <a:lnTo>
                  <a:pt x="2612950" y="7888082"/>
                </a:lnTo>
                <a:lnTo>
                  <a:pt x="2636446" y="7898206"/>
                </a:lnTo>
                <a:lnTo>
                  <a:pt x="2626320" y="7921714"/>
                </a:lnTo>
                <a:close/>
              </a:path>
              <a:path w="3576955" h="10273665">
                <a:moveTo>
                  <a:pt x="2438438" y="7839459"/>
                </a:moveTo>
                <a:lnTo>
                  <a:pt x="2417143" y="7830279"/>
                </a:lnTo>
                <a:lnTo>
                  <a:pt x="2426317" y="7808988"/>
                </a:lnTo>
                <a:lnTo>
                  <a:pt x="2447614" y="7818158"/>
                </a:lnTo>
                <a:lnTo>
                  <a:pt x="2438438" y="7839459"/>
                </a:lnTo>
                <a:close/>
              </a:path>
              <a:path w="3576955" h="10273665">
                <a:moveTo>
                  <a:pt x="2250762" y="7757725"/>
                </a:moveTo>
                <a:lnTo>
                  <a:pt x="2230939" y="7749186"/>
                </a:lnTo>
                <a:lnTo>
                  <a:pt x="2239485" y="7729359"/>
                </a:lnTo>
                <a:lnTo>
                  <a:pt x="2259308" y="7737898"/>
                </a:lnTo>
                <a:lnTo>
                  <a:pt x="2250762" y="7757725"/>
                </a:lnTo>
                <a:close/>
              </a:path>
              <a:path w="3576955" h="10273665">
                <a:moveTo>
                  <a:pt x="2063091" y="7675998"/>
                </a:moveTo>
                <a:lnTo>
                  <a:pt x="2044737" y="7668093"/>
                </a:lnTo>
                <a:lnTo>
                  <a:pt x="2052648" y="7649734"/>
                </a:lnTo>
                <a:lnTo>
                  <a:pt x="2071002" y="7657639"/>
                </a:lnTo>
                <a:lnTo>
                  <a:pt x="2063091" y="7675998"/>
                </a:lnTo>
                <a:close/>
              </a:path>
              <a:path w="3576955" h="10273665">
                <a:moveTo>
                  <a:pt x="1875009" y="7593219"/>
                </a:moveTo>
                <a:lnTo>
                  <a:pt x="1859587" y="7586578"/>
                </a:lnTo>
                <a:lnTo>
                  <a:pt x="1866228" y="7571155"/>
                </a:lnTo>
                <a:lnTo>
                  <a:pt x="1881650" y="7577797"/>
                </a:lnTo>
                <a:lnTo>
                  <a:pt x="1875009" y="7593219"/>
                </a:lnTo>
                <a:close/>
              </a:path>
              <a:path w="3576955" h="10273665">
                <a:moveTo>
                  <a:pt x="1687332" y="7511497"/>
                </a:moveTo>
                <a:lnTo>
                  <a:pt x="1673379" y="7505479"/>
                </a:lnTo>
                <a:lnTo>
                  <a:pt x="1679390" y="7491531"/>
                </a:lnTo>
                <a:lnTo>
                  <a:pt x="1693345" y="7497537"/>
                </a:lnTo>
                <a:lnTo>
                  <a:pt x="1687332" y="7511497"/>
                </a:lnTo>
                <a:close/>
              </a:path>
              <a:path w="3576955" h="10273665">
                <a:moveTo>
                  <a:pt x="1499656" y="7429762"/>
                </a:moveTo>
                <a:lnTo>
                  <a:pt x="1487176" y="7424386"/>
                </a:lnTo>
                <a:lnTo>
                  <a:pt x="1492559" y="7411902"/>
                </a:lnTo>
                <a:lnTo>
                  <a:pt x="1505039" y="7417278"/>
                </a:lnTo>
                <a:lnTo>
                  <a:pt x="1499656" y="7429762"/>
                </a:lnTo>
                <a:close/>
              </a:path>
              <a:path w="3576955" h="10273665">
                <a:moveTo>
                  <a:pt x="1311985" y="7348035"/>
                </a:moveTo>
                <a:lnTo>
                  <a:pt x="1300974" y="7343293"/>
                </a:lnTo>
                <a:lnTo>
                  <a:pt x="1305721" y="7332277"/>
                </a:lnTo>
                <a:lnTo>
                  <a:pt x="1316733" y="7337018"/>
                </a:lnTo>
                <a:lnTo>
                  <a:pt x="1311985" y="7348035"/>
                </a:lnTo>
                <a:close/>
              </a:path>
              <a:path w="3576955" h="10273665">
                <a:moveTo>
                  <a:pt x="1124321" y="7266302"/>
                </a:moveTo>
                <a:lnTo>
                  <a:pt x="1114773" y="7262190"/>
                </a:lnTo>
                <a:lnTo>
                  <a:pt x="1118884" y="7252652"/>
                </a:lnTo>
                <a:lnTo>
                  <a:pt x="1128427" y="7256759"/>
                </a:lnTo>
                <a:lnTo>
                  <a:pt x="1124321" y="7266302"/>
                </a:lnTo>
                <a:close/>
              </a:path>
              <a:path w="3576955" h="10273665">
                <a:moveTo>
                  <a:pt x="936437" y="7184060"/>
                </a:moveTo>
                <a:lnTo>
                  <a:pt x="929095" y="7180897"/>
                </a:lnTo>
                <a:lnTo>
                  <a:pt x="932258" y="7173555"/>
                </a:lnTo>
                <a:lnTo>
                  <a:pt x="939600" y="7176718"/>
                </a:lnTo>
                <a:lnTo>
                  <a:pt x="936437" y="7184060"/>
                </a:lnTo>
                <a:close/>
              </a:path>
              <a:path w="3576955" h="10273665">
                <a:moveTo>
                  <a:pt x="748973" y="7102852"/>
                </a:moveTo>
                <a:lnTo>
                  <a:pt x="742363" y="7099998"/>
                </a:lnTo>
                <a:lnTo>
                  <a:pt x="745211" y="7093392"/>
                </a:lnTo>
                <a:lnTo>
                  <a:pt x="751816" y="7096241"/>
                </a:lnTo>
                <a:lnTo>
                  <a:pt x="748973" y="7102852"/>
                </a:lnTo>
                <a:close/>
              </a:path>
              <a:path w="3576955" h="10273665">
                <a:moveTo>
                  <a:pt x="561302" y="7021125"/>
                </a:moveTo>
                <a:lnTo>
                  <a:pt x="556165" y="7018912"/>
                </a:lnTo>
                <a:lnTo>
                  <a:pt x="558380" y="7013763"/>
                </a:lnTo>
                <a:lnTo>
                  <a:pt x="563517" y="7015976"/>
                </a:lnTo>
                <a:lnTo>
                  <a:pt x="561302" y="7021125"/>
                </a:lnTo>
                <a:close/>
              </a:path>
              <a:path w="3576955" h="10273665">
                <a:moveTo>
                  <a:pt x="373626" y="6939391"/>
                </a:moveTo>
                <a:lnTo>
                  <a:pt x="369957" y="6937812"/>
                </a:lnTo>
                <a:lnTo>
                  <a:pt x="371535" y="6934143"/>
                </a:lnTo>
                <a:lnTo>
                  <a:pt x="375204" y="6935721"/>
                </a:lnTo>
                <a:lnTo>
                  <a:pt x="373626" y="6939391"/>
                </a:lnTo>
                <a:close/>
              </a:path>
              <a:path w="3576955" h="10273665">
                <a:moveTo>
                  <a:pt x="186166" y="6858189"/>
                </a:moveTo>
                <a:lnTo>
                  <a:pt x="183223" y="6856924"/>
                </a:lnTo>
                <a:lnTo>
                  <a:pt x="184493" y="6853987"/>
                </a:lnTo>
                <a:lnTo>
                  <a:pt x="187436" y="6855252"/>
                </a:lnTo>
                <a:lnTo>
                  <a:pt x="186166" y="6858189"/>
                </a:lnTo>
                <a:close/>
              </a:path>
              <a:path w="3576955" h="10273665">
                <a:moveTo>
                  <a:pt x="3458735" y="8063995"/>
                </a:moveTo>
                <a:lnTo>
                  <a:pt x="3425680" y="8049756"/>
                </a:lnTo>
                <a:lnTo>
                  <a:pt x="3439917" y="8016712"/>
                </a:lnTo>
                <a:lnTo>
                  <a:pt x="3472972" y="8030951"/>
                </a:lnTo>
                <a:lnTo>
                  <a:pt x="3458735" y="8063995"/>
                </a:lnTo>
                <a:close/>
              </a:path>
              <a:path w="3576955" h="10273665">
                <a:moveTo>
                  <a:pt x="3271058" y="7982272"/>
                </a:moveTo>
                <a:lnTo>
                  <a:pt x="3239482" y="7968670"/>
                </a:lnTo>
                <a:lnTo>
                  <a:pt x="3253091" y="7937089"/>
                </a:lnTo>
                <a:lnTo>
                  <a:pt x="3284667" y="7950691"/>
                </a:lnTo>
                <a:lnTo>
                  <a:pt x="3271058" y="7982272"/>
                </a:lnTo>
                <a:close/>
              </a:path>
              <a:path w="3576955" h="10273665">
                <a:moveTo>
                  <a:pt x="3083176" y="7900018"/>
                </a:moveTo>
                <a:lnTo>
                  <a:pt x="3053801" y="7887359"/>
                </a:lnTo>
                <a:lnTo>
                  <a:pt x="3066460" y="7857984"/>
                </a:lnTo>
                <a:lnTo>
                  <a:pt x="3095835" y="7870643"/>
                </a:lnTo>
                <a:lnTo>
                  <a:pt x="3083176" y="7900018"/>
                </a:lnTo>
                <a:close/>
              </a:path>
              <a:path w="3576955" h="10273665">
                <a:moveTo>
                  <a:pt x="2895300" y="7817759"/>
                </a:moveTo>
                <a:lnTo>
                  <a:pt x="2868124" y="7806055"/>
                </a:lnTo>
                <a:lnTo>
                  <a:pt x="2879833" y="7778886"/>
                </a:lnTo>
                <a:lnTo>
                  <a:pt x="2907003" y="7790595"/>
                </a:lnTo>
                <a:lnTo>
                  <a:pt x="2895300" y="7817759"/>
                </a:lnTo>
                <a:close/>
              </a:path>
              <a:path w="3576955" h="10273665">
                <a:moveTo>
                  <a:pt x="2707629" y="7736032"/>
                </a:moveTo>
                <a:lnTo>
                  <a:pt x="2681916" y="7724956"/>
                </a:lnTo>
                <a:lnTo>
                  <a:pt x="2692990" y="7699255"/>
                </a:lnTo>
                <a:lnTo>
                  <a:pt x="2718703" y="7710330"/>
                </a:lnTo>
                <a:lnTo>
                  <a:pt x="2707629" y="7736032"/>
                </a:lnTo>
                <a:close/>
              </a:path>
              <a:path w="3576955" h="10273665">
                <a:moveTo>
                  <a:pt x="2519529" y="7653257"/>
                </a:moveTo>
                <a:lnTo>
                  <a:pt x="2496771" y="7643448"/>
                </a:lnTo>
                <a:lnTo>
                  <a:pt x="2506582" y="7620678"/>
                </a:lnTo>
                <a:lnTo>
                  <a:pt x="2529340" y="7630487"/>
                </a:lnTo>
                <a:lnTo>
                  <a:pt x="2519529" y="7653257"/>
                </a:lnTo>
                <a:close/>
              </a:path>
              <a:path w="3576955" h="10273665">
                <a:moveTo>
                  <a:pt x="2331860" y="7571518"/>
                </a:moveTo>
                <a:lnTo>
                  <a:pt x="2310574" y="7562350"/>
                </a:lnTo>
                <a:lnTo>
                  <a:pt x="2319744" y="7541053"/>
                </a:lnTo>
                <a:lnTo>
                  <a:pt x="2341034" y="7550227"/>
                </a:lnTo>
                <a:lnTo>
                  <a:pt x="2331860" y="7571518"/>
                </a:lnTo>
                <a:close/>
              </a:path>
              <a:path w="3576955" h="10273665">
                <a:moveTo>
                  <a:pt x="2143976" y="7489276"/>
                </a:moveTo>
                <a:lnTo>
                  <a:pt x="2124891" y="7481051"/>
                </a:lnTo>
                <a:lnTo>
                  <a:pt x="2133117" y="7461955"/>
                </a:lnTo>
                <a:lnTo>
                  <a:pt x="2152208" y="7470174"/>
                </a:lnTo>
                <a:lnTo>
                  <a:pt x="2143976" y="7489276"/>
                </a:lnTo>
                <a:close/>
              </a:path>
              <a:path w="3576955" h="10273665">
                <a:moveTo>
                  <a:pt x="1956312" y="7407543"/>
                </a:moveTo>
                <a:lnTo>
                  <a:pt x="1938690" y="7399947"/>
                </a:lnTo>
                <a:lnTo>
                  <a:pt x="1946282" y="7382319"/>
                </a:lnTo>
                <a:lnTo>
                  <a:pt x="1963903" y="7389915"/>
                </a:lnTo>
                <a:lnTo>
                  <a:pt x="1956312" y="7407543"/>
                </a:lnTo>
                <a:close/>
              </a:path>
              <a:path w="3576955" h="10273665">
                <a:moveTo>
                  <a:pt x="1768219" y="7324763"/>
                </a:moveTo>
                <a:lnTo>
                  <a:pt x="1753534" y="7318437"/>
                </a:lnTo>
                <a:lnTo>
                  <a:pt x="1759860" y="7303752"/>
                </a:lnTo>
                <a:lnTo>
                  <a:pt x="1774545" y="7310078"/>
                </a:lnTo>
                <a:lnTo>
                  <a:pt x="1768219" y="7324763"/>
                </a:lnTo>
                <a:close/>
              </a:path>
              <a:path w="3576955" h="10273665">
                <a:moveTo>
                  <a:pt x="1580548" y="7243036"/>
                </a:moveTo>
                <a:lnTo>
                  <a:pt x="1567331" y="7237344"/>
                </a:lnTo>
                <a:lnTo>
                  <a:pt x="1573023" y="7224128"/>
                </a:lnTo>
                <a:lnTo>
                  <a:pt x="1586240" y="7229819"/>
                </a:lnTo>
                <a:lnTo>
                  <a:pt x="1580548" y="7243036"/>
                </a:lnTo>
                <a:close/>
              </a:path>
              <a:path w="3576955" h="10273665">
                <a:moveTo>
                  <a:pt x="1392877" y="7161308"/>
                </a:moveTo>
                <a:lnTo>
                  <a:pt x="1381124" y="7156245"/>
                </a:lnTo>
                <a:lnTo>
                  <a:pt x="1386186" y="7144491"/>
                </a:lnTo>
                <a:lnTo>
                  <a:pt x="1397940" y="7149554"/>
                </a:lnTo>
                <a:lnTo>
                  <a:pt x="1392877" y="7161308"/>
                </a:lnTo>
                <a:close/>
              </a:path>
              <a:path w="3576955" h="10273665">
                <a:moveTo>
                  <a:pt x="1205207" y="7079581"/>
                </a:moveTo>
                <a:lnTo>
                  <a:pt x="1194927" y="7075148"/>
                </a:lnTo>
                <a:lnTo>
                  <a:pt x="1199355" y="7064862"/>
                </a:lnTo>
                <a:lnTo>
                  <a:pt x="1209634" y="7069295"/>
                </a:lnTo>
                <a:lnTo>
                  <a:pt x="1205207" y="7079581"/>
                </a:lnTo>
                <a:close/>
              </a:path>
              <a:path w="3576955" h="10273665">
                <a:moveTo>
                  <a:pt x="1017531" y="6997846"/>
                </a:moveTo>
                <a:lnTo>
                  <a:pt x="1008713" y="6994054"/>
                </a:lnTo>
                <a:lnTo>
                  <a:pt x="1012511" y="6985243"/>
                </a:lnTo>
                <a:lnTo>
                  <a:pt x="1021322" y="6989040"/>
                </a:lnTo>
                <a:lnTo>
                  <a:pt x="1017531" y="6997846"/>
                </a:lnTo>
                <a:close/>
              </a:path>
              <a:path w="3576955" h="10273665">
                <a:moveTo>
                  <a:pt x="829860" y="6916119"/>
                </a:moveTo>
                <a:lnTo>
                  <a:pt x="822517" y="6912956"/>
                </a:lnTo>
                <a:lnTo>
                  <a:pt x="825680" y="6905614"/>
                </a:lnTo>
                <a:lnTo>
                  <a:pt x="833023" y="6908777"/>
                </a:lnTo>
                <a:lnTo>
                  <a:pt x="829860" y="6916119"/>
                </a:lnTo>
                <a:close/>
              </a:path>
              <a:path w="3576955" h="10273665">
                <a:moveTo>
                  <a:pt x="642183" y="6834396"/>
                </a:moveTo>
                <a:lnTo>
                  <a:pt x="636308" y="6831868"/>
                </a:lnTo>
                <a:lnTo>
                  <a:pt x="638843" y="6825989"/>
                </a:lnTo>
                <a:lnTo>
                  <a:pt x="644717" y="6828517"/>
                </a:lnTo>
                <a:lnTo>
                  <a:pt x="642183" y="6834396"/>
                </a:lnTo>
                <a:close/>
              </a:path>
              <a:path w="3576955" h="10273665">
                <a:moveTo>
                  <a:pt x="454520" y="6752663"/>
                </a:moveTo>
                <a:lnTo>
                  <a:pt x="450107" y="6750764"/>
                </a:lnTo>
                <a:lnTo>
                  <a:pt x="452012" y="6746360"/>
                </a:lnTo>
                <a:lnTo>
                  <a:pt x="456412" y="6748258"/>
                </a:lnTo>
                <a:lnTo>
                  <a:pt x="454520" y="6752663"/>
                </a:lnTo>
                <a:close/>
              </a:path>
              <a:path w="3576955" h="10273665">
                <a:moveTo>
                  <a:pt x="266847" y="6670937"/>
                </a:moveTo>
                <a:lnTo>
                  <a:pt x="263904" y="6669671"/>
                </a:lnTo>
                <a:lnTo>
                  <a:pt x="265169" y="6666729"/>
                </a:lnTo>
                <a:lnTo>
                  <a:pt x="268106" y="6667999"/>
                </a:lnTo>
                <a:lnTo>
                  <a:pt x="266847" y="6670937"/>
                </a:lnTo>
                <a:close/>
              </a:path>
              <a:path w="3576955" h="10273665">
                <a:moveTo>
                  <a:pt x="79381" y="6589740"/>
                </a:moveTo>
                <a:lnTo>
                  <a:pt x="77176" y="6588790"/>
                </a:lnTo>
                <a:lnTo>
                  <a:pt x="78125" y="6586584"/>
                </a:lnTo>
                <a:lnTo>
                  <a:pt x="80331" y="6587534"/>
                </a:lnTo>
                <a:lnTo>
                  <a:pt x="79381" y="6589740"/>
                </a:lnTo>
                <a:close/>
              </a:path>
              <a:path w="3576955" h="10273665">
                <a:moveTo>
                  <a:pt x="3540244" y="7878852"/>
                </a:moveTo>
                <a:lnTo>
                  <a:pt x="3504263" y="7863345"/>
                </a:lnTo>
                <a:lnTo>
                  <a:pt x="3519759" y="7827364"/>
                </a:lnTo>
                <a:lnTo>
                  <a:pt x="3555746" y="7842865"/>
                </a:lnTo>
                <a:lnTo>
                  <a:pt x="3540244" y="7878852"/>
                </a:lnTo>
                <a:close/>
              </a:path>
              <a:path w="3576955" h="10273665">
                <a:moveTo>
                  <a:pt x="3352157" y="7796067"/>
                </a:moveTo>
                <a:lnTo>
                  <a:pt x="3319113" y="7781830"/>
                </a:lnTo>
                <a:lnTo>
                  <a:pt x="3333350" y="7748786"/>
                </a:lnTo>
                <a:lnTo>
                  <a:pt x="3366394" y="7763023"/>
                </a:lnTo>
                <a:lnTo>
                  <a:pt x="3352157" y="7796067"/>
                </a:lnTo>
                <a:close/>
              </a:path>
              <a:path w="3576955" h="10273665">
                <a:moveTo>
                  <a:pt x="3164270" y="7713807"/>
                </a:moveTo>
                <a:lnTo>
                  <a:pt x="3133431" y="7700520"/>
                </a:lnTo>
                <a:lnTo>
                  <a:pt x="3146718" y="7669681"/>
                </a:lnTo>
                <a:lnTo>
                  <a:pt x="3177557" y="7682968"/>
                </a:lnTo>
                <a:lnTo>
                  <a:pt x="3164270" y="7713807"/>
                </a:lnTo>
                <a:close/>
              </a:path>
              <a:path w="3576955" h="10273665">
                <a:moveTo>
                  <a:pt x="2976392" y="7631560"/>
                </a:moveTo>
                <a:lnTo>
                  <a:pt x="2947753" y="7619227"/>
                </a:lnTo>
                <a:lnTo>
                  <a:pt x="2960092" y="7590583"/>
                </a:lnTo>
                <a:lnTo>
                  <a:pt x="2988730" y="7602927"/>
                </a:lnTo>
                <a:lnTo>
                  <a:pt x="2976392" y="7631560"/>
                </a:lnTo>
                <a:close/>
              </a:path>
              <a:path w="3576955" h="10273665">
                <a:moveTo>
                  <a:pt x="2788511" y="7549306"/>
                </a:moveTo>
                <a:lnTo>
                  <a:pt x="2762072" y="7537917"/>
                </a:lnTo>
                <a:lnTo>
                  <a:pt x="2773467" y="7511473"/>
                </a:lnTo>
                <a:lnTo>
                  <a:pt x="2799900" y="7522866"/>
                </a:lnTo>
                <a:lnTo>
                  <a:pt x="2788511" y="7549306"/>
                </a:lnTo>
                <a:close/>
              </a:path>
              <a:path w="3576955" h="10273665">
                <a:moveTo>
                  <a:pt x="2600833" y="7467583"/>
                </a:moveTo>
                <a:lnTo>
                  <a:pt x="2575869" y="7456824"/>
                </a:lnTo>
                <a:lnTo>
                  <a:pt x="2586624" y="7431853"/>
                </a:lnTo>
                <a:lnTo>
                  <a:pt x="2611594" y="7442607"/>
                </a:lnTo>
                <a:lnTo>
                  <a:pt x="2600833" y="7467583"/>
                </a:lnTo>
                <a:close/>
              </a:path>
              <a:path w="3576955" h="10273665">
                <a:moveTo>
                  <a:pt x="2412747" y="7384798"/>
                </a:moveTo>
                <a:lnTo>
                  <a:pt x="2390719" y="7375309"/>
                </a:lnTo>
                <a:lnTo>
                  <a:pt x="2400215" y="7353277"/>
                </a:lnTo>
                <a:lnTo>
                  <a:pt x="2422242" y="7362766"/>
                </a:lnTo>
                <a:lnTo>
                  <a:pt x="2412747" y="7384798"/>
                </a:lnTo>
                <a:close/>
              </a:path>
              <a:path w="3576955" h="10273665">
                <a:moveTo>
                  <a:pt x="2225076" y="7303071"/>
                </a:moveTo>
                <a:lnTo>
                  <a:pt x="2204512" y="7294210"/>
                </a:lnTo>
                <a:lnTo>
                  <a:pt x="2213373" y="7273646"/>
                </a:lnTo>
                <a:lnTo>
                  <a:pt x="2233937" y="7282506"/>
                </a:lnTo>
                <a:lnTo>
                  <a:pt x="2225076" y="7303071"/>
                </a:lnTo>
                <a:close/>
              </a:path>
              <a:path w="3576955" h="10273665">
                <a:moveTo>
                  <a:pt x="2037194" y="7220817"/>
                </a:moveTo>
                <a:lnTo>
                  <a:pt x="2018835" y="7212905"/>
                </a:lnTo>
                <a:lnTo>
                  <a:pt x="2026745" y="7194546"/>
                </a:lnTo>
                <a:lnTo>
                  <a:pt x="2045105" y="7202457"/>
                </a:lnTo>
                <a:lnTo>
                  <a:pt x="2037194" y="7220817"/>
                </a:lnTo>
                <a:close/>
              </a:path>
              <a:path w="3576955" h="10273665">
                <a:moveTo>
                  <a:pt x="1849318" y="7138558"/>
                </a:moveTo>
                <a:lnTo>
                  <a:pt x="1833158" y="7131601"/>
                </a:lnTo>
                <a:lnTo>
                  <a:pt x="1840119" y="7115448"/>
                </a:lnTo>
                <a:lnTo>
                  <a:pt x="1856272" y="7122409"/>
                </a:lnTo>
                <a:lnTo>
                  <a:pt x="1849318" y="7138558"/>
                </a:lnTo>
                <a:close/>
              </a:path>
              <a:path w="3576955" h="10273665">
                <a:moveTo>
                  <a:pt x="1661429" y="7056309"/>
                </a:moveTo>
                <a:lnTo>
                  <a:pt x="1647474" y="7050302"/>
                </a:lnTo>
                <a:lnTo>
                  <a:pt x="1653487" y="7036343"/>
                </a:lnTo>
                <a:lnTo>
                  <a:pt x="1667440" y="7042361"/>
                </a:lnTo>
                <a:lnTo>
                  <a:pt x="1661429" y="7056309"/>
                </a:lnTo>
                <a:close/>
              </a:path>
              <a:path w="3576955" h="10273665">
                <a:moveTo>
                  <a:pt x="1473758" y="6974581"/>
                </a:moveTo>
                <a:lnTo>
                  <a:pt x="1461273" y="6969198"/>
                </a:lnTo>
                <a:lnTo>
                  <a:pt x="1466656" y="6956714"/>
                </a:lnTo>
                <a:lnTo>
                  <a:pt x="1479141" y="6962097"/>
                </a:lnTo>
                <a:lnTo>
                  <a:pt x="1473758" y="6974581"/>
                </a:lnTo>
                <a:close/>
              </a:path>
              <a:path w="3576955" h="10273665">
                <a:moveTo>
                  <a:pt x="1286087" y="6892854"/>
                </a:moveTo>
                <a:lnTo>
                  <a:pt x="1275071" y="6888106"/>
                </a:lnTo>
                <a:lnTo>
                  <a:pt x="1279819" y="6877090"/>
                </a:lnTo>
                <a:lnTo>
                  <a:pt x="1290835" y="6881837"/>
                </a:lnTo>
                <a:lnTo>
                  <a:pt x="1286087" y="6892854"/>
                </a:lnTo>
                <a:close/>
              </a:path>
              <a:path w="3576955" h="10273665">
                <a:moveTo>
                  <a:pt x="1098411" y="6811120"/>
                </a:moveTo>
                <a:lnTo>
                  <a:pt x="1088868" y="6807013"/>
                </a:lnTo>
                <a:lnTo>
                  <a:pt x="1092987" y="6797460"/>
                </a:lnTo>
                <a:lnTo>
                  <a:pt x="1102524" y="6801571"/>
                </a:lnTo>
                <a:lnTo>
                  <a:pt x="1098411" y="6811120"/>
                </a:lnTo>
                <a:close/>
              </a:path>
              <a:path w="3576955" h="10273665">
                <a:moveTo>
                  <a:pt x="910741" y="6729392"/>
                </a:moveTo>
                <a:lnTo>
                  <a:pt x="902665" y="6725920"/>
                </a:lnTo>
                <a:lnTo>
                  <a:pt x="906143" y="6717840"/>
                </a:lnTo>
                <a:lnTo>
                  <a:pt x="914217" y="6721323"/>
                </a:lnTo>
                <a:lnTo>
                  <a:pt x="910741" y="6729392"/>
                </a:lnTo>
                <a:close/>
              </a:path>
              <a:path w="3576955" h="10273665">
                <a:moveTo>
                  <a:pt x="723064" y="6647669"/>
                </a:moveTo>
                <a:lnTo>
                  <a:pt x="716463" y="6644828"/>
                </a:lnTo>
                <a:lnTo>
                  <a:pt x="719313" y="6638212"/>
                </a:lnTo>
                <a:lnTo>
                  <a:pt x="725919" y="6641060"/>
                </a:lnTo>
                <a:lnTo>
                  <a:pt x="723064" y="6647669"/>
                </a:lnTo>
                <a:close/>
              </a:path>
              <a:path w="3576955" h="10273665">
                <a:moveTo>
                  <a:pt x="535404" y="6565943"/>
                </a:moveTo>
                <a:lnTo>
                  <a:pt x="530262" y="6563724"/>
                </a:lnTo>
                <a:lnTo>
                  <a:pt x="532475" y="6558587"/>
                </a:lnTo>
                <a:lnTo>
                  <a:pt x="537617" y="6560807"/>
                </a:lnTo>
                <a:lnTo>
                  <a:pt x="535404" y="6565943"/>
                </a:lnTo>
                <a:close/>
              </a:path>
              <a:path w="3576955" h="10273665">
                <a:moveTo>
                  <a:pt x="347728" y="6484209"/>
                </a:moveTo>
                <a:lnTo>
                  <a:pt x="344059" y="6482631"/>
                </a:lnTo>
                <a:lnTo>
                  <a:pt x="345643" y="6478957"/>
                </a:lnTo>
                <a:lnTo>
                  <a:pt x="349312" y="6480535"/>
                </a:lnTo>
                <a:lnTo>
                  <a:pt x="347728" y="6484209"/>
                </a:lnTo>
                <a:close/>
              </a:path>
              <a:path w="3576955" h="10273665">
                <a:moveTo>
                  <a:pt x="160261" y="6403012"/>
                </a:moveTo>
                <a:lnTo>
                  <a:pt x="157325" y="6401742"/>
                </a:lnTo>
                <a:lnTo>
                  <a:pt x="158588" y="6398811"/>
                </a:lnTo>
                <a:lnTo>
                  <a:pt x="161526" y="6400069"/>
                </a:lnTo>
                <a:lnTo>
                  <a:pt x="160261" y="6403012"/>
                </a:lnTo>
                <a:close/>
              </a:path>
              <a:path w="3576955" h="10273665">
                <a:moveTo>
                  <a:pt x="3433458" y="7610392"/>
                </a:moveTo>
                <a:lnTo>
                  <a:pt x="3398209" y="7595205"/>
                </a:lnTo>
                <a:lnTo>
                  <a:pt x="3413396" y="7559955"/>
                </a:lnTo>
                <a:lnTo>
                  <a:pt x="3448646" y="7575143"/>
                </a:lnTo>
                <a:lnTo>
                  <a:pt x="3433458" y="7610392"/>
                </a:lnTo>
                <a:close/>
              </a:path>
              <a:path w="3576955" h="10273665">
                <a:moveTo>
                  <a:pt x="3245365" y="7527612"/>
                </a:moveTo>
                <a:lnTo>
                  <a:pt x="3213058" y="7513690"/>
                </a:lnTo>
                <a:lnTo>
                  <a:pt x="3226980" y="7481383"/>
                </a:lnTo>
                <a:lnTo>
                  <a:pt x="3259282" y="7495299"/>
                </a:lnTo>
                <a:lnTo>
                  <a:pt x="3245365" y="7527612"/>
                </a:lnTo>
                <a:close/>
              </a:path>
              <a:path w="3576955" h="10273665">
                <a:moveTo>
                  <a:pt x="3057694" y="7445885"/>
                </a:moveTo>
                <a:lnTo>
                  <a:pt x="3026856" y="7432598"/>
                </a:lnTo>
                <a:lnTo>
                  <a:pt x="3040138" y="7401753"/>
                </a:lnTo>
                <a:lnTo>
                  <a:pt x="3070988" y="7415041"/>
                </a:lnTo>
                <a:lnTo>
                  <a:pt x="3057694" y="7445885"/>
                </a:lnTo>
                <a:close/>
              </a:path>
              <a:path w="3576955" h="10273665">
                <a:moveTo>
                  <a:pt x="2869601" y="7363105"/>
                </a:moveTo>
                <a:lnTo>
                  <a:pt x="2841706" y="7351082"/>
                </a:lnTo>
                <a:lnTo>
                  <a:pt x="2853724" y="7323180"/>
                </a:lnTo>
                <a:lnTo>
                  <a:pt x="2881619" y="7335203"/>
                </a:lnTo>
                <a:lnTo>
                  <a:pt x="2869601" y="7363105"/>
                </a:lnTo>
                <a:close/>
              </a:path>
              <a:path w="3576955" h="10273665">
                <a:moveTo>
                  <a:pt x="2681725" y="7280846"/>
                </a:moveTo>
                <a:lnTo>
                  <a:pt x="2656024" y="7269772"/>
                </a:lnTo>
                <a:lnTo>
                  <a:pt x="2667098" y="7244070"/>
                </a:lnTo>
                <a:lnTo>
                  <a:pt x="2692799" y="7255144"/>
                </a:lnTo>
                <a:lnTo>
                  <a:pt x="2681725" y="7280846"/>
                </a:lnTo>
                <a:close/>
              </a:path>
              <a:path w="3576955" h="10273665">
                <a:moveTo>
                  <a:pt x="2494056" y="7199118"/>
                </a:moveTo>
                <a:lnTo>
                  <a:pt x="2469821" y="7188680"/>
                </a:lnTo>
                <a:lnTo>
                  <a:pt x="2480254" y="7164451"/>
                </a:lnTo>
                <a:lnTo>
                  <a:pt x="2504492" y="7174897"/>
                </a:lnTo>
                <a:lnTo>
                  <a:pt x="2494056" y="7199118"/>
                </a:lnTo>
                <a:close/>
              </a:path>
              <a:path w="3576955" h="10273665">
                <a:moveTo>
                  <a:pt x="2305966" y="7116345"/>
                </a:moveTo>
                <a:lnTo>
                  <a:pt x="2284664" y="7107169"/>
                </a:lnTo>
                <a:lnTo>
                  <a:pt x="2293845" y="7085874"/>
                </a:lnTo>
                <a:lnTo>
                  <a:pt x="2315136" y="7095048"/>
                </a:lnTo>
                <a:lnTo>
                  <a:pt x="2305966" y="7116345"/>
                </a:lnTo>
                <a:close/>
              </a:path>
              <a:path w="3576955" h="10273665">
                <a:moveTo>
                  <a:pt x="2118289" y="7034622"/>
                </a:moveTo>
                <a:lnTo>
                  <a:pt x="2098462" y="7026076"/>
                </a:lnTo>
                <a:lnTo>
                  <a:pt x="2107003" y="7006242"/>
                </a:lnTo>
                <a:lnTo>
                  <a:pt x="2126830" y="7014788"/>
                </a:lnTo>
                <a:lnTo>
                  <a:pt x="2118289" y="7034622"/>
                </a:lnTo>
                <a:close/>
              </a:path>
              <a:path w="3576955" h="10273665">
                <a:moveTo>
                  <a:pt x="1930402" y="6952362"/>
                </a:moveTo>
                <a:lnTo>
                  <a:pt x="1912781" y="6944766"/>
                </a:lnTo>
                <a:lnTo>
                  <a:pt x="1920376" y="6927144"/>
                </a:lnTo>
                <a:lnTo>
                  <a:pt x="1937998" y="6934740"/>
                </a:lnTo>
                <a:lnTo>
                  <a:pt x="1930402" y="6952362"/>
                </a:lnTo>
                <a:close/>
              </a:path>
              <a:path w="3576955" h="10273665">
                <a:moveTo>
                  <a:pt x="1742531" y="6870110"/>
                </a:moveTo>
                <a:lnTo>
                  <a:pt x="1727104" y="6863462"/>
                </a:lnTo>
                <a:lnTo>
                  <a:pt x="1733745" y="6848040"/>
                </a:lnTo>
                <a:lnTo>
                  <a:pt x="1749173" y="6854687"/>
                </a:lnTo>
                <a:lnTo>
                  <a:pt x="1742531" y="6870110"/>
                </a:lnTo>
                <a:close/>
              </a:path>
              <a:path w="3576955" h="10273665">
                <a:moveTo>
                  <a:pt x="1554645" y="6787849"/>
                </a:moveTo>
                <a:lnTo>
                  <a:pt x="1541427" y="6782158"/>
                </a:lnTo>
                <a:lnTo>
                  <a:pt x="1547119" y="6768941"/>
                </a:lnTo>
                <a:lnTo>
                  <a:pt x="1560341" y="6774639"/>
                </a:lnTo>
                <a:lnTo>
                  <a:pt x="1554645" y="6787849"/>
                </a:lnTo>
                <a:close/>
              </a:path>
              <a:path w="3576955" h="10273665">
                <a:moveTo>
                  <a:pt x="1366973" y="6706121"/>
                </a:moveTo>
                <a:lnTo>
                  <a:pt x="1355225" y="6701065"/>
                </a:lnTo>
                <a:lnTo>
                  <a:pt x="1360287" y="6689311"/>
                </a:lnTo>
                <a:lnTo>
                  <a:pt x="1372035" y="6694379"/>
                </a:lnTo>
                <a:lnTo>
                  <a:pt x="1366973" y="6706121"/>
                </a:lnTo>
                <a:close/>
              </a:path>
              <a:path w="3576955" h="10273665">
                <a:moveTo>
                  <a:pt x="1179297" y="6624399"/>
                </a:moveTo>
                <a:lnTo>
                  <a:pt x="1169017" y="6619966"/>
                </a:lnTo>
                <a:lnTo>
                  <a:pt x="1173450" y="6609687"/>
                </a:lnTo>
                <a:lnTo>
                  <a:pt x="1183729" y="6614120"/>
                </a:lnTo>
                <a:lnTo>
                  <a:pt x="1179297" y="6624399"/>
                </a:lnTo>
                <a:close/>
              </a:path>
              <a:path w="3576955" h="10273665">
                <a:moveTo>
                  <a:pt x="991626" y="6542672"/>
                </a:moveTo>
                <a:lnTo>
                  <a:pt x="982820" y="6538881"/>
                </a:lnTo>
                <a:lnTo>
                  <a:pt x="986619" y="6530059"/>
                </a:lnTo>
                <a:lnTo>
                  <a:pt x="995430" y="6533856"/>
                </a:lnTo>
                <a:lnTo>
                  <a:pt x="991626" y="6542672"/>
                </a:lnTo>
                <a:close/>
              </a:path>
              <a:path w="3576955" h="10273665">
                <a:moveTo>
                  <a:pt x="803962" y="6460940"/>
                </a:moveTo>
                <a:lnTo>
                  <a:pt x="796614" y="6457770"/>
                </a:lnTo>
                <a:lnTo>
                  <a:pt x="799777" y="6450428"/>
                </a:lnTo>
                <a:lnTo>
                  <a:pt x="807124" y="6453597"/>
                </a:lnTo>
                <a:lnTo>
                  <a:pt x="803962" y="6460940"/>
                </a:lnTo>
                <a:close/>
              </a:path>
              <a:path w="3576955" h="10273665">
                <a:moveTo>
                  <a:pt x="616286" y="6379205"/>
                </a:moveTo>
                <a:lnTo>
                  <a:pt x="610411" y="6376677"/>
                </a:lnTo>
                <a:lnTo>
                  <a:pt x="612933" y="6370808"/>
                </a:lnTo>
                <a:lnTo>
                  <a:pt x="618812" y="6373342"/>
                </a:lnTo>
                <a:lnTo>
                  <a:pt x="616286" y="6379205"/>
                </a:lnTo>
                <a:close/>
              </a:path>
              <a:path w="3576955" h="10273665">
                <a:moveTo>
                  <a:pt x="428608" y="6297483"/>
                </a:moveTo>
                <a:lnTo>
                  <a:pt x="424208" y="6295584"/>
                </a:lnTo>
                <a:lnTo>
                  <a:pt x="426107" y="6291185"/>
                </a:lnTo>
                <a:lnTo>
                  <a:pt x="430513" y="6293078"/>
                </a:lnTo>
                <a:lnTo>
                  <a:pt x="428608" y="6297483"/>
                </a:lnTo>
                <a:close/>
              </a:path>
              <a:path w="3576955" h="10273665">
                <a:moveTo>
                  <a:pt x="240939" y="6215754"/>
                </a:moveTo>
                <a:lnTo>
                  <a:pt x="237999" y="6214497"/>
                </a:lnTo>
                <a:lnTo>
                  <a:pt x="239264" y="6211554"/>
                </a:lnTo>
                <a:lnTo>
                  <a:pt x="242207" y="6212819"/>
                </a:lnTo>
                <a:lnTo>
                  <a:pt x="240939" y="6215754"/>
                </a:lnTo>
                <a:close/>
              </a:path>
              <a:path w="3576955" h="10273665">
                <a:moveTo>
                  <a:pt x="53478" y="6134554"/>
                </a:moveTo>
                <a:lnTo>
                  <a:pt x="51272" y="6133604"/>
                </a:lnTo>
                <a:lnTo>
                  <a:pt x="52215" y="6131403"/>
                </a:lnTo>
                <a:lnTo>
                  <a:pt x="54426" y="6132359"/>
                </a:lnTo>
                <a:lnTo>
                  <a:pt x="53478" y="6134554"/>
                </a:lnTo>
                <a:close/>
              </a:path>
              <a:path w="3576955" h="10273665">
                <a:moveTo>
                  <a:pt x="3514552" y="7424190"/>
                </a:moveTo>
                <a:lnTo>
                  <a:pt x="3477834" y="7408368"/>
                </a:lnTo>
                <a:lnTo>
                  <a:pt x="3493656" y="7371651"/>
                </a:lnTo>
                <a:lnTo>
                  <a:pt x="3530373" y="7387473"/>
                </a:lnTo>
                <a:lnTo>
                  <a:pt x="3514552" y="7424190"/>
                </a:lnTo>
                <a:close/>
              </a:path>
              <a:path w="3576955" h="10273665">
                <a:moveTo>
                  <a:pt x="3326465" y="7341406"/>
                </a:moveTo>
                <a:lnTo>
                  <a:pt x="3292683" y="7326854"/>
                </a:lnTo>
                <a:lnTo>
                  <a:pt x="3307235" y="7293072"/>
                </a:lnTo>
                <a:lnTo>
                  <a:pt x="3341022" y="7307631"/>
                </a:lnTo>
                <a:lnTo>
                  <a:pt x="3326465" y="7341406"/>
                </a:lnTo>
                <a:close/>
              </a:path>
              <a:path w="3576955" h="10273665">
                <a:moveTo>
                  <a:pt x="3138582" y="7259152"/>
                </a:moveTo>
                <a:lnTo>
                  <a:pt x="3107001" y="7245543"/>
                </a:lnTo>
                <a:lnTo>
                  <a:pt x="3120609" y="7213973"/>
                </a:lnTo>
                <a:lnTo>
                  <a:pt x="3152185" y="7227575"/>
                </a:lnTo>
                <a:lnTo>
                  <a:pt x="3138582" y="7259152"/>
                </a:lnTo>
                <a:close/>
              </a:path>
              <a:path w="3576955" h="10273665">
                <a:moveTo>
                  <a:pt x="2950911" y="7177424"/>
                </a:moveTo>
                <a:lnTo>
                  <a:pt x="2920804" y="7164457"/>
                </a:lnTo>
                <a:lnTo>
                  <a:pt x="2933772" y="7134349"/>
                </a:lnTo>
                <a:lnTo>
                  <a:pt x="2963879" y="7147316"/>
                </a:lnTo>
                <a:lnTo>
                  <a:pt x="2950911" y="7177424"/>
                </a:lnTo>
                <a:close/>
              </a:path>
              <a:path w="3576955" h="10273665">
                <a:moveTo>
                  <a:pt x="2762818" y="7094644"/>
                </a:moveTo>
                <a:lnTo>
                  <a:pt x="2735642" y="7082940"/>
                </a:lnTo>
                <a:lnTo>
                  <a:pt x="2747351" y="7055770"/>
                </a:lnTo>
                <a:lnTo>
                  <a:pt x="2774527" y="7067475"/>
                </a:lnTo>
                <a:lnTo>
                  <a:pt x="2762818" y="7094644"/>
                </a:lnTo>
                <a:close/>
              </a:path>
              <a:path w="3576955" h="10273665">
                <a:moveTo>
                  <a:pt x="2575141" y="7012921"/>
                </a:moveTo>
                <a:lnTo>
                  <a:pt x="2549440" y="7001847"/>
                </a:lnTo>
                <a:lnTo>
                  <a:pt x="2560513" y="6976145"/>
                </a:lnTo>
                <a:lnTo>
                  <a:pt x="2586215" y="6987220"/>
                </a:lnTo>
                <a:lnTo>
                  <a:pt x="2575141" y="7012921"/>
                </a:lnTo>
                <a:close/>
              </a:path>
              <a:path w="3576955" h="10273665">
                <a:moveTo>
                  <a:pt x="2387054" y="6930137"/>
                </a:moveTo>
                <a:lnTo>
                  <a:pt x="2364296" y="6920328"/>
                </a:lnTo>
                <a:lnTo>
                  <a:pt x="2374105" y="6897569"/>
                </a:lnTo>
                <a:lnTo>
                  <a:pt x="2396863" y="6907378"/>
                </a:lnTo>
                <a:lnTo>
                  <a:pt x="2387054" y="6930137"/>
                </a:lnTo>
                <a:close/>
              </a:path>
              <a:path w="3576955" h="10273665">
                <a:moveTo>
                  <a:pt x="2199172" y="6847883"/>
                </a:moveTo>
                <a:lnTo>
                  <a:pt x="2178619" y="6839023"/>
                </a:lnTo>
                <a:lnTo>
                  <a:pt x="2187478" y="6818470"/>
                </a:lnTo>
                <a:lnTo>
                  <a:pt x="2208031" y="6827330"/>
                </a:lnTo>
                <a:lnTo>
                  <a:pt x="2199172" y="6847883"/>
                </a:lnTo>
                <a:close/>
              </a:path>
              <a:path w="3576955" h="10273665">
                <a:moveTo>
                  <a:pt x="2011501" y="6766155"/>
                </a:moveTo>
                <a:lnTo>
                  <a:pt x="1992410" y="6757935"/>
                </a:lnTo>
                <a:lnTo>
                  <a:pt x="2000636" y="6738839"/>
                </a:lnTo>
                <a:lnTo>
                  <a:pt x="2019725" y="6747070"/>
                </a:lnTo>
                <a:lnTo>
                  <a:pt x="2011501" y="6766155"/>
                </a:lnTo>
                <a:close/>
              </a:path>
              <a:path w="3576955" h="10273665">
                <a:moveTo>
                  <a:pt x="1823631" y="6683903"/>
                </a:moveTo>
                <a:lnTo>
                  <a:pt x="1806735" y="6676621"/>
                </a:lnTo>
                <a:lnTo>
                  <a:pt x="1814010" y="6659741"/>
                </a:lnTo>
                <a:lnTo>
                  <a:pt x="1830900" y="6667017"/>
                </a:lnTo>
                <a:lnTo>
                  <a:pt x="1823631" y="6683903"/>
                </a:lnTo>
                <a:close/>
              </a:path>
              <a:path w="3576955" h="10273665">
                <a:moveTo>
                  <a:pt x="1635742" y="6601654"/>
                </a:moveTo>
                <a:lnTo>
                  <a:pt x="1621052" y="6595321"/>
                </a:lnTo>
                <a:lnTo>
                  <a:pt x="1627378" y="6580636"/>
                </a:lnTo>
                <a:lnTo>
                  <a:pt x="1642068" y="6586969"/>
                </a:lnTo>
                <a:lnTo>
                  <a:pt x="1635742" y="6601654"/>
                </a:lnTo>
                <a:close/>
              </a:path>
              <a:path w="3576955" h="10273665">
                <a:moveTo>
                  <a:pt x="1447860" y="6519400"/>
                </a:moveTo>
                <a:lnTo>
                  <a:pt x="1435375" y="6514017"/>
                </a:lnTo>
                <a:lnTo>
                  <a:pt x="1440758" y="6501533"/>
                </a:lnTo>
                <a:lnTo>
                  <a:pt x="1453243" y="6506916"/>
                </a:lnTo>
                <a:lnTo>
                  <a:pt x="1447860" y="6519400"/>
                </a:lnTo>
                <a:close/>
              </a:path>
              <a:path w="3576955" h="10273665">
                <a:moveTo>
                  <a:pt x="1260189" y="6437673"/>
                </a:moveTo>
                <a:lnTo>
                  <a:pt x="1249173" y="6432925"/>
                </a:lnTo>
                <a:lnTo>
                  <a:pt x="1253921" y="6421908"/>
                </a:lnTo>
                <a:lnTo>
                  <a:pt x="1264937" y="6426656"/>
                </a:lnTo>
                <a:lnTo>
                  <a:pt x="1260189" y="6437673"/>
                </a:lnTo>
                <a:close/>
              </a:path>
              <a:path w="3576955" h="10273665">
                <a:moveTo>
                  <a:pt x="1072725" y="6356465"/>
                </a:moveTo>
                <a:lnTo>
                  <a:pt x="1062439" y="6352037"/>
                </a:lnTo>
                <a:lnTo>
                  <a:pt x="1066867" y="6341751"/>
                </a:lnTo>
                <a:lnTo>
                  <a:pt x="1077152" y="6346179"/>
                </a:lnTo>
                <a:lnTo>
                  <a:pt x="1072725" y="6356465"/>
                </a:lnTo>
                <a:close/>
              </a:path>
              <a:path w="3576955" h="10273665">
                <a:moveTo>
                  <a:pt x="884842" y="6274211"/>
                </a:moveTo>
                <a:lnTo>
                  <a:pt x="876762" y="6270732"/>
                </a:lnTo>
                <a:lnTo>
                  <a:pt x="880241" y="6262652"/>
                </a:lnTo>
                <a:lnTo>
                  <a:pt x="888325" y="6266137"/>
                </a:lnTo>
                <a:lnTo>
                  <a:pt x="884842" y="6274211"/>
                </a:lnTo>
                <a:close/>
              </a:path>
              <a:path w="3576955" h="10273665">
                <a:moveTo>
                  <a:pt x="697171" y="6192483"/>
                </a:moveTo>
                <a:lnTo>
                  <a:pt x="690566" y="6189635"/>
                </a:lnTo>
                <a:lnTo>
                  <a:pt x="693409" y="6183023"/>
                </a:lnTo>
                <a:lnTo>
                  <a:pt x="700020" y="6185878"/>
                </a:lnTo>
                <a:lnTo>
                  <a:pt x="697171" y="6192483"/>
                </a:lnTo>
                <a:close/>
              </a:path>
              <a:path w="3576955" h="10273665">
                <a:moveTo>
                  <a:pt x="509501" y="6110756"/>
                </a:moveTo>
                <a:lnTo>
                  <a:pt x="504352" y="6108541"/>
                </a:lnTo>
                <a:lnTo>
                  <a:pt x="506572" y="6103400"/>
                </a:lnTo>
                <a:lnTo>
                  <a:pt x="511720" y="6105614"/>
                </a:lnTo>
                <a:lnTo>
                  <a:pt x="509501" y="6110756"/>
                </a:lnTo>
                <a:close/>
              </a:path>
              <a:path w="3576955" h="10273665">
                <a:moveTo>
                  <a:pt x="321830" y="6029028"/>
                </a:moveTo>
                <a:lnTo>
                  <a:pt x="318161" y="6027450"/>
                </a:lnTo>
                <a:lnTo>
                  <a:pt x="319739" y="6023781"/>
                </a:lnTo>
                <a:lnTo>
                  <a:pt x="323408" y="6025359"/>
                </a:lnTo>
                <a:lnTo>
                  <a:pt x="321830" y="6029028"/>
                </a:lnTo>
                <a:close/>
              </a:path>
              <a:path w="3576955" h="10273665">
                <a:moveTo>
                  <a:pt x="134159" y="5947301"/>
                </a:moveTo>
                <a:lnTo>
                  <a:pt x="131949" y="5946345"/>
                </a:lnTo>
                <a:lnTo>
                  <a:pt x="132897" y="5944150"/>
                </a:lnTo>
                <a:lnTo>
                  <a:pt x="135102" y="5945100"/>
                </a:lnTo>
                <a:lnTo>
                  <a:pt x="134159" y="5947301"/>
                </a:lnTo>
                <a:close/>
              </a:path>
              <a:path w="3576955" h="10273665">
                <a:moveTo>
                  <a:pt x="3576505" y="7230178"/>
                </a:moveTo>
                <a:lnTo>
                  <a:pt x="3556933" y="7221744"/>
                </a:lnTo>
                <a:lnTo>
                  <a:pt x="3573705" y="7182821"/>
                </a:lnTo>
                <a:lnTo>
                  <a:pt x="3576505" y="7184027"/>
                </a:lnTo>
                <a:lnTo>
                  <a:pt x="3576505" y="7230178"/>
                </a:lnTo>
                <a:close/>
              </a:path>
              <a:path w="3576955" h="10273665">
                <a:moveTo>
                  <a:pt x="3407765" y="7155725"/>
                </a:moveTo>
                <a:lnTo>
                  <a:pt x="3371789" y="7140224"/>
                </a:lnTo>
                <a:lnTo>
                  <a:pt x="3387290" y="7104249"/>
                </a:lnTo>
                <a:lnTo>
                  <a:pt x="3423265" y="7119749"/>
                </a:lnTo>
                <a:lnTo>
                  <a:pt x="3407765" y="7155725"/>
                </a:lnTo>
                <a:close/>
              </a:path>
              <a:path w="3576955" h="10273665">
                <a:moveTo>
                  <a:pt x="3219676" y="7072951"/>
                </a:moveTo>
                <a:lnTo>
                  <a:pt x="3186632" y="7058714"/>
                </a:lnTo>
                <a:lnTo>
                  <a:pt x="3200869" y="7025669"/>
                </a:lnTo>
                <a:lnTo>
                  <a:pt x="3233914" y="7039907"/>
                </a:lnTo>
                <a:lnTo>
                  <a:pt x="3219676" y="7072951"/>
                </a:lnTo>
                <a:close/>
              </a:path>
              <a:path w="3576955" h="10273665">
                <a:moveTo>
                  <a:pt x="3031799" y="6990704"/>
                </a:moveTo>
                <a:lnTo>
                  <a:pt x="3000956" y="6977410"/>
                </a:lnTo>
                <a:lnTo>
                  <a:pt x="3014243" y="6946572"/>
                </a:lnTo>
                <a:lnTo>
                  <a:pt x="3045086" y="6959865"/>
                </a:lnTo>
                <a:lnTo>
                  <a:pt x="3031799" y="6990704"/>
                </a:lnTo>
                <a:close/>
              </a:path>
              <a:path w="3576955" h="10273665">
                <a:moveTo>
                  <a:pt x="2843913" y="6908443"/>
                </a:moveTo>
                <a:lnTo>
                  <a:pt x="2815274" y="6896100"/>
                </a:lnTo>
                <a:lnTo>
                  <a:pt x="2827612" y="6867467"/>
                </a:lnTo>
                <a:lnTo>
                  <a:pt x="2856256" y="6879806"/>
                </a:lnTo>
                <a:lnTo>
                  <a:pt x="2843913" y="6908443"/>
                </a:lnTo>
                <a:close/>
              </a:path>
              <a:path w="3576955" h="10273665">
                <a:moveTo>
                  <a:pt x="2656042" y="6826192"/>
                </a:moveTo>
                <a:lnTo>
                  <a:pt x="2629598" y="6814796"/>
                </a:lnTo>
                <a:lnTo>
                  <a:pt x="2640985" y="6788369"/>
                </a:lnTo>
                <a:lnTo>
                  <a:pt x="2667424" y="6799758"/>
                </a:lnTo>
                <a:lnTo>
                  <a:pt x="2656042" y="6826192"/>
                </a:lnTo>
                <a:close/>
              </a:path>
              <a:path w="3576955" h="10273665">
                <a:moveTo>
                  <a:pt x="2468153" y="6743943"/>
                </a:moveTo>
                <a:lnTo>
                  <a:pt x="2443914" y="6733497"/>
                </a:lnTo>
                <a:lnTo>
                  <a:pt x="2454354" y="6709263"/>
                </a:lnTo>
                <a:lnTo>
                  <a:pt x="2478592" y="6719709"/>
                </a:lnTo>
                <a:lnTo>
                  <a:pt x="2468153" y="6743943"/>
                </a:lnTo>
                <a:close/>
              </a:path>
              <a:path w="3576955" h="10273665">
                <a:moveTo>
                  <a:pt x="2280266" y="6661682"/>
                </a:moveTo>
                <a:lnTo>
                  <a:pt x="2258238" y="6652193"/>
                </a:lnTo>
                <a:lnTo>
                  <a:pt x="2267728" y="6630165"/>
                </a:lnTo>
                <a:lnTo>
                  <a:pt x="2289755" y="6639654"/>
                </a:lnTo>
                <a:lnTo>
                  <a:pt x="2280266" y="6661682"/>
                </a:lnTo>
                <a:close/>
              </a:path>
              <a:path w="3576955" h="10273665">
                <a:moveTo>
                  <a:pt x="2092395" y="6579430"/>
                </a:moveTo>
                <a:lnTo>
                  <a:pt x="2072562" y="6570889"/>
                </a:lnTo>
                <a:lnTo>
                  <a:pt x="2081101" y="6551067"/>
                </a:lnTo>
                <a:lnTo>
                  <a:pt x="2100935" y="6559608"/>
                </a:lnTo>
                <a:lnTo>
                  <a:pt x="2092395" y="6579430"/>
                </a:lnTo>
                <a:close/>
              </a:path>
              <a:path w="3576955" h="10273665">
                <a:moveTo>
                  <a:pt x="1904718" y="6497708"/>
                </a:moveTo>
                <a:lnTo>
                  <a:pt x="1886359" y="6489796"/>
                </a:lnTo>
                <a:lnTo>
                  <a:pt x="1894270" y="6471437"/>
                </a:lnTo>
                <a:lnTo>
                  <a:pt x="1912629" y="6479349"/>
                </a:lnTo>
                <a:lnTo>
                  <a:pt x="1904718" y="6497708"/>
                </a:lnTo>
                <a:close/>
              </a:path>
              <a:path w="3576955" h="10273665">
                <a:moveTo>
                  <a:pt x="1716631" y="6414923"/>
                </a:moveTo>
                <a:lnTo>
                  <a:pt x="1701204" y="6408275"/>
                </a:lnTo>
                <a:lnTo>
                  <a:pt x="1707850" y="6392859"/>
                </a:lnTo>
                <a:lnTo>
                  <a:pt x="1723272" y="6399500"/>
                </a:lnTo>
                <a:lnTo>
                  <a:pt x="1716631" y="6414923"/>
                </a:lnTo>
                <a:close/>
              </a:path>
              <a:path w="3576955" h="10273665">
                <a:moveTo>
                  <a:pt x="1528742" y="6332674"/>
                </a:moveTo>
                <a:lnTo>
                  <a:pt x="1515532" y="6326978"/>
                </a:lnTo>
                <a:lnTo>
                  <a:pt x="1521230" y="6313756"/>
                </a:lnTo>
                <a:lnTo>
                  <a:pt x="1534440" y="6319452"/>
                </a:lnTo>
                <a:lnTo>
                  <a:pt x="1528742" y="6332674"/>
                </a:lnTo>
                <a:close/>
              </a:path>
              <a:path w="3576955" h="10273665">
                <a:moveTo>
                  <a:pt x="1341073" y="6250934"/>
                </a:moveTo>
                <a:lnTo>
                  <a:pt x="1329324" y="6245878"/>
                </a:lnTo>
                <a:lnTo>
                  <a:pt x="1334392" y="6234131"/>
                </a:lnTo>
                <a:lnTo>
                  <a:pt x="1346135" y="6239192"/>
                </a:lnTo>
                <a:lnTo>
                  <a:pt x="1341073" y="6250934"/>
                </a:lnTo>
                <a:close/>
              </a:path>
              <a:path w="3576955" h="10273665">
                <a:moveTo>
                  <a:pt x="1153402" y="6169207"/>
                </a:moveTo>
                <a:lnTo>
                  <a:pt x="1143116" y="6164779"/>
                </a:lnTo>
                <a:lnTo>
                  <a:pt x="1147549" y="6154500"/>
                </a:lnTo>
                <a:lnTo>
                  <a:pt x="1157835" y="6158928"/>
                </a:lnTo>
                <a:lnTo>
                  <a:pt x="1153402" y="6169207"/>
                </a:lnTo>
                <a:close/>
              </a:path>
              <a:path w="3576955" h="10273665">
                <a:moveTo>
                  <a:pt x="965725" y="6087484"/>
                </a:moveTo>
                <a:lnTo>
                  <a:pt x="956919" y="6083693"/>
                </a:lnTo>
                <a:lnTo>
                  <a:pt x="960717" y="6074882"/>
                </a:lnTo>
                <a:lnTo>
                  <a:pt x="969523" y="6078673"/>
                </a:lnTo>
                <a:lnTo>
                  <a:pt x="965725" y="6087484"/>
                </a:lnTo>
                <a:close/>
              </a:path>
              <a:path w="3576955" h="10273665">
                <a:moveTo>
                  <a:pt x="778054" y="6005757"/>
                </a:moveTo>
                <a:lnTo>
                  <a:pt x="770712" y="6002594"/>
                </a:lnTo>
                <a:lnTo>
                  <a:pt x="773875" y="5995251"/>
                </a:lnTo>
                <a:lnTo>
                  <a:pt x="781217" y="5998414"/>
                </a:lnTo>
                <a:lnTo>
                  <a:pt x="778054" y="6005757"/>
                </a:lnTo>
                <a:close/>
              </a:path>
              <a:path w="3576955" h="10273665">
                <a:moveTo>
                  <a:pt x="590383" y="5924030"/>
                </a:moveTo>
                <a:lnTo>
                  <a:pt x="584509" y="5921501"/>
                </a:lnTo>
                <a:lnTo>
                  <a:pt x="587043" y="5915622"/>
                </a:lnTo>
                <a:lnTo>
                  <a:pt x="592911" y="5918155"/>
                </a:lnTo>
                <a:lnTo>
                  <a:pt x="590383" y="5924030"/>
                </a:lnTo>
                <a:close/>
              </a:path>
              <a:path w="3576955" h="10273665">
                <a:moveTo>
                  <a:pt x="402713" y="5842302"/>
                </a:moveTo>
                <a:lnTo>
                  <a:pt x="398308" y="5840398"/>
                </a:lnTo>
                <a:lnTo>
                  <a:pt x="400206" y="5835998"/>
                </a:lnTo>
                <a:lnTo>
                  <a:pt x="404612" y="5837892"/>
                </a:lnTo>
                <a:lnTo>
                  <a:pt x="402713" y="5842302"/>
                </a:lnTo>
                <a:close/>
              </a:path>
              <a:path w="3576955" h="10273665">
                <a:moveTo>
                  <a:pt x="215037" y="5760568"/>
                </a:moveTo>
                <a:lnTo>
                  <a:pt x="212110" y="5759311"/>
                </a:lnTo>
                <a:lnTo>
                  <a:pt x="213375" y="5756368"/>
                </a:lnTo>
                <a:lnTo>
                  <a:pt x="216306" y="5757632"/>
                </a:lnTo>
                <a:lnTo>
                  <a:pt x="215037" y="5760568"/>
                </a:lnTo>
                <a:close/>
              </a:path>
              <a:path w="3576955" h="10273665">
                <a:moveTo>
                  <a:pt x="27366" y="5678840"/>
                </a:moveTo>
                <a:lnTo>
                  <a:pt x="25902" y="5678212"/>
                </a:lnTo>
                <a:lnTo>
                  <a:pt x="26530" y="5676749"/>
                </a:lnTo>
                <a:lnTo>
                  <a:pt x="27994" y="5677377"/>
                </a:lnTo>
                <a:lnTo>
                  <a:pt x="27366" y="5678840"/>
                </a:lnTo>
                <a:close/>
              </a:path>
              <a:path w="3576955" h="10273665">
                <a:moveTo>
                  <a:pt x="3489068" y="6970048"/>
                </a:moveTo>
                <a:lnTo>
                  <a:pt x="3450887" y="6953598"/>
                </a:lnTo>
                <a:lnTo>
                  <a:pt x="3467337" y="6915417"/>
                </a:lnTo>
                <a:lnTo>
                  <a:pt x="3505518" y="6931867"/>
                </a:lnTo>
                <a:lnTo>
                  <a:pt x="3489068" y="6970048"/>
                </a:lnTo>
                <a:close/>
              </a:path>
              <a:path w="3576955" h="10273665">
                <a:moveTo>
                  <a:pt x="3300980" y="6887275"/>
                </a:moveTo>
                <a:lnTo>
                  <a:pt x="3265730" y="6872087"/>
                </a:lnTo>
                <a:lnTo>
                  <a:pt x="3280918" y="6836838"/>
                </a:lnTo>
                <a:lnTo>
                  <a:pt x="3316167" y="6852025"/>
                </a:lnTo>
                <a:lnTo>
                  <a:pt x="3300980" y="6887275"/>
                </a:lnTo>
                <a:close/>
              </a:path>
              <a:path w="3576955" h="10273665">
                <a:moveTo>
                  <a:pt x="3112891" y="6804501"/>
                </a:moveTo>
                <a:lnTo>
                  <a:pt x="3080578" y="6790584"/>
                </a:lnTo>
                <a:lnTo>
                  <a:pt x="3094502" y="6758266"/>
                </a:lnTo>
                <a:lnTo>
                  <a:pt x="3126809" y="6772188"/>
                </a:lnTo>
                <a:lnTo>
                  <a:pt x="3112891" y="6804501"/>
                </a:lnTo>
                <a:close/>
              </a:path>
              <a:path w="3576955" h="10273665">
                <a:moveTo>
                  <a:pt x="2925004" y="6722241"/>
                </a:moveTo>
                <a:lnTo>
                  <a:pt x="2894897" y="6709273"/>
                </a:lnTo>
                <a:lnTo>
                  <a:pt x="2907871" y="6679161"/>
                </a:lnTo>
                <a:lnTo>
                  <a:pt x="2937979" y="6692128"/>
                </a:lnTo>
                <a:lnTo>
                  <a:pt x="2925004" y="6722241"/>
                </a:lnTo>
                <a:close/>
              </a:path>
              <a:path w="3576955" h="10273665">
                <a:moveTo>
                  <a:pt x="2737134" y="6639989"/>
                </a:moveTo>
                <a:lnTo>
                  <a:pt x="2709227" y="6627964"/>
                </a:lnTo>
                <a:lnTo>
                  <a:pt x="2721244" y="6600062"/>
                </a:lnTo>
                <a:lnTo>
                  <a:pt x="2749151" y="6612087"/>
                </a:lnTo>
                <a:lnTo>
                  <a:pt x="2737134" y="6639989"/>
                </a:lnTo>
                <a:close/>
              </a:path>
              <a:path w="3576955" h="10273665">
                <a:moveTo>
                  <a:pt x="2549247" y="6557728"/>
                </a:moveTo>
                <a:lnTo>
                  <a:pt x="2523551" y="6546661"/>
                </a:lnTo>
                <a:lnTo>
                  <a:pt x="2534618" y="6520964"/>
                </a:lnTo>
                <a:lnTo>
                  <a:pt x="2560314" y="6532031"/>
                </a:lnTo>
                <a:lnTo>
                  <a:pt x="2549247" y="6557728"/>
                </a:lnTo>
                <a:close/>
              </a:path>
              <a:path w="3576955" h="10273665">
                <a:moveTo>
                  <a:pt x="2361370" y="6475481"/>
                </a:moveTo>
                <a:lnTo>
                  <a:pt x="2337869" y="6465350"/>
                </a:lnTo>
                <a:lnTo>
                  <a:pt x="2347987" y="6441859"/>
                </a:lnTo>
                <a:lnTo>
                  <a:pt x="2371494" y="6451985"/>
                </a:lnTo>
                <a:lnTo>
                  <a:pt x="2361370" y="6475481"/>
                </a:lnTo>
                <a:close/>
              </a:path>
              <a:path w="3576955" h="10273665">
                <a:moveTo>
                  <a:pt x="2173481" y="6393232"/>
                </a:moveTo>
                <a:lnTo>
                  <a:pt x="2152191" y="6384057"/>
                </a:lnTo>
                <a:lnTo>
                  <a:pt x="2161360" y="6362761"/>
                </a:lnTo>
                <a:lnTo>
                  <a:pt x="2182662" y="6371936"/>
                </a:lnTo>
                <a:lnTo>
                  <a:pt x="2173481" y="6393232"/>
                </a:lnTo>
                <a:close/>
              </a:path>
              <a:path w="3576955" h="10273665">
                <a:moveTo>
                  <a:pt x="1985610" y="6310980"/>
                </a:moveTo>
                <a:lnTo>
                  <a:pt x="1966510" y="6302748"/>
                </a:lnTo>
                <a:lnTo>
                  <a:pt x="1974735" y="6283651"/>
                </a:lnTo>
                <a:lnTo>
                  <a:pt x="1993836" y="6291884"/>
                </a:lnTo>
                <a:lnTo>
                  <a:pt x="1985610" y="6310980"/>
                </a:lnTo>
                <a:close/>
              </a:path>
              <a:path w="3576955" h="10273665">
                <a:moveTo>
                  <a:pt x="1797724" y="6228720"/>
                </a:moveTo>
                <a:lnTo>
                  <a:pt x="1780833" y="6221444"/>
                </a:lnTo>
                <a:lnTo>
                  <a:pt x="1788109" y="6204553"/>
                </a:lnTo>
                <a:lnTo>
                  <a:pt x="1804999" y="6211829"/>
                </a:lnTo>
                <a:lnTo>
                  <a:pt x="1797724" y="6228720"/>
                </a:lnTo>
                <a:close/>
              </a:path>
              <a:path w="3576955" h="10273665">
                <a:moveTo>
                  <a:pt x="1609841" y="6146466"/>
                </a:moveTo>
                <a:lnTo>
                  <a:pt x="1595156" y="6140139"/>
                </a:lnTo>
                <a:lnTo>
                  <a:pt x="1601483" y="6125454"/>
                </a:lnTo>
                <a:lnTo>
                  <a:pt x="1616168" y="6131780"/>
                </a:lnTo>
                <a:lnTo>
                  <a:pt x="1609841" y="6146466"/>
                </a:lnTo>
                <a:close/>
              </a:path>
              <a:path w="3576955" h="10273665">
                <a:moveTo>
                  <a:pt x="1421959" y="6064211"/>
                </a:moveTo>
                <a:lnTo>
                  <a:pt x="1409474" y="6058829"/>
                </a:lnTo>
                <a:lnTo>
                  <a:pt x="1414851" y="6046349"/>
                </a:lnTo>
                <a:lnTo>
                  <a:pt x="1427342" y="6051727"/>
                </a:lnTo>
                <a:lnTo>
                  <a:pt x="1421959" y="6064211"/>
                </a:lnTo>
                <a:close/>
              </a:path>
              <a:path w="3576955" h="10273665">
                <a:moveTo>
                  <a:pt x="1234288" y="5982484"/>
                </a:moveTo>
                <a:lnTo>
                  <a:pt x="1223277" y="5977743"/>
                </a:lnTo>
                <a:lnTo>
                  <a:pt x="1228025" y="5966726"/>
                </a:lnTo>
                <a:lnTo>
                  <a:pt x="1239036" y="5971467"/>
                </a:lnTo>
                <a:lnTo>
                  <a:pt x="1234288" y="5982484"/>
                </a:lnTo>
                <a:close/>
              </a:path>
              <a:path w="3576955" h="10273665">
                <a:moveTo>
                  <a:pt x="1046617" y="5900757"/>
                </a:moveTo>
                <a:lnTo>
                  <a:pt x="1037069" y="5896644"/>
                </a:lnTo>
                <a:lnTo>
                  <a:pt x="1041182" y="5887096"/>
                </a:lnTo>
                <a:lnTo>
                  <a:pt x="1050730" y="5891208"/>
                </a:lnTo>
                <a:lnTo>
                  <a:pt x="1046617" y="5900757"/>
                </a:lnTo>
                <a:close/>
              </a:path>
              <a:path w="3576955" h="10273665">
                <a:moveTo>
                  <a:pt x="858947" y="5819029"/>
                </a:moveTo>
                <a:lnTo>
                  <a:pt x="850867" y="5815551"/>
                </a:lnTo>
                <a:lnTo>
                  <a:pt x="854351" y="5807466"/>
                </a:lnTo>
                <a:lnTo>
                  <a:pt x="862425" y="5810949"/>
                </a:lnTo>
                <a:lnTo>
                  <a:pt x="858947" y="5819029"/>
                </a:lnTo>
                <a:close/>
              </a:path>
              <a:path w="3576955" h="10273665">
                <a:moveTo>
                  <a:pt x="671271" y="5737295"/>
                </a:moveTo>
                <a:lnTo>
                  <a:pt x="664665" y="5734447"/>
                </a:lnTo>
                <a:lnTo>
                  <a:pt x="667507" y="5727846"/>
                </a:lnTo>
                <a:lnTo>
                  <a:pt x="674119" y="5730689"/>
                </a:lnTo>
                <a:lnTo>
                  <a:pt x="671271" y="5737295"/>
                </a:lnTo>
                <a:close/>
              </a:path>
              <a:path w="3576955" h="10273665">
                <a:moveTo>
                  <a:pt x="483600" y="5655567"/>
                </a:moveTo>
                <a:lnTo>
                  <a:pt x="478463" y="5653355"/>
                </a:lnTo>
                <a:lnTo>
                  <a:pt x="480676" y="5648218"/>
                </a:lnTo>
                <a:lnTo>
                  <a:pt x="485813" y="5650431"/>
                </a:lnTo>
                <a:lnTo>
                  <a:pt x="483600" y="5655567"/>
                </a:lnTo>
                <a:close/>
              </a:path>
              <a:path w="3576955" h="10273665">
                <a:moveTo>
                  <a:pt x="295929" y="5573840"/>
                </a:moveTo>
                <a:lnTo>
                  <a:pt x="292260" y="5572261"/>
                </a:lnTo>
                <a:lnTo>
                  <a:pt x="293838" y="5568593"/>
                </a:lnTo>
                <a:lnTo>
                  <a:pt x="297507" y="5570171"/>
                </a:lnTo>
                <a:lnTo>
                  <a:pt x="295929" y="5573840"/>
                </a:lnTo>
                <a:close/>
              </a:path>
              <a:path w="3576955" h="10273665">
                <a:moveTo>
                  <a:pt x="108251" y="5492117"/>
                </a:moveTo>
                <a:lnTo>
                  <a:pt x="106046" y="5491167"/>
                </a:lnTo>
                <a:lnTo>
                  <a:pt x="107002" y="5488957"/>
                </a:lnTo>
                <a:lnTo>
                  <a:pt x="109208" y="5489906"/>
                </a:lnTo>
                <a:lnTo>
                  <a:pt x="108251" y="5492117"/>
                </a:lnTo>
                <a:close/>
              </a:path>
              <a:path w="3576955" h="10273665">
                <a:moveTo>
                  <a:pt x="3570166" y="6783851"/>
                </a:moveTo>
                <a:lnTo>
                  <a:pt x="3530516" y="6766766"/>
                </a:lnTo>
                <a:lnTo>
                  <a:pt x="3547601" y="6727117"/>
                </a:lnTo>
                <a:lnTo>
                  <a:pt x="3576505" y="6739568"/>
                </a:lnTo>
                <a:lnTo>
                  <a:pt x="3576505" y="6769133"/>
                </a:lnTo>
                <a:lnTo>
                  <a:pt x="3570166" y="6783851"/>
                </a:lnTo>
                <a:close/>
              </a:path>
              <a:path w="3576955" h="10273665">
                <a:moveTo>
                  <a:pt x="3382079" y="6701066"/>
                </a:moveTo>
                <a:lnTo>
                  <a:pt x="3345361" y="6685244"/>
                </a:lnTo>
                <a:lnTo>
                  <a:pt x="3361177" y="6648531"/>
                </a:lnTo>
                <a:lnTo>
                  <a:pt x="3397895" y="6664353"/>
                </a:lnTo>
                <a:lnTo>
                  <a:pt x="3382079" y="6701066"/>
                </a:lnTo>
                <a:close/>
              </a:path>
              <a:path w="3576955" h="10273665">
                <a:moveTo>
                  <a:pt x="3193985" y="6618286"/>
                </a:moveTo>
                <a:lnTo>
                  <a:pt x="3160209" y="6603741"/>
                </a:lnTo>
                <a:lnTo>
                  <a:pt x="3174761" y="6569959"/>
                </a:lnTo>
                <a:lnTo>
                  <a:pt x="3208536" y="6584516"/>
                </a:lnTo>
                <a:lnTo>
                  <a:pt x="3193985" y="6618286"/>
                </a:lnTo>
                <a:close/>
              </a:path>
              <a:path w="3576955" h="10273665">
                <a:moveTo>
                  <a:pt x="3006109" y="6536039"/>
                </a:moveTo>
                <a:lnTo>
                  <a:pt x="2974528" y="6522430"/>
                </a:lnTo>
                <a:lnTo>
                  <a:pt x="2988137" y="6490849"/>
                </a:lnTo>
                <a:lnTo>
                  <a:pt x="3019718" y="6504458"/>
                </a:lnTo>
                <a:lnTo>
                  <a:pt x="3006109" y="6536039"/>
                </a:lnTo>
                <a:close/>
              </a:path>
              <a:path w="3576955" h="10273665">
                <a:moveTo>
                  <a:pt x="2818226" y="6453785"/>
                </a:moveTo>
                <a:lnTo>
                  <a:pt x="2788851" y="6441126"/>
                </a:lnTo>
                <a:lnTo>
                  <a:pt x="2801510" y="6411751"/>
                </a:lnTo>
                <a:lnTo>
                  <a:pt x="2830885" y="6424410"/>
                </a:lnTo>
                <a:lnTo>
                  <a:pt x="2818226" y="6453785"/>
                </a:lnTo>
                <a:close/>
              </a:path>
              <a:path w="3576955" h="10273665">
                <a:moveTo>
                  <a:pt x="2630133" y="6371004"/>
                </a:moveTo>
                <a:lnTo>
                  <a:pt x="2603706" y="6359618"/>
                </a:lnTo>
                <a:lnTo>
                  <a:pt x="2615088" y="6333183"/>
                </a:lnTo>
                <a:lnTo>
                  <a:pt x="2641527" y="6344572"/>
                </a:lnTo>
                <a:lnTo>
                  <a:pt x="2630133" y="6371004"/>
                </a:lnTo>
                <a:close/>
              </a:path>
              <a:path w="3576955" h="10273665">
                <a:moveTo>
                  <a:pt x="2442250" y="6288752"/>
                </a:moveTo>
                <a:lnTo>
                  <a:pt x="2418024" y="6278308"/>
                </a:lnTo>
                <a:lnTo>
                  <a:pt x="2428463" y="6254074"/>
                </a:lnTo>
                <a:lnTo>
                  <a:pt x="2452696" y="6264513"/>
                </a:lnTo>
                <a:lnTo>
                  <a:pt x="2442250" y="6288752"/>
                </a:lnTo>
                <a:close/>
              </a:path>
              <a:path w="3576955" h="10273665">
                <a:moveTo>
                  <a:pt x="2254375" y="6206493"/>
                </a:moveTo>
                <a:lnTo>
                  <a:pt x="2232347" y="6197003"/>
                </a:lnTo>
                <a:lnTo>
                  <a:pt x="2241837" y="6174976"/>
                </a:lnTo>
                <a:lnTo>
                  <a:pt x="2263864" y="6184465"/>
                </a:lnTo>
                <a:lnTo>
                  <a:pt x="2254375" y="6206493"/>
                </a:lnTo>
                <a:close/>
              </a:path>
              <a:path w="3576955" h="10273665">
                <a:moveTo>
                  <a:pt x="2066486" y="6124243"/>
                </a:moveTo>
                <a:lnTo>
                  <a:pt x="2046663" y="6115704"/>
                </a:lnTo>
                <a:lnTo>
                  <a:pt x="2055210" y="6095877"/>
                </a:lnTo>
                <a:lnTo>
                  <a:pt x="2075032" y="6104416"/>
                </a:lnTo>
                <a:lnTo>
                  <a:pt x="2066486" y="6124243"/>
                </a:lnTo>
                <a:close/>
              </a:path>
              <a:path w="3576955" h="10273665">
                <a:moveTo>
                  <a:pt x="1878815" y="6042516"/>
                </a:moveTo>
                <a:lnTo>
                  <a:pt x="1860456" y="6034605"/>
                </a:lnTo>
                <a:lnTo>
                  <a:pt x="1868367" y="6016245"/>
                </a:lnTo>
                <a:lnTo>
                  <a:pt x="1886726" y="6024157"/>
                </a:lnTo>
                <a:lnTo>
                  <a:pt x="1878815" y="6042516"/>
                </a:lnTo>
                <a:close/>
              </a:path>
              <a:path w="3576955" h="10273665">
                <a:moveTo>
                  <a:pt x="1690727" y="5959742"/>
                </a:moveTo>
                <a:lnTo>
                  <a:pt x="1675311" y="5953096"/>
                </a:lnTo>
                <a:lnTo>
                  <a:pt x="1681952" y="5937674"/>
                </a:lnTo>
                <a:lnTo>
                  <a:pt x="1697368" y="5944320"/>
                </a:lnTo>
                <a:lnTo>
                  <a:pt x="1690727" y="5959742"/>
                </a:lnTo>
                <a:close/>
              </a:path>
              <a:path w="3576955" h="10273665">
                <a:moveTo>
                  <a:pt x="1502840" y="5877482"/>
                </a:moveTo>
                <a:lnTo>
                  <a:pt x="1489629" y="5871786"/>
                </a:lnTo>
                <a:lnTo>
                  <a:pt x="1495327" y="5858564"/>
                </a:lnTo>
                <a:lnTo>
                  <a:pt x="1508538" y="5864260"/>
                </a:lnTo>
                <a:lnTo>
                  <a:pt x="1502840" y="5877482"/>
                </a:lnTo>
                <a:close/>
              </a:path>
              <a:path w="3576955" h="10273665">
                <a:moveTo>
                  <a:pt x="1315169" y="5795754"/>
                </a:moveTo>
                <a:lnTo>
                  <a:pt x="1303426" y="5790693"/>
                </a:lnTo>
                <a:lnTo>
                  <a:pt x="1308483" y="5778944"/>
                </a:lnTo>
                <a:lnTo>
                  <a:pt x="1320236" y="5784007"/>
                </a:lnTo>
                <a:lnTo>
                  <a:pt x="1315169" y="5795754"/>
                </a:lnTo>
                <a:close/>
              </a:path>
              <a:path w="3576955" h="10273665">
                <a:moveTo>
                  <a:pt x="1127499" y="5714026"/>
                </a:moveTo>
                <a:lnTo>
                  <a:pt x="1117224" y="5709601"/>
                </a:lnTo>
                <a:lnTo>
                  <a:pt x="1121652" y="5699315"/>
                </a:lnTo>
                <a:lnTo>
                  <a:pt x="1131931" y="5703748"/>
                </a:lnTo>
                <a:lnTo>
                  <a:pt x="1127499" y="5714026"/>
                </a:lnTo>
                <a:close/>
              </a:path>
              <a:path w="3576955" h="10273665">
                <a:moveTo>
                  <a:pt x="939832" y="5632305"/>
                </a:moveTo>
                <a:lnTo>
                  <a:pt x="931016" y="5628501"/>
                </a:lnTo>
                <a:lnTo>
                  <a:pt x="934814" y="5619690"/>
                </a:lnTo>
                <a:lnTo>
                  <a:pt x="943631" y="5623483"/>
                </a:lnTo>
                <a:lnTo>
                  <a:pt x="939832" y="5632305"/>
                </a:lnTo>
                <a:close/>
              </a:path>
              <a:path w="3576955" h="10273665">
                <a:moveTo>
                  <a:pt x="751945" y="5550045"/>
                </a:moveTo>
                <a:lnTo>
                  <a:pt x="745340" y="5547197"/>
                </a:lnTo>
                <a:lnTo>
                  <a:pt x="748188" y="5540592"/>
                </a:lnTo>
                <a:lnTo>
                  <a:pt x="754800" y="5543435"/>
                </a:lnTo>
                <a:lnTo>
                  <a:pt x="751945" y="5550045"/>
                </a:lnTo>
                <a:close/>
              </a:path>
              <a:path w="3576955" h="10273665">
                <a:moveTo>
                  <a:pt x="564492" y="5468839"/>
                </a:moveTo>
                <a:lnTo>
                  <a:pt x="558617" y="5466311"/>
                </a:lnTo>
                <a:lnTo>
                  <a:pt x="561145" y="5460436"/>
                </a:lnTo>
                <a:lnTo>
                  <a:pt x="567020" y="5462965"/>
                </a:lnTo>
                <a:lnTo>
                  <a:pt x="564492" y="5468839"/>
                </a:lnTo>
                <a:close/>
              </a:path>
              <a:path w="3576955" h="10273665">
                <a:moveTo>
                  <a:pt x="376814" y="5387116"/>
                </a:moveTo>
                <a:lnTo>
                  <a:pt x="372403" y="5385216"/>
                </a:lnTo>
                <a:lnTo>
                  <a:pt x="374303" y="5380805"/>
                </a:lnTo>
                <a:lnTo>
                  <a:pt x="378719" y="5382711"/>
                </a:lnTo>
                <a:lnTo>
                  <a:pt x="376814" y="5387116"/>
                </a:lnTo>
                <a:close/>
              </a:path>
              <a:path w="3576955" h="10273665">
                <a:moveTo>
                  <a:pt x="189144" y="5305388"/>
                </a:moveTo>
                <a:lnTo>
                  <a:pt x="186200" y="5304124"/>
                </a:lnTo>
                <a:lnTo>
                  <a:pt x="187470" y="5301187"/>
                </a:lnTo>
                <a:lnTo>
                  <a:pt x="190408" y="5302446"/>
                </a:lnTo>
                <a:lnTo>
                  <a:pt x="189144" y="5305388"/>
                </a:lnTo>
                <a:close/>
              </a:path>
              <a:path w="3576955" h="10273665">
                <a:moveTo>
                  <a:pt x="1475" y="5223649"/>
                </a:moveTo>
                <a:lnTo>
                  <a:pt x="0" y="5223019"/>
                </a:lnTo>
                <a:lnTo>
                  <a:pt x="634" y="5221551"/>
                </a:lnTo>
                <a:lnTo>
                  <a:pt x="2103" y="5222186"/>
                </a:lnTo>
                <a:lnTo>
                  <a:pt x="1475" y="5223649"/>
                </a:lnTo>
                <a:close/>
              </a:path>
              <a:path w="3576955" h="10273665">
                <a:moveTo>
                  <a:pt x="3463175" y="6514869"/>
                </a:moveTo>
                <a:lnTo>
                  <a:pt x="3424983" y="6498417"/>
                </a:lnTo>
                <a:lnTo>
                  <a:pt x="3441439" y="6460231"/>
                </a:lnTo>
                <a:lnTo>
                  <a:pt x="3479627" y="6476677"/>
                </a:lnTo>
                <a:lnTo>
                  <a:pt x="3463175" y="6514869"/>
                </a:lnTo>
                <a:close/>
              </a:path>
              <a:path w="3576955" h="10273665">
                <a:moveTo>
                  <a:pt x="3275077" y="6432083"/>
                </a:moveTo>
                <a:lnTo>
                  <a:pt x="3239839" y="6416897"/>
                </a:lnTo>
                <a:lnTo>
                  <a:pt x="3255025" y="6381658"/>
                </a:lnTo>
                <a:lnTo>
                  <a:pt x="3290263" y="6396844"/>
                </a:lnTo>
                <a:lnTo>
                  <a:pt x="3275077" y="6432083"/>
                </a:lnTo>
                <a:close/>
              </a:path>
              <a:path w="3576955" h="10273665">
                <a:moveTo>
                  <a:pt x="3086989" y="6349309"/>
                </a:moveTo>
                <a:lnTo>
                  <a:pt x="3054682" y="6335387"/>
                </a:lnTo>
                <a:lnTo>
                  <a:pt x="3068599" y="6303074"/>
                </a:lnTo>
                <a:lnTo>
                  <a:pt x="3100906" y="6316996"/>
                </a:lnTo>
                <a:lnTo>
                  <a:pt x="3086989" y="6349309"/>
                </a:lnTo>
                <a:close/>
              </a:path>
              <a:path w="3576955" h="10273665">
                <a:moveTo>
                  <a:pt x="2899113" y="6267050"/>
                </a:moveTo>
                <a:lnTo>
                  <a:pt x="2869001" y="6254076"/>
                </a:lnTo>
                <a:lnTo>
                  <a:pt x="2881973" y="6223974"/>
                </a:lnTo>
                <a:lnTo>
                  <a:pt x="2912085" y="6236949"/>
                </a:lnTo>
                <a:lnTo>
                  <a:pt x="2899113" y="6267050"/>
                </a:lnTo>
                <a:close/>
              </a:path>
              <a:path w="3576955" h="10273665">
                <a:moveTo>
                  <a:pt x="2711230" y="6184795"/>
                </a:moveTo>
                <a:lnTo>
                  <a:pt x="2683324" y="6172772"/>
                </a:lnTo>
                <a:lnTo>
                  <a:pt x="2695346" y="6144876"/>
                </a:lnTo>
                <a:lnTo>
                  <a:pt x="2723248" y="6156893"/>
                </a:lnTo>
                <a:lnTo>
                  <a:pt x="2711230" y="6184795"/>
                </a:lnTo>
                <a:close/>
              </a:path>
              <a:path w="3576955" h="10273665">
                <a:moveTo>
                  <a:pt x="2523342" y="6102547"/>
                </a:moveTo>
                <a:lnTo>
                  <a:pt x="2497640" y="6091473"/>
                </a:lnTo>
                <a:lnTo>
                  <a:pt x="2508721" y="6065766"/>
                </a:lnTo>
                <a:lnTo>
                  <a:pt x="2534422" y="6076840"/>
                </a:lnTo>
                <a:lnTo>
                  <a:pt x="2523342" y="6102547"/>
                </a:lnTo>
                <a:close/>
              </a:path>
              <a:path w="3576955" h="10273665">
                <a:moveTo>
                  <a:pt x="2335465" y="6020300"/>
                </a:moveTo>
                <a:lnTo>
                  <a:pt x="2311964" y="6010169"/>
                </a:lnTo>
                <a:lnTo>
                  <a:pt x="2322090" y="5986662"/>
                </a:lnTo>
                <a:lnTo>
                  <a:pt x="2345591" y="5996793"/>
                </a:lnTo>
                <a:lnTo>
                  <a:pt x="2335465" y="6020300"/>
                </a:lnTo>
                <a:close/>
              </a:path>
              <a:path w="3576955" h="10273665">
                <a:moveTo>
                  <a:pt x="2147378" y="5937515"/>
                </a:moveTo>
                <a:lnTo>
                  <a:pt x="2126814" y="5928654"/>
                </a:lnTo>
                <a:lnTo>
                  <a:pt x="2135668" y="5908095"/>
                </a:lnTo>
                <a:lnTo>
                  <a:pt x="2156232" y="5916956"/>
                </a:lnTo>
                <a:lnTo>
                  <a:pt x="2147378" y="5937515"/>
                </a:lnTo>
                <a:close/>
              </a:path>
              <a:path w="3576955" h="10273665">
                <a:moveTo>
                  <a:pt x="1959708" y="5855787"/>
                </a:moveTo>
                <a:lnTo>
                  <a:pt x="1940606" y="5847555"/>
                </a:lnTo>
                <a:lnTo>
                  <a:pt x="1948831" y="5828471"/>
                </a:lnTo>
                <a:lnTo>
                  <a:pt x="1967927" y="5836697"/>
                </a:lnTo>
                <a:lnTo>
                  <a:pt x="1959708" y="5855787"/>
                </a:lnTo>
                <a:close/>
              </a:path>
              <a:path w="3576955" h="10273665">
                <a:moveTo>
                  <a:pt x="1771820" y="5773527"/>
                </a:moveTo>
                <a:lnTo>
                  <a:pt x="1754941" y="5766253"/>
                </a:lnTo>
                <a:lnTo>
                  <a:pt x="1762210" y="5749367"/>
                </a:lnTo>
                <a:lnTo>
                  <a:pt x="1779095" y="5756648"/>
                </a:lnTo>
                <a:lnTo>
                  <a:pt x="1771820" y="5773527"/>
                </a:lnTo>
                <a:close/>
              </a:path>
              <a:path w="3576955" h="10273665">
                <a:moveTo>
                  <a:pt x="1583732" y="5690753"/>
                </a:moveTo>
                <a:lnTo>
                  <a:pt x="1569784" y="5684742"/>
                </a:lnTo>
                <a:lnTo>
                  <a:pt x="1575790" y="5670788"/>
                </a:lnTo>
                <a:lnTo>
                  <a:pt x="1589738" y="5676799"/>
                </a:lnTo>
                <a:lnTo>
                  <a:pt x="1583732" y="5690753"/>
                </a:lnTo>
                <a:close/>
              </a:path>
              <a:path w="3576955" h="10273665">
                <a:moveTo>
                  <a:pt x="1396061" y="5609026"/>
                </a:moveTo>
                <a:lnTo>
                  <a:pt x="1383581" y="5603650"/>
                </a:lnTo>
                <a:lnTo>
                  <a:pt x="1388959" y="5591159"/>
                </a:lnTo>
                <a:lnTo>
                  <a:pt x="1401439" y="5596535"/>
                </a:lnTo>
                <a:lnTo>
                  <a:pt x="1396061" y="5609026"/>
                </a:lnTo>
                <a:close/>
              </a:path>
              <a:path w="3576955" h="10273665">
                <a:moveTo>
                  <a:pt x="1208384" y="5527303"/>
                </a:moveTo>
                <a:lnTo>
                  <a:pt x="1197368" y="5522556"/>
                </a:lnTo>
                <a:lnTo>
                  <a:pt x="1202116" y="5511539"/>
                </a:lnTo>
                <a:lnTo>
                  <a:pt x="1213132" y="5516287"/>
                </a:lnTo>
                <a:lnTo>
                  <a:pt x="1208384" y="5527303"/>
                </a:lnTo>
                <a:close/>
              </a:path>
              <a:path w="3576955" h="10273665">
                <a:moveTo>
                  <a:pt x="1020714" y="5445564"/>
                </a:moveTo>
                <a:lnTo>
                  <a:pt x="1011166" y="5441451"/>
                </a:lnTo>
                <a:lnTo>
                  <a:pt x="1015278" y="5431914"/>
                </a:lnTo>
                <a:lnTo>
                  <a:pt x="1024826" y="5436027"/>
                </a:lnTo>
                <a:lnTo>
                  <a:pt x="1020714" y="5445564"/>
                </a:lnTo>
                <a:close/>
              </a:path>
              <a:path w="3576955" h="10273665">
                <a:moveTo>
                  <a:pt x="832837" y="5363317"/>
                </a:moveTo>
                <a:lnTo>
                  <a:pt x="825495" y="5360154"/>
                </a:lnTo>
                <a:lnTo>
                  <a:pt x="828658" y="5352811"/>
                </a:lnTo>
                <a:lnTo>
                  <a:pt x="836000" y="5355974"/>
                </a:lnTo>
                <a:lnTo>
                  <a:pt x="832837" y="5363317"/>
                </a:lnTo>
                <a:close/>
              </a:path>
              <a:path w="3576955" h="10273665">
                <a:moveTo>
                  <a:pt x="645167" y="5281589"/>
                </a:moveTo>
                <a:lnTo>
                  <a:pt x="639287" y="5279055"/>
                </a:lnTo>
                <a:lnTo>
                  <a:pt x="641820" y="5273187"/>
                </a:lnTo>
                <a:lnTo>
                  <a:pt x="647695" y="5275715"/>
                </a:lnTo>
                <a:lnTo>
                  <a:pt x="645167" y="5281589"/>
                </a:lnTo>
                <a:close/>
              </a:path>
              <a:path w="3576955" h="10273665">
                <a:moveTo>
                  <a:pt x="457495" y="5199861"/>
                </a:moveTo>
                <a:lnTo>
                  <a:pt x="453080" y="5197955"/>
                </a:lnTo>
                <a:lnTo>
                  <a:pt x="454978" y="5193555"/>
                </a:lnTo>
                <a:lnTo>
                  <a:pt x="459389" y="5195455"/>
                </a:lnTo>
                <a:lnTo>
                  <a:pt x="457495" y="5199861"/>
                </a:lnTo>
                <a:close/>
              </a:path>
              <a:path w="3576955" h="10273665">
                <a:moveTo>
                  <a:pt x="270024" y="5118659"/>
                </a:moveTo>
                <a:lnTo>
                  <a:pt x="266351" y="5117074"/>
                </a:lnTo>
                <a:lnTo>
                  <a:pt x="267935" y="5113400"/>
                </a:lnTo>
                <a:lnTo>
                  <a:pt x="271609" y="5114985"/>
                </a:lnTo>
                <a:lnTo>
                  <a:pt x="270024" y="5118659"/>
                </a:lnTo>
                <a:close/>
              </a:path>
              <a:path w="3576955" h="10273665">
                <a:moveTo>
                  <a:pt x="82355" y="5036920"/>
                </a:moveTo>
                <a:lnTo>
                  <a:pt x="80154" y="5035976"/>
                </a:lnTo>
                <a:lnTo>
                  <a:pt x="81103" y="5033782"/>
                </a:lnTo>
                <a:lnTo>
                  <a:pt x="83303" y="5034725"/>
                </a:lnTo>
                <a:lnTo>
                  <a:pt x="82355" y="5036920"/>
                </a:lnTo>
                <a:close/>
              </a:path>
              <a:path w="3576955" h="10273665">
                <a:moveTo>
                  <a:pt x="3544267" y="6328665"/>
                </a:moveTo>
                <a:lnTo>
                  <a:pt x="3504613" y="6311574"/>
                </a:lnTo>
                <a:lnTo>
                  <a:pt x="3521698" y="6271924"/>
                </a:lnTo>
                <a:lnTo>
                  <a:pt x="3561354" y="6289004"/>
                </a:lnTo>
                <a:lnTo>
                  <a:pt x="3544267" y="6328665"/>
                </a:lnTo>
                <a:close/>
              </a:path>
              <a:path w="3576955" h="10273665">
                <a:moveTo>
                  <a:pt x="3356175" y="6245885"/>
                </a:moveTo>
                <a:lnTo>
                  <a:pt x="3319457" y="6230063"/>
                </a:lnTo>
                <a:lnTo>
                  <a:pt x="3335273" y="6193350"/>
                </a:lnTo>
                <a:lnTo>
                  <a:pt x="3371997" y="6209168"/>
                </a:lnTo>
                <a:lnTo>
                  <a:pt x="3356175" y="6245885"/>
                </a:lnTo>
                <a:close/>
              </a:path>
              <a:path w="3576955" h="10273665">
                <a:moveTo>
                  <a:pt x="3168088" y="6163101"/>
                </a:moveTo>
                <a:lnTo>
                  <a:pt x="3134307" y="6148549"/>
                </a:lnTo>
                <a:lnTo>
                  <a:pt x="3148858" y="6114767"/>
                </a:lnTo>
                <a:lnTo>
                  <a:pt x="3182633" y="6129324"/>
                </a:lnTo>
                <a:lnTo>
                  <a:pt x="3168088" y="6163101"/>
                </a:lnTo>
                <a:close/>
              </a:path>
              <a:path w="3576955" h="10273665">
                <a:moveTo>
                  <a:pt x="2980205" y="6080858"/>
                </a:moveTo>
                <a:lnTo>
                  <a:pt x="2948624" y="6067249"/>
                </a:lnTo>
                <a:lnTo>
                  <a:pt x="2962233" y="6035668"/>
                </a:lnTo>
                <a:lnTo>
                  <a:pt x="2993813" y="6049277"/>
                </a:lnTo>
                <a:lnTo>
                  <a:pt x="2980205" y="6080858"/>
                </a:lnTo>
                <a:close/>
              </a:path>
              <a:path w="3576955" h="10273665">
                <a:moveTo>
                  <a:pt x="2792118" y="5998073"/>
                </a:moveTo>
                <a:lnTo>
                  <a:pt x="2763480" y="5985730"/>
                </a:lnTo>
                <a:lnTo>
                  <a:pt x="2775818" y="5957097"/>
                </a:lnTo>
                <a:lnTo>
                  <a:pt x="2804457" y="5969429"/>
                </a:lnTo>
                <a:lnTo>
                  <a:pt x="2792118" y="5998073"/>
                </a:lnTo>
                <a:close/>
              </a:path>
              <a:path w="3576955" h="10273665">
                <a:moveTo>
                  <a:pt x="2604231" y="5915812"/>
                </a:moveTo>
                <a:lnTo>
                  <a:pt x="2577803" y="5904426"/>
                </a:lnTo>
                <a:lnTo>
                  <a:pt x="2589186" y="5877991"/>
                </a:lnTo>
                <a:lnTo>
                  <a:pt x="2615625" y="5889380"/>
                </a:lnTo>
                <a:lnTo>
                  <a:pt x="2604231" y="5915812"/>
                </a:lnTo>
                <a:close/>
              </a:path>
              <a:path w="3576955" h="10273665">
                <a:moveTo>
                  <a:pt x="2416353" y="5833566"/>
                </a:moveTo>
                <a:lnTo>
                  <a:pt x="2392120" y="5823127"/>
                </a:lnTo>
                <a:lnTo>
                  <a:pt x="2402559" y="5798894"/>
                </a:lnTo>
                <a:lnTo>
                  <a:pt x="2426792" y="5809333"/>
                </a:lnTo>
                <a:lnTo>
                  <a:pt x="2416353" y="5833566"/>
                </a:lnTo>
                <a:close/>
              </a:path>
              <a:path w="3576955" h="10273665">
                <a:moveTo>
                  <a:pt x="2228471" y="5751312"/>
                </a:moveTo>
                <a:lnTo>
                  <a:pt x="2206443" y="5741823"/>
                </a:lnTo>
                <a:lnTo>
                  <a:pt x="2215932" y="5719796"/>
                </a:lnTo>
                <a:lnTo>
                  <a:pt x="2237960" y="5729285"/>
                </a:lnTo>
                <a:lnTo>
                  <a:pt x="2228471" y="5751312"/>
                </a:lnTo>
                <a:close/>
              </a:path>
              <a:path w="3576955" h="10273665">
                <a:moveTo>
                  <a:pt x="2040588" y="5669059"/>
                </a:moveTo>
                <a:lnTo>
                  <a:pt x="2020761" y="5660512"/>
                </a:lnTo>
                <a:lnTo>
                  <a:pt x="2029301" y="5640690"/>
                </a:lnTo>
                <a:lnTo>
                  <a:pt x="2049128" y="5649236"/>
                </a:lnTo>
                <a:lnTo>
                  <a:pt x="2040588" y="5669059"/>
                </a:lnTo>
                <a:close/>
              </a:path>
              <a:path w="3576955" h="10273665">
                <a:moveTo>
                  <a:pt x="1852712" y="5586800"/>
                </a:moveTo>
                <a:lnTo>
                  <a:pt x="1835084" y="5579209"/>
                </a:lnTo>
                <a:lnTo>
                  <a:pt x="1842680" y="5561587"/>
                </a:lnTo>
                <a:lnTo>
                  <a:pt x="1860308" y="5569178"/>
                </a:lnTo>
                <a:lnTo>
                  <a:pt x="1852712" y="5586800"/>
                </a:lnTo>
                <a:close/>
              </a:path>
              <a:path w="3576955" h="10273665">
                <a:moveTo>
                  <a:pt x="1664624" y="5504026"/>
                </a:moveTo>
                <a:lnTo>
                  <a:pt x="1649939" y="5497700"/>
                </a:lnTo>
                <a:lnTo>
                  <a:pt x="1656265" y="5483015"/>
                </a:lnTo>
                <a:lnTo>
                  <a:pt x="1670950" y="5489341"/>
                </a:lnTo>
                <a:lnTo>
                  <a:pt x="1664624" y="5504026"/>
                </a:lnTo>
                <a:close/>
              </a:path>
              <a:path w="3576955" h="10273665">
                <a:moveTo>
                  <a:pt x="1476947" y="5422303"/>
                </a:moveTo>
                <a:lnTo>
                  <a:pt x="1463725" y="5416606"/>
                </a:lnTo>
                <a:lnTo>
                  <a:pt x="1469423" y="5403384"/>
                </a:lnTo>
                <a:lnTo>
                  <a:pt x="1482645" y="5409082"/>
                </a:lnTo>
                <a:lnTo>
                  <a:pt x="1476947" y="5422303"/>
                </a:lnTo>
                <a:close/>
              </a:path>
              <a:path w="3576955" h="10273665">
                <a:moveTo>
                  <a:pt x="1289277" y="5340563"/>
                </a:moveTo>
                <a:lnTo>
                  <a:pt x="1277524" y="5335501"/>
                </a:lnTo>
                <a:lnTo>
                  <a:pt x="1282580" y="5323752"/>
                </a:lnTo>
                <a:lnTo>
                  <a:pt x="1294339" y="5328821"/>
                </a:lnTo>
                <a:lnTo>
                  <a:pt x="1289277" y="5340563"/>
                </a:lnTo>
                <a:close/>
              </a:path>
              <a:path w="3576955" h="10273665">
                <a:moveTo>
                  <a:pt x="1101607" y="5258837"/>
                </a:moveTo>
                <a:lnTo>
                  <a:pt x="1091321" y="5254408"/>
                </a:lnTo>
                <a:lnTo>
                  <a:pt x="1095753" y="5244129"/>
                </a:lnTo>
                <a:lnTo>
                  <a:pt x="1106039" y="5248557"/>
                </a:lnTo>
                <a:lnTo>
                  <a:pt x="1101607" y="5258837"/>
                </a:lnTo>
                <a:close/>
              </a:path>
              <a:path w="3576955" h="10273665">
                <a:moveTo>
                  <a:pt x="913725" y="5176583"/>
                </a:moveTo>
                <a:lnTo>
                  <a:pt x="905645" y="5173105"/>
                </a:lnTo>
                <a:lnTo>
                  <a:pt x="909123" y="5165025"/>
                </a:lnTo>
                <a:lnTo>
                  <a:pt x="917203" y="5168503"/>
                </a:lnTo>
                <a:lnTo>
                  <a:pt x="913725" y="5176583"/>
                </a:lnTo>
                <a:close/>
              </a:path>
              <a:path w="3576955" h="10273665">
                <a:moveTo>
                  <a:pt x="726047" y="5094860"/>
                </a:moveTo>
                <a:lnTo>
                  <a:pt x="719437" y="5092005"/>
                </a:lnTo>
                <a:lnTo>
                  <a:pt x="722285" y="5085400"/>
                </a:lnTo>
                <a:lnTo>
                  <a:pt x="728897" y="5088243"/>
                </a:lnTo>
                <a:lnTo>
                  <a:pt x="726047" y="5094860"/>
                </a:lnTo>
                <a:close/>
              </a:path>
              <a:path w="3576955" h="10273665">
                <a:moveTo>
                  <a:pt x="538376" y="5013132"/>
                </a:moveTo>
                <a:lnTo>
                  <a:pt x="533234" y="5010912"/>
                </a:lnTo>
                <a:lnTo>
                  <a:pt x="535447" y="5005775"/>
                </a:lnTo>
                <a:lnTo>
                  <a:pt x="540589" y="5007995"/>
                </a:lnTo>
                <a:lnTo>
                  <a:pt x="538376" y="5013132"/>
                </a:lnTo>
                <a:close/>
              </a:path>
              <a:path w="3576955" h="10273665">
                <a:moveTo>
                  <a:pt x="350700" y="4931398"/>
                </a:moveTo>
                <a:lnTo>
                  <a:pt x="347032" y="4929820"/>
                </a:lnTo>
                <a:lnTo>
                  <a:pt x="348610" y="4926151"/>
                </a:lnTo>
                <a:lnTo>
                  <a:pt x="352279" y="4927729"/>
                </a:lnTo>
                <a:lnTo>
                  <a:pt x="350700" y="4931398"/>
                </a:lnTo>
                <a:close/>
              </a:path>
              <a:path w="3576955" h="10273665">
                <a:moveTo>
                  <a:pt x="163029" y="4849670"/>
                </a:moveTo>
                <a:lnTo>
                  <a:pt x="160829" y="4848727"/>
                </a:lnTo>
                <a:lnTo>
                  <a:pt x="161778" y="4846521"/>
                </a:lnTo>
                <a:lnTo>
                  <a:pt x="163979" y="4847465"/>
                </a:lnTo>
                <a:lnTo>
                  <a:pt x="163029" y="4849670"/>
                </a:lnTo>
                <a:close/>
              </a:path>
              <a:path w="3576955" h="10273665">
                <a:moveTo>
                  <a:pt x="3437272" y="6059677"/>
                </a:moveTo>
                <a:lnTo>
                  <a:pt x="3399087" y="6043221"/>
                </a:lnTo>
                <a:lnTo>
                  <a:pt x="3415531" y="6005044"/>
                </a:lnTo>
                <a:lnTo>
                  <a:pt x="3453723" y="6021496"/>
                </a:lnTo>
                <a:lnTo>
                  <a:pt x="3437272" y="6059677"/>
                </a:lnTo>
                <a:close/>
              </a:path>
              <a:path w="3576955" h="10273665">
                <a:moveTo>
                  <a:pt x="3249184" y="5976903"/>
                </a:moveTo>
                <a:lnTo>
                  <a:pt x="3213935" y="5961716"/>
                </a:lnTo>
                <a:lnTo>
                  <a:pt x="3229122" y="5926466"/>
                </a:lnTo>
                <a:lnTo>
                  <a:pt x="3264372" y="5941654"/>
                </a:lnTo>
                <a:lnTo>
                  <a:pt x="3249184" y="5976903"/>
                </a:lnTo>
                <a:close/>
              </a:path>
              <a:path w="3576955" h="10273665">
                <a:moveTo>
                  <a:pt x="3061086" y="5894117"/>
                </a:moveTo>
                <a:lnTo>
                  <a:pt x="3028779" y="5880195"/>
                </a:lnTo>
                <a:lnTo>
                  <a:pt x="3042695" y="5847893"/>
                </a:lnTo>
                <a:lnTo>
                  <a:pt x="3075008" y="5861810"/>
                </a:lnTo>
                <a:lnTo>
                  <a:pt x="3061086" y="5894117"/>
                </a:lnTo>
                <a:close/>
              </a:path>
              <a:path w="3576955" h="10273665">
                <a:moveTo>
                  <a:pt x="2873208" y="5811870"/>
                </a:moveTo>
                <a:lnTo>
                  <a:pt x="2843108" y="5798898"/>
                </a:lnTo>
                <a:lnTo>
                  <a:pt x="2856075" y="5768790"/>
                </a:lnTo>
                <a:lnTo>
                  <a:pt x="2886183" y="5781758"/>
                </a:lnTo>
                <a:lnTo>
                  <a:pt x="2873208" y="5811870"/>
                </a:lnTo>
                <a:close/>
              </a:path>
              <a:path w="3576955" h="10273665">
                <a:moveTo>
                  <a:pt x="2685122" y="5729086"/>
                </a:moveTo>
                <a:lnTo>
                  <a:pt x="2657946" y="5717381"/>
                </a:lnTo>
                <a:lnTo>
                  <a:pt x="2669655" y="5690212"/>
                </a:lnTo>
                <a:lnTo>
                  <a:pt x="2696825" y="5701921"/>
                </a:lnTo>
                <a:lnTo>
                  <a:pt x="2685122" y="5729086"/>
                </a:lnTo>
                <a:close/>
              </a:path>
              <a:path w="3576955" h="10273665">
                <a:moveTo>
                  <a:pt x="2497451" y="5647358"/>
                </a:moveTo>
                <a:lnTo>
                  <a:pt x="2471749" y="5636284"/>
                </a:lnTo>
                <a:lnTo>
                  <a:pt x="2482817" y="5610587"/>
                </a:lnTo>
                <a:lnTo>
                  <a:pt x="2508519" y="5621661"/>
                </a:lnTo>
                <a:lnTo>
                  <a:pt x="2497451" y="5647358"/>
                </a:lnTo>
                <a:close/>
              </a:path>
              <a:path w="3576955" h="10273665">
                <a:moveTo>
                  <a:pt x="2309363" y="5564584"/>
                </a:moveTo>
                <a:lnTo>
                  <a:pt x="2286593" y="5554773"/>
                </a:lnTo>
                <a:lnTo>
                  <a:pt x="2296398" y="5532008"/>
                </a:lnTo>
                <a:lnTo>
                  <a:pt x="2319167" y="5541819"/>
                </a:lnTo>
                <a:lnTo>
                  <a:pt x="2309363" y="5564584"/>
                </a:lnTo>
                <a:close/>
              </a:path>
              <a:path w="3576955" h="10273665">
                <a:moveTo>
                  <a:pt x="2121476" y="5482324"/>
                </a:moveTo>
                <a:lnTo>
                  <a:pt x="2100917" y="5473469"/>
                </a:lnTo>
                <a:lnTo>
                  <a:pt x="2109771" y="5452910"/>
                </a:lnTo>
                <a:lnTo>
                  <a:pt x="2130330" y="5461764"/>
                </a:lnTo>
                <a:lnTo>
                  <a:pt x="2121476" y="5482324"/>
                </a:lnTo>
                <a:close/>
              </a:path>
              <a:path w="3576955" h="10273665">
                <a:moveTo>
                  <a:pt x="1933593" y="5400070"/>
                </a:moveTo>
                <a:lnTo>
                  <a:pt x="1915234" y="5392159"/>
                </a:lnTo>
                <a:lnTo>
                  <a:pt x="1923138" y="5373804"/>
                </a:lnTo>
                <a:lnTo>
                  <a:pt x="1941497" y="5381716"/>
                </a:lnTo>
                <a:lnTo>
                  <a:pt x="1933593" y="5400070"/>
                </a:lnTo>
                <a:close/>
              </a:path>
              <a:path w="3576955" h="10273665">
                <a:moveTo>
                  <a:pt x="1745715" y="5317823"/>
                </a:moveTo>
                <a:lnTo>
                  <a:pt x="1729558" y="5310855"/>
                </a:lnTo>
                <a:lnTo>
                  <a:pt x="1736512" y="5294707"/>
                </a:lnTo>
                <a:lnTo>
                  <a:pt x="1752677" y="5301670"/>
                </a:lnTo>
                <a:lnTo>
                  <a:pt x="1745715" y="5317823"/>
                </a:lnTo>
                <a:close/>
              </a:path>
              <a:path w="3576955" h="10273665">
                <a:moveTo>
                  <a:pt x="1557623" y="5235043"/>
                </a:moveTo>
                <a:lnTo>
                  <a:pt x="1544401" y="5229345"/>
                </a:lnTo>
                <a:lnTo>
                  <a:pt x="1550099" y="5216123"/>
                </a:lnTo>
                <a:lnTo>
                  <a:pt x="1563321" y="5221821"/>
                </a:lnTo>
                <a:lnTo>
                  <a:pt x="1557623" y="5235043"/>
                </a:lnTo>
                <a:close/>
              </a:path>
              <a:path w="3576955" h="10273665">
                <a:moveTo>
                  <a:pt x="1369952" y="5153315"/>
                </a:moveTo>
                <a:lnTo>
                  <a:pt x="1358199" y="5148252"/>
                </a:lnTo>
                <a:lnTo>
                  <a:pt x="1363261" y="5136498"/>
                </a:lnTo>
                <a:lnTo>
                  <a:pt x="1375015" y="5141561"/>
                </a:lnTo>
                <a:lnTo>
                  <a:pt x="1369952" y="5153315"/>
                </a:lnTo>
                <a:close/>
              </a:path>
              <a:path w="3576955" h="10273665">
                <a:moveTo>
                  <a:pt x="1182281" y="5071587"/>
                </a:moveTo>
                <a:lnTo>
                  <a:pt x="1172002" y="5067155"/>
                </a:lnTo>
                <a:lnTo>
                  <a:pt x="1176429" y="5056881"/>
                </a:lnTo>
                <a:lnTo>
                  <a:pt x="1186714" y="5061309"/>
                </a:lnTo>
                <a:lnTo>
                  <a:pt x="1182281" y="5071587"/>
                </a:lnTo>
                <a:close/>
              </a:path>
              <a:path w="3576955" h="10273665">
                <a:moveTo>
                  <a:pt x="994605" y="4989854"/>
                </a:moveTo>
                <a:lnTo>
                  <a:pt x="985794" y="4986056"/>
                </a:lnTo>
                <a:lnTo>
                  <a:pt x="989586" y="4977250"/>
                </a:lnTo>
                <a:lnTo>
                  <a:pt x="998403" y="4981043"/>
                </a:lnTo>
                <a:lnTo>
                  <a:pt x="994605" y="4989854"/>
                </a:lnTo>
                <a:close/>
              </a:path>
              <a:path w="3576955" h="10273665">
                <a:moveTo>
                  <a:pt x="806934" y="4908126"/>
                </a:moveTo>
                <a:lnTo>
                  <a:pt x="799592" y="4904963"/>
                </a:lnTo>
                <a:lnTo>
                  <a:pt x="802755" y="4897620"/>
                </a:lnTo>
                <a:lnTo>
                  <a:pt x="810097" y="4900783"/>
                </a:lnTo>
                <a:lnTo>
                  <a:pt x="806934" y="4908126"/>
                </a:lnTo>
                <a:close/>
              </a:path>
              <a:path w="3576955" h="10273665">
                <a:moveTo>
                  <a:pt x="619263" y="4826398"/>
                </a:moveTo>
                <a:lnTo>
                  <a:pt x="613389" y="4823870"/>
                </a:lnTo>
                <a:lnTo>
                  <a:pt x="615917" y="4817995"/>
                </a:lnTo>
                <a:lnTo>
                  <a:pt x="621791" y="4820524"/>
                </a:lnTo>
                <a:lnTo>
                  <a:pt x="619263" y="4826398"/>
                </a:lnTo>
                <a:close/>
              </a:path>
              <a:path w="3576955" h="10273665">
                <a:moveTo>
                  <a:pt x="431586" y="4744675"/>
                </a:moveTo>
                <a:lnTo>
                  <a:pt x="427186" y="4742777"/>
                </a:lnTo>
                <a:lnTo>
                  <a:pt x="429086" y="4738366"/>
                </a:lnTo>
                <a:lnTo>
                  <a:pt x="433492" y="4740259"/>
                </a:lnTo>
                <a:lnTo>
                  <a:pt x="431586" y="4744675"/>
                </a:lnTo>
                <a:close/>
              </a:path>
              <a:path w="3576955" h="10273665">
                <a:moveTo>
                  <a:pt x="243921" y="4662943"/>
                </a:moveTo>
                <a:lnTo>
                  <a:pt x="240985" y="4661673"/>
                </a:lnTo>
                <a:lnTo>
                  <a:pt x="242242" y="4658746"/>
                </a:lnTo>
                <a:lnTo>
                  <a:pt x="245185" y="4660011"/>
                </a:lnTo>
                <a:lnTo>
                  <a:pt x="243921" y="4662943"/>
                </a:lnTo>
                <a:close/>
              </a:path>
              <a:path w="3576955" h="10273665">
                <a:moveTo>
                  <a:pt x="56250" y="4581215"/>
                </a:moveTo>
                <a:lnTo>
                  <a:pt x="54782" y="4580580"/>
                </a:lnTo>
                <a:lnTo>
                  <a:pt x="55410" y="4579116"/>
                </a:lnTo>
                <a:lnTo>
                  <a:pt x="56878" y="4579751"/>
                </a:lnTo>
                <a:lnTo>
                  <a:pt x="56250" y="4581215"/>
                </a:lnTo>
                <a:close/>
              </a:path>
              <a:path w="3576955" h="10273665">
                <a:moveTo>
                  <a:pt x="3518366" y="5873473"/>
                </a:moveTo>
                <a:lnTo>
                  <a:pt x="3478708" y="5856394"/>
                </a:lnTo>
                <a:lnTo>
                  <a:pt x="3495796" y="5816733"/>
                </a:lnTo>
                <a:lnTo>
                  <a:pt x="3535450" y="5833825"/>
                </a:lnTo>
                <a:lnTo>
                  <a:pt x="3518366" y="5873473"/>
                </a:lnTo>
                <a:close/>
              </a:path>
              <a:path w="3576955" h="10273665">
                <a:moveTo>
                  <a:pt x="3330277" y="5790689"/>
                </a:moveTo>
                <a:lnTo>
                  <a:pt x="3293564" y="5774874"/>
                </a:lnTo>
                <a:lnTo>
                  <a:pt x="3309380" y="5738161"/>
                </a:lnTo>
                <a:lnTo>
                  <a:pt x="3346093" y="5753976"/>
                </a:lnTo>
                <a:lnTo>
                  <a:pt x="3330277" y="5790689"/>
                </a:lnTo>
                <a:close/>
              </a:path>
              <a:path w="3576955" h="10273665">
                <a:moveTo>
                  <a:pt x="3141978" y="5707390"/>
                </a:moveTo>
                <a:lnTo>
                  <a:pt x="3108933" y="5693153"/>
                </a:lnTo>
                <a:lnTo>
                  <a:pt x="3123171" y="5660108"/>
                </a:lnTo>
                <a:lnTo>
                  <a:pt x="3156215" y="5674345"/>
                </a:lnTo>
                <a:lnTo>
                  <a:pt x="3141978" y="5707390"/>
                </a:lnTo>
                <a:close/>
              </a:path>
              <a:path w="3576955" h="10273665">
                <a:moveTo>
                  <a:pt x="2954091" y="5625130"/>
                </a:moveTo>
                <a:lnTo>
                  <a:pt x="2923257" y="5611849"/>
                </a:lnTo>
                <a:lnTo>
                  <a:pt x="2936544" y="5581010"/>
                </a:lnTo>
                <a:lnTo>
                  <a:pt x="2967378" y="5594291"/>
                </a:lnTo>
                <a:lnTo>
                  <a:pt x="2954091" y="5625130"/>
                </a:lnTo>
                <a:close/>
              </a:path>
              <a:path w="3576955" h="10273665">
                <a:moveTo>
                  <a:pt x="2766213" y="5542883"/>
                </a:moveTo>
                <a:lnTo>
                  <a:pt x="2737574" y="5530550"/>
                </a:lnTo>
                <a:lnTo>
                  <a:pt x="2749913" y="5501906"/>
                </a:lnTo>
                <a:lnTo>
                  <a:pt x="2778551" y="5514250"/>
                </a:lnTo>
                <a:lnTo>
                  <a:pt x="2766213" y="5542883"/>
                </a:lnTo>
                <a:close/>
              </a:path>
              <a:path w="3576955" h="10273665">
                <a:moveTo>
                  <a:pt x="2578330" y="5460629"/>
                </a:moveTo>
                <a:lnTo>
                  <a:pt x="2551892" y="5449240"/>
                </a:lnTo>
                <a:lnTo>
                  <a:pt x="2563286" y="5422808"/>
                </a:lnTo>
                <a:lnTo>
                  <a:pt x="2589718" y="5434202"/>
                </a:lnTo>
                <a:lnTo>
                  <a:pt x="2578330" y="5460629"/>
                </a:lnTo>
                <a:close/>
              </a:path>
              <a:path w="3576955" h="10273665">
                <a:moveTo>
                  <a:pt x="2390238" y="5377849"/>
                </a:moveTo>
                <a:lnTo>
                  <a:pt x="2366742" y="5367724"/>
                </a:lnTo>
                <a:lnTo>
                  <a:pt x="2376866" y="5344228"/>
                </a:lnTo>
                <a:lnTo>
                  <a:pt x="2400362" y="5354353"/>
                </a:lnTo>
                <a:lnTo>
                  <a:pt x="2390238" y="5377849"/>
                </a:lnTo>
                <a:close/>
              </a:path>
              <a:path w="3576955" h="10273665">
                <a:moveTo>
                  <a:pt x="2202360" y="5295602"/>
                </a:moveTo>
                <a:lnTo>
                  <a:pt x="2181070" y="5286427"/>
                </a:lnTo>
                <a:lnTo>
                  <a:pt x="2190240" y="5265131"/>
                </a:lnTo>
                <a:lnTo>
                  <a:pt x="2211541" y="5274307"/>
                </a:lnTo>
                <a:lnTo>
                  <a:pt x="2202360" y="5295602"/>
                </a:lnTo>
                <a:close/>
              </a:path>
              <a:path w="3576955" h="10273665">
                <a:moveTo>
                  <a:pt x="2014480" y="5213347"/>
                </a:moveTo>
                <a:lnTo>
                  <a:pt x="1995388" y="5205117"/>
                </a:lnTo>
                <a:lnTo>
                  <a:pt x="2003613" y="5186032"/>
                </a:lnTo>
                <a:lnTo>
                  <a:pt x="2022705" y="5194252"/>
                </a:lnTo>
                <a:lnTo>
                  <a:pt x="2014480" y="5213347"/>
                </a:lnTo>
                <a:close/>
              </a:path>
              <a:path w="3576955" h="10273665">
                <a:moveTo>
                  <a:pt x="1826591" y="5131088"/>
                </a:moveTo>
                <a:lnTo>
                  <a:pt x="1809711" y="5123814"/>
                </a:lnTo>
                <a:lnTo>
                  <a:pt x="1816987" y="5106923"/>
                </a:lnTo>
                <a:lnTo>
                  <a:pt x="1833867" y="5114197"/>
                </a:lnTo>
                <a:lnTo>
                  <a:pt x="1826591" y="5131088"/>
                </a:lnTo>
                <a:close/>
              </a:path>
              <a:path w="3576955" h="10273665">
                <a:moveTo>
                  <a:pt x="1638502" y="5048314"/>
                </a:moveTo>
                <a:lnTo>
                  <a:pt x="1624554" y="5042303"/>
                </a:lnTo>
                <a:lnTo>
                  <a:pt x="1630561" y="5028348"/>
                </a:lnTo>
                <a:lnTo>
                  <a:pt x="1644520" y="5034361"/>
                </a:lnTo>
                <a:lnTo>
                  <a:pt x="1638502" y="5048314"/>
                </a:lnTo>
                <a:close/>
              </a:path>
              <a:path w="3576955" h="10273665">
                <a:moveTo>
                  <a:pt x="1450838" y="4966582"/>
                </a:moveTo>
                <a:lnTo>
                  <a:pt x="1438353" y="4961199"/>
                </a:lnTo>
                <a:lnTo>
                  <a:pt x="1443730" y="4948719"/>
                </a:lnTo>
                <a:lnTo>
                  <a:pt x="1456214" y="4954103"/>
                </a:lnTo>
                <a:lnTo>
                  <a:pt x="1450838" y="4966582"/>
                </a:lnTo>
                <a:close/>
              </a:path>
              <a:path w="3576955" h="10273665">
                <a:moveTo>
                  <a:pt x="1263162" y="4884848"/>
                </a:moveTo>
                <a:lnTo>
                  <a:pt x="1252151" y="4880106"/>
                </a:lnTo>
                <a:lnTo>
                  <a:pt x="1256892" y="4869095"/>
                </a:lnTo>
                <a:lnTo>
                  <a:pt x="1267903" y="4873836"/>
                </a:lnTo>
                <a:lnTo>
                  <a:pt x="1263162" y="4884848"/>
                </a:lnTo>
                <a:close/>
              </a:path>
              <a:path w="3576955" h="10273665">
                <a:moveTo>
                  <a:pt x="1075485" y="4803125"/>
                </a:moveTo>
                <a:lnTo>
                  <a:pt x="1065948" y="4799013"/>
                </a:lnTo>
                <a:lnTo>
                  <a:pt x="1070061" y="4789465"/>
                </a:lnTo>
                <a:lnTo>
                  <a:pt x="1079598" y="4793577"/>
                </a:lnTo>
                <a:lnTo>
                  <a:pt x="1075485" y="4803125"/>
                </a:lnTo>
                <a:close/>
              </a:path>
              <a:path w="3576955" h="10273665">
                <a:moveTo>
                  <a:pt x="887614" y="4720873"/>
                </a:moveTo>
                <a:lnTo>
                  <a:pt x="880271" y="4717710"/>
                </a:lnTo>
                <a:lnTo>
                  <a:pt x="883434" y="4710367"/>
                </a:lnTo>
                <a:lnTo>
                  <a:pt x="890777" y="4713530"/>
                </a:lnTo>
                <a:lnTo>
                  <a:pt x="887614" y="4720873"/>
                </a:lnTo>
                <a:close/>
              </a:path>
              <a:path w="3576955" h="10273665">
                <a:moveTo>
                  <a:pt x="699943" y="4639145"/>
                </a:moveTo>
                <a:lnTo>
                  <a:pt x="694063" y="4636610"/>
                </a:lnTo>
                <a:lnTo>
                  <a:pt x="696592" y="4630736"/>
                </a:lnTo>
                <a:lnTo>
                  <a:pt x="702471" y="4633270"/>
                </a:lnTo>
                <a:lnTo>
                  <a:pt x="699943" y="4639145"/>
                </a:lnTo>
                <a:close/>
              </a:path>
              <a:path w="3576955" h="10273665">
                <a:moveTo>
                  <a:pt x="512265" y="4557422"/>
                </a:moveTo>
                <a:lnTo>
                  <a:pt x="507861" y="4555517"/>
                </a:lnTo>
                <a:lnTo>
                  <a:pt x="509759" y="4551117"/>
                </a:lnTo>
                <a:lnTo>
                  <a:pt x="514165" y="4553011"/>
                </a:lnTo>
                <a:lnTo>
                  <a:pt x="512265" y="4557422"/>
                </a:lnTo>
                <a:close/>
              </a:path>
              <a:path w="3576955" h="10273665">
                <a:moveTo>
                  <a:pt x="324595" y="4475694"/>
                </a:moveTo>
                <a:lnTo>
                  <a:pt x="321658" y="4474425"/>
                </a:lnTo>
                <a:lnTo>
                  <a:pt x="322916" y="4471486"/>
                </a:lnTo>
                <a:lnTo>
                  <a:pt x="325859" y="4472751"/>
                </a:lnTo>
                <a:lnTo>
                  <a:pt x="324595" y="4475694"/>
                </a:lnTo>
                <a:close/>
              </a:path>
              <a:path w="3576955" h="10273665">
                <a:moveTo>
                  <a:pt x="137130" y="4394486"/>
                </a:moveTo>
                <a:lnTo>
                  <a:pt x="134924" y="4393537"/>
                </a:lnTo>
                <a:lnTo>
                  <a:pt x="135874" y="4391331"/>
                </a:lnTo>
                <a:lnTo>
                  <a:pt x="138080" y="4392281"/>
                </a:lnTo>
                <a:lnTo>
                  <a:pt x="137130" y="4394486"/>
                </a:lnTo>
                <a:close/>
              </a:path>
              <a:path w="3576955" h="10273665">
                <a:moveTo>
                  <a:pt x="3576505" y="5676954"/>
                </a:moveTo>
                <a:lnTo>
                  <a:pt x="3558856" y="5669349"/>
                </a:lnTo>
                <a:lnTo>
                  <a:pt x="3576263" y="5628957"/>
                </a:lnTo>
                <a:lnTo>
                  <a:pt x="3576505" y="5629062"/>
                </a:lnTo>
                <a:lnTo>
                  <a:pt x="3576505" y="5676954"/>
                </a:lnTo>
                <a:close/>
              </a:path>
              <a:path w="3576955" h="10273665">
                <a:moveTo>
                  <a:pt x="3411156" y="5603964"/>
                </a:moveTo>
                <a:lnTo>
                  <a:pt x="3373706" y="5587834"/>
                </a:lnTo>
                <a:lnTo>
                  <a:pt x="3389841" y="5550390"/>
                </a:lnTo>
                <a:lnTo>
                  <a:pt x="3427291" y="5566520"/>
                </a:lnTo>
                <a:lnTo>
                  <a:pt x="3411156" y="5603964"/>
                </a:lnTo>
                <a:close/>
              </a:path>
              <a:path w="3576955" h="10273665">
                <a:moveTo>
                  <a:pt x="3223068" y="5521190"/>
                </a:moveTo>
                <a:lnTo>
                  <a:pt x="3188561" y="5506324"/>
                </a:lnTo>
                <a:lnTo>
                  <a:pt x="3203428" y="5471805"/>
                </a:lnTo>
                <a:lnTo>
                  <a:pt x="3237940" y="5486678"/>
                </a:lnTo>
                <a:lnTo>
                  <a:pt x="3223068" y="5521190"/>
                </a:lnTo>
                <a:close/>
              </a:path>
              <a:path w="3576955" h="10273665">
                <a:moveTo>
                  <a:pt x="3034975" y="5438410"/>
                </a:moveTo>
                <a:lnTo>
                  <a:pt x="3003399" y="5424807"/>
                </a:lnTo>
                <a:lnTo>
                  <a:pt x="3017001" y="5393231"/>
                </a:lnTo>
                <a:lnTo>
                  <a:pt x="3048582" y="5406840"/>
                </a:lnTo>
                <a:lnTo>
                  <a:pt x="3034975" y="5438410"/>
                </a:lnTo>
                <a:close/>
              </a:path>
              <a:path w="3576955" h="10273665">
                <a:moveTo>
                  <a:pt x="2847092" y="5356156"/>
                </a:moveTo>
                <a:lnTo>
                  <a:pt x="2817722" y="5343503"/>
                </a:lnTo>
                <a:lnTo>
                  <a:pt x="2830376" y="5314122"/>
                </a:lnTo>
                <a:lnTo>
                  <a:pt x="2859751" y="5326781"/>
                </a:lnTo>
                <a:lnTo>
                  <a:pt x="2847092" y="5356156"/>
                </a:lnTo>
                <a:close/>
              </a:path>
              <a:path w="3576955" h="10273665">
                <a:moveTo>
                  <a:pt x="2659215" y="5273909"/>
                </a:moveTo>
                <a:lnTo>
                  <a:pt x="2632046" y="5262200"/>
                </a:lnTo>
                <a:lnTo>
                  <a:pt x="2643750" y="5235024"/>
                </a:lnTo>
                <a:lnTo>
                  <a:pt x="2670919" y="5246733"/>
                </a:lnTo>
                <a:lnTo>
                  <a:pt x="2659215" y="5273909"/>
                </a:lnTo>
                <a:close/>
              </a:path>
              <a:path w="3576955" h="10273665">
                <a:moveTo>
                  <a:pt x="2471328" y="5191649"/>
                </a:moveTo>
                <a:lnTo>
                  <a:pt x="2446363" y="5180890"/>
                </a:lnTo>
                <a:lnTo>
                  <a:pt x="2457122" y="5155926"/>
                </a:lnTo>
                <a:lnTo>
                  <a:pt x="2482087" y="5166685"/>
                </a:lnTo>
                <a:lnTo>
                  <a:pt x="2471328" y="5191649"/>
                </a:lnTo>
                <a:close/>
              </a:path>
              <a:path w="3576955" h="10273665">
                <a:moveTo>
                  <a:pt x="2283241" y="5108874"/>
                </a:moveTo>
                <a:lnTo>
                  <a:pt x="2261212" y="5099386"/>
                </a:lnTo>
                <a:lnTo>
                  <a:pt x="2270703" y="5077347"/>
                </a:lnTo>
                <a:lnTo>
                  <a:pt x="2292736" y="5086843"/>
                </a:lnTo>
                <a:lnTo>
                  <a:pt x="2283241" y="5108874"/>
                </a:lnTo>
                <a:close/>
              </a:path>
              <a:path w="3576955" h="10273665">
                <a:moveTo>
                  <a:pt x="2095369" y="5026623"/>
                </a:moveTo>
                <a:lnTo>
                  <a:pt x="2075535" y="5018082"/>
                </a:lnTo>
                <a:lnTo>
                  <a:pt x="2084076" y="4998248"/>
                </a:lnTo>
                <a:lnTo>
                  <a:pt x="2103910" y="5006789"/>
                </a:lnTo>
                <a:lnTo>
                  <a:pt x="2095369" y="5026623"/>
                </a:lnTo>
                <a:close/>
              </a:path>
              <a:path w="3576955" h="10273665">
                <a:moveTo>
                  <a:pt x="1907482" y="4944363"/>
                </a:moveTo>
                <a:lnTo>
                  <a:pt x="1889854" y="4936772"/>
                </a:lnTo>
                <a:lnTo>
                  <a:pt x="1897450" y="4919150"/>
                </a:lnTo>
                <a:lnTo>
                  <a:pt x="1915078" y="4926741"/>
                </a:lnTo>
                <a:lnTo>
                  <a:pt x="1907482" y="4944363"/>
                </a:lnTo>
                <a:close/>
              </a:path>
              <a:path w="3576955" h="10273665">
                <a:moveTo>
                  <a:pt x="1719395" y="4861578"/>
                </a:moveTo>
                <a:lnTo>
                  <a:pt x="1704710" y="4855252"/>
                </a:lnTo>
                <a:lnTo>
                  <a:pt x="1711036" y="4840567"/>
                </a:lnTo>
                <a:lnTo>
                  <a:pt x="1725721" y="4846893"/>
                </a:lnTo>
                <a:lnTo>
                  <a:pt x="1719395" y="4861578"/>
                </a:lnTo>
                <a:close/>
              </a:path>
              <a:path w="3576955" h="10273665">
                <a:moveTo>
                  <a:pt x="1531718" y="4779855"/>
                </a:moveTo>
                <a:lnTo>
                  <a:pt x="1518501" y="4774164"/>
                </a:lnTo>
                <a:lnTo>
                  <a:pt x="1524192" y="4760947"/>
                </a:lnTo>
                <a:lnTo>
                  <a:pt x="1537414" y="4766645"/>
                </a:lnTo>
                <a:lnTo>
                  <a:pt x="1531718" y="4779855"/>
                </a:lnTo>
                <a:close/>
              </a:path>
              <a:path w="3576955" h="10273665">
                <a:moveTo>
                  <a:pt x="1344047" y="4698127"/>
                </a:moveTo>
                <a:lnTo>
                  <a:pt x="1332304" y="4693066"/>
                </a:lnTo>
                <a:lnTo>
                  <a:pt x="1337361" y="4681317"/>
                </a:lnTo>
                <a:lnTo>
                  <a:pt x="1349108" y="4686385"/>
                </a:lnTo>
                <a:lnTo>
                  <a:pt x="1344047" y="4698127"/>
                </a:lnTo>
                <a:close/>
              </a:path>
              <a:path w="3576955" h="10273665">
                <a:moveTo>
                  <a:pt x="1156376" y="4616400"/>
                </a:moveTo>
                <a:lnTo>
                  <a:pt x="1146090" y="4611972"/>
                </a:lnTo>
                <a:lnTo>
                  <a:pt x="1150523" y="4601693"/>
                </a:lnTo>
                <a:lnTo>
                  <a:pt x="1160809" y="4606121"/>
                </a:lnTo>
                <a:lnTo>
                  <a:pt x="1156376" y="4616400"/>
                </a:lnTo>
                <a:close/>
              </a:path>
              <a:path w="3576955" h="10273665">
                <a:moveTo>
                  <a:pt x="968494" y="4534146"/>
                </a:moveTo>
                <a:lnTo>
                  <a:pt x="960414" y="4530668"/>
                </a:lnTo>
                <a:lnTo>
                  <a:pt x="963892" y="4522588"/>
                </a:lnTo>
                <a:lnTo>
                  <a:pt x="971972" y="4526066"/>
                </a:lnTo>
                <a:lnTo>
                  <a:pt x="968494" y="4534146"/>
                </a:lnTo>
                <a:close/>
              </a:path>
              <a:path w="3576955" h="10273665">
                <a:moveTo>
                  <a:pt x="780823" y="4452418"/>
                </a:moveTo>
                <a:lnTo>
                  <a:pt x="774217" y="4449570"/>
                </a:lnTo>
                <a:lnTo>
                  <a:pt x="777065" y="4442965"/>
                </a:lnTo>
                <a:lnTo>
                  <a:pt x="783666" y="4445807"/>
                </a:lnTo>
                <a:lnTo>
                  <a:pt x="780823" y="4452418"/>
                </a:lnTo>
                <a:close/>
              </a:path>
              <a:path w="3576955" h="10273665">
                <a:moveTo>
                  <a:pt x="593145" y="4370695"/>
                </a:moveTo>
                <a:lnTo>
                  <a:pt x="588008" y="4368482"/>
                </a:lnTo>
                <a:lnTo>
                  <a:pt x="590223" y="4363334"/>
                </a:lnTo>
                <a:lnTo>
                  <a:pt x="595360" y="4365547"/>
                </a:lnTo>
                <a:lnTo>
                  <a:pt x="593145" y="4370695"/>
                </a:lnTo>
                <a:close/>
              </a:path>
              <a:path w="3576955" h="10273665">
                <a:moveTo>
                  <a:pt x="405476" y="4288956"/>
                </a:moveTo>
                <a:lnTo>
                  <a:pt x="401807" y="4287378"/>
                </a:lnTo>
                <a:lnTo>
                  <a:pt x="403386" y="4283709"/>
                </a:lnTo>
                <a:lnTo>
                  <a:pt x="407054" y="4285287"/>
                </a:lnTo>
                <a:lnTo>
                  <a:pt x="405476" y="4288956"/>
                </a:lnTo>
                <a:close/>
              </a:path>
              <a:path w="3576955" h="10273665">
                <a:moveTo>
                  <a:pt x="217810" y="4207235"/>
                </a:moveTo>
                <a:lnTo>
                  <a:pt x="215604" y="4206285"/>
                </a:lnTo>
                <a:lnTo>
                  <a:pt x="216547" y="4204085"/>
                </a:lnTo>
                <a:lnTo>
                  <a:pt x="218753" y="4205034"/>
                </a:lnTo>
                <a:lnTo>
                  <a:pt x="217810" y="4207235"/>
                </a:lnTo>
                <a:close/>
              </a:path>
              <a:path w="3576955" h="10273665">
                <a:moveTo>
                  <a:pt x="3492259" y="5417773"/>
                </a:moveTo>
                <a:lnTo>
                  <a:pt x="3453335" y="5401001"/>
                </a:lnTo>
                <a:lnTo>
                  <a:pt x="3470101" y="5362082"/>
                </a:lnTo>
                <a:lnTo>
                  <a:pt x="3509024" y="5378854"/>
                </a:lnTo>
                <a:lnTo>
                  <a:pt x="3492259" y="5417773"/>
                </a:lnTo>
                <a:close/>
              </a:path>
              <a:path w="3576955" h="10273665">
                <a:moveTo>
                  <a:pt x="3304161" y="5334986"/>
                </a:moveTo>
                <a:lnTo>
                  <a:pt x="3268181" y="5319480"/>
                </a:lnTo>
                <a:lnTo>
                  <a:pt x="3283681" y="5283504"/>
                </a:lnTo>
                <a:lnTo>
                  <a:pt x="3319663" y="5299000"/>
                </a:lnTo>
                <a:lnTo>
                  <a:pt x="3304161" y="5334986"/>
                </a:lnTo>
                <a:close/>
              </a:path>
              <a:path w="3576955" h="10273665">
                <a:moveTo>
                  <a:pt x="3115868" y="5251682"/>
                </a:moveTo>
                <a:lnTo>
                  <a:pt x="3083561" y="5237760"/>
                </a:lnTo>
                <a:lnTo>
                  <a:pt x="3097478" y="5205447"/>
                </a:lnTo>
                <a:lnTo>
                  <a:pt x="3129790" y="5219375"/>
                </a:lnTo>
                <a:lnTo>
                  <a:pt x="3115868" y="5251682"/>
                </a:lnTo>
                <a:close/>
              </a:path>
              <a:path w="3576955" h="10273665">
                <a:moveTo>
                  <a:pt x="2927985" y="5169428"/>
                </a:moveTo>
                <a:lnTo>
                  <a:pt x="2897884" y="5156456"/>
                </a:lnTo>
                <a:lnTo>
                  <a:pt x="2910851" y="5126349"/>
                </a:lnTo>
                <a:lnTo>
                  <a:pt x="2940953" y="5139321"/>
                </a:lnTo>
                <a:lnTo>
                  <a:pt x="2927985" y="5169428"/>
                </a:lnTo>
                <a:close/>
              </a:path>
              <a:path w="3576955" h="10273665">
                <a:moveTo>
                  <a:pt x="2740108" y="5087181"/>
                </a:moveTo>
                <a:lnTo>
                  <a:pt x="2712201" y="5075157"/>
                </a:lnTo>
                <a:lnTo>
                  <a:pt x="2724225" y="5047250"/>
                </a:lnTo>
                <a:lnTo>
                  <a:pt x="2752132" y="5059274"/>
                </a:lnTo>
                <a:lnTo>
                  <a:pt x="2740108" y="5087181"/>
                </a:lnTo>
                <a:close/>
              </a:path>
              <a:path w="3576955" h="10273665">
                <a:moveTo>
                  <a:pt x="2552221" y="5004921"/>
                </a:moveTo>
                <a:lnTo>
                  <a:pt x="2526519" y="4993847"/>
                </a:lnTo>
                <a:lnTo>
                  <a:pt x="2537593" y="4968145"/>
                </a:lnTo>
                <a:lnTo>
                  <a:pt x="2563295" y="4979219"/>
                </a:lnTo>
                <a:lnTo>
                  <a:pt x="2552221" y="5004921"/>
                </a:lnTo>
                <a:close/>
              </a:path>
              <a:path w="3576955" h="10273665">
                <a:moveTo>
                  <a:pt x="2364134" y="4922136"/>
                </a:moveTo>
                <a:lnTo>
                  <a:pt x="2341369" y="4912332"/>
                </a:lnTo>
                <a:lnTo>
                  <a:pt x="2351173" y="4889567"/>
                </a:lnTo>
                <a:lnTo>
                  <a:pt x="2373943" y="4899378"/>
                </a:lnTo>
                <a:lnTo>
                  <a:pt x="2364134" y="4922136"/>
                </a:lnTo>
                <a:close/>
              </a:path>
              <a:path w="3576955" h="10273665">
                <a:moveTo>
                  <a:pt x="2176250" y="4839894"/>
                </a:moveTo>
                <a:lnTo>
                  <a:pt x="2155691" y="4831040"/>
                </a:lnTo>
                <a:lnTo>
                  <a:pt x="2164552" y="4810476"/>
                </a:lnTo>
                <a:lnTo>
                  <a:pt x="2185111" y="4819330"/>
                </a:lnTo>
                <a:lnTo>
                  <a:pt x="2176250" y="4839894"/>
                </a:lnTo>
                <a:close/>
              </a:path>
              <a:path w="3576955" h="10273665">
                <a:moveTo>
                  <a:pt x="1988368" y="4757640"/>
                </a:moveTo>
                <a:lnTo>
                  <a:pt x="1970008" y="4749729"/>
                </a:lnTo>
                <a:lnTo>
                  <a:pt x="1977919" y="4731370"/>
                </a:lnTo>
                <a:lnTo>
                  <a:pt x="1996279" y="4739281"/>
                </a:lnTo>
                <a:lnTo>
                  <a:pt x="1988368" y="4757640"/>
                </a:lnTo>
                <a:close/>
              </a:path>
              <a:path w="3576955" h="10273665">
                <a:moveTo>
                  <a:pt x="1800485" y="4675386"/>
                </a:moveTo>
                <a:lnTo>
                  <a:pt x="1784332" y="4668425"/>
                </a:lnTo>
                <a:lnTo>
                  <a:pt x="1791299" y="4652267"/>
                </a:lnTo>
                <a:lnTo>
                  <a:pt x="1807448" y="4659221"/>
                </a:lnTo>
                <a:lnTo>
                  <a:pt x="1800485" y="4675386"/>
                </a:lnTo>
                <a:close/>
              </a:path>
              <a:path w="3576955" h="10273665">
                <a:moveTo>
                  <a:pt x="1612392" y="4592606"/>
                </a:moveTo>
                <a:lnTo>
                  <a:pt x="1599175" y="4586915"/>
                </a:lnTo>
                <a:lnTo>
                  <a:pt x="1604873" y="4573693"/>
                </a:lnTo>
                <a:lnTo>
                  <a:pt x="1618090" y="4579384"/>
                </a:lnTo>
                <a:lnTo>
                  <a:pt x="1612392" y="4592606"/>
                </a:lnTo>
                <a:close/>
              </a:path>
              <a:path w="3576955" h="10273665">
                <a:moveTo>
                  <a:pt x="1424727" y="4510874"/>
                </a:moveTo>
                <a:lnTo>
                  <a:pt x="1412973" y="4505811"/>
                </a:lnTo>
                <a:lnTo>
                  <a:pt x="1418041" y="4494064"/>
                </a:lnTo>
                <a:lnTo>
                  <a:pt x="1429783" y="4499125"/>
                </a:lnTo>
                <a:lnTo>
                  <a:pt x="1424727" y="4510874"/>
                </a:lnTo>
                <a:close/>
              </a:path>
              <a:path w="3576955" h="10273665">
                <a:moveTo>
                  <a:pt x="1237056" y="4429146"/>
                </a:moveTo>
                <a:lnTo>
                  <a:pt x="1226771" y="4424718"/>
                </a:lnTo>
                <a:lnTo>
                  <a:pt x="1231199" y="4414433"/>
                </a:lnTo>
                <a:lnTo>
                  <a:pt x="1241484" y="4418860"/>
                </a:lnTo>
                <a:lnTo>
                  <a:pt x="1237056" y="4429146"/>
                </a:lnTo>
                <a:close/>
              </a:path>
              <a:path w="3576955" h="10273665">
                <a:moveTo>
                  <a:pt x="1049379" y="4347423"/>
                </a:moveTo>
                <a:lnTo>
                  <a:pt x="1040568" y="4343625"/>
                </a:lnTo>
                <a:lnTo>
                  <a:pt x="1044373" y="4334809"/>
                </a:lnTo>
                <a:lnTo>
                  <a:pt x="1053179" y="4338601"/>
                </a:lnTo>
                <a:lnTo>
                  <a:pt x="1049379" y="4347423"/>
                </a:lnTo>
                <a:close/>
              </a:path>
              <a:path w="3576955" h="10273665">
                <a:moveTo>
                  <a:pt x="861492" y="4265162"/>
                </a:moveTo>
                <a:lnTo>
                  <a:pt x="854892" y="4262321"/>
                </a:lnTo>
                <a:lnTo>
                  <a:pt x="857741" y="4255704"/>
                </a:lnTo>
                <a:lnTo>
                  <a:pt x="864347" y="4258552"/>
                </a:lnTo>
                <a:lnTo>
                  <a:pt x="861492" y="4265162"/>
                </a:lnTo>
                <a:close/>
              </a:path>
              <a:path w="3576955" h="10273665">
                <a:moveTo>
                  <a:pt x="673821" y="4183435"/>
                </a:moveTo>
                <a:lnTo>
                  <a:pt x="668684" y="4181222"/>
                </a:lnTo>
                <a:lnTo>
                  <a:pt x="670903" y="4176080"/>
                </a:lnTo>
                <a:lnTo>
                  <a:pt x="676041" y="4178293"/>
                </a:lnTo>
                <a:lnTo>
                  <a:pt x="673821" y="4183435"/>
                </a:lnTo>
                <a:close/>
              </a:path>
              <a:path w="3576955" h="10273665">
                <a:moveTo>
                  <a:pt x="486150" y="4101707"/>
                </a:moveTo>
                <a:lnTo>
                  <a:pt x="482481" y="4100129"/>
                </a:lnTo>
                <a:lnTo>
                  <a:pt x="484059" y="4096460"/>
                </a:lnTo>
                <a:lnTo>
                  <a:pt x="487728" y="4098038"/>
                </a:lnTo>
                <a:lnTo>
                  <a:pt x="486150" y="4101707"/>
                </a:lnTo>
                <a:close/>
              </a:path>
              <a:path w="3576955" h="10273665">
                <a:moveTo>
                  <a:pt x="298484" y="4019986"/>
                </a:moveTo>
                <a:lnTo>
                  <a:pt x="296278" y="4019036"/>
                </a:lnTo>
                <a:lnTo>
                  <a:pt x="297228" y="4016831"/>
                </a:lnTo>
                <a:lnTo>
                  <a:pt x="299434" y="4017780"/>
                </a:lnTo>
                <a:lnTo>
                  <a:pt x="298484" y="4019986"/>
                </a:lnTo>
                <a:close/>
              </a:path>
              <a:path w="3576955" h="10273665">
                <a:moveTo>
                  <a:pt x="3573140" y="5231033"/>
                </a:moveTo>
                <a:lnTo>
                  <a:pt x="3533483" y="5213953"/>
                </a:lnTo>
                <a:lnTo>
                  <a:pt x="3550571" y="5174293"/>
                </a:lnTo>
                <a:lnTo>
                  <a:pt x="3576505" y="5185468"/>
                </a:lnTo>
                <a:lnTo>
                  <a:pt x="3576505" y="5223219"/>
                </a:lnTo>
                <a:lnTo>
                  <a:pt x="3573140" y="5231033"/>
                </a:lnTo>
                <a:close/>
              </a:path>
              <a:path w="3576955" h="10273665">
                <a:moveTo>
                  <a:pt x="3385051" y="5148260"/>
                </a:moveTo>
                <a:lnTo>
                  <a:pt x="3348333" y="5132438"/>
                </a:lnTo>
                <a:lnTo>
                  <a:pt x="3364149" y="5095725"/>
                </a:lnTo>
                <a:lnTo>
                  <a:pt x="3400866" y="5111547"/>
                </a:lnTo>
                <a:lnTo>
                  <a:pt x="3385051" y="5148260"/>
                </a:lnTo>
                <a:close/>
              </a:path>
              <a:path w="3576955" h="10273665">
                <a:moveTo>
                  <a:pt x="3196958" y="5065480"/>
                </a:moveTo>
                <a:lnTo>
                  <a:pt x="3163181" y="5050934"/>
                </a:lnTo>
                <a:lnTo>
                  <a:pt x="3177740" y="5017148"/>
                </a:lnTo>
                <a:lnTo>
                  <a:pt x="3211509" y="5031698"/>
                </a:lnTo>
                <a:lnTo>
                  <a:pt x="3196958" y="5065480"/>
                </a:lnTo>
                <a:close/>
              </a:path>
              <a:path w="3576955" h="10273665">
                <a:moveTo>
                  <a:pt x="3008871" y="4982695"/>
                </a:moveTo>
                <a:lnTo>
                  <a:pt x="2978026" y="4969412"/>
                </a:lnTo>
                <a:lnTo>
                  <a:pt x="2991313" y="4938573"/>
                </a:lnTo>
                <a:lnTo>
                  <a:pt x="3022152" y="4951861"/>
                </a:lnTo>
                <a:lnTo>
                  <a:pt x="3008871" y="4982695"/>
                </a:lnTo>
                <a:close/>
              </a:path>
              <a:path w="3576955" h="10273665">
                <a:moveTo>
                  <a:pt x="2820988" y="4900441"/>
                </a:moveTo>
                <a:lnTo>
                  <a:pt x="2792344" y="4888102"/>
                </a:lnTo>
                <a:lnTo>
                  <a:pt x="2804688" y="4859464"/>
                </a:lnTo>
                <a:lnTo>
                  <a:pt x="2833326" y="4871808"/>
                </a:lnTo>
                <a:lnTo>
                  <a:pt x="2820988" y="4900441"/>
                </a:lnTo>
                <a:close/>
              </a:path>
              <a:path w="3576955" h="10273665">
                <a:moveTo>
                  <a:pt x="2633105" y="4818199"/>
                </a:moveTo>
                <a:lnTo>
                  <a:pt x="2606666" y="4806810"/>
                </a:lnTo>
                <a:lnTo>
                  <a:pt x="2618062" y="4780366"/>
                </a:lnTo>
                <a:lnTo>
                  <a:pt x="2644500" y="4791755"/>
                </a:lnTo>
                <a:lnTo>
                  <a:pt x="2633105" y="4818199"/>
                </a:lnTo>
                <a:close/>
              </a:path>
              <a:path w="3576955" h="10273665">
                <a:moveTo>
                  <a:pt x="2445013" y="4735408"/>
                </a:moveTo>
                <a:lnTo>
                  <a:pt x="2421522" y="4725290"/>
                </a:lnTo>
                <a:lnTo>
                  <a:pt x="2431640" y="4701798"/>
                </a:lnTo>
                <a:lnTo>
                  <a:pt x="2455131" y="4711916"/>
                </a:lnTo>
                <a:lnTo>
                  <a:pt x="2445013" y="4735408"/>
                </a:lnTo>
                <a:close/>
              </a:path>
              <a:path w="3576955" h="10273665">
                <a:moveTo>
                  <a:pt x="2257136" y="4653161"/>
                </a:moveTo>
                <a:lnTo>
                  <a:pt x="2235841" y="4643980"/>
                </a:lnTo>
                <a:lnTo>
                  <a:pt x="2245015" y="4622689"/>
                </a:lnTo>
                <a:lnTo>
                  <a:pt x="2266312" y="4631859"/>
                </a:lnTo>
                <a:lnTo>
                  <a:pt x="2257136" y="4653161"/>
                </a:lnTo>
                <a:close/>
              </a:path>
              <a:path w="3576955" h="10273665">
                <a:moveTo>
                  <a:pt x="2069248" y="4570911"/>
                </a:moveTo>
                <a:lnTo>
                  <a:pt x="2050162" y="4562687"/>
                </a:lnTo>
                <a:lnTo>
                  <a:pt x="2058388" y="4543590"/>
                </a:lnTo>
                <a:lnTo>
                  <a:pt x="2077480" y="4551810"/>
                </a:lnTo>
                <a:lnTo>
                  <a:pt x="2069248" y="4570911"/>
                </a:lnTo>
                <a:close/>
              </a:path>
              <a:path w="3576955" h="10273665">
                <a:moveTo>
                  <a:pt x="1881372" y="4488653"/>
                </a:moveTo>
                <a:lnTo>
                  <a:pt x="1864481" y="4481377"/>
                </a:lnTo>
                <a:lnTo>
                  <a:pt x="1871757" y="4464486"/>
                </a:lnTo>
                <a:lnTo>
                  <a:pt x="1888648" y="4471762"/>
                </a:lnTo>
                <a:lnTo>
                  <a:pt x="1881372" y="4488653"/>
                </a:lnTo>
                <a:close/>
              </a:path>
              <a:path w="3576955" h="10273665">
                <a:moveTo>
                  <a:pt x="1693279" y="4405873"/>
                </a:moveTo>
                <a:lnTo>
                  <a:pt x="1679331" y="4399862"/>
                </a:lnTo>
                <a:lnTo>
                  <a:pt x="1685342" y="4385914"/>
                </a:lnTo>
                <a:lnTo>
                  <a:pt x="1699290" y="4391925"/>
                </a:lnTo>
                <a:lnTo>
                  <a:pt x="1693279" y="4405873"/>
                </a:lnTo>
                <a:close/>
              </a:path>
              <a:path w="3576955" h="10273665">
                <a:moveTo>
                  <a:pt x="1505613" y="4324152"/>
                </a:moveTo>
                <a:lnTo>
                  <a:pt x="1493128" y="4318769"/>
                </a:lnTo>
                <a:lnTo>
                  <a:pt x="1498504" y="4306289"/>
                </a:lnTo>
                <a:lnTo>
                  <a:pt x="1510996" y="4311667"/>
                </a:lnTo>
                <a:lnTo>
                  <a:pt x="1505613" y="4324152"/>
                </a:lnTo>
                <a:close/>
              </a:path>
              <a:path w="3576955" h="10273665">
                <a:moveTo>
                  <a:pt x="1317942" y="4242424"/>
                </a:moveTo>
                <a:lnTo>
                  <a:pt x="1306925" y="4237676"/>
                </a:lnTo>
                <a:lnTo>
                  <a:pt x="1311673" y="4226660"/>
                </a:lnTo>
                <a:lnTo>
                  <a:pt x="1322689" y="4231408"/>
                </a:lnTo>
                <a:lnTo>
                  <a:pt x="1317942" y="4242424"/>
                </a:lnTo>
                <a:close/>
              </a:path>
              <a:path w="3576955" h="10273665">
                <a:moveTo>
                  <a:pt x="1130054" y="4160164"/>
                </a:moveTo>
                <a:lnTo>
                  <a:pt x="1121248" y="4156372"/>
                </a:lnTo>
                <a:lnTo>
                  <a:pt x="1125046" y="4147562"/>
                </a:lnTo>
                <a:lnTo>
                  <a:pt x="1133852" y="4151353"/>
                </a:lnTo>
                <a:lnTo>
                  <a:pt x="1130054" y="4160164"/>
                </a:lnTo>
                <a:close/>
              </a:path>
              <a:path w="3576955" h="10273665">
                <a:moveTo>
                  <a:pt x="942383" y="4078436"/>
                </a:moveTo>
                <a:lnTo>
                  <a:pt x="935041" y="4075273"/>
                </a:lnTo>
                <a:lnTo>
                  <a:pt x="938204" y="4067930"/>
                </a:lnTo>
                <a:lnTo>
                  <a:pt x="945546" y="4071093"/>
                </a:lnTo>
                <a:lnTo>
                  <a:pt x="942383" y="4078436"/>
                </a:lnTo>
                <a:close/>
              </a:path>
              <a:path w="3576955" h="10273665">
                <a:moveTo>
                  <a:pt x="754712" y="3996708"/>
                </a:moveTo>
                <a:lnTo>
                  <a:pt x="748833" y="3994174"/>
                </a:lnTo>
                <a:lnTo>
                  <a:pt x="751361" y="3988299"/>
                </a:lnTo>
                <a:lnTo>
                  <a:pt x="757240" y="3990834"/>
                </a:lnTo>
                <a:lnTo>
                  <a:pt x="754712" y="3996708"/>
                </a:lnTo>
                <a:close/>
              </a:path>
              <a:path w="3576955" h="10273665">
                <a:moveTo>
                  <a:pt x="567035" y="3914985"/>
                </a:moveTo>
                <a:lnTo>
                  <a:pt x="562635" y="3913087"/>
                </a:lnTo>
                <a:lnTo>
                  <a:pt x="564535" y="3908676"/>
                </a:lnTo>
                <a:lnTo>
                  <a:pt x="568941" y="3910569"/>
                </a:lnTo>
                <a:lnTo>
                  <a:pt x="567035" y="3914985"/>
                </a:lnTo>
                <a:close/>
              </a:path>
              <a:path w="3576955" h="10273665">
                <a:moveTo>
                  <a:pt x="379366" y="3833246"/>
                </a:moveTo>
                <a:lnTo>
                  <a:pt x="376429" y="3831977"/>
                </a:lnTo>
                <a:lnTo>
                  <a:pt x="377686" y="3829050"/>
                </a:lnTo>
                <a:lnTo>
                  <a:pt x="380629" y="3830315"/>
                </a:lnTo>
                <a:lnTo>
                  <a:pt x="379366" y="3833246"/>
                </a:lnTo>
                <a:close/>
              </a:path>
              <a:path w="3576955" h="10273665">
                <a:moveTo>
                  <a:pt x="191695" y="3751519"/>
                </a:moveTo>
                <a:lnTo>
                  <a:pt x="190231" y="3750890"/>
                </a:lnTo>
                <a:lnTo>
                  <a:pt x="190859" y="3749427"/>
                </a:lnTo>
                <a:lnTo>
                  <a:pt x="192323" y="3750055"/>
                </a:lnTo>
                <a:lnTo>
                  <a:pt x="191695" y="3751519"/>
                </a:lnTo>
                <a:close/>
              </a:path>
              <a:path w="3576955" h="10273665">
                <a:moveTo>
                  <a:pt x="3465931" y="4961533"/>
                </a:moveTo>
                <a:lnTo>
                  <a:pt x="3428476" y="4945396"/>
                </a:lnTo>
                <a:lnTo>
                  <a:pt x="3444613" y="4907941"/>
                </a:lnTo>
                <a:lnTo>
                  <a:pt x="3482068" y="4924078"/>
                </a:lnTo>
                <a:lnTo>
                  <a:pt x="3465931" y="4961533"/>
                </a:lnTo>
                <a:close/>
              </a:path>
              <a:path w="3576955" h="10273665">
                <a:moveTo>
                  <a:pt x="3277844" y="4878749"/>
                </a:moveTo>
                <a:lnTo>
                  <a:pt x="3243332" y="4863876"/>
                </a:lnTo>
                <a:lnTo>
                  <a:pt x="3258198" y="4829369"/>
                </a:lnTo>
                <a:lnTo>
                  <a:pt x="3292710" y="4844241"/>
                </a:lnTo>
                <a:lnTo>
                  <a:pt x="3277844" y="4878749"/>
                </a:lnTo>
                <a:close/>
              </a:path>
              <a:path w="3576955" h="10273665">
                <a:moveTo>
                  <a:pt x="3089751" y="4795968"/>
                </a:moveTo>
                <a:lnTo>
                  <a:pt x="3058180" y="4782373"/>
                </a:lnTo>
                <a:lnTo>
                  <a:pt x="3071789" y="4750792"/>
                </a:lnTo>
                <a:lnTo>
                  <a:pt x="3103354" y="4764392"/>
                </a:lnTo>
                <a:lnTo>
                  <a:pt x="3089751" y="4795968"/>
                </a:lnTo>
                <a:close/>
              </a:path>
              <a:path w="3576955" h="10273665">
                <a:moveTo>
                  <a:pt x="2901874" y="4713721"/>
                </a:moveTo>
                <a:lnTo>
                  <a:pt x="2872503" y="4701069"/>
                </a:lnTo>
                <a:lnTo>
                  <a:pt x="2885162" y="4671694"/>
                </a:lnTo>
                <a:lnTo>
                  <a:pt x="2914533" y="4684346"/>
                </a:lnTo>
                <a:lnTo>
                  <a:pt x="2901874" y="4713721"/>
                </a:lnTo>
                <a:close/>
              </a:path>
              <a:path w="3576955" h="10273665">
                <a:moveTo>
                  <a:pt x="2713785" y="4630948"/>
                </a:moveTo>
                <a:lnTo>
                  <a:pt x="2687341" y="4619552"/>
                </a:lnTo>
                <a:lnTo>
                  <a:pt x="2698735" y="4593120"/>
                </a:lnTo>
                <a:lnTo>
                  <a:pt x="2725174" y="4604509"/>
                </a:lnTo>
                <a:lnTo>
                  <a:pt x="2713785" y="4630948"/>
                </a:lnTo>
                <a:close/>
              </a:path>
              <a:path w="3576955" h="10273665">
                <a:moveTo>
                  <a:pt x="2525898" y="4548687"/>
                </a:moveTo>
                <a:lnTo>
                  <a:pt x="2501665" y="4538249"/>
                </a:lnTo>
                <a:lnTo>
                  <a:pt x="2512111" y="4514010"/>
                </a:lnTo>
                <a:lnTo>
                  <a:pt x="2536344" y="4524449"/>
                </a:lnTo>
                <a:lnTo>
                  <a:pt x="2525898" y="4548687"/>
                </a:lnTo>
                <a:close/>
              </a:path>
              <a:path w="3576955" h="10273665">
                <a:moveTo>
                  <a:pt x="2338016" y="4466434"/>
                </a:moveTo>
                <a:lnTo>
                  <a:pt x="2315988" y="4456945"/>
                </a:lnTo>
                <a:lnTo>
                  <a:pt x="2325484" y="4434912"/>
                </a:lnTo>
                <a:lnTo>
                  <a:pt x="2347512" y="4444401"/>
                </a:lnTo>
                <a:lnTo>
                  <a:pt x="2338016" y="4466434"/>
                </a:lnTo>
                <a:close/>
              </a:path>
              <a:path w="3576955" h="10273665">
                <a:moveTo>
                  <a:pt x="2150140" y="4384175"/>
                </a:moveTo>
                <a:lnTo>
                  <a:pt x="2130306" y="4375634"/>
                </a:lnTo>
                <a:lnTo>
                  <a:pt x="2138846" y="4355811"/>
                </a:lnTo>
                <a:lnTo>
                  <a:pt x="2158680" y="4364352"/>
                </a:lnTo>
                <a:lnTo>
                  <a:pt x="2150140" y="4384175"/>
                </a:lnTo>
                <a:close/>
              </a:path>
              <a:path w="3576955" h="10273665">
                <a:moveTo>
                  <a:pt x="1962052" y="4301401"/>
                </a:moveTo>
                <a:lnTo>
                  <a:pt x="1945161" y="4294125"/>
                </a:lnTo>
                <a:lnTo>
                  <a:pt x="1952437" y="4277234"/>
                </a:lnTo>
                <a:lnTo>
                  <a:pt x="1969328" y="4284510"/>
                </a:lnTo>
                <a:lnTo>
                  <a:pt x="1962052" y="4301401"/>
                </a:lnTo>
                <a:close/>
              </a:path>
              <a:path w="3576955" h="10273665">
                <a:moveTo>
                  <a:pt x="1774170" y="4219148"/>
                </a:moveTo>
                <a:lnTo>
                  <a:pt x="1759480" y="4212815"/>
                </a:lnTo>
                <a:lnTo>
                  <a:pt x="1765806" y="4198130"/>
                </a:lnTo>
                <a:lnTo>
                  <a:pt x="1780496" y="4204463"/>
                </a:lnTo>
                <a:lnTo>
                  <a:pt x="1774170" y="4219148"/>
                </a:lnTo>
                <a:close/>
              </a:path>
              <a:path w="3576955" h="10273665">
                <a:moveTo>
                  <a:pt x="1586287" y="4136894"/>
                </a:moveTo>
                <a:lnTo>
                  <a:pt x="1573803" y="4131511"/>
                </a:lnTo>
                <a:lnTo>
                  <a:pt x="1579179" y="4119032"/>
                </a:lnTo>
                <a:lnTo>
                  <a:pt x="1591663" y="4124414"/>
                </a:lnTo>
                <a:lnTo>
                  <a:pt x="1586287" y="4136894"/>
                </a:lnTo>
                <a:close/>
              </a:path>
              <a:path w="3576955" h="10273665">
                <a:moveTo>
                  <a:pt x="1398616" y="4055166"/>
                </a:moveTo>
                <a:lnTo>
                  <a:pt x="1387600" y="4050419"/>
                </a:lnTo>
                <a:lnTo>
                  <a:pt x="1392347" y="4039402"/>
                </a:lnTo>
                <a:lnTo>
                  <a:pt x="1403364" y="4044150"/>
                </a:lnTo>
                <a:lnTo>
                  <a:pt x="1398616" y="4055166"/>
                </a:lnTo>
                <a:close/>
              </a:path>
              <a:path w="3576955" h="10273665">
                <a:moveTo>
                  <a:pt x="1210945" y="3973439"/>
                </a:moveTo>
                <a:lnTo>
                  <a:pt x="1201397" y="3969326"/>
                </a:lnTo>
                <a:lnTo>
                  <a:pt x="1205510" y="3959777"/>
                </a:lnTo>
                <a:lnTo>
                  <a:pt x="1215058" y="3963890"/>
                </a:lnTo>
                <a:lnTo>
                  <a:pt x="1210945" y="3973439"/>
                </a:lnTo>
                <a:close/>
              </a:path>
              <a:path w="3576955" h="10273665">
                <a:moveTo>
                  <a:pt x="1023063" y="3891185"/>
                </a:moveTo>
                <a:lnTo>
                  <a:pt x="1015716" y="3888015"/>
                </a:lnTo>
                <a:lnTo>
                  <a:pt x="1018879" y="3880673"/>
                </a:lnTo>
                <a:lnTo>
                  <a:pt x="1026226" y="3883843"/>
                </a:lnTo>
                <a:lnTo>
                  <a:pt x="1023063" y="3891185"/>
                </a:lnTo>
                <a:close/>
              </a:path>
              <a:path w="3576955" h="10273665">
                <a:moveTo>
                  <a:pt x="835387" y="3809451"/>
                </a:moveTo>
                <a:lnTo>
                  <a:pt x="829513" y="3806923"/>
                </a:lnTo>
                <a:lnTo>
                  <a:pt x="832041" y="3801048"/>
                </a:lnTo>
                <a:lnTo>
                  <a:pt x="837915" y="3803576"/>
                </a:lnTo>
                <a:lnTo>
                  <a:pt x="835387" y="3809451"/>
                </a:lnTo>
                <a:close/>
              </a:path>
              <a:path w="3576955" h="10273665">
                <a:moveTo>
                  <a:pt x="647711" y="3727728"/>
                </a:moveTo>
                <a:lnTo>
                  <a:pt x="643310" y="3725830"/>
                </a:lnTo>
                <a:lnTo>
                  <a:pt x="645209" y="3721430"/>
                </a:lnTo>
                <a:lnTo>
                  <a:pt x="649615" y="3723323"/>
                </a:lnTo>
                <a:lnTo>
                  <a:pt x="647711" y="3727728"/>
                </a:lnTo>
                <a:close/>
              </a:path>
              <a:path w="3576955" h="10273665">
                <a:moveTo>
                  <a:pt x="460038" y="3646001"/>
                </a:moveTo>
                <a:lnTo>
                  <a:pt x="457102" y="3644731"/>
                </a:lnTo>
                <a:lnTo>
                  <a:pt x="458365" y="3641799"/>
                </a:lnTo>
                <a:lnTo>
                  <a:pt x="461308" y="3643064"/>
                </a:lnTo>
                <a:lnTo>
                  <a:pt x="460038" y="3646001"/>
                </a:lnTo>
                <a:close/>
              </a:path>
              <a:path w="3576955" h="10273665">
                <a:moveTo>
                  <a:pt x="272374" y="3564268"/>
                </a:moveTo>
                <a:lnTo>
                  <a:pt x="270906" y="3563633"/>
                </a:lnTo>
                <a:lnTo>
                  <a:pt x="271534" y="3562169"/>
                </a:lnTo>
                <a:lnTo>
                  <a:pt x="273003" y="3562804"/>
                </a:lnTo>
                <a:lnTo>
                  <a:pt x="272374" y="3564268"/>
                </a:lnTo>
                <a:close/>
              </a:path>
              <a:path w="3576955" h="10273665">
                <a:moveTo>
                  <a:pt x="3547028" y="4775327"/>
                </a:moveTo>
                <a:lnTo>
                  <a:pt x="3508109" y="4758561"/>
                </a:lnTo>
                <a:lnTo>
                  <a:pt x="3524875" y="4719643"/>
                </a:lnTo>
                <a:lnTo>
                  <a:pt x="3563798" y="4736414"/>
                </a:lnTo>
                <a:lnTo>
                  <a:pt x="3547028" y="4775327"/>
                </a:lnTo>
                <a:close/>
              </a:path>
              <a:path w="3576955" h="10273665">
                <a:moveTo>
                  <a:pt x="3358728" y="4692027"/>
                </a:moveTo>
                <a:lnTo>
                  <a:pt x="3323479" y="4676840"/>
                </a:lnTo>
                <a:lnTo>
                  <a:pt x="3338660" y="4641595"/>
                </a:lnTo>
                <a:lnTo>
                  <a:pt x="3373909" y="4656782"/>
                </a:lnTo>
                <a:lnTo>
                  <a:pt x="3358728" y="4692027"/>
                </a:lnTo>
                <a:close/>
              </a:path>
              <a:path w="3576955" h="10273665">
                <a:moveTo>
                  <a:pt x="3170635" y="4609247"/>
                </a:moveTo>
                <a:lnTo>
                  <a:pt x="3138328" y="4595325"/>
                </a:lnTo>
                <a:lnTo>
                  <a:pt x="3152250" y="4563018"/>
                </a:lnTo>
                <a:lnTo>
                  <a:pt x="3184557" y="4576940"/>
                </a:lnTo>
                <a:lnTo>
                  <a:pt x="3170635" y="4609247"/>
                </a:lnTo>
                <a:close/>
              </a:path>
              <a:path w="3576955" h="10273665">
                <a:moveTo>
                  <a:pt x="2982753" y="4526993"/>
                </a:moveTo>
                <a:lnTo>
                  <a:pt x="2952651" y="4514021"/>
                </a:lnTo>
                <a:lnTo>
                  <a:pt x="2965619" y="4483914"/>
                </a:lnTo>
                <a:lnTo>
                  <a:pt x="2995720" y="4496886"/>
                </a:lnTo>
                <a:lnTo>
                  <a:pt x="2982753" y="4526993"/>
                </a:lnTo>
                <a:close/>
              </a:path>
              <a:path w="3576955" h="10273665">
                <a:moveTo>
                  <a:pt x="2794665" y="4444219"/>
                </a:moveTo>
                <a:lnTo>
                  <a:pt x="2767495" y="4432510"/>
                </a:lnTo>
                <a:lnTo>
                  <a:pt x="2779204" y="4405341"/>
                </a:lnTo>
                <a:lnTo>
                  <a:pt x="2806369" y="4417044"/>
                </a:lnTo>
                <a:lnTo>
                  <a:pt x="2794665" y="4444219"/>
                </a:lnTo>
                <a:close/>
              </a:path>
              <a:path w="3576955" h="10273665">
                <a:moveTo>
                  <a:pt x="2606789" y="4361960"/>
                </a:moveTo>
                <a:lnTo>
                  <a:pt x="2581818" y="4351206"/>
                </a:lnTo>
                <a:lnTo>
                  <a:pt x="2592572" y="4326235"/>
                </a:lnTo>
                <a:lnTo>
                  <a:pt x="2617548" y="4336996"/>
                </a:lnTo>
                <a:lnTo>
                  <a:pt x="2606789" y="4361960"/>
                </a:lnTo>
                <a:close/>
              </a:path>
              <a:path w="3576955" h="10273665">
                <a:moveTo>
                  <a:pt x="2418691" y="4279174"/>
                </a:moveTo>
                <a:lnTo>
                  <a:pt x="2396663" y="4269685"/>
                </a:lnTo>
                <a:lnTo>
                  <a:pt x="2406152" y="4247657"/>
                </a:lnTo>
                <a:lnTo>
                  <a:pt x="2428180" y="4257146"/>
                </a:lnTo>
                <a:lnTo>
                  <a:pt x="2418691" y="4279174"/>
                </a:lnTo>
                <a:close/>
              </a:path>
              <a:path w="3576955" h="10273665">
                <a:moveTo>
                  <a:pt x="2230813" y="4196927"/>
                </a:moveTo>
                <a:lnTo>
                  <a:pt x="2210979" y="4188386"/>
                </a:lnTo>
                <a:lnTo>
                  <a:pt x="2219525" y="4168558"/>
                </a:lnTo>
                <a:lnTo>
                  <a:pt x="2239359" y="4177099"/>
                </a:lnTo>
                <a:lnTo>
                  <a:pt x="2230813" y="4196927"/>
                </a:lnTo>
                <a:close/>
              </a:path>
              <a:path w="3576955" h="10273665">
                <a:moveTo>
                  <a:pt x="2042931" y="4114673"/>
                </a:moveTo>
                <a:lnTo>
                  <a:pt x="2025303" y="4107082"/>
                </a:lnTo>
                <a:lnTo>
                  <a:pt x="2032894" y="4089454"/>
                </a:lnTo>
                <a:lnTo>
                  <a:pt x="2050522" y="4097045"/>
                </a:lnTo>
                <a:lnTo>
                  <a:pt x="2042931" y="4114673"/>
                </a:lnTo>
                <a:close/>
              </a:path>
              <a:path w="3576955" h="10273665">
                <a:moveTo>
                  <a:pt x="1854844" y="4031888"/>
                </a:moveTo>
                <a:lnTo>
                  <a:pt x="1840159" y="4025562"/>
                </a:lnTo>
                <a:lnTo>
                  <a:pt x="1846485" y="4010877"/>
                </a:lnTo>
                <a:lnTo>
                  <a:pt x="1861170" y="4017203"/>
                </a:lnTo>
                <a:lnTo>
                  <a:pt x="1854844" y="4031888"/>
                </a:lnTo>
                <a:close/>
              </a:path>
              <a:path w="3576955" h="10273665">
                <a:moveTo>
                  <a:pt x="1667167" y="3950165"/>
                </a:moveTo>
                <a:lnTo>
                  <a:pt x="1653945" y="3944467"/>
                </a:lnTo>
                <a:lnTo>
                  <a:pt x="1659641" y="3931257"/>
                </a:lnTo>
                <a:lnTo>
                  <a:pt x="1672863" y="3936955"/>
                </a:lnTo>
                <a:lnTo>
                  <a:pt x="1667167" y="3950165"/>
                </a:lnTo>
                <a:close/>
              </a:path>
              <a:path w="3576955" h="10273665">
                <a:moveTo>
                  <a:pt x="1479496" y="3868438"/>
                </a:moveTo>
                <a:lnTo>
                  <a:pt x="1467753" y="3863376"/>
                </a:lnTo>
                <a:lnTo>
                  <a:pt x="1472810" y="3851627"/>
                </a:lnTo>
                <a:lnTo>
                  <a:pt x="1484552" y="3856689"/>
                </a:lnTo>
                <a:lnTo>
                  <a:pt x="1479496" y="3868438"/>
                </a:lnTo>
                <a:close/>
              </a:path>
              <a:path w="3576955" h="10273665">
                <a:moveTo>
                  <a:pt x="1291825" y="3786710"/>
                </a:moveTo>
                <a:lnTo>
                  <a:pt x="1281539" y="3782282"/>
                </a:lnTo>
                <a:lnTo>
                  <a:pt x="1285967" y="3771996"/>
                </a:lnTo>
                <a:lnTo>
                  <a:pt x="1296253" y="3776424"/>
                </a:lnTo>
                <a:lnTo>
                  <a:pt x="1291825" y="3786710"/>
                </a:lnTo>
                <a:close/>
              </a:path>
              <a:path w="3576955" h="10273665">
                <a:moveTo>
                  <a:pt x="1103942" y="3704456"/>
                </a:moveTo>
                <a:lnTo>
                  <a:pt x="1095862" y="3700978"/>
                </a:lnTo>
                <a:lnTo>
                  <a:pt x="1099341" y="3692898"/>
                </a:lnTo>
                <a:lnTo>
                  <a:pt x="1107425" y="3696383"/>
                </a:lnTo>
                <a:lnTo>
                  <a:pt x="1103942" y="3704456"/>
                </a:lnTo>
                <a:close/>
              </a:path>
              <a:path w="3576955" h="10273665">
                <a:moveTo>
                  <a:pt x="916271" y="3622729"/>
                </a:moveTo>
                <a:lnTo>
                  <a:pt x="909666" y="3619880"/>
                </a:lnTo>
                <a:lnTo>
                  <a:pt x="912510" y="3613268"/>
                </a:lnTo>
                <a:lnTo>
                  <a:pt x="919120" y="3616123"/>
                </a:lnTo>
                <a:lnTo>
                  <a:pt x="916271" y="3622729"/>
                </a:lnTo>
                <a:close/>
              </a:path>
              <a:path w="3576955" h="10273665">
                <a:moveTo>
                  <a:pt x="728600" y="3541001"/>
                </a:moveTo>
                <a:lnTo>
                  <a:pt x="723452" y="3538786"/>
                </a:lnTo>
                <a:lnTo>
                  <a:pt x="725671" y="3533644"/>
                </a:lnTo>
                <a:lnTo>
                  <a:pt x="730820" y="3535859"/>
                </a:lnTo>
                <a:lnTo>
                  <a:pt x="728600" y="3541001"/>
                </a:lnTo>
                <a:close/>
              </a:path>
              <a:path w="3576955" h="10273665">
                <a:moveTo>
                  <a:pt x="540929" y="3459273"/>
                </a:moveTo>
                <a:lnTo>
                  <a:pt x="537255" y="3457689"/>
                </a:lnTo>
                <a:lnTo>
                  <a:pt x="538840" y="3454015"/>
                </a:lnTo>
                <a:lnTo>
                  <a:pt x="542514" y="3455599"/>
                </a:lnTo>
                <a:lnTo>
                  <a:pt x="540929" y="3459273"/>
                </a:lnTo>
                <a:close/>
              </a:path>
              <a:path w="3576955" h="10273665">
                <a:moveTo>
                  <a:pt x="353259" y="3377545"/>
                </a:moveTo>
                <a:lnTo>
                  <a:pt x="351048" y="3376589"/>
                </a:lnTo>
                <a:lnTo>
                  <a:pt x="351996" y="3374395"/>
                </a:lnTo>
                <a:lnTo>
                  <a:pt x="354202" y="3375345"/>
                </a:lnTo>
                <a:lnTo>
                  <a:pt x="353259" y="3377545"/>
                </a:lnTo>
                <a:close/>
              </a:path>
              <a:path w="3576955" h="10273665">
                <a:moveTo>
                  <a:pt x="3439819" y="4505825"/>
                </a:moveTo>
                <a:lnTo>
                  <a:pt x="3403101" y="4490003"/>
                </a:lnTo>
                <a:lnTo>
                  <a:pt x="3418917" y="4453290"/>
                </a:lnTo>
                <a:lnTo>
                  <a:pt x="3455635" y="4469112"/>
                </a:lnTo>
                <a:lnTo>
                  <a:pt x="3439819" y="4505825"/>
                </a:lnTo>
                <a:close/>
              </a:path>
              <a:path w="3576955" h="10273665">
                <a:moveTo>
                  <a:pt x="3251515" y="4422519"/>
                </a:moveTo>
                <a:lnTo>
                  <a:pt x="3218470" y="4408282"/>
                </a:lnTo>
                <a:lnTo>
                  <a:pt x="3232708" y="4375237"/>
                </a:lnTo>
                <a:lnTo>
                  <a:pt x="3265752" y="4389474"/>
                </a:lnTo>
                <a:lnTo>
                  <a:pt x="3251515" y="4422519"/>
                </a:lnTo>
                <a:close/>
              </a:path>
              <a:path w="3576955" h="10273665">
                <a:moveTo>
                  <a:pt x="3063645" y="4340267"/>
                </a:moveTo>
                <a:lnTo>
                  <a:pt x="3032795" y="4326978"/>
                </a:lnTo>
                <a:lnTo>
                  <a:pt x="3046084" y="4296128"/>
                </a:lnTo>
                <a:lnTo>
                  <a:pt x="3076927" y="4309422"/>
                </a:lnTo>
                <a:lnTo>
                  <a:pt x="3063645" y="4340267"/>
                </a:lnTo>
                <a:close/>
              </a:path>
              <a:path w="3576955" h="10273665">
                <a:moveTo>
                  <a:pt x="2875558" y="4257482"/>
                </a:moveTo>
                <a:lnTo>
                  <a:pt x="2847651" y="4245457"/>
                </a:lnTo>
                <a:lnTo>
                  <a:pt x="2859668" y="4217556"/>
                </a:lnTo>
                <a:lnTo>
                  <a:pt x="2887575" y="4229580"/>
                </a:lnTo>
                <a:lnTo>
                  <a:pt x="2875558" y="4257482"/>
                </a:lnTo>
                <a:close/>
              </a:path>
              <a:path w="3576955" h="10273665">
                <a:moveTo>
                  <a:pt x="2687669" y="4175233"/>
                </a:moveTo>
                <a:lnTo>
                  <a:pt x="2661967" y="4164159"/>
                </a:lnTo>
                <a:lnTo>
                  <a:pt x="2673041" y="4138457"/>
                </a:lnTo>
                <a:lnTo>
                  <a:pt x="2698743" y="4149531"/>
                </a:lnTo>
                <a:lnTo>
                  <a:pt x="2687669" y="4175233"/>
                </a:lnTo>
                <a:close/>
              </a:path>
              <a:path w="3576955" h="10273665">
                <a:moveTo>
                  <a:pt x="2499582" y="4092448"/>
                </a:moveTo>
                <a:lnTo>
                  <a:pt x="2476817" y="4082644"/>
                </a:lnTo>
                <a:lnTo>
                  <a:pt x="2486626" y="4059885"/>
                </a:lnTo>
                <a:lnTo>
                  <a:pt x="2509391" y="4069689"/>
                </a:lnTo>
                <a:lnTo>
                  <a:pt x="2499582" y="4092448"/>
                </a:lnTo>
                <a:close/>
              </a:path>
              <a:path w="3576955" h="10273665">
                <a:moveTo>
                  <a:pt x="2311700" y="4010194"/>
                </a:moveTo>
                <a:lnTo>
                  <a:pt x="2291141" y="4001340"/>
                </a:lnTo>
                <a:lnTo>
                  <a:pt x="2299995" y="3980780"/>
                </a:lnTo>
                <a:lnTo>
                  <a:pt x="2320554" y="3989635"/>
                </a:lnTo>
                <a:lnTo>
                  <a:pt x="2311700" y="4010194"/>
                </a:lnTo>
                <a:close/>
              </a:path>
              <a:path w="3576955" h="10273665">
                <a:moveTo>
                  <a:pt x="2123816" y="3927952"/>
                </a:moveTo>
                <a:lnTo>
                  <a:pt x="2105457" y="3920041"/>
                </a:lnTo>
                <a:lnTo>
                  <a:pt x="2113368" y="3901682"/>
                </a:lnTo>
                <a:lnTo>
                  <a:pt x="2131727" y="3909593"/>
                </a:lnTo>
                <a:lnTo>
                  <a:pt x="2123816" y="3927952"/>
                </a:lnTo>
                <a:close/>
              </a:path>
              <a:path w="3576955" h="10273665">
                <a:moveTo>
                  <a:pt x="1935729" y="3845167"/>
                </a:moveTo>
                <a:lnTo>
                  <a:pt x="1920302" y="3838519"/>
                </a:lnTo>
                <a:lnTo>
                  <a:pt x="1926948" y="3823103"/>
                </a:lnTo>
                <a:lnTo>
                  <a:pt x="1942371" y="3829745"/>
                </a:lnTo>
                <a:lnTo>
                  <a:pt x="1935729" y="3845167"/>
                </a:lnTo>
                <a:close/>
              </a:path>
              <a:path w="3576955" h="10273665">
                <a:moveTo>
                  <a:pt x="1747847" y="3762914"/>
                </a:moveTo>
                <a:lnTo>
                  <a:pt x="1734625" y="3757215"/>
                </a:lnTo>
                <a:lnTo>
                  <a:pt x="1740316" y="3743998"/>
                </a:lnTo>
                <a:lnTo>
                  <a:pt x="1753538" y="3749696"/>
                </a:lnTo>
                <a:lnTo>
                  <a:pt x="1747847" y="3762914"/>
                </a:lnTo>
                <a:close/>
              </a:path>
              <a:path w="3576955" h="10273665">
                <a:moveTo>
                  <a:pt x="1560171" y="3681180"/>
                </a:moveTo>
                <a:lnTo>
                  <a:pt x="1548422" y="3676123"/>
                </a:lnTo>
                <a:lnTo>
                  <a:pt x="1553490" y="3664376"/>
                </a:lnTo>
                <a:lnTo>
                  <a:pt x="1565232" y="3669437"/>
                </a:lnTo>
                <a:lnTo>
                  <a:pt x="1560171" y="3681180"/>
                </a:lnTo>
                <a:close/>
              </a:path>
              <a:path w="3576955" h="10273665">
                <a:moveTo>
                  <a:pt x="1372500" y="3599452"/>
                </a:moveTo>
                <a:lnTo>
                  <a:pt x="1362215" y="3595024"/>
                </a:lnTo>
                <a:lnTo>
                  <a:pt x="1366648" y="3584745"/>
                </a:lnTo>
                <a:lnTo>
                  <a:pt x="1376933" y="3589173"/>
                </a:lnTo>
                <a:lnTo>
                  <a:pt x="1372500" y="3599452"/>
                </a:lnTo>
                <a:close/>
              </a:path>
              <a:path w="3576955" h="10273665">
                <a:moveTo>
                  <a:pt x="1184623" y="3517205"/>
                </a:moveTo>
                <a:lnTo>
                  <a:pt x="1176538" y="3513720"/>
                </a:lnTo>
                <a:lnTo>
                  <a:pt x="1180021" y="3505646"/>
                </a:lnTo>
                <a:lnTo>
                  <a:pt x="1188101" y="3509125"/>
                </a:lnTo>
                <a:lnTo>
                  <a:pt x="1184623" y="3517205"/>
                </a:lnTo>
                <a:close/>
              </a:path>
              <a:path w="3576955" h="10273665">
                <a:moveTo>
                  <a:pt x="996952" y="3435477"/>
                </a:moveTo>
                <a:lnTo>
                  <a:pt x="990335" y="3432627"/>
                </a:lnTo>
                <a:lnTo>
                  <a:pt x="993190" y="3426017"/>
                </a:lnTo>
                <a:lnTo>
                  <a:pt x="999795" y="3428865"/>
                </a:lnTo>
                <a:lnTo>
                  <a:pt x="996952" y="3435477"/>
                </a:lnTo>
                <a:close/>
              </a:path>
              <a:path w="3576955" h="10273665">
                <a:moveTo>
                  <a:pt x="809281" y="3353749"/>
                </a:moveTo>
                <a:lnTo>
                  <a:pt x="804132" y="3351534"/>
                </a:lnTo>
                <a:lnTo>
                  <a:pt x="806346" y="3346386"/>
                </a:lnTo>
                <a:lnTo>
                  <a:pt x="811495" y="3348601"/>
                </a:lnTo>
                <a:lnTo>
                  <a:pt x="809281" y="3353749"/>
                </a:lnTo>
                <a:close/>
              </a:path>
              <a:path w="3576955" h="10273665">
                <a:moveTo>
                  <a:pt x="621603" y="3272026"/>
                </a:moveTo>
                <a:lnTo>
                  <a:pt x="617929" y="3270442"/>
                </a:lnTo>
                <a:lnTo>
                  <a:pt x="619514" y="3266768"/>
                </a:lnTo>
                <a:lnTo>
                  <a:pt x="623188" y="3268352"/>
                </a:lnTo>
                <a:lnTo>
                  <a:pt x="621603" y="3272026"/>
                </a:lnTo>
                <a:close/>
              </a:path>
              <a:path w="3576955" h="10273665">
                <a:moveTo>
                  <a:pt x="433933" y="3190287"/>
                </a:moveTo>
                <a:lnTo>
                  <a:pt x="431728" y="3189338"/>
                </a:lnTo>
                <a:lnTo>
                  <a:pt x="432671" y="3187137"/>
                </a:lnTo>
                <a:lnTo>
                  <a:pt x="434882" y="3188093"/>
                </a:lnTo>
                <a:lnTo>
                  <a:pt x="433933" y="3190287"/>
                </a:lnTo>
                <a:close/>
              </a:path>
              <a:path w="3576955" h="10273665">
                <a:moveTo>
                  <a:pt x="3520493" y="4318569"/>
                </a:moveTo>
                <a:lnTo>
                  <a:pt x="3483780" y="4302753"/>
                </a:lnTo>
                <a:lnTo>
                  <a:pt x="3499596" y="4266040"/>
                </a:lnTo>
                <a:lnTo>
                  <a:pt x="3536309" y="4281856"/>
                </a:lnTo>
                <a:lnTo>
                  <a:pt x="3520493" y="4318569"/>
                </a:lnTo>
                <a:close/>
              </a:path>
              <a:path w="3576955" h="10273665">
                <a:moveTo>
                  <a:pt x="3332194" y="4235269"/>
                </a:moveTo>
                <a:lnTo>
                  <a:pt x="3299149" y="4221032"/>
                </a:lnTo>
                <a:lnTo>
                  <a:pt x="3313386" y="4187988"/>
                </a:lnTo>
                <a:lnTo>
                  <a:pt x="3346431" y="4202225"/>
                </a:lnTo>
                <a:lnTo>
                  <a:pt x="3332194" y="4235269"/>
                </a:lnTo>
                <a:close/>
              </a:path>
              <a:path w="3576955" h="10273665">
                <a:moveTo>
                  <a:pt x="3144318" y="4153010"/>
                </a:moveTo>
                <a:lnTo>
                  <a:pt x="3113468" y="4139721"/>
                </a:lnTo>
                <a:lnTo>
                  <a:pt x="3126756" y="4108883"/>
                </a:lnTo>
                <a:lnTo>
                  <a:pt x="3157599" y="4122176"/>
                </a:lnTo>
                <a:lnTo>
                  <a:pt x="3144318" y="4153010"/>
                </a:lnTo>
                <a:close/>
              </a:path>
              <a:path w="3576955" h="10273665">
                <a:moveTo>
                  <a:pt x="2956436" y="4070756"/>
                </a:moveTo>
                <a:lnTo>
                  <a:pt x="2927792" y="4058417"/>
                </a:lnTo>
                <a:lnTo>
                  <a:pt x="2940135" y="4029780"/>
                </a:lnTo>
                <a:lnTo>
                  <a:pt x="2968768" y="4042117"/>
                </a:lnTo>
                <a:lnTo>
                  <a:pt x="2956436" y="4070756"/>
                </a:lnTo>
                <a:close/>
              </a:path>
              <a:path w="3576955" h="10273665">
                <a:moveTo>
                  <a:pt x="2768343" y="3987976"/>
                </a:moveTo>
                <a:lnTo>
                  <a:pt x="2742646" y="3976909"/>
                </a:lnTo>
                <a:lnTo>
                  <a:pt x="2753713" y="3951212"/>
                </a:lnTo>
                <a:lnTo>
                  <a:pt x="2779410" y="3962279"/>
                </a:lnTo>
                <a:lnTo>
                  <a:pt x="2768343" y="3987976"/>
                </a:lnTo>
                <a:close/>
              </a:path>
              <a:path w="3576955" h="10273665">
                <a:moveTo>
                  <a:pt x="2580465" y="3905729"/>
                </a:moveTo>
                <a:lnTo>
                  <a:pt x="2556964" y="3895598"/>
                </a:lnTo>
                <a:lnTo>
                  <a:pt x="2567082" y="3872107"/>
                </a:lnTo>
                <a:lnTo>
                  <a:pt x="2590589" y="3882233"/>
                </a:lnTo>
                <a:lnTo>
                  <a:pt x="2580465" y="3905729"/>
                </a:lnTo>
                <a:close/>
              </a:path>
              <a:path w="3576955" h="10273665">
                <a:moveTo>
                  <a:pt x="2392372" y="3822949"/>
                </a:moveTo>
                <a:lnTo>
                  <a:pt x="2371813" y="3814094"/>
                </a:lnTo>
                <a:lnTo>
                  <a:pt x="2380673" y="3793530"/>
                </a:lnTo>
                <a:lnTo>
                  <a:pt x="2401226" y="3802389"/>
                </a:lnTo>
                <a:lnTo>
                  <a:pt x="2392372" y="3822949"/>
                </a:lnTo>
                <a:close/>
              </a:path>
              <a:path w="3576955" h="10273665">
                <a:moveTo>
                  <a:pt x="2204490" y="3740695"/>
                </a:moveTo>
                <a:lnTo>
                  <a:pt x="2186130" y="3732784"/>
                </a:lnTo>
                <a:lnTo>
                  <a:pt x="2194042" y="3714425"/>
                </a:lnTo>
                <a:lnTo>
                  <a:pt x="2212401" y="3722336"/>
                </a:lnTo>
                <a:lnTo>
                  <a:pt x="2204490" y="3740695"/>
                </a:lnTo>
                <a:close/>
              </a:path>
              <a:path w="3576955" h="10273665">
                <a:moveTo>
                  <a:pt x="2016607" y="3658442"/>
                </a:moveTo>
                <a:lnTo>
                  <a:pt x="2000454" y="3651481"/>
                </a:lnTo>
                <a:lnTo>
                  <a:pt x="2007415" y="3635327"/>
                </a:lnTo>
                <a:lnTo>
                  <a:pt x="2023569" y="3642288"/>
                </a:lnTo>
                <a:lnTo>
                  <a:pt x="2016607" y="3658442"/>
                </a:lnTo>
                <a:close/>
              </a:path>
              <a:path w="3576955" h="10273665">
                <a:moveTo>
                  <a:pt x="1828519" y="3575668"/>
                </a:moveTo>
                <a:lnTo>
                  <a:pt x="1815297" y="3569970"/>
                </a:lnTo>
                <a:lnTo>
                  <a:pt x="1820995" y="3556748"/>
                </a:lnTo>
                <a:lnTo>
                  <a:pt x="1834217" y="3562446"/>
                </a:lnTo>
                <a:lnTo>
                  <a:pt x="1828519" y="3575668"/>
                </a:lnTo>
                <a:close/>
              </a:path>
              <a:path w="3576955" h="10273665">
                <a:moveTo>
                  <a:pt x="1640843" y="3493935"/>
                </a:moveTo>
                <a:lnTo>
                  <a:pt x="1629094" y="3488878"/>
                </a:lnTo>
                <a:lnTo>
                  <a:pt x="1634163" y="3477119"/>
                </a:lnTo>
                <a:lnTo>
                  <a:pt x="1645906" y="3482181"/>
                </a:lnTo>
                <a:lnTo>
                  <a:pt x="1640843" y="3493935"/>
                </a:lnTo>
                <a:close/>
              </a:path>
              <a:path w="3576955" h="10273665">
                <a:moveTo>
                  <a:pt x="1453179" y="3412201"/>
                </a:moveTo>
                <a:lnTo>
                  <a:pt x="1442893" y="3407774"/>
                </a:lnTo>
                <a:lnTo>
                  <a:pt x="1447321" y="3397488"/>
                </a:lnTo>
                <a:lnTo>
                  <a:pt x="1457600" y="3401921"/>
                </a:lnTo>
                <a:lnTo>
                  <a:pt x="1453179" y="3412201"/>
                </a:lnTo>
                <a:close/>
              </a:path>
              <a:path w="3576955" h="10273665">
                <a:moveTo>
                  <a:pt x="1265501" y="3330479"/>
                </a:moveTo>
                <a:lnTo>
                  <a:pt x="1256690" y="3326681"/>
                </a:lnTo>
                <a:lnTo>
                  <a:pt x="1260488" y="3317870"/>
                </a:lnTo>
                <a:lnTo>
                  <a:pt x="1269299" y="3321668"/>
                </a:lnTo>
                <a:lnTo>
                  <a:pt x="1265501" y="3330479"/>
                </a:lnTo>
                <a:close/>
              </a:path>
              <a:path w="3576955" h="10273665">
                <a:moveTo>
                  <a:pt x="1077626" y="3248220"/>
                </a:moveTo>
                <a:lnTo>
                  <a:pt x="1071014" y="3245377"/>
                </a:lnTo>
                <a:lnTo>
                  <a:pt x="1073864" y="3238760"/>
                </a:lnTo>
                <a:lnTo>
                  <a:pt x="1080474" y="3241615"/>
                </a:lnTo>
                <a:lnTo>
                  <a:pt x="1077626" y="3248220"/>
                </a:lnTo>
                <a:close/>
              </a:path>
              <a:path w="3576955" h="10273665">
                <a:moveTo>
                  <a:pt x="889955" y="3166492"/>
                </a:moveTo>
                <a:lnTo>
                  <a:pt x="884806" y="3164278"/>
                </a:lnTo>
                <a:lnTo>
                  <a:pt x="887019" y="3159141"/>
                </a:lnTo>
                <a:lnTo>
                  <a:pt x="892168" y="3161355"/>
                </a:lnTo>
                <a:lnTo>
                  <a:pt x="889955" y="3166492"/>
                </a:lnTo>
                <a:close/>
              </a:path>
              <a:path w="3576955" h="10273665">
                <a:moveTo>
                  <a:pt x="702278" y="3084769"/>
                </a:moveTo>
                <a:lnTo>
                  <a:pt x="698608" y="3083191"/>
                </a:lnTo>
                <a:lnTo>
                  <a:pt x="700193" y="3079518"/>
                </a:lnTo>
                <a:lnTo>
                  <a:pt x="703862" y="3081096"/>
                </a:lnTo>
                <a:lnTo>
                  <a:pt x="702278" y="3084769"/>
                </a:lnTo>
                <a:close/>
              </a:path>
              <a:path w="3576955" h="10273665">
                <a:moveTo>
                  <a:pt x="514607" y="3003042"/>
                </a:moveTo>
                <a:lnTo>
                  <a:pt x="512401" y="3002092"/>
                </a:lnTo>
                <a:lnTo>
                  <a:pt x="513351" y="2999886"/>
                </a:lnTo>
                <a:lnTo>
                  <a:pt x="515556" y="3000836"/>
                </a:lnTo>
                <a:lnTo>
                  <a:pt x="514607" y="3003042"/>
                </a:lnTo>
                <a:close/>
              </a:path>
              <a:path w="3576955" h="10273665">
                <a:moveTo>
                  <a:pt x="3576505" y="4121129"/>
                </a:moveTo>
                <a:lnTo>
                  <a:pt x="3563936" y="4115713"/>
                </a:lnTo>
                <a:lnTo>
                  <a:pt x="3576505" y="4086538"/>
                </a:lnTo>
                <a:lnTo>
                  <a:pt x="3576505" y="4121129"/>
                </a:lnTo>
                <a:close/>
              </a:path>
              <a:path w="3576955" h="10273665">
                <a:moveTo>
                  <a:pt x="3413081" y="4048537"/>
                </a:moveTo>
                <a:lnTo>
                  <a:pt x="3379305" y="4033992"/>
                </a:lnTo>
                <a:lnTo>
                  <a:pt x="3393863" y="4000205"/>
                </a:lnTo>
                <a:lnTo>
                  <a:pt x="3427633" y="4014756"/>
                </a:lnTo>
                <a:lnTo>
                  <a:pt x="3413081" y="4048537"/>
                </a:lnTo>
                <a:close/>
              </a:path>
              <a:path w="3576955" h="10273665">
                <a:moveTo>
                  <a:pt x="3225204" y="3966290"/>
                </a:moveTo>
                <a:lnTo>
                  <a:pt x="3193623" y="3952681"/>
                </a:lnTo>
                <a:lnTo>
                  <a:pt x="3207232" y="3921100"/>
                </a:lnTo>
                <a:lnTo>
                  <a:pt x="3238813" y="3934709"/>
                </a:lnTo>
                <a:lnTo>
                  <a:pt x="3225204" y="3966290"/>
                </a:lnTo>
                <a:close/>
              </a:path>
              <a:path w="3576955" h="10273665">
                <a:moveTo>
                  <a:pt x="3037111" y="3883510"/>
                </a:moveTo>
                <a:lnTo>
                  <a:pt x="3008467" y="3871171"/>
                </a:lnTo>
                <a:lnTo>
                  <a:pt x="3020811" y="3842533"/>
                </a:lnTo>
                <a:lnTo>
                  <a:pt x="3049444" y="3854871"/>
                </a:lnTo>
                <a:lnTo>
                  <a:pt x="3037111" y="3883510"/>
                </a:lnTo>
                <a:close/>
              </a:path>
              <a:path w="3576955" h="10273665">
                <a:moveTo>
                  <a:pt x="2849229" y="3801257"/>
                </a:moveTo>
                <a:lnTo>
                  <a:pt x="2822790" y="3789868"/>
                </a:lnTo>
                <a:lnTo>
                  <a:pt x="2834185" y="3763424"/>
                </a:lnTo>
                <a:lnTo>
                  <a:pt x="2860625" y="3774813"/>
                </a:lnTo>
                <a:lnTo>
                  <a:pt x="2849229" y="3801257"/>
                </a:lnTo>
                <a:close/>
              </a:path>
              <a:path w="3576955" h="10273665">
                <a:moveTo>
                  <a:pt x="2661142" y="3718472"/>
                </a:moveTo>
                <a:lnTo>
                  <a:pt x="2637639" y="3708352"/>
                </a:lnTo>
                <a:lnTo>
                  <a:pt x="2647764" y="3684856"/>
                </a:lnTo>
                <a:lnTo>
                  <a:pt x="2671266" y="3694975"/>
                </a:lnTo>
                <a:lnTo>
                  <a:pt x="2661142" y="3718472"/>
                </a:lnTo>
                <a:close/>
              </a:path>
              <a:path w="3576955" h="10273665">
                <a:moveTo>
                  <a:pt x="2473258" y="3636229"/>
                </a:moveTo>
                <a:lnTo>
                  <a:pt x="2451963" y="3627048"/>
                </a:lnTo>
                <a:lnTo>
                  <a:pt x="2461132" y="3605751"/>
                </a:lnTo>
                <a:lnTo>
                  <a:pt x="2482434" y="3614927"/>
                </a:lnTo>
                <a:lnTo>
                  <a:pt x="2473258" y="3636229"/>
                </a:lnTo>
                <a:close/>
              </a:path>
              <a:path w="3576955" h="10273665">
                <a:moveTo>
                  <a:pt x="2285372" y="3553969"/>
                </a:moveTo>
                <a:lnTo>
                  <a:pt x="2266286" y="3545744"/>
                </a:lnTo>
                <a:lnTo>
                  <a:pt x="2274512" y="3526648"/>
                </a:lnTo>
                <a:lnTo>
                  <a:pt x="2293604" y="3534868"/>
                </a:lnTo>
                <a:lnTo>
                  <a:pt x="2285372" y="3553969"/>
                </a:lnTo>
                <a:close/>
              </a:path>
              <a:path w="3576955" h="10273665">
                <a:moveTo>
                  <a:pt x="2097284" y="3471184"/>
                </a:moveTo>
                <a:lnTo>
                  <a:pt x="2081135" y="3464230"/>
                </a:lnTo>
                <a:lnTo>
                  <a:pt x="2088097" y="3448076"/>
                </a:lnTo>
                <a:lnTo>
                  <a:pt x="2104245" y="3455030"/>
                </a:lnTo>
                <a:lnTo>
                  <a:pt x="2097284" y="3471184"/>
                </a:lnTo>
                <a:close/>
              </a:path>
              <a:path w="3576955" h="10273665">
                <a:moveTo>
                  <a:pt x="1909407" y="3388937"/>
                </a:moveTo>
                <a:lnTo>
                  <a:pt x="1895453" y="3382931"/>
                </a:lnTo>
                <a:lnTo>
                  <a:pt x="1901465" y="3368971"/>
                </a:lnTo>
                <a:lnTo>
                  <a:pt x="1915418" y="3374989"/>
                </a:lnTo>
                <a:lnTo>
                  <a:pt x="1909407" y="3388937"/>
                </a:lnTo>
                <a:close/>
              </a:path>
              <a:path w="3576955" h="10273665">
                <a:moveTo>
                  <a:pt x="1721736" y="3307209"/>
                </a:moveTo>
                <a:lnTo>
                  <a:pt x="1709251" y="3301826"/>
                </a:lnTo>
                <a:lnTo>
                  <a:pt x="1714627" y="3289347"/>
                </a:lnTo>
                <a:lnTo>
                  <a:pt x="1727112" y="3294730"/>
                </a:lnTo>
                <a:lnTo>
                  <a:pt x="1721736" y="3307209"/>
                </a:lnTo>
                <a:close/>
              </a:path>
              <a:path w="3576955" h="10273665">
                <a:moveTo>
                  <a:pt x="1534064" y="3225482"/>
                </a:moveTo>
                <a:lnTo>
                  <a:pt x="1523048" y="3220734"/>
                </a:lnTo>
                <a:lnTo>
                  <a:pt x="1527795" y="3209718"/>
                </a:lnTo>
                <a:lnTo>
                  <a:pt x="1538812" y="3214465"/>
                </a:lnTo>
                <a:lnTo>
                  <a:pt x="1534064" y="3225482"/>
                </a:lnTo>
                <a:close/>
              </a:path>
              <a:path w="3576955" h="10273665">
                <a:moveTo>
                  <a:pt x="1346177" y="3143221"/>
                </a:moveTo>
                <a:lnTo>
                  <a:pt x="1337371" y="3139430"/>
                </a:lnTo>
                <a:lnTo>
                  <a:pt x="1341169" y="3130619"/>
                </a:lnTo>
                <a:lnTo>
                  <a:pt x="1349975" y="3134411"/>
                </a:lnTo>
                <a:lnTo>
                  <a:pt x="1346177" y="3143221"/>
                </a:lnTo>
                <a:close/>
              </a:path>
              <a:path w="3576955" h="10273665">
                <a:moveTo>
                  <a:pt x="1158506" y="3061494"/>
                </a:moveTo>
                <a:lnTo>
                  <a:pt x="1151164" y="3058331"/>
                </a:lnTo>
                <a:lnTo>
                  <a:pt x="1154327" y="3050988"/>
                </a:lnTo>
                <a:lnTo>
                  <a:pt x="1161669" y="3054151"/>
                </a:lnTo>
                <a:lnTo>
                  <a:pt x="1158506" y="3061494"/>
                </a:lnTo>
                <a:close/>
              </a:path>
              <a:path w="3576955" h="10273665">
                <a:moveTo>
                  <a:pt x="970835" y="2979766"/>
                </a:moveTo>
                <a:lnTo>
                  <a:pt x="964961" y="2977238"/>
                </a:lnTo>
                <a:lnTo>
                  <a:pt x="967495" y="2971358"/>
                </a:lnTo>
                <a:lnTo>
                  <a:pt x="973363" y="2973891"/>
                </a:lnTo>
                <a:lnTo>
                  <a:pt x="970835" y="2979766"/>
                </a:lnTo>
                <a:close/>
              </a:path>
              <a:path w="3576955" h="10273665">
                <a:moveTo>
                  <a:pt x="783159" y="2898042"/>
                </a:moveTo>
                <a:lnTo>
                  <a:pt x="778758" y="2896145"/>
                </a:lnTo>
                <a:lnTo>
                  <a:pt x="780652" y="2891738"/>
                </a:lnTo>
                <a:lnTo>
                  <a:pt x="785063" y="2893638"/>
                </a:lnTo>
                <a:lnTo>
                  <a:pt x="783159" y="2898042"/>
                </a:lnTo>
                <a:close/>
              </a:path>
              <a:path w="3576955" h="10273665">
                <a:moveTo>
                  <a:pt x="595487" y="2816315"/>
                </a:moveTo>
                <a:lnTo>
                  <a:pt x="592555" y="2815052"/>
                </a:lnTo>
                <a:lnTo>
                  <a:pt x="593825" y="2812115"/>
                </a:lnTo>
                <a:lnTo>
                  <a:pt x="596752" y="2813372"/>
                </a:lnTo>
                <a:lnTo>
                  <a:pt x="595487" y="2816315"/>
                </a:lnTo>
                <a:close/>
              </a:path>
              <a:path w="3576955" h="10273665">
                <a:moveTo>
                  <a:pt x="3493966" y="3861815"/>
                </a:moveTo>
                <a:lnTo>
                  <a:pt x="3459454" y="3846944"/>
                </a:lnTo>
                <a:lnTo>
                  <a:pt x="3474322" y="3812425"/>
                </a:lnTo>
                <a:lnTo>
                  <a:pt x="3508838" y="3827303"/>
                </a:lnTo>
                <a:lnTo>
                  <a:pt x="3493966" y="3861815"/>
                </a:lnTo>
                <a:close/>
              </a:path>
              <a:path w="3576955" h="10273665">
                <a:moveTo>
                  <a:pt x="3305880" y="3779031"/>
                </a:moveTo>
                <a:lnTo>
                  <a:pt x="3274304" y="3765429"/>
                </a:lnTo>
                <a:lnTo>
                  <a:pt x="3287906" y="3733852"/>
                </a:lnTo>
                <a:lnTo>
                  <a:pt x="3319482" y="3747455"/>
                </a:lnTo>
                <a:lnTo>
                  <a:pt x="3305880" y="3779031"/>
                </a:lnTo>
                <a:close/>
              </a:path>
              <a:path w="3576955" h="10273665">
                <a:moveTo>
                  <a:pt x="3117997" y="3696777"/>
                </a:moveTo>
                <a:lnTo>
                  <a:pt x="3088627" y="3684125"/>
                </a:lnTo>
                <a:lnTo>
                  <a:pt x="3101279" y="3654754"/>
                </a:lnTo>
                <a:lnTo>
                  <a:pt x="3130650" y="3667407"/>
                </a:lnTo>
                <a:lnTo>
                  <a:pt x="3117997" y="3696777"/>
                </a:lnTo>
                <a:close/>
              </a:path>
              <a:path w="3576955" h="10273665">
                <a:moveTo>
                  <a:pt x="2929909" y="3614004"/>
                </a:moveTo>
                <a:lnTo>
                  <a:pt x="2903465" y="3602608"/>
                </a:lnTo>
                <a:lnTo>
                  <a:pt x="2914859" y="3576176"/>
                </a:lnTo>
                <a:lnTo>
                  <a:pt x="2941298" y="3587565"/>
                </a:lnTo>
                <a:lnTo>
                  <a:pt x="2929909" y="3614004"/>
                </a:lnTo>
                <a:close/>
              </a:path>
              <a:path w="3576955" h="10273665">
                <a:moveTo>
                  <a:pt x="2742022" y="3531744"/>
                </a:moveTo>
                <a:lnTo>
                  <a:pt x="2717800" y="3521306"/>
                </a:lnTo>
                <a:lnTo>
                  <a:pt x="2728239" y="3497073"/>
                </a:lnTo>
                <a:lnTo>
                  <a:pt x="2752461" y="3507510"/>
                </a:lnTo>
                <a:lnTo>
                  <a:pt x="2742022" y="3531744"/>
                </a:lnTo>
                <a:close/>
              </a:path>
              <a:path w="3576955" h="10273665">
                <a:moveTo>
                  <a:pt x="2553934" y="3448970"/>
                </a:moveTo>
                <a:lnTo>
                  <a:pt x="2532639" y="3439789"/>
                </a:lnTo>
                <a:lnTo>
                  <a:pt x="2541813" y="3418499"/>
                </a:lnTo>
                <a:lnTo>
                  <a:pt x="2563115" y="3427675"/>
                </a:lnTo>
                <a:lnTo>
                  <a:pt x="2553934" y="3448970"/>
                </a:lnTo>
                <a:close/>
              </a:path>
              <a:path w="3576955" h="10273665">
                <a:moveTo>
                  <a:pt x="2366052" y="3366716"/>
                </a:moveTo>
                <a:lnTo>
                  <a:pt x="2346962" y="3358486"/>
                </a:lnTo>
                <a:lnTo>
                  <a:pt x="2355186" y="3339400"/>
                </a:lnTo>
                <a:lnTo>
                  <a:pt x="2374278" y="3347620"/>
                </a:lnTo>
                <a:lnTo>
                  <a:pt x="2366052" y="3366716"/>
                </a:lnTo>
                <a:close/>
              </a:path>
              <a:path w="3576955" h="10273665">
                <a:moveTo>
                  <a:pt x="2178176" y="3284458"/>
                </a:moveTo>
                <a:lnTo>
                  <a:pt x="2161285" y="3277182"/>
                </a:lnTo>
                <a:lnTo>
                  <a:pt x="2168555" y="3260296"/>
                </a:lnTo>
                <a:lnTo>
                  <a:pt x="2185451" y="3267578"/>
                </a:lnTo>
                <a:lnTo>
                  <a:pt x="2178176" y="3284458"/>
                </a:lnTo>
                <a:close/>
              </a:path>
              <a:path w="3576955" h="10273665">
                <a:moveTo>
                  <a:pt x="1990088" y="3201684"/>
                </a:moveTo>
                <a:lnTo>
                  <a:pt x="1976129" y="3195671"/>
                </a:lnTo>
                <a:lnTo>
                  <a:pt x="1982147" y="3181719"/>
                </a:lnTo>
                <a:lnTo>
                  <a:pt x="1996095" y="3187730"/>
                </a:lnTo>
                <a:lnTo>
                  <a:pt x="1990088" y="3201684"/>
                </a:lnTo>
                <a:close/>
              </a:path>
              <a:path w="3576955" h="10273665">
                <a:moveTo>
                  <a:pt x="1802411" y="3119961"/>
                </a:moveTo>
                <a:lnTo>
                  <a:pt x="1789926" y="3114578"/>
                </a:lnTo>
                <a:lnTo>
                  <a:pt x="1795305" y="3102087"/>
                </a:lnTo>
                <a:lnTo>
                  <a:pt x="1807789" y="3107470"/>
                </a:lnTo>
                <a:lnTo>
                  <a:pt x="1802411" y="3119961"/>
                </a:lnTo>
                <a:close/>
              </a:path>
              <a:path w="3576955" h="10273665">
                <a:moveTo>
                  <a:pt x="1614741" y="3038223"/>
                </a:moveTo>
                <a:lnTo>
                  <a:pt x="1603729" y="3033481"/>
                </a:lnTo>
                <a:lnTo>
                  <a:pt x="1608477" y="3022465"/>
                </a:lnTo>
                <a:lnTo>
                  <a:pt x="1619489" y="3027206"/>
                </a:lnTo>
                <a:lnTo>
                  <a:pt x="1614741" y="3038223"/>
                </a:lnTo>
                <a:close/>
              </a:path>
              <a:path w="3576955" h="10273665">
                <a:moveTo>
                  <a:pt x="1426853" y="2955973"/>
                </a:moveTo>
                <a:lnTo>
                  <a:pt x="1418047" y="2952182"/>
                </a:lnTo>
                <a:lnTo>
                  <a:pt x="1421839" y="2943365"/>
                </a:lnTo>
                <a:lnTo>
                  <a:pt x="1430650" y="2947163"/>
                </a:lnTo>
                <a:lnTo>
                  <a:pt x="1426853" y="2955973"/>
                </a:lnTo>
                <a:close/>
              </a:path>
              <a:path w="3576955" h="10273665">
                <a:moveTo>
                  <a:pt x="1239188" y="2874241"/>
                </a:moveTo>
                <a:lnTo>
                  <a:pt x="1231845" y="2871078"/>
                </a:lnTo>
                <a:lnTo>
                  <a:pt x="1235008" y="2863736"/>
                </a:lnTo>
                <a:lnTo>
                  <a:pt x="1242351" y="2866899"/>
                </a:lnTo>
                <a:lnTo>
                  <a:pt x="1239188" y="2874241"/>
                </a:lnTo>
                <a:close/>
              </a:path>
              <a:path w="3576955" h="10273665">
                <a:moveTo>
                  <a:pt x="1051510" y="2792518"/>
                </a:moveTo>
                <a:lnTo>
                  <a:pt x="1045642" y="2789985"/>
                </a:lnTo>
                <a:lnTo>
                  <a:pt x="1048171" y="2784111"/>
                </a:lnTo>
                <a:lnTo>
                  <a:pt x="1054039" y="2786644"/>
                </a:lnTo>
                <a:lnTo>
                  <a:pt x="1051510" y="2792518"/>
                </a:lnTo>
                <a:close/>
              </a:path>
              <a:path w="3576955" h="10273665">
                <a:moveTo>
                  <a:pt x="863839" y="2710790"/>
                </a:moveTo>
                <a:lnTo>
                  <a:pt x="859435" y="2708886"/>
                </a:lnTo>
                <a:lnTo>
                  <a:pt x="861333" y="2704486"/>
                </a:lnTo>
                <a:lnTo>
                  <a:pt x="865733" y="2706384"/>
                </a:lnTo>
                <a:lnTo>
                  <a:pt x="863839" y="2710790"/>
                </a:lnTo>
                <a:close/>
              </a:path>
              <a:path w="3576955" h="10273665">
                <a:moveTo>
                  <a:pt x="676164" y="2629057"/>
                </a:moveTo>
                <a:lnTo>
                  <a:pt x="673237" y="2627800"/>
                </a:lnTo>
                <a:lnTo>
                  <a:pt x="674502" y="2624857"/>
                </a:lnTo>
                <a:lnTo>
                  <a:pt x="677434" y="2626120"/>
                </a:lnTo>
                <a:lnTo>
                  <a:pt x="676164" y="2629057"/>
                </a:lnTo>
                <a:close/>
              </a:path>
              <a:path w="3576955" h="10273665">
                <a:moveTo>
                  <a:pt x="3574855" y="3675085"/>
                </a:moveTo>
                <a:lnTo>
                  <a:pt x="3539616" y="3659899"/>
                </a:lnTo>
                <a:lnTo>
                  <a:pt x="3554797" y="3624654"/>
                </a:lnTo>
                <a:lnTo>
                  <a:pt x="3576505" y="3634009"/>
                </a:lnTo>
                <a:lnTo>
                  <a:pt x="3576505" y="3671252"/>
                </a:lnTo>
                <a:lnTo>
                  <a:pt x="3574855" y="3675085"/>
                </a:lnTo>
                <a:close/>
              </a:path>
              <a:path w="3576955" h="10273665">
                <a:moveTo>
                  <a:pt x="3386762" y="3592304"/>
                </a:moveTo>
                <a:lnTo>
                  <a:pt x="3354455" y="3578383"/>
                </a:lnTo>
                <a:lnTo>
                  <a:pt x="3368377" y="3546076"/>
                </a:lnTo>
                <a:lnTo>
                  <a:pt x="3400684" y="3559997"/>
                </a:lnTo>
                <a:lnTo>
                  <a:pt x="3386762" y="3592304"/>
                </a:lnTo>
                <a:close/>
              </a:path>
              <a:path w="3576955" h="10273665">
                <a:moveTo>
                  <a:pt x="3198674" y="3509531"/>
                </a:moveTo>
                <a:lnTo>
                  <a:pt x="3169303" y="3496878"/>
                </a:lnTo>
                <a:lnTo>
                  <a:pt x="3181956" y="3467508"/>
                </a:lnTo>
                <a:lnTo>
                  <a:pt x="3211326" y="3480160"/>
                </a:lnTo>
                <a:lnTo>
                  <a:pt x="3198674" y="3509531"/>
                </a:lnTo>
                <a:close/>
              </a:path>
              <a:path w="3576955" h="10273665">
                <a:moveTo>
                  <a:pt x="3010791" y="3427277"/>
                </a:moveTo>
                <a:lnTo>
                  <a:pt x="2983622" y="3415568"/>
                </a:lnTo>
                <a:lnTo>
                  <a:pt x="2995331" y="3388398"/>
                </a:lnTo>
                <a:lnTo>
                  <a:pt x="3022495" y="3400101"/>
                </a:lnTo>
                <a:lnTo>
                  <a:pt x="3010791" y="3427277"/>
                </a:lnTo>
                <a:close/>
              </a:path>
              <a:path w="3576955" h="10273665">
                <a:moveTo>
                  <a:pt x="2822704" y="3344492"/>
                </a:moveTo>
                <a:lnTo>
                  <a:pt x="2798471" y="3334053"/>
                </a:lnTo>
                <a:lnTo>
                  <a:pt x="2808915" y="3309827"/>
                </a:lnTo>
                <a:lnTo>
                  <a:pt x="2833137" y="3320264"/>
                </a:lnTo>
                <a:lnTo>
                  <a:pt x="2822704" y="3344492"/>
                </a:lnTo>
                <a:close/>
              </a:path>
              <a:path w="3576955" h="10273665">
                <a:moveTo>
                  <a:pt x="2634827" y="3262245"/>
                </a:moveTo>
                <a:lnTo>
                  <a:pt x="2612799" y="3252756"/>
                </a:lnTo>
                <a:lnTo>
                  <a:pt x="2622288" y="3230728"/>
                </a:lnTo>
                <a:lnTo>
                  <a:pt x="2644316" y="3240218"/>
                </a:lnTo>
                <a:lnTo>
                  <a:pt x="2634827" y="3262245"/>
                </a:lnTo>
                <a:close/>
              </a:path>
              <a:path w="3576955" h="10273665">
                <a:moveTo>
                  <a:pt x="2446940" y="3179985"/>
                </a:moveTo>
                <a:lnTo>
                  <a:pt x="2427118" y="3171446"/>
                </a:lnTo>
                <a:lnTo>
                  <a:pt x="2435664" y="3151618"/>
                </a:lnTo>
                <a:lnTo>
                  <a:pt x="2455486" y="3160158"/>
                </a:lnTo>
                <a:lnTo>
                  <a:pt x="2446940" y="3179985"/>
                </a:lnTo>
                <a:close/>
              </a:path>
              <a:path w="3576955" h="10273665">
                <a:moveTo>
                  <a:pt x="2258852" y="3097212"/>
                </a:moveTo>
                <a:lnTo>
                  <a:pt x="2241956" y="3089929"/>
                </a:lnTo>
                <a:lnTo>
                  <a:pt x="2249237" y="3073045"/>
                </a:lnTo>
                <a:lnTo>
                  <a:pt x="2266127" y="3080321"/>
                </a:lnTo>
                <a:lnTo>
                  <a:pt x="2258852" y="3097212"/>
                </a:lnTo>
                <a:close/>
              </a:path>
              <a:path w="3576955" h="10273665">
                <a:moveTo>
                  <a:pt x="2070969" y="3014958"/>
                </a:moveTo>
                <a:lnTo>
                  <a:pt x="2056284" y="3008632"/>
                </a:lnTo>
                <a:lnTo>
                  <a:pt x="2062610" y="2993947"/>
                </a:lnTo>
                <a:lnTo>
                  <a:pt x="2077295" y="3000273"/>
                </a:lnTo>
                <a:lnTo>
                  <a:pt x="2070969" y="3014958"/>
                </a:lnTo>
                <a:close/>
              </a:path>
              <a:path w="3576955" h="10273665">
                <a:moveTo>
                  <a:pt x="1883087" y="2932705"/>
                </a:moveTo>
                <a:lnTo>
                  <a:pt x="1870603" y="2927322"/>
                </a:lnTo>
                <a:lnTo>
                  <a:pt x="1875986" y="2914837"/>
                </a:lnTo>
                <a:lnTo>
                  <a:pt x="1888470" y="2920220"/>
                </a:lnTo>
                <a:lnTo>
                  <a:pt x="1883087" y="2932705"/>
                </a:lnTo>
                <a:close/>
              </a:path>
              <a:path w="3576955" h="10273665">
                <a:moveTo>
                  <a:pt x="1695416" y="2850977"/>
                </a:moveTo>
                <a:lnTo>
                  <a:pt x="1684404" y="2846236"/>
                </a:lnTo>
                <a:lnTo>
                  <a:pt x="1689152" y="2835220"/>
                </a:lnTo>
                <a:lnTo>
                  <a:pt x="1700164" y="2839961"/>
                </a:lnTo>
                <a:lnTo>
                  <a:pt x="1695416" y="2850977"/>
                </a:lnTo>
                <a:close/>
              </a:path>
              <a:path w="3576955" h="10273665">
                <a:moveTo>
                  <a:pt x="1507745" y="2769249"/>
                </a:moveTo>
                <a:lnTo>
                  <a:pt x="1498192" y="2765130"/>
                </a:lnTo>
                <a:lnTo>
                  <a:pt x="1502310" y="2755588"/>
                </a:lnTo>
                <a:lnTo>
                  <a:pt x="1511858" y="2759701"/>
                </a:lnTo>
                <a:lnTo>
                  <a:pt x="1507745" y="2769249"/>
                </a:lnTo>
                <a:close/>
              </a:path>
              <a:path w="3576955" h="10273665">
                <a:moveTo>
                  <a:pt x="1319863" y="2686996"/>
                </a:moveTo>
                <a:lnTo>
                  <a:pt x="1312520" y="2683833"/>
                </a:lnTo>
                <a:lnTo>
                  <a:pt x="1315683" y="2676490"/>
                </a:lnTo>
                <a:lnTo>
                  <a:pt x="1323026" y="2679653"/>
                </a:lnTo>
                <a:lnTo>
                  <a:pt x="1319863" y="2686996"/>
                </a:lnTo>
                <a:close/>
              </a:path>
              <a:path w="3576955" h="10273665">
                <a:moveTo>
                  <a:pt x="1132187" y="2605261"/>
                </a:moveTo>
                <a:lnTo>
                  <a:pt x="1126319" y="2602728"/>
                </a:lnTo>
                <a:lnTo>
                  <a:pt x="1128852" y="2596860"/>
                </a:lnTo>
                <a:lnTo>
                  <a:pt x="1134720" y="2599394"/>
                </a:lnTo>
                <a:lnTo>
                  <a:pt x="1132187" y="2605261"/>
                </a:lnTo>
                <a:close/>
              </a:path>
              <a:path w="3576955" h="10273665">
                <a:moveTo>
                  <a:pt x="944516" y="2523534"/>
                </a:moveTo>
                <a:lnTo>
                  <a:pt x="940109" y="2521641"/>
                </a:lnTo>
                <a:lnTo>
                  <a:pt x="942009" y="2517230"/>
                </a:lnTo>
                <a:lnTo>
                  <a:pt x="946414" y="2519134"/>
                </a:lnTo>
                <a:lnTo>
                  <a:pt x="944516" y="2523534"/>
                </a:lnTo>
                <a:close/>
              </a:path>
              <a:path w="3576955" h="10273665">
                <a:moveTo>
                  <a:pt x="756845" y="2441806"/>
                </a:moveTo>
                <a:lnTo>
                  <a:pt x="753913" y="2440543"/>
                </a:lnTo>
                <a:lnTo>
                  <a:pt x="755183" y="2437606"/>
                </a:lnTo>
                <a:lnTo>
                  <a:pt x="758110" y="2438863"/>
                </a:lnTo>
                <a:lnTo>
                  <a:pt x="756845" y="2441806"/>
                </a:lnTo>
                <a:close/>
              </a:path>
              <a:path w="3576955" h="10273665">
                <a:moveTo>
                  <a:pt x="569167" y="2360083"/>
                </a:moveTo>
                <a:lnTo>
                  <a:pt x="567699" y="2359448"/>
                </a:lnTo>
                <a:lnTo>
                  <a:pt x="568340" y="2357975"/>
                </a:lnTo>
                <a:lnTo>
                  <a:pt x="569804" y="2358603"/>
                </a:lnTo>
                <a:lnTo>
                  <a:pt x="569167" y="2360083"/>
                </a:lnTo>
                <a:close/>
              </a:path>
              <a:path w="3576955" h="10273665">
                <a:moveTo>
                  <a:pt x="3467442" y="3405053"/>
                </a:moveTo>
                <a:lnTo>
                  <a:pt x="3435129" y="3391136"/>
                </a:lnTo>
                <a:lnTo>
                  <a:pt x="3449053" y="3358818"/>
                </a:lnTo>
                <a:lnTo>
                  <a:pt x="3481359" y="3372740"/>
                </a:lnTo>
                <a:lnTo>
                  <a:pt x="3467442" y="3405053"/>
                </a:lnTo>
                <a:close/>
              </a:path>
              <a:path w="3576955" h="10273665">
                <a:moveTo>
                  <a:pt x="3279560" y="3322800"/>
                </a:moveTo>
                <a:lnTo>
                  <a:pt x="3249448" y="3309826"/>
                </a:lnTo>
                <a:lnTo>
                  <a:pt x="3262427" y="3279719"/>
                </a:lnTo>
                <a:lnTo>
                  <a:pt x="3292539" y="3292693"/>
                </a:lnTo>
                <a:lnTo>
                  <a:pt x="3279560" y="3322800"/>
                </a:lnTo>
                <a:close/>
              </a:path>
              <a:path w="3576955" h="10273665">
                <a:moveTo>
                  <a:pt x="3091467" y="3240020"/>
                </a:moveTo>
                <a:lnTo>
                  <a:pt x="3064302" y="3228317"/>
                </a:lnTo>
                <a:lnTo>
                  <a:pt x="3076005" y="3201152"/>
                </a:lnTo>
                <a:lnTo>
                  <a:pt x="3103170" y="3212855"/>
                </a:lnTo>
                <a:lnTo>
                  <a:pt x="3091467" y="3240020"/>
                </a:lnTo>
                <a:close/>
              </a:path>
              <a:path w="3576955" h="10273665">
                <a:moveTo>
                  <a:pt x="2903589" y="3157772"/>
                </a:moveTo>
                <a:lnTo>
                  <a:pt x="2878625" y="3147014"/>
                </a:lnTo>
                <a:lnTo>
                  <a:pt x="2889379" y="3122043"/>
                </a:lnTo>
                <a:lnTo>
                  <a:pt x="2914350" y="3132797"/>
                </a:lnTo>
                <a:lnTo>
                  <a:pt x="2903589" y="3157772"/>
                </a:lnTo>
                <a:close/>
              </a:path>
              <a:path w="3576955" h="10273665">
                <a:moveTo>
                  <a:pt x="2715496" y="3074992"/>
                </a:moveTo>
                <a:lnTo>
                  <a:pt x="2693469" y="3065503"/>
                </a:lnTo>
                <a:lnTo>
                  <a:pt x="2702965" y="3043470"/>
                </a:lnTo>
                <a:lnTo>
                  <a:pt x="2724992" y="3052960"/>
                </a:lnTo>
                <a:lnTo>
                  <a:pt x="2715496" y="3074992"/>
                </a:lnTo>
                <a:close/>
              </a:path>
              <a:path w="3576955" h="10273665">
                <a:moveTo>
                  <a:pt x="2527614" y="2992739"/>
                </a:moveTo>
                <a:lnTo>
                  <a:pt x="2507792" y="2984199"/>
                </a:lnTo>
                <a:lnTo>
                  <a:pt x="2516338" y="2964372"/>
                </a:lnTo>
                <a:lnTo>
                  <a:pt x="2536160" y="2972911"/>
                </a:lnTo>
                <a:lnTo>
                  <a:pt x="2527614" y="2992739"/>
                </a:lnTo>
                <a:close/>
              </a:path>
              <a:path w="3576955" h="10273665">
                <a:moveTo>
                  <a:pt x="2339732" y="2910485"/>
                </a:moveTo>
                <a:lnTo>
                  <a:pt x="2322110" y="2902889"/>
                </a:lnTo>
                <a:lnTo>
                  <a:pt x="2329706" y="2885268"/>
                </a:lnTo>
                <a:lnTo>
                  <a:pt x="2347323" y="2892857"/>
                </a:lnTo>
                <a:lnTo>
                  <a:pt x="2339732" y="2910485"/>
                </a:lnTo>
                <a:close/>
              </a:path>
              <a:path w="3576955" h="10273665">
                <a:moveTo>
                  <a:pt x="2151639" y="2827705"/>
                </a:moveTo>
                <a:lnTo>
                  <a:pt x="2136953" y="2821379"/>
                </a:lnTo>
                <a:lnTo>
                  <a:pt x="2143286" y="2806688"/>
                </a:lnTo>
                <a:lnTo>
                  <a:pt x="2157972" y="2813015"/>
                </a:lnTo>
                <a:lnTo>
                  <a:pt x="2151639" y="2827705"/>
                </a:lnTo>
                <a:close/>
              </a:path>
              <a:path w="3576955" h="10273665">
                <a:moveTo>
                  <a:pt x="1963768" y="2745453"/>
                </a:moveTo>
                <a:lnTo>
                  <a:pt x="1951277" y="2740075"/>
                </a:lnTo>
                <a:lnTo>
                  <a:pt x="1956660" y="2727590"/>
                </a:lnTo>
                <a:lnTo>
                  <a:pt x="1969144" y="2732973"/>
                </a:lnTo>
                <a:lnTo>
                  <a:pt x="1963768" y="2745453"/>
                </a:lnTo>
                <a:close/>
              </a:path>
              <a:path w="3576955" h="10273665">
                <a:moveTo>
                  <a:pt x="1776097" y="2663725"/>
                </a:moveTo>
                <a:lnTo>
                  <a:pt x="1765080" y="2658977"/>
                </a:lnTo>
                <a:lnTo>
                  <a:pt x="1769822" y="2647966"/>
                </a:lnTo>
                <a:lnTo>
                  <a:pt x="1780838" y="2652714"/>
                </a:lnTo>
                <a:lnTo>
                  <a:pt x="1776097" y="2663725"/>
                </a:lnTo>
                <a:close/>
              </a:path>
              <a:path w="3576955" h="10273665">
                <a:moveTo>
                  <a:pt x="1588420" y="2582002"/>
                </a:moveTo>
                <a:lnTo>
                  <a:pt x="1578866" y="2577882"/>
                </a:lnTo>
                <a:lnTo>
                  <a:pt x="1582986" y="2568329"/>
                </a:lnTo>
                <a:lnTo>
                  <a:pt x="1592539" y="2572449"/>
                </a:lnTo>
                <a:lnTo>
                  <a:pt x="1588420" y="2582002"/>
                </a:lnTo>
                <a:close/>
              </a:path>
              <a:path w="3576955" h="10273665">
                <a:moveTo>
                  <a:pt x="1400532" y="2499742"/>
                </a:moveTo>
                <a:lnTo>
                  <a:pt x="1393190" y="2496579"/>
                </a:lnTo>
                <a:lnTo>
                  <a:pt x="1396359" y="2489231"/>
                </a:lnTo>
                <a:lnTo>
                  <a:pt x="1403702" y="2492395"/>
                </a:lnTo>
                <a:lnTo>
                  <a:pt x="1400532" y="2499742"/>
                </a:lnTo>
                <a:close/>
              </a:path>
              <a:path w="3576955" h="10273665">
                <a:moveTo>
                  <a:pt x="1212861" y="2418014"/>
                </a:moveTo>
                <a:lnTo>
                  <a:pt x="1206993" y="2415481"/>
                </a:lnTo>
                <a:lnTo>
                  <a:pt x="1209522" y="2409606"/>
                </a:lnTo>
                <a:lnTo>
                  <a:pt x="1215396" y="2412135"/>
                </a:lnTo>
                <a:lnTo>
                  <a:pt x="1212861" y="2418014"/>
                </a:lnTo>
                <a:close/>
              </a:path>
              <a:path w="3576955" h="10273665">
                <a:moveTo>
                  <a:pt x="1025196" y="2336282"/>
                </a:moveTo>
                <a:lnTo>
                  <a:pt x="1020785" y="2334382"/>
                </a:lnTo>
                <a:lnTo>
                  <a:pt x="1022690" y="2329977"/>
                </a:lnTo>
                <a:lnTo>
                  <a:pt x="1027089" y="2331875"/>
                </a:lnTo>
                <a:lnTo>
                  <a:pt x="1025196" y="2336282"/>
                </a:lnTo>
                <a:close/>
              </a:path>
              <a:path w="3576955" h="10273665">
                <a:moveTo>
                  <a:pt x="837521" y="2254548"/>
                </a:moveTo>
                <a:lnTo>
                  <a:pt x="834594" y="2253291"/>
                </a:lnTo>
                <a:lnTo>
                  <a:pt x="835852" y="2250353"/>
                </a:lnTo>
                <a:lnTo>
                  <a:pt x="838784" y="2251616"/>
                </a:lnTo>
                <a:lnTo>
                  <a:pt x="837521" y="2254548"/>
                </a:lnTo>
                <a:close/>
              </a:path>
              <a:path w="3576955" h="10273665">
                <a:moveTo>
                  <a:pt x="649843" y="2172825"/>
                </a:moveTo>
                <a:lnTo>
                  <a:pt x="648380" y="2172196"/>
                </a:lnTo>
                <a:lnTo>
                  <a:pt x="649015" y="2170728"/>
                </a:lnTo>
                <a:lnTo>
                  <a:pt x="650478" y="2171356"/>
                </a:lnTo>
                <a:lnTo>
                  <a:pt x="649843" y="2172825"/>
                </a:lnTo>
                <a:close/>
              </a:path>
              <a:path w="3576955" h="10273665">
                <a:moveTo>
                  <a:pt x="3548116" y="3217807"/>
                </a:moveTo>
                <a:lnTo>
                  <a:pt x="3515803" y="3203889"/>
                </a:lnTo>
                <a:lnTo>
                  <a:pt x="3529727" y="3171571"/>
                </a:lnTo>
                <a:lnTo>
                  <a:pt x="3562034" y="3185493"/>
                </a:lnTo>
                <a:lnTo>
                  <a:pt x="3548116" y="3217807"/>
                </a:lnTo>
                <a:close/>
              </a:path>
              <a:path w="3576955" h="10273665">
                <a:moveTo>
                  <a:pt x="3360234" y="3135553"/>
                </a:moveTo>
                <a:lnTo>
                  <a:pt x="3330122" y="3122579"/>
                </a:lnTo>
                <a:lnTo>
                  <a:pt x="3343096" y="3092466"/>
                </a:lnTo>
                <a:lnTo>
                  <a:pt x="3373208" y="3105440"/>
                </a:lnTo>
                <a:lnTo>
                  <a:pt x="3360234" y="3135553"/>
                </a:lnTo>
                <a:close/>
              </a:path>
              <a:path w="3576955" h="10273665">
                <a:moveTo>
                  <a:pt x="3172147" y="3052768"/>
                </a:moveTo>
                <a:lnTo>
                  <a:pt x="3144978" y="3041059"/>
                </a:lnTo>
                <a:lnTo>
                  <a:pt x="3156680" y="3013894"/>
                </a:lnTo>
                <a:lnTo>
                  <a:pt x="3183850" y="3025603"/>
                </a:lnTo>
                <a:lnTo>
                  <a:pt x="3172147" y="3052768"/>
                </a:lnTo>
                <a:close/>
              </a:path>
              <a:path w="3576955" h="10273665">
                <a:moveTo>
                  <a:pt x="2984263" y="2970526"/>
                </a:moveTo>
                <a:lnTo>
                  <a:pt x="2959299" y="2959767"/>
                </a:lnTo>
                <a:lnTo>
                  <a:pt x="2970053" y="2934796"/>
                </a:lnTo>
                <a:lnTo>
                  <a:pt x="2995024" y="2945550"/>
                </a:lnTo>
                <a:lnTo>
                  <a:pt x="2984263" y="2970526"/>
                </a:lnTo>
                <a:close/>
              </a:path>
              <a:path w="3576955" h="10273665">
                <a:moveTo>
                  <a:pt x="2796177" y="2887741"/>
                </a:moveTo>
                <a:lnTo>
                  <a:pt x="2774149" y="2878251"/>
                </a:lnTo>
                <a:lnTo>
                  <a:pt x="2783645" y="2856219"/>
                </a:lnTo>
                <a:lnTo>
                  <a:pt x="2805673" y="2865708"/>
                </a:lnTo>
                <a:lnTo>
                  <a:pt x="2796177" y="2887741"/>
                </a:lnTo>
                <a:close/>
              </a:path>
              <a:path w="3576955" h="10273665">
                <a:moveTo>
                  <a:pt x="2608289" y="2805481"/>
                </a:moveTo>
                <a:lnTo>
                  <a:pt x="2588467" y="2796941"/>
                </a:lnTo>
                <a:lnTo>
                  <a:pt x="2597007" y="2777118"/>
                </a:lnTo>
                <a:lnTo>
                  <a:pt x="2616829" y="2785658"/>
                </a:lnTo>
                <a:lnTo>
                  <a:pt x="2608289" y="2805481"/>
                </a:lnTo>
                <a:close/>
              </a:path>
              <a:path w="3576955" h="10273665">
                <a:moveTo>
                  <a:pt x="2420407" y="2723227"/>
                </a:moveTo>
                <a:lnTo>
                  <a:pt x="2402790" y="2715638"/>
                </a:lnTo>
                <a:lnTo>
                  <a:pt x="2410380" y="2698021"/>
                </a:lnTo>
                <a:lnTo>
                  <a:pt x="2427997" y="2705610"/>
                </a:lnTo>
                <a:lnTo>
                  <a:pt x="2420407" y="2723227"/>
                </a:lnTo>
                <a:close/>
              </a:path>
              <a:path w="3576955" h="10273665">
                <a:moveTo>
                  <a:pt x="2232319" y="2640454"/>
                </a:moveTo>
                <a:lnTo>
                  <a:pt x="2217634" y="2634127"/>
                </a:lnTo>
                <a:lnTo>
                  <a:pt x="2223960" y="2619442"/>
                </a:lnTo>
                <a:lnTo>
                  <a:pt x="2238645" y="2625769"/>
                </a:lnTo>
                <a:lnTo>
                  <a:pt x="2232319" y="2640454"/>
                </a:lnTo>
                <a:close/>
              </a:path>
              <a:path w="3576955" h="10273665">
                <a:moveTo>
                  <a:pt x="2044444" y="2558195"/>
                </a:moveTo>
                <a:lnTo>
                  <a:pt x="2031953" y="2552817"/>
                </a:lnTo>
                <a:lnTo>
                  <a:pt x="2037329" y="2540338"/>
                </a:lnTo>
                <a:lnTo>
                  <a:pt x="2049820" y="2545715"/>
                </a:lnTo>
                <a:lnTo>
                  <a:pt x="2044444" y="2558195"/>
                </a:lnTo>
                <a:close/>
              </a:path>
              <a:path w="3576955" h="10273665">
                <a:moveTo>
                  <a:pt x="1856773" y="2476467"/>
                </a:moveTo>
                <a:lnTo>
                  <a:pt x="1845761" y="2471726"/>
                </a:lnTo>
                <a:lnTo>
                  <a:pt x="1850502" y="2460715"/>
                </a:lnTo>
                <a:lnTo>
                  <a:pt x="1861514" y="2465456"/>
                </a:lnTo>
                <a:lnTo>
                  <a:pt x="1856773" y="2476467"/>
                </a:lnTo>
                <a:close/>
              </a:path>
              <a:path w="3576955" h="10273665">
                <a:moveTo>
                  <a:pt x="1669095" y="2394744"/>
                </a:moveTo>
                <a:lnTo>
                  <a:pt x="1659547" y="2390631"/>
                </a:lnTo>
                <a:lnTo>
                  <a:pt x="1663660" y="2381083"/>
                </a:lnTo>
                <a:lnTo>
                  <a:pt x="1673208" y="2385196"/>
                </a:lnTo>
                <a:lnTo>
                  <a:pt x="1669095" y="2394744"/>
                </a:lnTo>
                <a:close/>
              </a:path>
              <a:path w="3576955" h="10273665">
                <a:moveTo>
                  <a:pt x="1481213" y="2312491"/>
                </a:moveTo>
                <a:lnTo>
                  <a:pt x="1473870" y="2309328"/>
                </a:lnTo>
                <a:lnTo>
                  <a:pt x="1477034" y="2301985"/>
                </a:lnTo>
                <a:lnTo>
                  <a:pt x="1484376" y="2305148"/>
                </a:lnTo>
                <a:lnTo>
                  <a:pt x="1481213" y="2312491"/>
                </a:lnTo>
                <a:close/>
              </a:path>
              <a:path w="3576955" h="10273665">
                <a:moveTo>
                  <a:pt x="1293542" y="2230763"/>
                </a:moveTo>
                <a:lnTo>
                  <a:pt x="1287674" y="2228230"/>
                </a:lnTo>
                <a:lnTo>
                  <a:pt x="1290202" y="2222355"/>
                </a:lnTo>
                <a:lnTo>
                  <a:pt x="1296076" y="2224884"/>
                </a:lnTo>
                <a:lnTo>
                  <a:pt x="1293542" y="2230763"/>
                </a:lnTo>
                <a:close/>
              </a:path>
              <a:path w="3576955" h="10273665">
                <a:moveTo>
                  <a:pt x="1105871" y="2149035"/>
                </a:moveTo>
                <a:lnTo>
                  <a:pt x="1101459" y="2147136"/>
                </a:lnTo>
                <a:lnTo>
                  <a:pt x="1103359" y="2142724"/>
                </a:lnTo>
                <a:lnTo>
                  <a:pt x="1107771" y="2144624"/>
                </a:lnTo>
                <a:lnTo>
                  <a:pt x="1105871" y="2149035"/>
                </a:lnTo>
                <a:close/>
              </a:path>
              <a:path w="3576955" h="10273665">
                <a:moveTo>
                  <a:pt x="918195" y="2067301"/>
                </a:moveTo>
                <a:lnTo>
                  <a:pt x="915263" y="2066038"/>
                </a:lnTo>
                <a:lnTo>
                  <a:pt x="916526" y="2063107"/>
                </a:lnTo>
                <a:lnTo>
                  <a:pt x="919458" y="2064370"/>
                </a:lnTo>
                <a:lnTo>
                  <a:pt x="918195" y="2067301"/>
                </a:lnTo>
                <a:close/>
              </a:path>
              <a:path w="3576955" h="10273665">
                <a:moveTo>
                  <a:pt x="730524" y="1985573"/>
                </a:moveTo>
                <a:lnTo>
                  <a:pt x="729056" y="1984939"/>
                </a:lnTo>
                <a:lnTo>
                  <a:pt x="729690" y="1983470"/>
                </a:lnTo>
                <a:lnTo>
                  <a:pt x="731159" y="1984105"/>
                </a:lnTo>
                <a:lnTo>
                  <a:pt x="730524" y="1985573"/>
                </a:lnTo>
                <a:close/>
              </a:path>
              <a:path w="3576955" h="10273665">
                <a:moveTo>
                  <a:pt x="3440915" y="2948301"/>
                </a:moveTo>
                <a:lnTo>
                  <a:pt x="3410802" y="2935327"/>
                </a:lnTo>
                <a:lnTo>
                  <a:pt x="3423769" y="2905219"/>
                </a:lnTo>
                <a:lnTo>
                  <a:pt x="3453882" y="2918193"/>
                </a:lnTo>
                <a:lnTo>
                  <a:pt x="3440915" y="2948301"/>
                </a:lnTo>
                <a:close/>
              </a:path>
              <a:path w="3576955" h="10273665">
                <a:moveTo>
                  <a:pt x="3252821" y="2865520"/>
                </a:moveTo>
                <a:lnTo>
                  <a:pt x="3225652" y="2853811"/>
                </a:lnTo>
                <a:lnTo>
                  <a:pt x="3237361" y="2826641"/>
                </a:lnTo>
                <a:lnTo>
                  <a:pt x="3264526" y="2838344"/>
                </a:lnTo>
                <a:lnTo>
                  <a:pt x="3252821" y="2865520"/>
                </a:lnTo>
                <a:close/>
              </a:path>
              <a:path w="3576955" h="10273665">
                <a:moveTo>
                  <a:pt x="3064939" y="2783267"/>
                </a:moveTo>
                <a:lnTo>
                  <a:pt x="3039975" y="2772508"/>
                </a:lnTo>
                <a:lnTo>
                  <a:pt x="3050734" y="2747544"/>
                </a:lnTo>
                <a:lnTo>
                  <a:pt x="3075698" y="2758303"/>
                </a:lnTo>
                <a:lnTo>
                  <a:pt x="3064939" y="2783267"/>
                </a:lnTo>
                <a:close/>
              </a:path>
              <a:path w="3576955" h="10273665">
                <a:moveTo>
                  <a:pt x="2876853" y="2700482"/>
                </a:moveTo>
                <a:lnTo>
                  <a:pt x="2854825" y="2690993"/>
                </a:lnTo>
                <a:lnTo>
                  <a:pt x="2864314" y="2668965"/>
                </a:lnTo>
                <a:lnTo>
                  <a:pt x="2886342" y="2678454"/>
                </a:lnTo>
                <a:lnTo>
                  <a:pt x="2876853" y="2700482"/>
                </a:lnTo>
                <a:close/>
              </a:path>
              <a:path w="3576955" h="10273665">
                <a:moveTo>
                  <a:pt x="2688964" y="2618233"/>
                </a:moveTo>
                <a:lnTo>
                  <a:pt x="2669142" y="2609694"/>
                </a:lnTo>
                <a:lnTo>
                  <a:pt x="2677688" y="2589866"/>
                </a:lnTo>
                <a:lnTo>
                  <a:pt x="2697510" y="2598406"/>
                </a:lnTo>
                <a:lnTo>
                  <a:pt x="2688964" y="2618233"/>
                </a:lnTo>
                <a:close/>
              </a:path>
              <a:path w="3576955" h="10273665">
                <a:moveTo>
                  <a:pt x="2501082" y="2535980"/>
                </a:moveTo>
                <a:lnTo>
                  <a:pt x="2483465" y="2528390"/>
                </a:lnTo>
                <a:lnTo>
                  <a:pt x="2491056" y="2510762"/>
                </a:lnTo>
                <a:lnTo>
                  <a:pt x="2508678" y="2518358"/>
                </a:lnTo>
                <a:lnTo>
                  <a:pt x="2501082" y="2535980"/>
                </a:lnTo>
                <a:close/>
              </a:path>
              <a:path w="3576955" h="10273665">
                <a:moveTo>
                  <a:pt x="2312995" y="2453195"/>
                </a:moveTo>
                <a:lnTo>
                  <a:pt x="2298310" y="2446868"/>
                </a:lnTo>
                <a:lnTo>
                  <a:pt x="2304636" y="2432183"/>
                </a:lnTo>
                <a:lnTo>
                  <a:pt x="2319321" y="2438510"/>
                </a:lnTo>
                <a:lnTo>
                  <a:pt x="2312995" y="2453195"/>
                </a:lnTo>
                <a:close/>
              </a:path>
              <a:path w="3576955" h="10273665">
                <a:moveTo>
                  <a:pt x="2125117" y="2370948"/>
                </a:moveTo>
                <a:lnTo>
                  <a:pt x="2112626" y="2365570"/>
                </a:lnTo>
                <a:lnTo>
                  <a:pt x="2118009" y="2353085"/>
                </a:lnTo>
                <a:lnTo>
                  <a:pt x="2130500" y="2358463"/>
                </a:lnTo>
                <a:lnTo>
                  <a:pt x="2125117" y="2370948"/>
                </a:lnTo>
                <a:close/>
              </a:path>
              <a:path w="3576955" h="10273665">
                <a:moveTo>
                  <a:pt x="1937446" y="2289220"/>
                </a:moveTo>
                <a:lnTo>
                  <a:pt x="1926430" y="2284472"/>
                </a:lnTo>
                <a:lnTo>
                  <a:pt x="1931177" y="2273456"/>
                </a:lnTo>
                <a:lnTo>
                  <a:pt x="1942194" y="2278204"/>
                </a:lnTo>
                <a:lnTo>
                  <a:pt x="1937446" y="2289220"/>
                </a:lnTo>
                <a:close/>
              </a:path>
              <a:path w="3576955" h="10273665">
                <a:moveTo>
                  <a:pt x="1749775" y="2207492"/>
                </a:moveTo>
                <a:lnTo>
                  <a:pt x="1740222" y="2203373"/>
                </a:lnTo>
                <a:lnTo>
                  <a:pt x="1744335" y="2193824"/>
                </a:lnTo>
                <a:lnTo>
                  <a:pt x="1753888" y="2197944"/>
                </a:lnTo>
                <a:lnTo>
                  <a:pt x="1749775" y="2207492"/>
                </a:lnTo>
                <a:close/>
              </a:path>
              <a:path w="3576955" h="10273665">
                <a:moveTo>
                  <a:pt x="1561888" y="2125232"/>
                </a:moveTo>
                <a:lnTo>
                  <a:pt x="1554546" y="2122069"/>
                </a:lnTo>
                <a:lnTo>
                  <a:pt x="1557709" y="2114726"/>
                </a:lnTo>
                <a:lnTo>
                  <a:pt x="1565051" y="2117889"/>
                </a:lnTo>
                <a:lnTo>
                  <a:pt x="1561888" y="2125232"/>
                </a:lnTo>
                <a:close/>
              </a:path>
              <a:path w="3576955" h="10273665">
                <a:moveTo>
                  <a:pt x="1374217" y="2043504"/>
                </a:moveTo>
                <a:lnTo>
                  <a:pt x="1368343" y="2040976"/>
                </a:lnTo>
                <a:lnTo>
                  <a:pt x="1370877" y="2035096"/>
                </a:lnTo>
                <a:lnTo>
                  <a:pt x="1376751" y="2037625"/>
                </a:lnTo>
                <a:lnTo>
                  <a:pt x="1374217" y="2043504"/>
                </a:lnTo>
                <a:close/>
              </a:path>
              <a:path w="3576955" h="10273665">
                <a:moveTo>
                  <a:pt x="1186546" y="1961776"/>
                </a:moveTo>
                <a:lnTo>
                  <a:pt x="1182139" y="1959883"/>
                </a:lnTo>
                <a:lnTo>
                  <a:pt x="1184033" y="1955477"/>
                </a:lnTo>
                <a:lnTo>
                  <a:pt x="1188444" y="1957377"/>
                </a:lnTo>
                <a:lnTo>
                  <a:pt x="1186546" y="1961776"/>
                </a:lnTo>
                <a:close/>
              </a:path>
              <a:path w="3576955" h="10273665">
                <a:moveTo>
                  <a:pt x="998868" y="1880054"/>
                </a:moveTo>
                <a:lnTo>
                  <a:pt x="995937" y="1878790"/>
                </a:lnTo>
                <a:lnTo>
                  <a:pt x="997207" y="1875854"/>
                </a:lnTo>
                <a:lnTo>
                  <a:pt x="1000134" y="1877110"/>
                </a:lnTo>
                <a:lnTo>
                  <a:pt x="998868" y="1880054"/>
                </a:lnTo>
                <a:close/>
              </a:path>
              <a:path w="3576955" h="10273665">
                <a:moveTo>
                  <a:pt x="811199" y="1798315"/>
                </a:moveTo>
                <a:lnTo>
                  <a:pt x="809736" y="1797687"/>
                </a:lnTo>
                <a:lnTo>
                  <a:pt x="810364" y="1796223"/>
                </a:lnTo>
                <a:lnTo>
                  <a:pt x="811827" y="1796851"/>
                </a:lnTo>
                <a:lnTo>
                  <a:pt x="811199" y="1798315"/>
                </a:lnTo>
                <a:close/>
              </a:path>
              <a:path w="3576955" h="10273665">
                <a:moveTo>
                  <a:pt x="3521589" y="2761042"/>
                </a:moveTo>
                <a:lnTo>
                  <a:pt x="3491477" y="2748068"/>
                </a:lnTo>
                <a:lnTo>
                  <a:pt x="3504449" y="2717967"/>
                </a:lnTo>
                <a:lnTo>
                  <a:pt x="3534561" y="2730941"/>
                </a:lnTo>
                <a:lnTo>
                  <a:pt x="3521589" y="2761042"/>
                </a:lnTo>
                <a:close/>
              </a:path>
              <a:path w="3576955" h="10273665">
                <a:moveTo>
                  <a:pt x="3333496" y="2678262"/>
                </a:moveTo>
                <a:lnTo>
                  <a:pt x="3306331" y="2666560"/>
                </a:lnTo>
                <a:lnTo>
                  <a:pt x="3318036" y="2639384"/>
                </a:lnTo>
                <a:lnTo>
                  <a:pt x="3345205" y="2651093"/>
                </a:lnTo>
                <a:lnTo>
                  <a:pt x="3333496" y="2678262"/>
                </a:lnTo>
                <a:close/>
              </a:path>
              <a:path w="3576955" h="10273665">
                <a:moveTo>
                  <a:pt x="3145618" y="2596015"/>
                </a:moveTo>
                <a:lnTo>
                  <a:pt x="3120654" y="2585256"/>
                </a:lnTo>
                <a:lnTo>
                  <a:pt x="3131408" y="2560285"/>
                </a:lnTo>
                <a:lnTo>
                  <a:pt x="3156373" y="2571044"/>
                </a:lnTo>
                <a:lnTo>
                  <a:pt x="3145618" y="2596015"/>
                </a:lnTo>
                <a:close/>
              </a:path>
              <a:path w="3576955" h="10273665">
                <a:moveTo>
                  <a:pt x="2957525" y="2513235"/>
                </a:moveTo>
                <a:lnTo>
                  <a:pt x="2935498" y="2503745"/>
                </a:lnTo>
                <a:lnTo>
                  <a:pt x="2944993" y="2481713"/>
                </a:lnTo>
                <a:lnTo>
                  <a:pt x="2967021" y="2491202"/>
                </a:lnTo>
                <a:lnTo>
                  <a:pt x="2957525" y="2513235"/>
                </a:lnTo>
                <a:close/>
              </a:path>
              <a:path w="3576955" h="10273665">
                <a:moveTo>
                  <a:pt x="2769643" y="2430981"/>
                </a:moveTo>
                <a:lnTo>
                  <a:pt x="2749821" y="2422442"/>
                </a:lnTo>
                <a:lnTo>
                  <a:pt x="2758362" y="2402608"/>
                </a:lnTo>
                <a:lnTo>
                  <a:pt x="2778184" y="2411148"/>
                </a:lnTo>
                <a:lnTo>
                  <a:pt x="2769643" y="2430981"/>
                </a:lnTo>
                <a:close/>
              </a:path>
              <a:path w="3576955" h="10273665">
                <a:moveTo>
                  <a:pt x="2581761" y="2348728"/>
                </a:moveTo>
                <a:lnTo>
                  <a:pt x="2564139" y="2341132"/>
                </a:lnTo>
                <a:lnTo>
                  <a:pt x="2571735" y="2323510"/>
                </a:lnTo>
                <a:lnTo>
                  <a:pt x="2589352" y="2331100"/>
                </a:lnTo>
                <a:lnTo>
                  <a:pt x="2581761" y="2348728"/>
                </a:lnTo>
                <a:close/>
              </a:path>
              <a:path w="3576955" h="10273665">
                <a:moveTo>
                  <a:pt x="2393668" y="2265948"/>
                </a:moveTo>
                <a:lnTo>
                  <a:pt x="2378982" y="2259621"/>
                </a:lnTo>
                <a:lnTo>
                  <a:pt x="2385315" y="2244931"/>
                </a:lnTo>
                <a:lnTo>
                  <a:pt x="2400001" y="2251257"/>
                </a:lnTo>
                <a:lnTo>
                  <a:pt x="2393668" y="2265948"/>
                </a:lnTo>
                <a:close/>
              </a:path>
              <a:path w="3576955" h="10273665">
                <a:moveTo>
                  <a:pt x="2205797" y="2183695"/>
                </a:moveTo>
                <a:lnTo>
                  <a:pt x="2193306" y="2178318"/>
                </a:lnTo>
                <a:lnTo>
                  <a:pt x="2198684" y="2165826"/>
                </a:lnTo>
                <a:lnTo>
                  <a:pt x="2211175" y="2171204"/>
                </a:lnTo>
                <a:lnTo>
                  <a:pt x="2205797" y="2183695"/>
                </a:lnTo>
                <a:close/>
              </a:path>
              <a:path w="3576955" h="10273665">
                <a:moveTo>
                  <a:pt x="2018120" y="2101972"/>
                </a:moveTo>
                <a:lnTo>
                  <a:pt x="2007103" y="2097224"/>
                </a:lnTo>
                <a:lnTo>
                  <a:pt x="2011858" y="2086203"/>
                </a:lnTo>
                <a:lnTo>
                  <a:pt x="2022869" y="2090944"/>
                </a:lnTo>
                <a:lnTo>
                  <a:pt x="2018120" y="2101972"/>
                </a:lnTo>
                <a:close/>
              </a:path>
              <a:path w="3576955" h="10273665">
                <a:moveTo>
                  <a:pt x="1830450" y="2020233"/>
                </a:moveTo>
                <a:lnTo>
                  <a:pt x="1820902" y="2016121"/>
                </a:lnTo>
                <a:lnTo>
                  <a:pt x="1825009" y="2006577"/>
                </a:lnTo>
                <a:lnTo>
                  <a:pt x="1834562" y="2010697"/>
                </a:lnTo>
                <a:lnTo>
                  <a:pt x="1830450" y="2020233"/>
                </a:lnTo>
                <a:close/>
              </a:path>
              <a:path w="3576955" h="10273665">
                <a:moveTo>
                  <a:pt x="1642562" y="1937985"/>
                </a:moveTo>
                <a:lnTo>
                  <a:pt x="1635219" y="1934822"/>
                </a:lnTo>
                <a:lnTo>
                  <a:pt x="1638382" y="1927479"/>
                </a:lnTo>
                <a:lnTo>
                  <a:pt x="1645725" y="1930642"/>
                </a:lnTo>
                <a:lnTo>
                  <a:pt x="1642562" y="1937985"/>
                </a:lnTo>
                <a:close/>
              </a:path>
              <a:path w="3576955" h="10273665">
                <a:moveTo>
                  <a:pt x="1454897" y="1856252"/>
                </a:moveTo>
                <a:lnTo>
                  <a:pt x="1449023" y="1853724"/>
                </a:lnTo>
                <a:lnTo>
                  <a:pt x="1451551" y="1847849"/>
                </a:lnTo>
                <a:lnTo>
                  <a:pt x="1457425" y="1850378"/>
                </a:lnTo>
                <a:lnTo>
                  <a:pt x="1454897" y="1856252"/>
                </a:lnTo>
                <a:close/>
              </a:path>
              <a:path w="3576955" h="10273665">
                <a:moveTo>
                  <a:pt x="1267220" y="1774528"/>
                </a:moveTo>
                <a:lnTo>
                  <a:pt x="1262815" y="1772624"/>
                </a:lnTo>
                <a:lnTo>
                  <a:pt x="1264713" y="1768224"/>
                </a:lnTo>
                <a:lnTo>
                  <a:pt x="1269120" y="1770117"/>
                </a:lnTo>
                <a:lnTo>
                  <a:pt x="1267220" y="1774528"/>
                </a:lnTo>
                <a:close/>
              </a:path>
              <a:path w="3576955" h="10273665">
                <a:moveTo>
                  <a:pt x="1079544" y="1692795"/>
                </a:moveTo>
                <a:lnTo>
                  <a:pt x="1076617" y="1691539"/>
                </a:lnTo>
                <a:lnTo>
                  <a:pt x="1077882" y="1688595"/>
                </a:lnTo>
                <a:lnTo>
                  <a:pt x="1080814" y="1689859"/>
                </a:lnTo>
                <a:lnTo>
                  <a:pt x="1079544" y="1692795"/>
                </a:lnTo>
                <a:close/>
              </a:path>
              <a:path w="3576955" h="10273665">
                <a:moveTo>
                  <a:pt x="891873" y="1611067"/>
                </a:moveTo>
                <a:lnTo>
                  <a:pt x="890409" y="1610439"/>
                </a:lnTo>
                <a:lnTo>
                  <a:pt x="891039" y="1608965"/>
                </a:lnTo>
                <a:lnTo>
                  <a:pt x="892508" y="1609600"/>
                </a:lnTo>
                <a:lnTo>
                  <a:pt x="891873" y="1611067"/>
                </a:lnTo>
                <a:close/>
              </a:path>
              <a:path w="3576955" h="10273665">
                <a:moveTo>
                  <a:pt x="3576505" y="2562690"/>
                </a:moveTo>
                <a:lnTo>
                  <a:pt x="3572157" y="2560816"/>
                </a:lnTo>
                <a:lnTo>
                  <a:pt x="3576505" y="2550721"/>
                </a:lnTo>
                <a:lnTo>
                  <a:pt x="3576505" y="2562690"/>
                </a:lnTo>
                <a:close/>
              </a:path>
              <a:path w="3576955" h="10273665">
                <a:moveTo>
                  <a:pt x="3414170" y="2491014"/>
                </a:moveTo>
                <a:lnTo>
                  <a:pt x="3387001" y="2479306"/>
                </a:lnTo>
                <a:lnTo>
                  <a:pt x="3398716" y="2452131"/>
                </a:lnTo>
                <a:lnTo>
                  <a:pt x="3425881" y="2463834"/>
                </a:lnTo>
                <a:lnTo>
                  <a:pt x="3414170" y="2491014"/>
                </a:lnTo>
                <a:close/>
              </a:path>
              <a:path w="3576955" h="10273665">
                <a:moveTo>
                  <a:pt x="3226295" y="2408756"/>
                </a:moveTo>
                <a:lnTo>
                  <a:pt x="3201324" y="2398002"/>
                </a:lnTo>
                <a:lnTo>
                  <a:pt x="3212090" y="2373033"/>
                </a:lnTo>
                <a:lnTo>
                  <a:pt x="3237054" y="2383792"/>
                </a:lnTo>
                <a:lnTo>
                  <a:pt x="3226295" y="2408756"/>
                </a:lnTo>
                <a:close/>
              </a:path>
              <a:path w="3576955" h="10273665">
                <a:moveTo>
                  <a:pt x="3038207" y="2325982"/>
                </a:moveTo>
                <a:lnTo>
                  <a:pt x="3016179" y="2316493"/>
                </a:lnTo>
                <a:lnTo>
                  <a:pt x="3025668" y="2294466"/>
                </a:lnTo>
                <a:lnTo>
                  <a:pt x="3047696" y="2303955"/>
                </a:lnTo>
                <a:lnTo>
                  <a:pt x="3038207" y="2325982"/>
                </a:lnTo>
                <a:close/>
              </a:path>
              <a:path w="3576955" h="10273665">
                <a:moveTo>
                  <a:pt x="2850320" y="2243722"/>
                </a:moveTo>
                <a:lnTo>
                  <a:pt x="2830498" y="2235183"/>
                </a:lnTo>
                <a:lnTo>
                  <a:pt x="2839037" y="2215360"/>
                </a:lnTo>
                <a:lnTo>
                  <a:pt x="2858859" y="2223900"/>
                </a:lnTo>
                <a:lnTo>
                  <a:pt x="2850320" y="2243722"/>
                </a:lnTo>
                <a:close/>
              </a:path>
              <a:path w="3576955" h="10273665">
                <a:moveTo>
                  <a:pt x="2662437" y="2161469"/>
                </a:moveTo>
                <a:lnTo>
                  <a:pt x="2644820" y="2153880"/>
                </a:lnTo>
                <a:lnTo>
                  <a:pt x="2652412" y="2136251"/>
                </a:lnTo>
                <a:lnTo>
                  <a:pt x="2670034" y="2143847"/>
                </a:lnTo>
                <a:lnTo>
                  <a:pt x="2662437" y="2161469"/>
                </a:lnTo>
                <a:close/>
              </a:path>
              <a:path w="3576955" h="10273665">
                <a:moveTo>
                  <a:pt x="2474349" y="2078695"/>
                </a:moveTo>
                <a:lnTo>
                  <a:pt x="2459664" y="2072369"/>
                </a:lnTo>
                <a:lnTo>
                  <a:pt x="2465990" y="2057684"/>
                </a:lnTo>
                <a:lnTo>
                  <a:pt x="2480675" y="2064010"/>
                </a:lnTo>
                <a:lnTo>
                  <a:pt x="2474349" y="2078695"/>
                </a:lnTo>
                <a:close/>
              </a:path>
              <a:path w="3576955" h="10273665">
                <a:moveTo>
                  <a:pt x="2286467" y="1996442"/>
                </a:moveTo>
                <a:lnTo>
                  <a:pt x="2273983" y="1991059"/>
                </a:lnTo>
                <a:lnTo>
                  <a:pt x="2279359" y="1978579"/>
                </a:lnTo>
                <a:lnTo>
                  <a:pt x="2291850" y="1983957"/>
                </a:lnTo>
                <a:lnTo>
                  <a:pt x="2286467" y="1996442"/>
                </a:lnTo>
                <a:close/>
              </a:path>
              <a:path w="3576955" h="10273665">
                <a:moveTo>
                  <a:pt x="2098796" y="1914714"/>
                </a:moveTo>
                <a:lnTo>
                  <a:pt x="2087784" y="1909973"/>
                </a:lnTo>
                <a:lnTo>
                  <a:pt x="2092532" y="1898957"/>
                </a:lnTo>
                <a:lnTo>
                  <a:pt x="2103544" y="1903698"/>
                </a:lnTo>
                <a:lnTo>
                  <a:pt x="2098796" y="1914714"/>
                </a:lnTo>
                <a:close/>
              </a:path>
              <a:path w="3576955" h="10273665">
                <a:moveTo>
                  <a:pt x="1911125" y="1832986"/>
                </a:moveTo>
                <a:lnTo>
                  <a:pt x="1901577" y="1828873"/>
                </a:lnTo>
                <a:lnTo>
                  <a:pt x="1905690" y="1819325"/>
                </a:lnTo>
                <a:lnTo>
                  <a:pt x="1915238" y="1823438"/>
                </a:lnTo>
                <a:lnTo>
                  <a:pt x="1911125" y="1832986"/>
                </a:lnTo>
                <a:close/>
              </a:path>
              <a:path w="3576955" h="10273665">
                <a:moveTo>
                  <a:pt x="1723243" y="1750733"/>
                </a:moveTo>
                <a:lnTo>
                  <a:pt x="1715900" y="1747570"/>
                </a:lnTo>
                <a:lnTo>
                  <a:pt x="1719063" y="1740227"/>
                </a:lnTo>
                <a:lnTo>
                  <a:pt x="1726406" y="1743390"/>
                </a:lnTo>
                <a:lnTo>
                  <a:pt x="1723243" y="1750733"/>
                </a:lnTo>
                <a:close/>
              </a:path>
              <a:path w="3576955" h="10273665">
                <a:moveTo>
                  <a:pt x="1535572" y="1669005"/>
                </a:moveTo>
                <a:lnTo>
                  <a:pt x="1529697" y="1666477"/>
                </a:lnTo>
                <a:lnTo>
                  <a:pt x="1532232" y="1660597"/>
                </a:lnTo>
                <a:lnTo>
                  <a:pt x="1538100" y="1663130"/>
                </a:lnTo>
                <a:lnTo>
                  <a:pt x="1535572" y="1669005"/>
                </a:lnTo>
                <a:close/>
              </a:path>
              <a:path w="3576955" h="10273665">
                <a:moveTo>
                  <a:pt x="1347897" y="1587270"/>
                </a:moveTo>
                <a:lnTo>
                  <a:pt x="1343496" y="1585373"/>
                </a:lnTo>
                <a:lnTo>
                  <a:pt x="1345390" y="1580966"/>
                </a:lnTo>
                <a:lnTo>
                  <a:pt x="1349801" y="1582866"/>
                </a:lnTo>
                <a:lnTo>
                  <a:pt x="1347897" y="1587270"/>
                </a:lnTo>
                <a:close/>
              </a:path>
              <a:path w="3576955" h="10273665">
                <a:moveTo>
                  <a:pt x="1160225" y="1505543"/>
                </a:moveTo>
                <a:lnTo>
                  <a:pt x="1157293" y="1504280"/>
                </a:lnTo>
                <a:lnTo>
                  <a:pt x="1158563" y="1501344"/>
                </a:lnTo>
                <a:lnTo>
                  <a:pt x="1161490" y="1502600"/>
                </a:lnTo>
                <a:lnTo>
                  <a:pt x="1160225" y="1505543"/>
                </a:lnTo>
                <a:close/>
              </a:path>
              <a:path w="3576955" h="10273665">
                <a:moveTo>
                  <a:pt x="972554" y="1423816"/>
                </a:moveTo>
                <a:lnTo>
                  <a:pt x="971085" y="1423181"/>
                </a:lnTo>
                <a:lnTo>
                  <a:pt x="971714" y="1421717"/>
                </a:lnTo>
                <a:lnTo>
                  <a:pt x="973182" y="1422352"/>
                </a:lnTo>
                <a:lnTo>
                  <a:pt x="972554" y="1423816"/>
                </a:lnTo>
                <a:close/>
              </a:path>
              <a:path w="3576955" h="10273665">
                <a:moveTo>
                  <a:pt x="3494846" y="2303756"/>
                </a:moveTo>
                <a:lnTo>
                  <a:pt x="3467682" y="2292054"/>
                </a:lnTo>
                <a:lnTo>
                  <a:pt x="3479391" y="2264884"/>
                </a:lnTo>
                <a:lnTo>
                  <a:pt x="3506555" y="2276586"/>
                </a:lnTo>
                <a:lnTo>
                  <a:pt x="3494846" y="2303756"/>
                </a:lnTo>
                <a:close/>
              </a:path>
              <a:path w="3576955" h="10273665">
                <a:moveTo>
                  <a:pt x="3306976" y="2221504"/>
                </a:moveTo>
                <a:lnTo>
                  <a:pt x="3282005" y="2210750"/>
                </a:lnTo>
                <a:lnTo>
                  <a:pt x="3292764" y="2185786"/>
                </a:lnTo>
                <a:lnTo>
                  <a:pt x="3317729" y="2196544"/>
                </a:lnTo>
                <a:lnTo>
                  <a:pt x="3306976" y="2221504"/>
                </a:lnTo>
                <a:close/>
              </a:path>
              <a:path w="3576955" h="10273665">
                <a:moveTo>
                  <a:pt x="3118883" y="2138724"/>
                </a:moveTo>
                <a:lnTo>
                  <a:pt x="3096855" y="2129234"/>
                </a:lnTo>
                <a:lnTo>
                  <a:pt x="3106344" y="2107207"/>
                </a:lnTo>
                <a:lnTo>
                  <a:pt x="3128372" y="2116696"/>
                </a:lnTo>
                <a:lnTo>
                  <a:pt x="3118883" y="2138724"/>
                </a:lnTo>
                <a:close/>
              </a:path>
              <a:path w="3576955" h="10273665">
                <a:moveTo>
                  <a:pt x="2931001" y="2056470"/>
                </a:moveTo>
                <a:lnTo>
                  <a:pt x="2911178" y="2047931"/>
                </a:lnTo>
                <a:lnTo>
                  <a:pt x="2919718" y="2028108"/>
                </a:lnTo>
                <a:lnTo>
                  <a:pt x="2939540" y="2036648"/>
                </a:lnTo>
                <a:lnTo>
                  <a:pt x="2931001" y="2056470"/>
                </a:lnTo>
                <a:close/>
              </a:path>
              <a:path w="3576955" h="10273665">
                <a:moveTo>
                  <a:pt x="2743118" y="1974217"/>
                </a:moveTo>
                <a:lnTo>
                  <a:pt x="2725496" y="1966621"/>
                </a:lnTo>
                <a:lnTo>
                  <a:pt x="2733086" y="1949004"/>
                </a:lnTo>
                <a:lnTo>
                  <a:pt x="2750708" y="1956600"/>
                </a:lnTo>
                <a:lnTo>
                  <a:pt x="2743118" y="1974217"/>
                </a:lnTo>
                <a:close/>
              </a:path>
              <a:path w="3576955" h="10273665">
                <a:moveTo>
                  <a:pt x="2555025" y="1891436"/>
                </a:moveTo>
                <a:lnTo>
                  <a:pt x="2540340" y="1885110"/>
                </a:lnTo>
                <a:lnTo>
                  <a:pt x="2546666" y="1870425"/>
                </a:lnTo>
                <a:lnTo>
                  <a:pt x="2561351" y="1876751"/>
                </a:lnTo>
                <a:lnTo>
                  <a:pt x="2555025" y="1891436"/>
                </a:lnTo>
                <a:close/>
              </a:path>
              <a:path w="3576955" h="10273665">
                <a:moveTo>
                  <a:pt x="2367148" y="1809189"/>
                </a:moveTo>
                <a:lnTo>
                  <a:pt x="2354663" y="1803806"/>
                </a:lnTo>
                <a:lnTo>
                  <a:pt x="2360039" y="1791327"/>
                </a:lnTo>
                <a:lnTo>
                  <a:pt x="2372524" y="1796710"/>
                </a:lnTo>
                <a:lnTo>
                  <a:pt x="2367148" y="1809189"/>
                </a:lnTo>
                <a:close/>
              </a:path>
              <a:path w="3576955" h="10273665">
                <a:moveTo>
                  <a:pt x="2179477" y="1727461"/>
                </a:moveTo>
                <a:lnTo>
                  <a:pt x="2168460" y="1722714"/>
                </a:lnTo>
                <a:lnTo>
                  <a:pt x="2173208" y="1711698"/>
                </a:lnTo>
                <a:lnTo>
                  <a:pt x="2184224" y="1716445"/>
                </a:lnTo>
                <a:lnTo>
                  <a:pt x="2179477" y="1727461"/>
                </a:lnTo>
                <a:close/>
              </a:path>
              <a:path w="3576955" h="10273665">
                <a:moveTo>
                  <a:pt x="1991806" y="1645734"/>
                </a:moveTo>
                <a:lnTo>
                  <a:pt x="1982252" y="1641614"/>
                </a:lnTo>
                <a:lnTo>
                  <a:pt x="1986365" y="1632066"/>
                </a:lnTo>
                <a:lnTo>
                  <a:pt x="1995918" y="1636186"/>
                </a:lnTo>
                <a:lnTo>
                  <a:pt x="1991806" y="1645734"/>
                </a:lnTo>
                <a:close/>
              </a:path>
              <a:path w="3576955" h="10273665">
                <a:moveTo>
                  <a:pt x="1803918" y="1563474"/>
                </a:moveTo>
                <a:lnTo>
                  <a:pt x="1796576" y="1560311"/>
                </a:lnTo>
                <a:lnTo>
                  <a:pt x="1799739" y="1552968"/>
                </a:lnTo>
                <a:lnTo>
                  <a:pt x="1807081" y="1556131"/>
                </a:lnTo>
                <a:lnTo>
                  <a:pt x="1803918" y="1563474"/>
                </a:lnTo>
                <a:close/>
              </a:path>
              <a:path w="3576955" h="10273665">
                <a:moveTo>
                  <a:pt x="1616247" y="1481746"/>
                </a:moveTo>
                <a:lnTo>
                  <a:pt x="1610373" y="1479217"/>
                </a:lnTo>
                <a:lnTo>
                  <a:pt x="1612907" y="1473338"/>
                </a:lnTo>
                <a:lnTo>
                  <a:pt x="1618775" y="1475871"/>
                </a:lnTo>
                <a:lnTo>
                  <a:pt x="1616247" y="1481746"/>
                </a:lnTo>
                <a:close/>
              </a:path>
              <a:path w="3576955" h="10273665">
                <a:moveTo>
                  <a:pt x="1428570" y="1400023"/>
                </a:moveTo>
                <a:lnTo>
                  <a:pt x="1424170" y="1398125"/>
                </a:lnTo>
                <a:lnTo>
                  <a:pt x="1426070" y="1393714"/>
                </a:lnTo>
                <a:lnTo>
                  <a:pt x="1430470" y="1395612"/>
                </a:lnTo>
                <a:lnTo>
                  <a:pt x="1428570" y="1400023"/>
                </a:lnTo>
                <a:close/>
              </a:path>
              <a:path w="3576955" h="10273665">
                <a:moveTo>
                  <a:pt x="1240900" y="1318284"/>
                </a:moveTo>
                <a:lnTo>
                  <a:pt x="1237973" y="1317028"/>
                </a:lnTo>
                <a:lnTo>
                  <a:pt x="1239236" y="1314096"/>
                </a:lnTo>
                <a:lnTo>
                  <a:pt x="1242163" y="1315353"/>
                </a:lnTo>
                <a:lnTo>
                  <a:pt x="1240900" y="1318284"/>
                </a:lnTo>
                <a:close/>
              </a:path>
              <a:path w="3576955" h="10273665">
                <a:moveTo>
                  <a:pt x="1053229" y="1236556"/>
                </a:moveTo>
                <a:lnTo>
                  <a:pt x="1051766" y="1235928"/>
                </a:lnTo>
                <a:lnTo>
                  <a:pt x="1052394" y="1234465"/>
                </a:lnTo>
                <a:lnTo>
                  <a:pt x="1053858" y="1235093"/>
                </a:lnTo>
                <a:lnTo>
                  <a:pt x="1053229" y="1236556"/>
                </a:lnTo>
                <a:close/>
              </a:path>
              <a:path w="3576955" h="10273665">
                <a:moveTo>
                  <a:pt x="3575527" y="2116505"/>
                </a:moveTo>
                <a:lnTo>
                  <a:pt x="3548357" y="2104796"/>
                </a:lnTo>
                <a:lnTo>
                  <a:pt x="3560060" y="2077631"/>
                </a:lnTo>
                <a:lnTo>
                  <a:pt x="3576505" y="2084718"/>
                </a:lnTo>
                <a:lnTo>
                  <a:pt x="3576505" y="2114234"/>
                </a:lnTo>
                <a:lnTo>
                  <a:pt x="3575527" y="2116505"/>
                </a:lnTo>
                <a:close/>
              </a:path>
              <a:path w="3576955" h="10273665">
                <a:moveTo>
                  <a:pt x="3387649" y="2034258"/>
                </a:moveTo>
                <a:lnTo>
                  <a:pt x="3362679" y="2023503"/>
                </a:lnTo>
                <a:lnTo>
                  <a:pt x="3373433" y="1998533"/>
                </a:lnTo>
                <a:lnTo>
                  <a:pt x="3398403" y="2009287"/>
                </a:lnTo>
                <a:lnTo>
                  <a:pt x="3387649" y="2034258"/>
                </a:lnTo>
                <a:close/>
              </a:path>
              <a:path w="3576955" h="10273665">
                <a:moveTo>
                  <a:pt x="3199563" y="1951473"/>
                </a:moveTo>
                <a:lnTo>
                  <a:pt x="3177535" y="1941983"/>
                </a:lnTo>
                <a:lnTo>
                  <a:pt x="3187024" y="1919956"/>
                </a:lnTo>
                <a:lnTo>
                  <a:pt x="3209052" y="1929445"/>
                </a:lnTo>
                <a:lnTo>
                  <a:pt x="3199563" y="1951473"/>
                </a:lnTo>
                <a:close/>
              </a:path>
              <a:path w="3576955" h="10273665">
                <a:moveTo>
                  <a:pt x="3011675" y="1869213"/>
                </a:moveTo>
                <a:lnTo>
                  <a:pt x="2991853" y="1860673"/>
                </a:lnTo>
                <a:lnTo>
                  <a:pt x="3000393" y="1840850"/>
                </a:lnTo>
                <a:lnTo>
                  <a:pt x="3020215" y="1849390"/>
                </a:lnTo>
                <a:lnTo>
                  <a:pt x="3011675" y="1869213"/>
                </a:lnTo>
                <a:close/>
              </a:path>
              <a:path w="3576955" h="10273665">
                <a:moveTo>
                  <a:pt x="2823791" y="1786970"/>
                </a:moveTo>
                <a:lnTo>
                  <a:pt x="2806170" y="1779374"/>
                </a:lnTo>
                <a:lnTo>
                  <a:pt x="2813766" y="1761753"/>
                </a:lnTo>
                <a:lnTo>
                  <a:pt x="2831383" y="1769342"/>
                </a:lnTo>
                <a:lnTo>
                  <a:pt x="2823791" y="1786970"/>
                </a:lnTo>
                <a:close/>
              </a:path>
              <a:path w="3576955" h="10273665">
                <a:moveTo>
                  <a:pt x="2635705" y="1704185"/>
                </a:moveTo>
                <a:lnTo>
                  <a:pt x="2621019" y="1697859"/>
                </a:lnTo>
                <a:lnTo>
                  <a:pt x="2627345" y="1683174"/>
                </a:lnTo>
                <a:lnTo>
                  <a:pt x="2642031" y="1689500"/>
                </a:lnTo>
                <a:lnTo>
                  <a:pt x="2635705" y="1704185"/>
                </a:lnTo>
                <a:close/>
              </a:path>
              <a:path w="3576955" h="10273665">
                <a:moveTo>
                  <a:pt x="2447822" y="1621932"/>
                </a:moveTo>
                <a:lnTo>
                  <a:pt x="2435338" y="1616549"/>
                </a:lnTo>
                <a:lnTo>
                  <a:pt x="2440714" y="1604069"/>
                </a:lnTo>
                <a:lnTo>
                  <a:pt x="2453198" y="1609452"/>
                </a:lnTo>
                <a:lnTo>
                  <a:pt x="2447822" y="1621932"/>
                </a:lnTo>
                <a:close/>
              </a:path>
              <a:path w="3576955" h="10273665">
                <a:moveTo>
                  <a:pt x="2260151" y="1540204"/>
                </a:moveTo>
                <a:lnTo>
                  <a:pt x="2249140" y="1535463"/>
                </a:lnTo>
                <a:lnTo>
                  <a:pt x="2253887" y="1524447"/>
                </a:lnTo>
                <a:lnTo>
                  <a:pt x="2264899" y="1529188"/>
                </a:lnTo>
                <a:lnTo>
                  <a:pt x="2260151" y="1540204"/>
                </a:lnTo>
                <a:close/>
              </a:path>
              <a:path w="3576955" h="10273665">
                <a:moveTo>
                  <a:pt x="2072480" y="1458476"/>
                </a:moveTo>
                <a:lnTo>
                  <a:pt x="2062932" y="1454363"/>
                </a:lnTo>
                <a:lnTo>
                  <a:pt x="2067045" y="1444815"/>
                </a:lnTo>
                <a:lnTo>
                  <a:pt x="2076593" y="1448928"/>
                </a:lnTo>
                <a:lnTo>
                  <a:pt x="2072480" y="1458476"/>
                </a:lnTo>
                <a:close/>
              </a:path>
              <a:path w="3576955" h="10273665">
                <a:moveTo>
                  <a:pt x="1884598" y="1376223"/>
                </a:moveTo>
                <a:lnTo>
                  <a:pt x="1877256" y="1373060"/>
                </a:lnTo>
                <a:lnTo>
                  <a:pt x="1880419" y="1365717"/>
                </a:lnTo>
                <a:lnTo>
                  <a:pt x="1887761" y="1368880"/>
                </a:lnTo>
                <a:lnTo>
                  <a:pt x="1884598" y="1376223"/>
                </a:lnTo>
                <a:close/>
              </a:path>
              <a:path w="3576955" h="10273665">
                <a:moveTo>
                  <a:pt x="1696921" y="1294500"/>
                </a:moveTo>
                <a:lnTo>
                  <a:pt x="1691053" y="1291967"/>
                </a:lnTo>
                <a:lnTo>
                  <a:pt x="1693587" y="1286087"/>
                </a:lnTo>
                <a:lnTo>
                  <a:pt x="1699455" y="1288620"/>
                </a:lnTo>
                <a:lnTo>
                  <a:pt x="1696921" y="1294500"/>
                </a:lnTo>
                <a:close/>
              </a:path>
              <a:path w="3576955" h="10273665">
                <a:moveTo>
                  <a:pt x="1509249" y="1212772"/>
                </a:moveTo>
                <a:lnTo>
                  <a:pt x="1504845" y="1210867"/>
                </a:lnTo>
                <a:lnTo>
                  <a:pt x="1506743" y="1206467"/>
                </a:lnTo>
                <a:lnTo>
                  <a:pt x="1511143" y="1208365"/>
                </a:lnTo>
                <a:lnTo>
                  <a:pt x="1509249" y="1212772"/>
                </a:lnTo>
                <a:close/>
              </a:path>
              <a:path w="3576955" h="10273665">
                <a:moveTo>
                  <a:pt x="1321574" y="1131038"/>
                </a:moveTo>
                <a:lnTo>
                  <a:pt x="1318647" y="1129781"/>
                </a:lnTo>
                <a:lnTo>
                  <a:pt x="1319912" y="1126838"/>
                </a:lnTo>
                <a:lnTo>
                  <a:pt x="1322844" y="1128101"/>
                </a:lnTo>
                <a:lnTo>
                  <a:pt x="1321574" y="1131038"/>
                </a:lnTo>
                <a:close/>
              </a:path>
              <a:path w="3576955" h="10273665">
                <a:moveTo>
                  <a:pt x="1133909" y="1049306"/>
                </a:moveTo>
                <a:lnTo>
                  <a:pt x="1132441" y="1048671"/>
                </a:lnTo>
                <a:lnTo>
                  <a:pt x="1133069" y="1047207"/>
                </a:lnTo>
                <a:lnTo>
                  <a:pt x="1134537" y="1047842"/>
                </a:lnTo>
                <a:lnTo>
                  <a:pt x="1133909" y="1049306"/>
                </a:lnTo>
                <a:close/>
              </a:path>
              <a:path w="3576955" h="10273665">
                <a:moveTo>
                  <a:pt x="3468113" y="1846473"/>
                </a:moveTo>
                <a:lnTo>
                  <a:pt x="3443879" y="1836034"/>
                </a:lnTo>
                <a:lnTo>
                  <a:pt x="3454323" y="1811807"/>
                </a:lnTo>
                <a:lnTo>
                  <a:pt x="3478545" y="1822244"/>
                </a:lnTo>
                <a:lnTo>
                  <a:pt x="3468113" y="1846473"/>
                </a:lnTo>
                <a:close/>
              </a:path>
              <a:path w="3576955" h="10273665">
                <a:moveTo>
                  <a:pt x="3280025" y="1763699"/>
                </a:moveTo>
                <a:lnTo>
                  <a:pt x="3258723" y="1754523"/>
                </a:lnTo>
                <a:lnTo>
                  <a:pt x="3267899" y="1733221"/>
                </a:lnTo>
                <a:lnTo>
                  <a:pt x="3289194" y="1742402"/>
                </a:lnTo>
                <a:lnTo>
                  <a:pt x="3280025" y="1763699"/>
                </a:lnTo>
                <a:close/>
              </a:path>
              <a:path w="3576955" h="10273665">
                <a:moveTo>
                  <a:pt x="3092349" y="1681965"/>
                </a:moveTo>
                <a:lnTo>
                  <a:pt x="3072527" y="1673426"/>
                </a:lnTo>
                <a:lnTo>
                  <a:pt x="3081073" y="1653598"/>
                </a:lnTo>
                <a:lnTo>
                  <a:pt x="3100895" y="1662138"/>
                </a:lnTo>
                <a:lnTo>
                  <a:pt x="3092349" y="1681965"/>
                </a:lnTo>
                <a:close/>
              </a:path>
              <a:path w="3576955" h="10273665">
                <a:moveTo>
                  <a:pt x="2904261" y="1599192"/>
                </a:moveTo>
                <a:lnTo>
                  <a:pt x="2887365" y="1591909"/>
                </a:lnTo>
                <a:lnTo>
                  <a:pt x="2894646" y="1575025"/>
                </a:lnTo>
                <a:lnTo>
                  <a:pt x="2911537" y="1582301"/>
                </a:lnTo>
                <a:lnTo>
                  <a:pt x="2904261" y="1599192"/>
                </a:lnTo>
                <a:close/>
              </a:path>
              <a:path w="3576955" h="10273665">
                <a:moveTo>
                  <a:pt x="2716374" y="1516932"/>
                </a:moveTo>
                <a:lnTo>
                  <a:pt x="2701688" y="1510605"/>
                </a:lnTo>
                <a:lnTo>
                  <a:pt x="2708021" y="1495915"/>
                </a:lnTo>
                <a:lnTo>
                  <a:pt x="2722707" y="1502241"/>
                </a:lnTo>
                <a:lnTo>
                  <a:pt x="2716374" y="1516932"/>
                </a:lnTo>
                <a:close/>
              </a:path>
              <a:path w="3576955" h="10273665">
                <a:moveTo>
                  <a:pt x="2528496" y="1434684"/>
                </a:moveTo>
                <a:lnTo>
                  <a:pt x="2516012" y="1429301"/>
                </a:lnTo>
                <a:lnTo>
                  <a:pt x="2521395" y="1416817"/>
                </a:lnTo>
                <a:lnTo>
                  <a:pt x="2533879" y="1422200"/>
                </a:lnTo>
                <a:lnTo>
                  <a:pt x="2528496" y="1434684"/>
                </a:lnTo>
                <a:close/>
              </a:path>
              <a:path w="3576955" h="10273665">
                <a:moveTo>
                  <a:pt x="2340831" y="1352952"/>
                </a:moveTo>
                <a:lnTo>
                  <a:pt x="2329815" y="1348204"/>
                </a:lnTo>
                <a:lnTo>
                  <a:pt x="2334556" y="1337193"/>
                </a:lnTo>
                <a:lnTo>
                  <a:pt x="2345573" y="1341941"/>
                </a:lnTo>
                <a:lnTo>
                  <a:pt x="2340831" y="1352952"/>
                </a:lnTo>
                <a:close/>
              </a:path>
              <a:path w="3576955" h="10273665">
                <a:moveTo>
                  <a:pt x="2153154" y="1271229"/>
                </a:moveTo>
                <a:lnTo>
                  <a:pt x="2143601" y="1267109"/>
                </a:lnTo>
                <a:lnTo>
                  <a:pt x="2147719" y="1257568"/>
                </a:lnTo>
                <a:lnTo>
                  <a:pt x="2157267" y="1261681"/>
                </a:lnTo>
                <a:lnTo>
                  <a:pt x="2153154" y="1271229"/>
                </a:lnTo>
                <a:close/>
              </a:path>
              <a:path w="3576955" h="10273665">
                <a:moveTo>
                  <a:pt x="1965274" y="1188964"/>
                </a:moveTo>
                <a:lnTo>
                  <a:pt x="1957931" y="1185801"/>
                </a:lnTo>
                <a:lnTo>
                  <a:pt x="1961094" y="1178458"/>
                </a:lnTo>
                <a:lnTo>
                  <a:pt x="1968437" y="1181621"/>
                </a:lnTo>
                <a:lnTo>
                  <a:pt x="1965274" y="1188964"/>
                </a:lnTo>
                <a:close/>
              </a:path>
              <a:path w="3576955" h="10273665">
                <a:moveTo>
                  <a:pt x="1777596" y="1107241"/>
                </a:moveTo>
                <a:lnTo>
                  <a:pt x="1771728" y="1104707"/>
                </a:lnTo>
                <a:lnTo>
                  <a:pt x="1774261" y="1098839"/>
                </a:lnTo>
                <a:lnTo>
                  <a:pt x="1780129" y="1101373"/>
                </a:lnTo>
                <a:lnTo>
                  <a:pt x="1777596" y="1107241"/>
                </a:lnTo>
                <a:close/>
              </a:path>
              <a:path w="3576955" h="10273665">
                <a:moveTo>
                  <a:pt x="1589926" y="1025512"/>
                </a:moveTo>
                <a:lnTo>
                  <a:pt x="1585526" y="1023615"/>
                </a:lnTo>
                <a:lnTo>
                  <a:pt x="1587419" y="1019208"/>
                </a:lnTo>
                <a:lnTo>
                  <a:pt x="1591824" y="1021113"/>
                </a:lnTo>
                <a:lnTo>
                  <a:pt x="1589926" y="1025512"/>
                </a:lnTo>
                <a:close/>
              </a:path>
              <a:path w="3576955" h="10273665">
                <a:moveTo>
                  <a:pt x="1402254" y="943785"/>
                </a:moveTo>
                <a:lnTo>
                  <a:pt x="1399322" y="942522"/>
                </a:lnTo>
                <a:lnTo>
                  <a:pt x="1400592" y="939585"/>
                </a:lnTo>
                <a:lnTo>
                  <a:pt x="1403519" y="940842"/>
                </a:lnTo>
                <a:lnTo>
                  <a:pt x="1402254" y="943785"/>
                </a:lnTo>
                <a:close/>
              </a:path>
              <a:path w="3576955" h="10273665">
                <a:moveTo>
                  <a:pt x="1214577" y="862062"/>
                </a:moveTo>
                <a:lnTo>
                  <a:pt x="1213109" y="861428"/>
                </a:lnTo>
                <a:lnTo>
                  <a:pt x="1213750" y="859954"/>
                </a:lnTo>
                <a:lnTo>
                  <a:pt x="1215214" y="860583"/>
                </a:lnTo>
                <a:lnTo>
                  <a:pt x="1214577" y="862062"/>
                </a:lnTo>
                <a:close/>
              </a:path>
              <a:path w="3576955" h="10273665">
                <a:moveTo>
                  <a:pt x="3548787" y="1659225"/>
                </a:moveTo>
                <a:lnTo>
                  <a:pt x="3524553" y="1648786"/>
                </a:lnTo>
                <a:lnTo>
                  <a:pt x="3534999" y="1624547"/>
                </a:lnTo>
                <a:lnTo>
                  <a:pt x="3559226" y="1634991"/>
                </a:lnTo>
                <a:lnTo>
                  <a:pt x="3548787" y="1659225"/>
                </a:lnTo>
                <a:close/>
              </a:path>
              <a:path w="3576955" h="10273665">
                <a:moveTo>
                  <a:pt x="3360700" y="1576440"/>
                </a:moveTo>
                <a:lnTo>
                  <a:pt x="3339398" y="1567264"/>
                </a:lnTo>
                <a:lnTo>
                  <a:pt x="3348579" y="1545969"/>
                </a:lnTo>
                <a:lnTo>
                  <a:pt x="3369874" y="1555150"/>
                </a:lnTo>
                <a:lnTo>
                  <a:pt x="3360700" y="1576440"/>
                </a:lnTo>
                <a:close/>
              </a:path>
              <a:path w="3576955" h="10273665">
                <a:moveTo>
                  <a:pt x="3172817" y="1494187"/>
                </a:moveTo>
                <a:lnTo>
                  <a:pt x="3153721" y="1485961"/>
                </a:lnTo>
                <a:lnTo>
                  <a:pt x="3161951" y="1466871"/>
                </a:lnTo>
                <a:lnTo>
                  <a:pt x="3181036" y="1475096"/>
                </a:lnTo>
                <a:lnTo>
                  <a:pt x="3172817" y="1494187"/>
                </a:lnTo>
                <a:close/>
              </a:path>
              <a:path w="3576955" h="10273665">
                <a:moveTo>
                  <a:pt x="2984933" y="1411944"/>
                </a:moveTo>
                <a:lnTo>
                  <a:pt x="2968038" y="1404662"/>
                </a:lnTo>
                <a:lnTo>
                  <a:pt x="2975320" y="1387766"/>
                </a:lnTo>
                <a:lnTo>
                  <a:pt x="2992216" y="1395049"/>
                </a:lnTo>
                <a:lnTo>
                  <a:pt x="2984933" y="1411944"/>
                </a:lnTo>
                <a:close/>
              </a:path>
              <a:path w="3576955" h="10273665">
                <a:moveTo>
                  <a:pt x="2796847" y="1329159"/>
                </a:moveTo>
                <a:lnTo>
                  <a:pt x="2782894" y="1323142"/>
                </a:lnTo>
                <a:lnTo>
                  <a:pt x="2788905" y="1309194"/>
                </a:lnTo>
                <a:lnTo>
                  <a:pt x="2802859" y="1315200"/>
                </a:lnTo>
                <a:lnTo>
                  <a:pt x="2796847" y="1329159"/>
                </a:lnTo>
                <a:close/>
              </a:path>
              <a:path w="3576955" h="10273665">
                <a:moveTo>
                  <a:pt x="2609175" y="1247432"/>
                </a:moveTo>
                <a:lnTo>
                  <a:pt x="2596691" y="1242049"/>
                </a:lnTo>
                <a:lnTo>
                  <a:pt x="2602063" y="1229563"/>
                </a:lnTo>
                <a:lnTo>
                  <a:pt x="2614554" y="1234941"/>
                </a:lnTo>
                <a:lnTo>
                  <a:pt x="2609175" y="1247432"/>
                </a:lnTo>
                <a:close/>
              </a:path>
              <a:path w="3576955" h="10273665">
                <a:moveTo>
                  <a:pt x="2421504" y="1165704"/>
                </a:moveTo>
                <a:lnTo>
                  <a:pt x="2410488" y="1160956"/>
                </a:lnTo>
                <a:lnTo>
                  <a:pt x="2415229" y="1149945"/>
                </a:lnTo>
                <a:lnTo>
                  <a:pt x="2426246" y="1154693"/>
                </a:lnTo>
                <a:lnTo>
                  <a:pt x="2421504" y="1165704"/>
                </a:lnTo>
                <a:close/>
              </a:path>
              <a:path w="3576955" h="10273665">
                <a:moveTo>
                  <a:pt x="2233618" y="1083443"/>
                </a:moveTo>
                <a:lnTo>
                  <a:pt x="2224811" y="1079652"/>
                </a:lnTo>
                <a:lnTo>
                  <a:pt x="2228604" y="1070835"/>
                </a:lnTo>
                <a:lnTo>
                  <a:pt x="2237415" y="1074633"/>
                </a:lnTo>
                <a:lnTo>
                  <a:pt x="2233618" y="1083443"/>
                </a:lnTo>
                <a:close/>
              </a:path>
              <a:path w="3576955" h="10273665">
                <a:moveTo>
                  <a:pt x="2045946" y="1001716"/>
                </a:moveTo>
                <a:lnTo>
                  <a:pt x="2038604" y="998553"/>
                </a:lnTo>
                <a:lnTo>
                  <a:pt x="2041767" y="991211"/>
                </a:lnTo>
                <a:lnTo>
                  <a:pt x="2049109" y="994374"/>
                </a:lnTo>
                <a:lnTo>
                  <a:pt x="2045946" y="1001716"/>
                </a:lnTo>
                <a:close/>
              </a:path>
              <a:path w="3576955" h="10273665">
                <a:moveTo>
                  <a:pt x="1858269" y="919993"/>
                </a:moveTo>
                <a:lnTo>
                  <a:pt x="1852401" y="917460"/>
                </a:lnTo>
                <a:lnTo>
                  <a:pt x="1854929" y="911585"/>
                </a:lnTo>
                <a:lnTo>
                  <a:pt x="1860803" y="914114"/>
                </a:lnTo>
                <a:lnTo>
                  <a:pt x="1858269" y="919993"/>
                </a:lnTo>
                <a:close/>
              </a:path>
              <a:path w="3576955" h="10273665">
                <a:moveTo>
                  <a:pt x="1670603" y="838261"/>
                </a:moveTo>
                <a:lnTo>
                  <a:pt x="1666193" y="836361"/>
                </a:lnTo>
                <a:lnTo>
                  <a:pt x="1668097" y="831956"/>
                </a:lnTo>
                <a:lnTo>
                  <a:pt x="1672497" y="833854"/>
                </a:lnTo>
                <a:lnTo>
                  <a:pt x="1670603" y="838261"/>
                </a:lnTo>
                <a:close/>
              </a:path>
              <a:path w="3576955" h="10273665">
                <a:moveTo>
                  <a:pt x="1482928" y="756527"/>
                </a:moveTo>
                <a:lnTo>
                  <a:pt x="1480001" y="755270"/>
                </a:lnTo>
                <a:lnTo>
                  <a:pt x="1481259" y="752332"/>
                </a:lnTo>
                <a:lnTo>
                  <a:pt x="1484191" y="753595"/>
                </a:lnTo>
                <a:lnTo>
                  <a:pt x="1482928" y="756527"/>
                </a:lnTo>
                <a:close/>
              </a:path>
              <a:path w="3576955" h="10273665">
                <a:moveTo>
                  <a:pt x="3441380" y="1389187"/>
                </a:moveTo>
                <a:lnTo>
                  <a:pt x="3420079" y="1380011"/>
                </a:lnTo>
                <a:lnTo>
                  <a:pt x="3429254" y="1358709"/>
                </a:lnTo>
                <a:lnTo>
                  <a:pt x="3450550" y="1367890"/>
                </a:lnTo>
                <a:lnTo>
                  <a:pt x="3441380" y="1389187"/>
                </a:lnTo>
                <a:close/>
              </a:path>
              <a:path w="3576955" h="10273665">
                <a:moveTo>
                  <a:pt x="3253491" y="1306938"/>
                </a:moveTo>
                <a:lnTo>
                  <a:pt x="3234395" y="1298712"/>
                </a:lnTo>
                <a:lnTo>
                  <a:pt x="3242627" y="1279611"/>
                </a:lnTo>
                <a:lnTo>
                  <a:pt x="3261717" y="1287842"/>
                </a:lnTo>
                <a:lnTo>
                  <a:pt x="3253491" y="1306938"/>
                </a:lnTo>
                <a:close/>
              </a:path>
              <a:path w="3576955" h="10273665">
                <a:moveTo>
                  <a:pt x="3065405" y="1224153"/>
                </a:moveTo>
                <a:lnTo>
                  <a:pt x="3049251" y="1217192"/>
                </a:lnTo>
                <a:lnTo>
                  <a:pt x="3056206" y="1201043"/>
                </a:lnTo>
                <a:lnTo>
                  <a:pt x="3072359" y="1208004"/>
                </a:lnTo>
                <a:lnTo>
                  <a:pt x="3065405" y="1224153"/>
                </a:lnTo>
                <a:close/>
              </a:path>
              <a:path w="3576955" h="10273665">
                <a:moveTo>
                  <a:pt x="2877523" y="1141899"/>
                </a:moveTo>
                <a:lnTo>
                  <a:pt x="2863575" y="1135888"/>
                </a:lnTo>
                <a:lnTo>
                  <a:pt x="2869581" y="1121934"/>
                </a:lnTo>
                <a:lnTo>
                  <a:pt x="2883540" y="1127947"/>
                </a:lnTo>
                <a:lnTo>
                  <a:pt x="2877523" y="1141899"/>
                </a:lnTo>
                <a:close/>
              </a:path>
              <a:path w="3576955" h="10273665">
                <a:moveTo>
                  <a:pt x="2689635" y="1059650"/>
                </a:moveTo>
                <a:lnTo>
                  <a:pt x="2677892" y="1054589"/>
                </a:lnTo>
                <a:lnTo>
                  <a:pt x="2682955" y="1042835"/>
                </a:lnTo>
                <a:lnTo>
                  <a:pt x="2694704" y="1047892"/>
                </a:lnTo>
                <a:lnTo>
                  <a:pt x="2689635" y="1059650"/>
                </a:lnTo>
                <a:close/>
              </a:path>
              <a:path w="3576955" h="10273665">
                <a:moveTo>
                  <a:pt x="2501969" y="977918"/>
                </a:moveTo>
                <a:lnTo>
                  <a:pt x="2491684" y="973490"/>
                </a:lnTo>
                <a:lnTo>
                  <a:pt x="2496110" y="963216"/>
                </a:lnTo>
                <a:lnTo>
                  <a:pt x="2506395" y="967644"/>
                </a:lnTo>
                <a:lnTo>
                  <a:pt x="2501969" y="977918"/>
                </a:lnTo>
                <a:close/>
              </a:path>
              <a:path w="3576955" h="10273665">
                <a:moveTo>
                  <a:pt x="2314298" y="896190"/>
                </a:moveTo>
                <a:lnTo>
                  <a:pt x="2305487" y="892393"/>
                </a:lnTo>
                <a:lnTo>
                  <a:pt x="2309279" y="883587"/>
                </a:lnTo>
                <a:lnTo>
                  <a:pt x="2318090" y="887384"/>
                </a:lnTo>
                <a:lnTo>
                  <a:pt x="2314298" y="896190"/>
                </a:lnTo>
                <a:close/>
              </a:path>
              <a:path w="3576955" h="10273665">
                <a:moveTo>
                  <a:pt x="2126621" y="814467"/>
                </a:moveTo>
                <a:lnTo>
                  <a:pt x="2119278" y="811304"/>
                </a:lnTo>
                <a:lnTo>
                  <a:pt x="2122441" y="803962"/>
                </a:lnTo>
                <a:lnTo>
                  <a:pt x="2129784" y="807125"/>
                </a:lnTo>
                <a:lnTo>
                  <a:pt x="2126621" y="814467"/>
                </a:lnTo>
                <a:close/>
              </a:path>
              <a:path w="3576955" h="10273665">
                <a:moveTo>
                  <a:pt x="1938950" y="732740"/>
                </a:moveTo>
                <a:lnTo>
                  <a:pt x="1933082" y="730207"/>
                </a:lnTo>
                <a:lnTo>
                  <a:pt x="1935610" y="724332"/>
                </a:lnTo>
                <a:lnTo>
                  <a:pt x="1941484" y="726860"/>
                </a:lnTo>
                <a:lnTo>
                  <a:pt x="1938950" y="732740"/>
                </a:lnTo>
                <a:close/>
              </a:path>
              <a:path w="3576955" h="10273665">
                <a:moveTo>
                  <a:pt x="1751279" y="651012"/>
                </a:moveTo>
                <a:lnTo>
                  <a:pt x="1746867" y="649112"/>
                </a:lnTo>
                <a:lnTo>
                  <a:pt x="1748767" y="644701"/>
                </a:lnTo>
                <a:lnTo>
                  <a:pt x="1753179" y="646601"/>
                </a:lnTo>
                <a:lnTo>
                  <a:pt x="1751279" y="651012"/>
                </a:lnTo>
                <a:close/>
              </a:path>
              <a:path w="3576955" h="10273665">
                <a:moveTo>
                  <a:pt x="1563603" y="569278"/>
                </a:moveTo>
                <a:lnTo>
                  <a:pt x="1560671" y="568015"/>
                </a:lnTo>
                <a:lnTo>
                  <a:pt x="1561934" y="565084"/>
                </a:lnTo>
                <a:lnTo>
                  <a:pt x="1564866" y="566347"/>
                </a:lnTo>
                <a:lnTo>
                  <a:pt x="1563603" y="569278"/>
                </a:lnTo>
                <a:close/>
              </a:path>
              <a:path w="3576955" h="10273665">
                <a:moveTo>
                  <a:pt x="3521838" y="1201406"/>
                </a:moveTo>
                <a:lnTo>
                  <a:pt x="3501279" y="1192552"/>
                </a:lnTo>
                <a:lnTo>
                  <a:pt x="3510139" y="1171987"/>
                </a:lnTo>
                <a:lnTo>
                  <a:pt x="3530699" y="1180842"/>
                </a:lnTo>
                <a:lnTo>
                  <a:pt x="3521838" y="1201406"/>
                </a:lnTo>
                <a:close/>
              </a:path>
              <a:path w="3576955" h="10273665">
                <a:moveTo>
                  <a:pt x="3333961" y="1119159"/>
                </a:moveTo>
                <a:lnTo>
                  <a:pt x="3315601" y="1111248"/>
                </a:lnTo>
                <a:lnTo>
                  <a:pt x="3323513" y="1092889"/>
                </a:lnTo>
                <a:lnTo>
                  <a:pt x="3341872" y="1100800"/>
                </a:lnTo>
                <a:lnTo>
                  <a:pt x="3333961" y="1119159"/>
                </a:lnTo>
                <a:close/>
              </a:path>
              <a:path w="3576955" h="10273665">
                <a:moveTo>
                  <a:pt x="3146073" y="1036899"/>
                </a:moveTo>
                <a:lnTo>
                  <a:pt x="3129925" y="1029944"/>
                </a:lnTo>
                <a:lnTo>
                  <a:pt x="3136886" y="1013790"/>
                </a:lnTo>
                <a:lnTo>
                  <a:pt x="3153035" y="1020745"/>
                </a:lnTo>
                <a:lnTo>
                  <a:pt x="3146073" y="1036899"/>
                </a:lnTo>
                <a:close/>
              </a:path>
              <a:path w="3576955" h="10273665">
                <a:moveTo>
                  <a:pt x="2957985" y="954125"/>
                </a:moveTo>
                <a:lnTo>
                  <a:pt x="2944763" y="948427"/>
                </a:lnTo>
                <a:lnTo>
                  <a:pt x="2950461" y="935205"/>
                </a:lnTo>
                <a:lnTo>
                  <a:pt x="2963683" y="940903"/>
                </a:lnTo>
                <a:lnTo>
                  <a:pt x="2957985" y="954125"/>
                </a:lnTo>
                <a:close/>
              </a:path>
              <a:path w="3576955" h="10273665">
                <a:moveTo>
                  <a:pt x="2770315" y="872397"/>
                </a:moveTo>
                <a:lnTo>
                  <a:pt x="2758572" y="867336"/>
                </a:lnTo>
                <a:lnTo>
                  <a:pt x="2763628" y="855587"/>
                </a:lnTo>
                <a:lnTo>
                  <a:pt x="2775378" y="860643"/>
                </a:lnTo>
                <a:lnTo>
                  <a:pt x="2770315" y="872397"/>
                </a:lnTo>
                <a:close/>
              </a:path>
              <a:path w="3576955" h="10273665">
                <a:moveTo>
                  <a:pt x="2582643" y="790670"/>
                </a:moveTo>
                <a:lnTo>
                  <a:pt x="2572358" y="786242"/>
                </a:lnTo>
                <a:lnTo>
                  <a:pt x="2576786" y="775956"/>
                </a:lnTo>
                <a:lnTo>
                  <a:pt x="2587071" y="780384"/>
                </a:lnTo>
                <a:lnTo>
                  <a:pt x="2582643" y="790670"/>
                </a:lnTo>
                <a:close/>
              </a:path>
              <a:path w="3576955" h="10273665">
                <a:moveTo>
                  <a:pt x="2394761" y="708416"/>
                </a:moveTo>
                <a:lnTo>
                  <a:pt x="2386681" y="704938"/>
                </a:lnTo>
                <a:lnTo>
                  <a:pt x="2390159" y="696858"/>
                </a:lnTo>
                <a:lnTo>
                  <a:pt x="2398244" y="700343"/>
                </a:lnTo>
                <a:lnTo>
                  <a:pt x="2394761" y="708416"/>
                </a:lnTo>
                <a:close/>
              </a:path>
              <a:path w="3576955" h="10273665">
                <a:moveTo>
                  <a:pt x="2207090" y="626688"/>
                </a:moveTo>
                <a:lnTo>
                  <a:pt x="2200484" y="623840"/>
                </a:lnTo>
                <a:lnTo>
                  <a:pt x="2203328" y="617228"/>
                </a:lnTo>
                <a:lnTo>
                  <a:pt x="2209938" y="620083"/>
                </a:lnTo>
                <a:lnTo>
                  <a:pt x="2207090" y="626688"/>
                </a:lnTo>
                <a:close/>
              </a:path>
              <a:path w="3576955" h="10273665">
                <a:moveTo>
                  <a:pt x="2019425" y="544956"/>
                </a:moveTo>
                <a:lnTo>
                  <a:pt x="2014276" y="542741"/>
                </a:lnTo>
                <a:lnTo>
                  <a:pt x="2016489" y="537604"/>
                </a:lnTo>
                <a:lnTo>
                  <a:pt x="2021638" y="539819"/>
                </a:lnTo>
                <a:lnTo>
                  <a:pt x="2019425" y="544956"/>
                </a:lnTo>
                <a:close/>
              </a:path>
              <a:path w="3576955" h="10273665">
                <a:moveTo>
                  <a:pt x="1831748" y="463233"/>
                </a:moveTo>
                <a:lnTo>
                  <a:pt x="1828074" y="461649"/>
                </a:lnTo>
                <a:lnTo>
                  <a:pt x="1829658" y="457975"/>
                </a:lnTo>
                <a:lnTo>
                  <a:pt x="1833332" y="459560"/>
                </a:lnTo>
                <a:lnTo>
                  <a:pt x="1831748" y="463233"/>
                </a:lnTo>
                <a:close/>
              </a:path>
              <a:path w="3576955" h="10273665">
                <a:moveTo>
                  <a:pt x="1644077" y="381506"/>
                </a:moveTo>
                <a:lnTo>
                  <a:pt x="1641866" y="380549"/>
                </a:lnTo>
                <a:lnTo>
                  <a:pt x="1642816" y="378344"/>
                </a:lnTo>
                <a:lnTo>
                  <a:pt x="1645027" y="379300"/>
                </a:lnTo>
                <a:lnTo>
                  <a:pt x="1644077" y="381506"/>
                </a:lnTo>
                <a:close/>
              </a:path>
              <a:path w="3576955" h="10273665">
                <a:moveTo>
                  <a:pt x="3414636" y="931899"/>
                </a:moveTo>
                <a:lnTo>
                  <a:pt x="3396277" y="923989"/>
                </a:lnTo>
                <a:lnTo>
                  <a:pt x="3404188" y="905629"/>
                </a:lnTo>
                <a:lnTo>
                  <a:pt x="3422547" y="913540"/>
                </a:lnTo>
                <a:lnTo>
                  <a:pt x="3414636" y="931899"/>
                </a:lnTo>
                <a:close/>
              </a:path>
              <a:path w="3576955" h="10273665">
                <a:moveTo>
                  <a:pt x="3226548" y="849126"/>
                </a:moveTo>
                <a:lnTo>
                  <a:pt x="3211121" y="842478"/>
                </a:lnTo>
                <a:lnTo>
                  <a:pt x="3217767" y="827062"/>
                </a:lnTo>
                <a:lnTo>
                  <a:pt x="3233189" y="833703"/>
                </a:lnTo>
                <a:lnTo>
                  <a:pt x="3226548" y="849126"/>
                </a:lnTo>
                <a:close/>
              </a:path>
              <a:path w="3576955" h="10273665">
                <a:moveTo>
                  <a:pt x="3038666" y="766872"/>
                </a:moveTo>
                <a:lnTo>
                  <a:pt x="3025444" y="761174"/>
                </a:lnTo>
                <a:lnTo>
                  <a:pt x="3031135" y="747957"/>
                </a:lnTo>
                <a:lnTo>
                  <a:pt x="3044357" y="753655"/>
                </a:lnTo>
                <a:lnTo>
                  <a:pt x="3038666" y="766872"/>
                </a:lnTo>
                <a:close/>
              </a:path>
              <a:path w="3576955" h="10273665">
                <a:moveTo>
                  <a:pt x="2850989" y="685139"/>
                </a:moveTo>
                <a:lnTo>
                  <a:pt x="2839241" y="680082"/>
                </a:lnTo>
                <a:lnTo>
                  <a:pt x="2844308" y="668335"/>
                </a:lnTo>
                <a:lnTo>
                  <a:pt x="2856050" y="673396"/>
                </a:lnTo>
                <a:lnTo>
                  <a:pt x="2850989" y="685139"/>
                </a:lnTo>
                <a:close/>
              </a:path>
              <a:path w="3576955" h="10273665">
                <a:moveTo>
                  <a:pt x="2663319" y="603411"/>
                </a:moveTo>
                <a:lnTo>
                  <a:pt x="2653033" y="598983"/>
                </a:lnTo>
                <a:lnTo>
                  <a:pt x="2657466" y="588704"/>
                </a:lnTo>
                <a:lnTo>
                  <a:pt x="2667752" y="593131"/>
                </a:lnTo>
                <a:lnTo>
                  <a:pt x="2663319" y="603411"/>
                </a:lnTo>
                <a:close/>
              </a:path>
              <a:path w="3576955" h="10273665">
                <a:moveTo>
                  <a:pt x="2475441" y="521163"/>
                </a:moveTo>
                <a:lnTo>
                  <a:pt x="2467356" y="517679"/>
                </a:lnTo>
                <a:lnTo>
                  <a:pt x="2470839" y="509605"/>
                </a:lnTo>
                <a:lnTo>
                  <a:pt x="2478919" y="513083"/>
                </a:lnTo>
                <a:lnTo>
                  <a:pt x="2475441" y="521163"/>
                </a:lnTo>
                <a:close/>
              </a:path>
              <a:path w="3576955" h="10273665">
                <a:moveTo>
                  <a:pt x="2287770" y="439436"/>
                </a:moveTo>
                <a:lnTo>
                  <a:pt x="2281154" y="436586"/>
                </a:lnTo>
                <a:lnTo>
                  <a:pt x="2284008" y="429976"/>
                </a:lnTo>
                <a:lnTo>
                  <a:pt x="2290613" y="432824"/>
                </a:lnTo>
                <a:lnTo>
                  <a:pt x="2287770" y="439436"/>
                </a:lnTo>
                <a:close/>
              </a:path>
              <a:path w="3576955" h="10273665">
                <a:moveTo>
                  <a:pt x="2100099" y="357708"/>
                </a:moveTo>
                <a:lnTo>
                  <a:pt x="2094950" y="355493"/>
                </a:lnTo>
                <a:lnTo>
                  <a:pt x="2097165" y="350345"/>
                </a:lnTo>
                <a:lnTo>
                  <a:pt x="2102314" y="352560"/>
                </a:lnTo>
                <a:lnTo>
                  <a:pt x="2100099" y="357708"/>
                </a:lnTo>
                <a:close/>
              </a:path>
              <a:path w="3576955" h="10273665">
                <a:moveTo>
                  <a:pt x="1912423" y="275974"/>
                </a:moveTo>
                <a:lnTo>
                  <a:pt x="1908754" y="274396"/>
                </a:lnTo>
                <a:lnTo>
                  <a:pt x="1910339" y="270722"/>
                </a:lnTo>
                <a:lnTo>
                  <a:pt x="1914008" y="272300"/>
                </a:lnTo>
                <a:lnTo>
                  <a:pt x="1912423" y="275974"/>
                </a:lnTo>
                <a:close/>
              </a:path>
              <a:path w="3576955" h="10273665">
                <a:moveTo>
                  <a:pt x="1724752" y="194246"/>
                </a:moveTo>
                <a:lnTo>
                  <a:pt x="1722547" y="193296"/>
                </a:lnTo>
                <a:lnTo>
                  <a:pt x="1723490" y="191096"/>
                </a:lnTo>
                <a:lnTo>
                  <a:pt x="1725701" y="192052"/>
                </a:lnTo>
                <a:lnTo>
                  <a:pt x="1724752" y="194246"/>
                </a:lnTo>
                <a:close/>
              </a:path>
              <a:path w="3576955" h="10273665">
                <a:moveTo>
                  <a:pt x="3495105" y="744121"/>
                </a:moveTo>
                <a:lnTo>
                  <a:pt x="3477477" y="736530"/>
                </a:lnTo>
                <a:lnTo>
                  <a:pt x="3485068" y="718902"/>
                </a:lnTo>
                <a:lnTo>
                  <a:pt x="3502696" y="726493"/>
                </a:lnTo>
                <a:lnTo>
                  <a:pt x="3495105" y="744121"/>
                </a:lnTo>
                <a:close/>
              </a:path>
              <a:path w="3576955" h="10273665">
                <a:moveTo>
                  <a:pt x="3307011" y="661352"/>
                </a:moveTo>
                <a:lnTo>
                  <a:pt x="3292321" y="655020"/>
                </a:lnTo>
                <a:lnTo>
                  <a:pt x="3298654" y="640329"/>
                </a:lnTo>
                <a:lnTo>
                  <a:pt x="3313344" y="646662"/>
                </a:lnTo>
                <a:lnTo>
                  <a:pt x="3307011" y="661352"/>
                </a:lnTo>
                <a:close/>
              </a:path>
              <a:path w="3576955" h="10273665">
                <a:moveTo>
                  <a:pt x="3119135" y="579094"/>
                </a:moveTo>
                <a:lnTo>
                  <a:pt x="3106651" y="573711"/>
                </a:lnTo>
                <a:lnTo>
                  <a:pt x="3112034" y="561226"/>
                </a:lnTo>
                <a:lnTo>
                  <a:pt x="3124518" y="566609"/>
                </a:lnTo>
                <a:lnTo>
                  <a:pt x="3119135" y="579094"/>
                </a:lnTo>
                <a:close/>
              </a:path>
              <a:path w="3576955" h="10273665">
                <a:moveTo>
                  <a:pt x="2931464" y="497366"/>
                </a:moveTo>
                <a:lnTo>
                  <a:pt x="2920448" y="492618"/>
                </a:lnTo>
                <a:lnTo>
                  <a:pt x="2925189" y="481607"/>
                </a:lnTo>
                <a:lnTo>
                  <a:pt x="2936206" y="486354"/>
                </a:lnTo>
                <a:lnTo>
                  <a:pt x="2931464" y="497366"/>
                </a:lnTo>
                <a:close/>
              </a:path>
              <a:path w="3576955" h="10273665">
                <a:moveTo>
                  <a:pt x="2744001" y="416157"/>
                </a:moveTo>
                <a:lnTo>
                  <a:pt x="2733715" y="411730"/>
                </a:lnTo>
                <a:lnTo>
                  <a:pt x="2738143" y="401444"/>
                </a:lnTo>
                <a:lnTo>
                  <a:pt x="2748422" y="405877"/>
                </a:lnTo>
                <a:lnTo>
                  <a:pt x="2744001" y="416157"/>
                </a:lnTo>
                <a:close/>
              </a:path>
              <a:path w="3576955" h="10273665">
                <a:moveTo>
                  <a:pt x="2556118" y="333904"/>
                </a:moveTo>
                <a:lnTo>
                  <a:pt x="2548038" y="330426"/>
                </a:lnTo>
                <a:lnTo>
                  <a:pt x="2551516" y="322346"/>
                </a:lnTo>
                <a:lnTo>
                  <a:pt x="2559601" y="325831"/>
                </a:lnTo>
                <a:lnTo>
                  <a:pt x="2556118" y="333904"/>
                </a:lnTo>
                <a:close/>
              </a:path>
              <a:path w="3576955" h="10273665">
                <a:moveTo>
                  <a:pt x="2368447" y="252177"/>
                </a:moveTo>
                <a:lnTo>
                  <a:pt x="2361835" y="249333"/>
                </a:lnTo>
                <a:lnTo>
                  <a:pt x="2364685" y="242717"/>
                </a:lnTo>
                <a:lnTo>
                  <a:pt x="2371295" y="245571"/>
                </a:lnTo>
                <a:lnTo>
                  <a:pt x="2368447" y="252177"/>
                </a:lnTo>
                <a:close/>
              </a:path>
              <a:path w="3576955" h="10273665">
                <a:moveTo>
                  <a:pt x="2180775" y="170450"/>
                </a:moveTo>
                <a:lnTo>
                  <a:pt x="2175627" y="168235"/>
                </a:lnTo>
                <a:lnTo>
                  <a:pt x="2177847" y="163093"/>
                </a:lnTo>
                <a:lnTo>
                  <a:pt x="2182988" y="165313"/>
                </a:lnTo>
                <a:lnTo>
                  <a:pt x="2180775" y="170450"/>
                </a:lnTo>
                <a:close/>
              </a:path>
              <a:path w="3576955" h="10273665">
                <a:moveTo>
                  <a:pt x="1993098" y="88726"/>
                </a:moveTo>
                <a:lnTo>
                  <a:pt x="1989429" y="87148"/>
                </a:lnTo>
                <a:lnTo>
                  <a:pt x="1991014" y="83475"/>
                </a:lnTo>
                <a:lnTo>
                  <a:pt x="1994683" y="85053"/>
                </a:lnTo>
                <a:lnTo>
                  <a:pt x="1993098" y="88726"/>
                </a:lnTo>
                <a:close/>
              </a:path>
              <a:path w="3576955" h="10273665">
                <a:moveTo>
                  <a:pt x="1805434" y="6994"/>
                </a:moveTo>
                <a:lnTo>
                  <a:pt x="1803223" y="6038"/>
                </a:lnTo>
                <a:lnTo>
                  <a:pt x="1804172" y="3843"/>
                </a:lnTo>
                <a:lnTo>
                  <a:pt x="1806378" y="4793"/>
                </a:lnTo>
                <a:lnTo>
                  <a:pt x="1805434" y="6994"/>
                </a:lnTo>
                <a:close/>
              </a:path>
              <a:path w="3576955" h="10273665">
                <a:moveTo>
                  <a:pt x="3575570" y="556347"/>
                </a:moveTo>
                <a:lnTo>
                  <a:pt x="3558680" y="549072"/>
                </a:lnTo>
                <a:lnTo>
                  <a:pt x="3565962" y="532176"/>
                </a:lnTo>
                <a:lnTo>
                  <a:pt x="3576505" y="536718"/>
                </a:lnTo>
                <a:lnTo>
                  <a:pt x="3576505" y="554178"/>
                </a:lnTo>
                <a:lnTo>
                  <a:pt x="3575570" y="556347"/>
                </a:lnTo>
                <a:close/>
              </a:path>
              <a:path w="3576955" h="10273665">
                <a:moveTo>
                  <a:pt x="3387688" y="474094"/>
                </a:moveTo>
                <a:lnTo>
                  <a:pt x="3373003" y="467768"/>
                </a:lnTo>
                <a:lnTo>
                  <a:pt x="3379336" y="453077"/>
                </a:lnTo>
                <a:lnTo>
                  <a:pt x="3394021" y="459404"/>
                </a:lnTo>
                <a:lnTo>
                  <a:pt x="3387688" y="474094"/>
                </a:lnTo>
                <a:close/>
              </a:path>
              <a:path w="3576955" h="10273665">
                <a:moveTo>
                  <a:pt x="3199817" y="391842"/>
                </a:moveTo>
                <a:lnTo>
                  <a:pt x="3187326" y="386464"/>
                </a:lnTo>
                <a:lnTo>
                  <a:pt x="3192702" y="373984"/>
                </a:lnTo>
                <a:lnTo>
                  <a:pt x="3205193" y="379362"/>
                </a:lnTo>
                <a:lnTo>
                  <a:pt x="3199817" y="391842"/>
                </a:lnTo>
                <a:close/>
              </a:path>
              <a:path w="3576955" h="10273665">
                <a:moveTo>
                  <a:pt x="3012146" y="310114"/>
                </a:moveTo>
                <a:lnTo>
                  <a:pt x="3001130" y="305366"/>
                </a:lnTo>
                <a:lnTo>
                  <a:pt x="3005871" y="294355"/>
                </a:lnTo>
                <a:lnTo>
                  <a:pt x="3016888" y="299102"/>
                </a:lnTo>
                <a:lnTo>
                  <a:pt x="3012146" y="310114"/>
                </a:lnTo>
                <a:close/>
              </a:path>
              <a:path w="3576955" h="10273665">
                <a:moveTo>
                  <a:pt x="2824464" y="228384"/>
                </a:moveTo>
                <a:lnTo>
                  <a:pt x="2814916" y="224272"/>
                </a:lnTo>
                <a:lnTo>
                  <a:pt x="2819035" y="214719"/>
                </a:lnTo>
                <a:lnTo>
                  <a:pt x="2828583" y="218832"/>
                </a:lnTo>
                <a:lnTo>
                  <a:pt x="2824464" y="228384"/>
                </a:lnTo>
                <a:close/>
              </a:path>
              <a:path w="3576955" h="10273665">
                <a:moveTo>
                  <a:pt x="2636582" y="146131"/>
                </a:moveTo>
                <a:lnTo>
                  <a:pt x="2629239" y="142968"/>
                </a:lnTo>
                <a:lnTo>
                  <a:pt x="2632403" y="135625"/>
                </a:lnTo>
                <a:lnTo>
                  <a:pt x="2639745" y="138788"/>
                </a:lnTo>
                <a:lnTo>
                  <a:pt x="2636582" y="146131"/>
                </a:lnTo>
                <a:close/>
              </a:path>
              <a:path w="3576955" h="10273665">
                <a:moveTo>
                  <a:pt x="2448911" y="64403"/>
                </a:moveTo>
                <a:lnTo>
                  <a:pt x="2443032" y="61868"/>
                </a:lnTo>
                <a:lnTo>
                  <a:pt x="2445566" y="55989"/>
                </a:lnTo>
                <a:lnTo>
                  <a:pt x="2451445" y="58524"/>
                </a:lnTo>
                <a:lnTo>
                  <a:pt x="2448911" y="64403"/>
                </a:lnTo>
                <a:close/>
              </a:path>
              <a:path w="3576955" h="10273665">
                <a:moveTo>
                  <a:pt x="3468158" y="286315"/>
                </a:moveTo>
                <a:lnTo>
                  <a:pt x="3454210" y="280305"/>
                </a:lnTo>
                <a:lnTo>
                  <a:pt x="3460221" y="266357"/>
                </a:lnTo>
                <a:lnTo>
                  <a:pt x="3474164" y="272362"/>
                </a:lnTo>
                <a:lnTo>
                  <a:pt x="3468158" y="286315"/>
                </a:lnTo>
                <a:close/>
              </a:path>
              <a:path w="3576955" h="10273665">
                <a:moveTo>
                  <a:pt x="3280493" y="204583"/>
                </a:moveTo>
                <a:lnTo>
                  <a:pt x="3268002" y="199206"/>
                </a:lnTo>
                <a:lnTo>
                  <a:pt x="3273378" y="186726"/>
                </a:lnTo>
                <a:lnTo>
                  <a:pt x="3285869" y="192104"/>
                </a:lnTo>
                <a:lnTo>
                  <a:pt x="3280493" y="204583"/>
                </a:lnTo>
                <a:close/>
              </a:path>
              <a:path w="3576955" h="10273665">
                <a:moveTo>
                  <a:pt x="3092815" y="122860"/>
                </a:moveTo>
                <a:lnTo>
                  <a:pt x="3081799" y="118113"/>
                </a:lnTo>
                <a:lnTo>
                  <a:pt x="3086547" y="107097"/>
                </a:lnTo>
                <a:lnTo>
                  <a:pt x="3097563" y="111844"/>
                </a:lnTo>
                <a:lnTo>
                  <a:pt x="3092815" y="122860"/>
                </a:lnTo>
                <a:close/>
              </a:path>
              <a:path w="3576955" h="10273665">
                <a:moveTo>
                  <a:pt x="2904933" y="40607"/>
                </a:moveTo>
                <a:lnTo>
                  <a:pt x="2896122" y="36809"/>
                </a:lnTo>
                <a:lnTo>
                  <a:pt x="2899920" y="27998"/>
                </a:lnTo>
                <a:lnTo>
                  <a:pt x="2908731" y="31796"/>
                </a:lnTo>
                <a:lnTo>
                  <a:pt x="2904933" y="40607"/>
                </a:lnTo>
                <a:close/>
              </a:path>
              <a:path w="3576955" h="10273665">
                <a:moveTo>
                  <a:pt x="3548627" y="98537"/>
                </a:moveTo>
                <a:lnTo>
                  <a:pt x="3535405" y="92839"/>
                </a:lnTo>
                <a:lnTo>
                  <a:pt x="3541101" y="79629"/>
                </a:lnTo>
                <a:lnTo>
                  <a:pt x="3554318" y="85320"/>
                </a:lnTo>
                <a:lnTo>
                  <a:pt x="3548627" y="98537"/>
                </a:lnTo>
                <a:close/>
              </a:path>
              <a:path w="3576955" h="10273665">
                <a:moveTo>
                  <a:pt x="3360955" y="16810"/>
                </a:moveTo>
                <a:lnTo>
                  <a:pt x="3349202" y="11747"/>
                </a:lnTo>
                <a:lnTo>
                  <a:pt x="3354269" y="0"/>
                </a:lnTo>
                <a:lnTo>
                  <a:pt x="3366012" y="5061"/>
                </a:lnTo>
                <a:lnTo>
                  <a:pt x="3360955" y="16810"/>
                </a:lnTo>
                <a:close/>
              </a:path>
            </a:pathLst>
          </a:custGeom>
          <a:solidFill>
            <a:srgbClr val="37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335780" cy="5447030"/>
          </a:xfrm>
          <a:custGeom>
            <a:avLst/>
            <a:gdLst/>
            <a:ahLst/>
            <a:cxnLst/>
            <a:rect l="l" t="t" r="r" b="b"/>
            <a:pathLst>
              <a:path w="4335780" h="5447030">
                <a:moveTo>
                  <a:pt x="4333905" y="2639"/>
                </a:moveTo>
                <a:lnTo>
                  <a:pt x="4335216" y="4643"/>
                </a:lnTo>
                <a:lnTo>
                  <a:pt x="4333204" y="5954"/>
                </a:lnTo>
                <a:lnTo>
                  <a:pt x="4331893" y="3951"/>
                </a:lnTo>
                <a:lnTo>
                  <a:pt x="4333905" y="2639"/>
                </a:lnTo>
                <a:close/>
              </a:path>
              <a:path w="4335780" h="5447030">
                <a:moveTo>
                  <a:pt x="4163201" y="113399"/>
                </a:moveTo>
                <a:lnTo>
                  <a:pt x="4164944" y="116082"/>
                </a:lnTo>
                <a:lnTo>
                  <a:pt x="4162270" y="117825"/>
                </a:lnTo>
                <a:lnTo>
                  <a:pt x="4160518" y="115143"/>
                </a:lnTo>
                <a:lnTo>
                  <a:pt x="4163201" y="113399"/>
                </a:lnTo>
                <a:close/>
              </a:path>
              <a:path w="4335780" h="5447030">
                <a:moveTo>
                  <a:pt x="4274279" y="285328"/>
                </a:moveTo>
                <a:lnTo>
                  <a:pt x="4275151" y="286669"/>
                </a:lnTo>
                <a:lnTo>
                  <a:pt x="4273818" y="287541"/>
                </a:lnTo>
                <a:lnTo>
                  <a:pt x="4272946" y="286200"/>
                </a:lnTo>
                <a:lnTo>
                  <a:pt x="4274279" y="285328"/>
                </a:lnTo>
                <a:close/>
              </a:path>
              <a:path w="4335780" h="5447030">
                <a:moveTo>
                  <a:pt x="3881403" y="52230"/>
                </a:moveTo>
                <a:lnTo>
                  <a:pt x="3884466" y="56923"/>
                </a:lnTo>
                <a:lnTo>
                  <a:pt x="3879771" y="59978"/>
                </a:lnTo>
                <a:lnTo>
                  <a:pt x="3876709" y="55284"/>
                </a:lnTo>
                <a:lnTo>
                  <a:pt x="3881403" y="52230"/>
                </a:lnTo>
                <a:close/>
              </a:path>
              <a:path w="4335780" h="5447030">
                <a:moveTo>
                  <a:pt x="3992482" y="224168"/>
                </a:moveTo>
                <a:lnTo>
                  <a:pt x="3994664" y="227513"/>
                </a:lnTo>
                <a:lnTo>
                  <a:pt x="3991319" y="229696"/>
                </a:lnTo>
                <a:lnTo>
                  <a:pt x="3989137" y="226351"/>
                </a:lnTo>
                <a:lnTo>
                  <a:pt x="3992482" y="224168"/>
                </a:lnTo>
                <a:close/>
              </a:path>
              <a:path w="4335780" h="5447030">
                <a:moveTo>
                  <a:pt x="4103576" y="396096"/>
                </a:moveTo>
                <a:lnTo>
                  <a:pt x="4104887" y="398108"/>
                </a:lnTo>
                <a:lnTo>
                  <a:pt x="4102884" y="399411"/>
                </a:lnTo>
                <a:lnTo>
                  <a:pt x="4101572" y="397400"/>
                </a:lnTo>
                <a:lnTo>
                  <a:pt x="4103576" y="396096"/>
                </a:lnTo>
                <a:close/>
              </a:path>
              <a:path w="4335780" h="5447030">
                <a:moveTo>
                  <a:pt x="3596477" y="180"/>
                </a:moveTo>
                <a:lnTo>
                  <a:pt x="3599814" y="0"/>
                </a:lnTo>
                <a:lnTo>
                  <a:pt x="3597389" y="1579"/>
                </a:lnTo>
                <a:lnTo>
                  <a:pt x="3596477" y="180"/>
                </a:lnTo>
                <a:close/>
              </a:path>
              <a:path w="4335780" h="5447030">
                <a:moveTo>
                  <a:pt x="3710700" y="162999"/>
                </a:moveTo>
                <a:lnTo>
                  <a:pt x="3714194" y="168356"/>
                </a:lnTo>
                <a:lnTo>
                  <a:pt x="3708830" y="171850"/>
                </a:lnTo>
                <a:lnTo>
                  <a:pt x="3705336" y="166493"/>
                </a:lnTo>
                <a:lnTo>
                  <a:pt x="3710700" y="162999"/>
                </a:lnTo>
                <a:close/>
              </a:path>
              <a:path w="4335780" h="5447030">
                <a:moveTo>
                  <a:pt x="3821779" y="334937"/>
                </a:moveTo>
                <a:lnTo>
                  <a:pt x="3824401" y="338953"/>
                </a:lnTo>
                <a:lnTo>
                  <a:pt x="3820385" y="341567"/>
                </a:lnTo>
                <a:lnTo>
                  <a:pt x="3817763" y="337551"/>
                </a:lnTo>
                <a:lnTo>
                  <a:pt x="3821779" y="334937"/>
                </a:lnTo>
                <a:close/>
              </a:path>
              <a:path w="4335780" h="5447030">
                <a:moveTo>
                  <a:pt x="3932872" y="506866"/>
                </a:moveTo>
                <a:lnTo>
                  <a:pt x="3934616" y="509540"/>
                </a:lnTo>
                <a:lnTo>
                  <a:pt x="3931934" y="511291"/>
                </a:lnTo>
                <a:lnTo>
                  <a:pt x="3930191" y="508609"/>
                </a:lnTo>
                <a:lnTo>
                  <a:pt x="3932872" y="506866"/>
                </a:lnTo>
                <a:close/>
              </a:path>
              <a:path w="4335780" h="5447030">
                <a:moveTo>
                  <a:pt x="4044074" y="678232"/>
                </a:moveTo>
                <a:lnTo>
                  <a:pt x="4045386" y="680252"/>
                </a:lnTo>
                <a:lnTo>
                  <a:pt x="4043374" y="681563"/>
                </a:lnTo>
                <a:lnTo>
                  <a:pt x="4042062" y="679544"/>
                </a:lnTo>
                <a:lnTo>
                  <a:pt x="4044074" y="678232"/>
                </a:lnTo>
                <a:close/>
              </a:path>
              <a:path w="4335780" h="5447030">
                <a:moveTo>
                  <a:pt x="3428902" y="101831"/>
                </a:moveTo>
                <a:lnTo>
                  <a:pt x="3433707" y="109200"/>
                </a:lnTo>
                <a:lnTo>
                  <a:pt x="3426331" y="114005"/>
                </a:lnTo>
                <a:lnTo>
                  <a:pt x="3421534" y="106636"/>
                </a:lnTo>
                <a:lnTo>
                  <a:pt x="3428902" y="101831"/>
                </a:lnTo>
                <a:close/>
              </a:path>
              <a:path w="4335780" h="5447030">
                <a:moveTo>
                  <a:pt x="3539989" y="273769"/>
                </a:moveTo>
                <a:lnTo>
                  <a:pt x="3543915" y="279797"/>
                </a:lnTo>
                <a:lnTo>
                  <a:pt x="3537895" y="283722"/>
                </a:lnTo>
                <a:lnTo>
                  <a:pt x="3533961" y="277694"/>
                </a:lnTo>
                <a:lnTo>
                  <a:pt x="3539989" y="273769"/>
                </a:lnTo>
                <a:close/>
              </a:path>
              <a:path w="4335780" h="5447030">
                <a:moveTo>
                  <a:pt x="3651076" y="445697"/>
                </a:moveTo>
                <a:lnTo>
                  <a:pt x="3654130" y="450391"/>
                </a:lnTo>
                <a:lnTo>
                  <a:pt x="3649444" y="453445"/>
                </a:lnTo>
                <a:lnTo>
                  <a:pt x="3646389" y="448751"/>
                </a:lnTo>
                <a:lnTo>
                  <a:pt x="3651076" y="445697"/>
                </a:lnTo>
                <a:close/>
              </a:path>
              <a:path w="4335780" h="5447030">
                <a:moveTo>
                  <a:pt x="3762285" y="617071"/>
                </a:moveTo>
                <a:lnTo>
                  <a:pt x="3764900" y="621095"/>
                </a:lnTo>
                <a:lnTo>
                  <a:pt x="3760876" y="623718"/>
                </a:lnTo>
                <a:lnTo>
                  <a:pt x="3758262" y="619694"/>
                </a:lnTo>
                <a:lnTo>
                  <a:pt x="3762285" y="617071"/>
                </a:lnTo>
                <a:close/>
              </a:path>
              <a:path w="4335780" h="5447030">
                <a:moveTo>
                  <a:pt x="3873364" y="789009"/>
                </a:moveTo>
                <a:lnTo>
                  <a:pt x="3875106" y="791683"/>
                </a:lnTo>
                <a:lnTo>
                  <a:pt x="3872432" y="793426"/>
                </a:lnTo>
                <a:lnTo>
                  <a:pt x="3870689" y="790752"/>
                </a:lnTo>
                <a:lnTo>
                  <a:pt x="3873364" y="789009"/>
                </a:lnTo>
                <a:close/>
              </a:path>
              <a:path w="4335780" h="5447030">
                <a:moveTo>
                  <a:pt x="3984458" y="960937"/>
                </a:moveTo>
                <a:lnTo>
                  <a:pt x="3985330" y="962278"/>
                </a:lnTo>
                <a:lnTo>
                  <a:pt x="3983988" y="963150"/>
                </a:lnTo>
                <a:lnTo>
                  <a:pt x="3983117" y="961809"/>
                </a:lnTo>
                <a:lnTo>
                  <a:pt x="3984458" y="960937"/>
                </a:lnTo>
                <a:close/>
              </a:path>
              <a:path w="4335780" h="5447030">
                <a:moveTo>
                  <a:pt x="3147113" y="40670"/>
                </a:moveTo>
                <a:lnTo>
                  <a:pt x="3153221" y="50051"/>
                </a:lnTo>
                <a:lnTo>
                  <a:pt x="3143849" y="56167"/>
                </a:lnTo>
                <a:lnTo>
                  <a:pt x="3137733" y="46787"/>
                </a:lnTo>
                <a:lnTo>
                  <a:pt x="3147113" y="40670"/>
                </a:lnTo>
                <a:close/>
              </a:path>
              <a:path w="4335780" h="5447030">
                <a:moveTo>
                  <a:pt x="3258192" y="212608"/>
                </a:moveTo>
                <a:lnTo>
                  <a:pt x="3263428" y="220639"/>
                </a:lnTo>
                <a:lnTo>
                  <a:pt x="3255397" y="225876"/>
                </a:lnTo>
                <a:lnTo>
                  <a:pt x="3250161" y="217845"/>
                </a:lnTo>
                <a:lnTo>
                  <a:pt x="3258192" y="212608"/>
                </a:lnTo>
                <a:close/>
              </a:path>
              <a:path w="4335780" h="5447030">
                <a:moveTo>
                  <a:pt x="3369286" y="384537"/>
                </a:moveTo>
                <a:lnTo>
                  <a:pt x="3373651" y="391234"/>
                </a:lnTo>
                <a:lnTo>
                  <a:pt x="3366945" y="395600"/>
                </a:lnTo>
                <a:lnTo>
                  <a:pt x="3362580" y="388902"/>
                </a:lnTo>
                <a:lnTo>
                  <a:pt x="3369286" y="384537"/>
                </a:lnTo>
                <a:close/>
              </a:path>
              <a:path w="4335780" h="5447030">
                <a:moveTo>
                  <a:pt x="3480372" y="556465"/>
                </a:moveTo>
                <a:lnTo>
                  <a:pt x="3483858" y="561823"/>
                </a:lnTo>
                <a:lnTo>
                  <a:pt x="3478501" y="565316"/>
                </a:lnTo>
                <a:lnTo>
                  <a:pt x="3475007" y="559959"/>
                </a:lnTo>
                <a:lnTo>
                  <a:pt x="3480372" y="556465"/>
                </a:lnTo>
                <a:close/>
              </a:path>
              <a:path w="4335780" h="5447030">
                <a:moveTo>
                  <a:pt x="3591574" y="727839"/>
                </a:moveTo>
                <a:lnTo>
                  <a:pt x="3594628" y="732525"/>
                </a:lnTo>
                <a:lnTo>
                  <a:pt x="3589942" y="735579"/>
                </a:lnTo>
                <a:lnTo>
                  <a:pt x="3586888" y="730893"/>
                </a:lnTo>
                <a:lnTo>
                  <a:pt x="3591574" y="727839"/>
                </a:lnTo>
                <a:close/>
              </a:path>
              <a:path w="4335780" h="5447030">
                <a:moveTo>
                  <a:pt x="3702660" y="899768"/>
                </a:moveTo>
                <a:lnTo>
                  <a:pt x="3704843" y="903121"/>
                </a:lnTo>
                <a:lnTo>
                  <a:pt x="3701490" y="905304"/>
                </a:lnTo>
                <a:lnTo>
                  <a:pt x="3699307" y="901951"/>
                </a:lnTo>
                <a:lnTo>
                  <a:pt x="3702660" y="899768"/>
                </a:lnTo>
                <a:close/>
              </a:path>
              <a:path w="4335780" h="5447030">
                <a:moveTo>
                  <a:pt x="3813746" y="1071697"/>
                </a:moveTo>
                <a:lnTo>
                  <a:pt x="3815058" y="1073709"/>
                </a:lnTo>
                <a:lnTo>
                  <a:pt x="3813046" y="1075020"/>
                </a:lnTo>
                <a:lnTo>
                  <a:pt x="3811735" y="1073009"/>
                </a:lnTo>
                <a:lnTo>
                  <a:pt x="3813746" y="1071697"/>
                </a:lnTo>
                <a:close/>
              </a:path>
              <a:path w="4335780" h="5447030">
                <a:moveTo>
                  <a:pt x="2976402" y="151439"/>
                </a:moveTo>
                <a:lnTo>
                  <a:pt x="2982950" y="161481"/>
                </a:lnTo>
                <a:lnTo>
                  <a:pt x="2972899" y="168030"/>
                </a:lnTo>
                <a:lnTo>
                  <a:pt x="2966351" y="157987"/>
                </a:lnTo>
                <a:lnTo>
                  <a:pt x="2976402" y="151439"/>
                </a:lnTo>
                <a:close/>
              </a:path>
              <a:path w="4335780" h="5447030">
                <a:moveTo>
                  <a:pt x="3087602" y="322813"/>
                </a:moveTo>
                <a:lnTo>
                  <a:pt x="3093720" y="332184"/>
                </a:lnTo>
                <a:lnTo>
                  <a:pt x="3084340" y="338301"/>
                </a:lnTo>
                <a:lnTo>
                  <a:pt x="3078223" y="328920"/>
                </a:lnTo>
                <a:lnTo>
                  <a:pt x="3087602" y="322813"/>
                </a:lnTo>
                <a:close/>
              </a:path>
              <a:path w="4335780" h="5447030">
                <a:moveTo>
                  <a:pt x="3198575" y="495297"/>
                </a:moveTo>
                <a:lnTo>
                  <a:pt x="3203380" y="502666"/>
                </a:lnTo>
                <a:lnTo>
                  <a:pt x="3196011" y="507463"/>
                </a:lnTo>
                <a:lnTo>
                  <a:pt x="3191206" y="500094"/>
                </a:lnTo>
                <a:lnTo>
                  <a:pt x="3198575" y="495297"/>
                </a:lnTo>
                <a:close/>
              </a:path>
              <a:path w="4335780" h="5447030">
                <a:moveTo>
                  <a:pt x="3309661" y="667226"/>
                </a:moveTo>
                <a:lnTo>
                  <a:pt x="3313595" y="673253"/>
                </a:lnTo>
                <a:lnTo>
                  <a:pt x="3307559" y="677187"/>
                </a:lnTo>
                <a:lnTo>
                  <a:pt x="3303634" y="671159"/>
                </a:lnTo>
                <a:lnTo>
                  <a:pt x="3309661" y="667226"/>
                </a:lnTo>
                <a:close/>
              </a:path>
              <a:path w="4335780" h="5447030">
                <a:moveTo>
                  <a:pt x="3420862" y="838600"/>
                </a:moveTo>
                <a:lnTo>
                  <a:pt x="3424357" y="843965"/>
                </a:lnTo>
                <a:lnTo>
                  <a:pt x="3419000" y="847450"/>
                </a:lnTo>
                <a:lnTo>
                  <a:pt x="3415506" y="842093"/>
                </a:lnTo>
                <a:lnTo>
                  <a:pt x="3420862" y="838600"/>
                </a:lnTo>
                <a:close/>
              </a:path>
              <a:path w="4335780" h="5447030">
                <a:moveTo>
                  <a:pt x="3531947" y="1010529"/>
                </a:moveTo>
                <a:lnTo>
                  <a:pt x="3534572" y="1014560"/>
                </a:lnTo>
                <a:lnTo>
                  <a:pt x="3530556" y="1017174"/>
                </a:lnTo>
                <a:lnTo>
                  <a:pt x="3527933" y="1013151"/>
                </a:lnTo>
                <a:lnTo>
                  <a:pt x="3531947" y="1010529"/>
                </a:lnTo>
                <a:close/>
              </a:path>
              <a:path w="4335780" h="5447030">
                <a:moveTo>
                  <a:pt x="3643043" y="1182457"/>
                </a:moveTo>
                <a:lnTo>
                  <a:pt x="3644786" y="1185140"/>
                </a:lnTo>
                <a:lnTo>
                  <a:pt x="3642104" y="1186891"/>
                </a:lnTo>
                <a:lnTo>
                  <a:pt x="3640361" y="1184208"/>
                </a:lnTo>
                <a:lnTo>
                  <a:pt x="3643043" y="1182457"/>
                </a:lnTo>
                <a:close/>
              </a:path>
              <a:path w="4335780" h="5447030">
                <a:moveTo>
                  <a:pt x="3754245" y="1353847"/>
                </a:moveTo>
                <a:lnTo>
                  <a:pt x="3755548" y="1355851"/>
                </a:lnTo>
                <a:lnTo>
                  <a:pt x="3753544" y="1357154"/>
                </a:lnTo>
                <a:lnTo>
                  <a:pt x="3752241" y="1355150"/>
                </a:lnTo>
                <a:lnTo>
                  <a:pt x="3754245" y="1353847"/>
                </a:lnTo>
                <a:close/>
              </a:path>
              <a:path w="4335780" h="5447030">
                <a:moveTo>
                  <a:pt x="2694727" y="89715"/>
                </a:moveTo>
                <a:lnTo>
                  <a:pt x="2703018" y="102449"/>
                </a:lnTo>
                <a:lnTo>
                  <a:pt x="2690293" y="110739"/>
                </a:lnTo>
                <a:lnTo>
                  <a:pt x="2681994" y="98014"/>
                </a:lnTo>
                <a:lnTo>
                  <a:pt x="2694727" y="89715"/>
                </a:lnTo>
                <a:close/>
              </a:path>
              <a:path w="4335780" h="5447030">
                <a:moveTo>
                  <a:pt x="2805814" y="261652"/>
                </a:moveTo>
                <a:lnTo>
                  <a:pt x="2813233" y="273036"/>
                </a:lnTo>
                <a:lnTo>
                  <a:pt x="2801841" y="280456"/>
                </a:lnTo>
                <a:lnTo>
                  <a:pt x="2794422" y="269072"/>
                </a:lnTo>
                <a:lnTo>
                  <a:pt x="2805814" y="261652"/>
                </a:lnTo>
                <a:close/>
              </a:path>
              <a:path w="4335780" h="5447030">
                <a:moveTo>
                  <a:pt x="2916900" y="433581"/>
                </a:moveTo>
                <a:lnTo>
                  <a:pt x="2923448" y="443624"/>
                </a:lnTo>
                <a:lnTo>
                  <a:pt x="2913397" y="450173"/>
                </a:lnTo>
                <a:lnTo>
                  <a:pt x="2906849" y="440130"/>
                </a:lnTo>
                <a:lnTo>
                  <a:pt x="2916900" y="433581"/>
                </a:lnTo>
                <a:close/>
              </a:path>
              <a:path w="4335780" h="5447030">
                <a:moveTo>
                  <a:pt x="3027978" y="605511"/>
                </a:moveTo>
                <a:lnTo>
                  <a:pt x="3033655" y="614220"/>
                </a:lnTo>
                <a:lnTo>
                  <a:pt x="3024953" y="619889"/>
                </a:lnTo>
                <a:lnTo>
                  <a:pt x="3019277" y="611187"/>
                </a:lnTo>
                <a:lnTo>
                  <a:pt x="3027978" y="605511"/>
                </a:lnTo>
                <a:close/>
              </a:path>
              <a:path w="4335780" h="5447030">
                <a:moveTo>
                  <a:pt x="3138957" y="777986"/>
                </a:moveTo>
                <a:lnTo>
                  <a:pt x="3143322" y="784684"/>
                </a:lnTo>
                <a:lnTo>
                  <a:pt x="3136625" y="789049"/>
                </a:lnTo>
                <a:lnTo>
                  <a:pt x="3132259" y="782351"/>
                </a:lnTo>
                <a:lnTo>
                  <a:pt x="3138957" y="777986"/>
                </a:lnTo>
                <a:close/>
              </a:path>
              <a:path w="4335780" h="5447030">
                <a:moveTo>
                  <a:pt x="3250159" y="949368"/>
                </a:moveTo>
                <a:lnTo>
                  <a:pt x="3254085" y="955404"/>
                </a:lnTo>
                <a:lnTo>
                  <a:pt x="3248057" y="959329"/>
                </a:lnTo>
                <a:lnTo>
                  <a:pt x="3244132" y="953301"/>
                </a:lnTo>
                <a:lnTo>
                  <a:pt x="3250159" y="949368"/>
                </a:lnTo>
                <a:close/>
              </a:path>
              <a:path w="4335780" h="5447030">
                <a:moveTo>
                  <a:pt x="3361245" y="1121297"/>
                </a:moveTo>
                <a:lnTo>
                  <a:pt x="3364300" y="1125983"/>
                </a:lnTo>
                <a:lnTo>
                  <a:pt x="3359606" y="1129046"/>
                </a:lnTo>
                <a:lnTo>
                  <a:pt x="3356552" y="1124359"/>
                </a:lnTo>
                <a:lnTo>
                  <a:pt x="3361245" y="1121297"/>
                </a:lnTo>
                <a:close/>
              </a:path>
              <a:path w="4335780" h="5447030">
                <a:moveTo>
                  <a:pt x="3472332" y="1293234"/>
                </a:moveTo>
                <a:lnTo>
                  <a:pt x="3474515" y="1296579"/>
                </a:lnTo>
                <a:lnTo>
                  <a:pt x="3471170" y="1298762"/>
                </a:lnTo>
                <a:lnTo>
                  <a:pt x="3468987" y="1295417"/>
                </a:lnTo>
                <a:lnTo>
                  <a:pt x="3472332" y="1293234"/>
                </a:lnTo>
                <a:close/>
              </a:path>
              <a:path w="4335780" h="5447030">
                <a:moveTo>
                  <a:pt x="3583534" y="1464608"/>
                </a:moveTo>
                <a:lnTo>
                  <a:pt x="3585285" y="1467291"/>
                </a:lnTo>
                <a:lnTo>
                  <a:pt x="3582602" y="1469034"/>
                </a:lnTo>
                <a:lnTo>
                  <a:pt x="3580851" y="1466352"/>
                </a:lnTo>
                <a:lnTo>
                  <a:pt x="3583534" y="1464608"/>
                </a:lnTo>
                <a:close/>
              </a:path>
              <a:path w="4335780" h="5447030">
                <a:moveTo>
                  <a:pt x="2413161" y="27446"/>
                </a:moveTo>
                <a:lnTo>
                  <a:pt x="2423635" y="43525"/>
                </a:lnTo>
                <a:lnTo>
                  <a:pt x="2407557" y="54007"/>
                </a:lnTo>
                <a:lnTo>
                  <a:pt x="2397083" y="37928"/>
                </a:lnTo>
                <a:lnTo>
                  <a:pt x="2413161" y="27446"/>
                </a:lnTo>
                <a:close/>
              </a:path>
              <a:path w="4335780" h="5447030">
                <a:moveTo>
                  <a:pt x="2524017" y="200486"/>
                </a:moveTo>
                <a:lnTo>
                  <a:pt x="2532747" y="213881"/>
                </a:lnTo>
                <a:lnTo>
                  <a:pt x="2519351" y="222612"/>
                </a:lnTo>
                <a:lnTo>
                  <a:pt x="2510621" y="209216"/>
                </a:lnTo>
                <a:lnTo>
                  <a:pt x="2524017" y="200486"/>
                </a:lnTo>
                <a:close/>
              </a:path>
              <a:path w="4335780" h="5447030">
                <a:moveTo>
                  <a:pt x="2635103" y="372414"/>
                </a:moveTo>
                <a:lnTo>
                  <a:pt x="2642963" y="384469"/>
                </a:lnTo>
                <a:lnTo>
                  <a:pt x="2630908" y="392328"/>
                </a:lnTo>
                <a:lnTo>
                  <a:pt x="2623049" y="380273"/>
                </a:lnTo>
                <a:lnTo>
                  <a:pt x="2635103" y="372414"/>
                </a:lnTo>
                <a:close/>
              </a:path>
              <a:path w="4335780" h="5447030">
                <a:moveTo>
                  <a:pt x="2746190" y="544343"/>
                </a:moveTo>
                <a:lnTo>
                  <a:pt x="2753178" y="555065"/>
                </a:lnTo>
                <a:lnTo>
                  <a:pt x="2742456" y="562053"/>
                </a:lnTo>
                <a:lnTo>
                  <a:pt x="2735468" y="551332"/>
                </a:lnTo>
                <a:lnTo>
                  <a:pt x="2746190" y="544343"/>
                </a:lnTo>
                <a:close/>
              </a:path>
              <a:path w="4335780" h="5447030">
                <a:moveTo>
                  <a:pt x="2857276" y="716272"/>
                </a:moveTo>
                <a:lnTo>
                  <a:pt x="2863384" y="725653"/>
                </a:lnTo>
                <a:lnTo>
                  <a:pt x="2854004" y="731770"/>
                </a:lnTo>
                <a:lnTo>
                  <a:pt x="2847896" y="722389"/>
                </a:lnTo>
                <a:lnTo>
                  <a:pt x="2857276" y="716272"/>
                </a:lnTo>
                <a:close/>
              </a:path>
              <a:path w="4335780" h="5447030">
                <a:moveTo>
                  <a:pt x="2968362" y="888210"/>
                </a:moveTo>
                <a:lnTo>
                  <a:pt x="2973608" y="896248"/>
                </a:lnTo>
                <a:lnTo>
                  <a:pt x="2965568" y="901485"/>
                </a:lnTo>
                <a:lnTo>
                  <a:pt x="2960331" y="893446"/>
                </a:lnTo>
                <a:lnTo>
                  <a:pt x="2968362" y="888210"/>
                </a:lnTo>
                <a:close/>
              </a:path>
              <a:path w="4335780" h="5447030">
                <a:moveTo>
                  <a:pt x="3079449" y="1060138"/>
                </a:moveTo>
                <a:lnTo>
                  <a:pt x="3083814" y="1066836"/>
                </a:lnTo>
                <a:lnTo>
                  <a:pt x="3077117" y="1071202"/>
                </a:lnTo>
                <a:lnTo>
                  <a:pt x="3072751" y="1064504"/>
                </a:lnTo>
                <a:lnTo>
                  <a:pt x="3079449" y="1060138"/>
                </a:lnTo>
                <a:close/>
              </a:path>
              <a:path w="4335780" h="5447030">
                <a:moveTo>
                  <a:pt x="3190543" y="1232067"/>
                </a:moveTo>
                <a:lnTo>
                  <a:pt x="3194037" y="1237424"/>
                </a:lnTo>
                <a:lnTo>
                  <a:pt x="3188673" y="1240918"/>
                </a:lnTo>
                <a:lnTo>
                  <a:pt x="3185179" y="1235561"/>
                </a:lnTo>
                <a:lnTo>
                  <a:pt x="3190543" y="1232067"/>
                </a:lnTo>
                <a:close/>
              </a:path>
              <a:path w="4335780" h="5447030">
                <a:moveTo>
                  <a:pt x="3301620" y="1403996"/>
                </a:moveTo>
                <a:lnTo>
                  <a:pt x="3304244" y="1408020"/>
                </a:lnTo>
                <a:lnTo>
                  <a:pt x="3300220" y="1410634"/>
                </a:lnTo>
                <a:lnTo>
                  <a:pt x="3297606" y="1406618"/>
                </a:lnTo>
                <a:lnTo>
                  <a:pt x="3301620" y="1403996"/>
                </a:lnTo>
                <a:close/>
              </a:path>
              <a:path w="4335780" h="5447030">
                <a:moveTo>
                  <a:pt x="3412708" y="1575925"/>
                </a:moveTo>
                <a:lnTo>
                  <a:pt x="3414459" y="1578608"/>
                </a:lnTo>
                <a:lnTo>
                  <a:pt x="3411777" y="1580359"/>
                </a:lnTo>
                <a:lnTo>
                  <a:pt x="3410034" y="1577676"/>
                </a:lnTo>
                <a:lnTo>
                  <a:pt x="3412708" y="1575925"/>
                </a:lnTo>
                <a:close/>
              </a:path>
              <a:path w="4335780" h="5447030">
                <a:moveTo>
                  <a:pt x="3523918" y="1747299"/>
                </a:moveTo>
                <a:lnTo>
                  <a:pt x="3525229" y="1749310"/>
                </a:lnTo>
                <a:lnTo>
                  <a:pt x="3523217" y="1750622"/>
                </a:lnTo>
                <a:lnTo>
                  <a:pt x="3521906" y="1748610"/>
                </a:lnTo>
                <a:lnTo>
                  <a:pt x="3523918" y="1747299"/>
                </a:lnTo>
                <a:close/>
              </a:path>
              <a:path w="4335780" h="5447030">
                <a:moveTo>
                  <a:pt x="2242460" y="138214"/>
                </a:moveTo>
                <a:lnTo>
                  <a:pt x="2253373" y="154964"/>
                </a:lnTo>
                <a:lnTo>
                  <a:pt x="2236624" y="165877"/>
                </a:lnTo>
                <a:lnTo>
                  <a:pt x="2225711" y="149128"/>
                </a:lnTo>
                <a:lnTo>
                  <a:pt x="2242460" y="138214"/>
                </a:lnTo>
                <a:close/>
              </a:path>
              <a:path w="4335780" h="5447030">
                <a:moveTo>
                  <a:pt x="2353423" y="310699"/>
                </a:moveTo>
                <a:lnTo>
                  <a:pt x="2363033" y="325436"/>
                </a:lnTo>
                <a:lnTo>
                  <a:pt x="2348296" y="335039"/>
                </a:lnTo>
                <a:lnTo>
                  <a:pt x="2338693" y="320301"/>
                </a:lnTo>
                <a:lnTo>
                  <a:pt x="2353423" y="310699"/>
                </a:lnTo>
                <a:close/>
              </a:path>
              <a:path w="4335780" h="5447030">
                <a:moveTo>
                  <a:pt x="2464402" y="483183"/>
                </a:moveTo>
                <a:lnTo>
                  <a:pt x="2472701" y="495908"/>
                </a:lnTo>
                <a:lnTo>
                  <a:pt x="2459968" y="504208"/>
                </a:lnTo>
                <a:lnTo>
                  <a:pt x="2451677" y="491474"/>
                </a:lnTo>
                <a:lnTo>
                  <a:pt x="2464402" y="483183"/>
                </a:lnTo>
                <a:close/>
              </a:path>
              <a:path w="4335780" h="5447030">
                <a:moveTo>
                  <a:pt x="2575488" y="655112"/>
                </a:moveTo>
                <a:lnTo>
                  <a:pt x="2582908" y="666504"/>
                </a:lnTo>
                <a:lnTo>
                  <a:pt x="2571516" y="673924"/>
                </a:lnTo>
                <a:lnTo>
                  <a:pt x="2564096" y="662531"/>
                </a:lnTo>
                <a:lnTo>
                  <a:pt x="2575488" y="655112"/>
                </a:lnTo>
                <a:close/>
              </a:path>
              <a:path w="4335780" h="5447030">
                <a:moveTo>
                  <a:pt x="2686575" y="827041"/>
                </a:moveTo>
                <a:lnTo>
                  <a:pt x="2693123" y="837091"/>
                </a:lnTo>
                <a:lnTo>
                  <a:pt x="2683072" y="843640"/>
                </a:lnTo>
                <a:lnTo>
                  <a:pt x="2676524" y="833589"/>
                </a:lnTo>
                <a:lnTo>
                  <a:pt x="2686575" y="827041"/>
                </a:lnTo>
                <a:close/>
              </a:path>
              <a:path w="4335780" h="5447030">
                <a:moveTo>
                  <a:pt x="2797661" y="998978"/>
                </a:moveTo>
                <a:lnTo>
                  <a:pt x="2803338" y="1007680"/>
                </a:lnTo>
                <a:lnTo>
                  <a:pt x="2794620" y="1013357"/>
                </a:lnTo>
                <a:lnTo>
                  <a:pt x="2788952" y="1004655"/>
                </a:lnTo>
                <a:lnTo>
                  <a:pt x="2797661" y="998978"/>
                </a:lnTo>
                <a:close/>
              </a:path>
              <a:path w="4335780" h="5447030">
                <a:moveTo>
                  <a:pt x="2908747" y="1170907"/>
                </a:moveTo>
                <a:lnTo>
                  <a:pt x="2913552" y="1178268"/>
                </a:lnTo>
                <a:lnTo>
                  <a:pt x="2906184" y="1183073"/>
                </a:lnTo>
                <a:lnTo>
                  <a:pt x="2901387" y="1175704"/>
                </a:lnTo>
                <a:lnTo>
                  <a:pt x="2908747" y="1170907"/>
                </a:lnTo>
                <a:close/>
              </a:path>
              <a:path w="4335780" h="5447030">
                <a:moveTo>
                  <a:pt x="3019841" y="1342836"/>
                </a:moveTo>
                <a:lnTo>
                  <a:pt x="3023767" y="1348855"/>
                </a:lnTo>
                <a:lnTo>
                  <a:pt x="3017732" y="1352789"/>
                </a:lnTo>
                <a:lnTo>
                  <a:pt x="3013806" y="1346761"/>
                </a:lnTo>
                <a:lnTo>
                  <a:pt x="3019841" y="1342836"/>
                </a:lnTo>
                <a:close/>
              </a:path>
              <a:path w="4335780" h="5447030">
                <a:moveTo>
                  <a:pt x="3130920" y="1514757"/>
                </a:moveTo>
                <a:lnTo>
                  <a:pt x="3133974" y="1519451"/>
                </a:lnTo>
                <a:lnTo>
                  <a:pt x="3129288" y="1522505"/>
                </a:lnTo>
                <a:lnTo>
                  <a:pt x="3126234" y="1517811"/>
                </a:lnTo>
                <a:lnTo>
                  <a:pt x="3130920" y="1514757"/>
                </a:lnTo>
                <a:close/>
              </a:path>
              <a:path w="4335780" h="5447030">
                <a:moveTo>
                  <a:pt x="3242007" y="1686694"/>
                </a:moveTo>
                <a:lnTo>
                  <a:pt x="3244189" y="1690039"/>
                </a:lnTo>
                <a:lnTo>
                  <a:pt x="3240836" y="1692223"/>
                </a:lnTo>
                <a:lnTo>
                  <a:pt x="3238654" y="1688878"/>
                </a:lnTo>
                <a:lnTo>
                  <a:pt x="3242007" y="1686694"/>
                </a:lnTo>
                <a:close/>
              </a:path>
              <a:path w="4335780" h="5447030">
                <a:moveTo>
                  <a:pt x="3353216" y="1858069"/>
                </a:moveTo>
                <a:lnTo>
                  <a:pt x="3354959" y="1860751"/>
                </a:lnTo>
                <a:lnTo>
                  <a:pt x="3352285" y="1862494"/>
                </a:lnTo>
                <a:lnTo>
                  <a:pt x="3350534" y="1859820"/>
                </a:lnTo>
                <a:lnTo>
                  <a:pt x="3353216" y="1858069"/>
                </a:lnTo>
                <a:close/>
              </a:path>
              <a:path w="4335780" h="5447030">
                <a:moveTo>
                  <a:pt x="1960780" y="76492"/>
                </a:moveTo>
                <a:lnTo>
                  <a:pt x="1973445" y="95923"/>
                </a:lnTo>
                <a:lnTo>
                  <a:pt x="1954013" y="108580"/>
                </a:lnTo>
                <a:lnTo>
                  <a:pt x="1941357" y="89156"/>
                </a:lnTo>
                <a:lnTo>
                  <a:pt x="1960780" y="76492"/>
                </a:lnTo>
                <a:close/>
              </a:path>
              <a:path w="4335780" h="5447030">
                <a:moveTo>
                  <a:pt x="2071874" y="248421"/>
                </a:moveTo>
                <a:lnTo>
                  <a:pt x="2083659" y="266511"/>
                </a:lnTo>
                <a:lnTo>
                  <a:pt x="2065569" y="278305"/>
                </a:lnTo>
                <a:lnTo>
                  <a:pt x="2053784" y="260214"/>
                </a:lnTo>
                <a:lnTo>
                  <a:pt x="2071874" y="248421"/>
                </a:lnTo>
                <a:close/>
              </a:path>
              <a:path w="4335780" h="5447030">
                <a:moveTo>
                  <a:pt x="2182846" y="420913"/>
                </a:moveTo>
                <a:lnTo>
                  <a:pt x="2193319" y="436992"/>
                </a:lnTo>
                <a:lnTo>
                  <a:pt x="2177241" y="447466"/>
                </a:lnTo>
                <a:lnTo>
                  <a:pt x="2166767" y="431387"/>
                </a:lnTo>
                <a:lnTo>
                  <a:pt x="2182846" y="420913"/>
                </a:lnTo>
                <a:close/>
              </a:path>
              <a:path w="4335780" h="5447030">
                <a:moveTo>
                  <a:pt x="2293808" y="593389"/>
                </a:moveTo>
                <a:lnTo>
                  <a:pt x="2302979" y="607464"/>
                </a:lnTo>
                <a:lnTo>
                  <a:pt x="2288913" y="616634"/>
                </a:lnTo>
                <a:lnTo>
                  <a:pt x="2279742" y="602560"/>
                </a:lnTo>
                <a:lnTo>
                  <a:pt x="2293808" y="593389"/>
                </a:lnTo>
                <a:close/>
              </a:path>
              <a:path w="4335780" h="5447030">
                <a:moveTo>
                  <a:pt x="2404780" y="765882"/>
                </a:moveTo>
                <a:lnTo>
                  <a:pt x="2412639" y="777936"/>
                </a:lnTo>
                <a:lnTo>
                  <a:pt x="2400584" y="785795"/>
                </a:lnTo>
                <a:lnTo>
                  <a:pt x="2392724" y="773733"/>
                </a:lnTo>
                <a:lnTo>
                  <a:pt x="2404780" y="765882"/>
                </a:lnTo>
                <a:close/>
              </a:path>
              <a:path w="4335780" h="5447030">
                <a:moveTo>
                  <a:pt x="2515866" y="937811"/>
                </a:moveTo>
                <a:lnTo>
                  <a:pt x="2522853" y="948524"/>
                </a:lnTo>
                <a:lnTo>
                  <a:pt x="2512132" y="955512"/>
                </a:lnTo>
                <a:lnTo>
                  <a:pt x="2505152" y="944791"/>
                </a:lnTo>
                <a:lnTo>
                  <a:pt x="2515866" y="937811"/>
                </a:lnTo>
                <a:close/>
              </a:path>
              <a:path w="4335780" h="5447030">
                <a:moveTo>
                  <a:pt x="2626960" y="1109739"/>
                </a:moveTo>
                <a:lnTo>
                  <a:pt x="2633069" y="1119120"/>
                </a:lnTo>
                <a:lnTo>
                  <a:pt x="2623688" y="1125228"/>
                </a:lnTo>
                <a:lnTo>
                  <a:pt x="2617580" y="1115848"/>
                </a:lnTo>
                <a:lnTo>
                  <a:pt x="2626960" y="1109739"/>
                </a:lnTo>
                <a:close/>
              </a:path>
              <a:path w="4335780" h="5447030">
                <a:moveTo>
                  <a:pt x="2738046" y="1281668"/>
                </a:moveTo>
                <a:lnTo>
                  <a:pt x="2743283" y="1289699"/>
                </a:lnTo>
                <a:lnTo>
                  <a:pt x="2735236" y="1294944"/>
                </a:lnTo>
                <a:lnTo>
                  <a:pt x="2729999" y="1286905"/>
                </a:lnTo>
                <a:lnTo>
                  <a:pt x="2738046" y="1281668"/>
                </a:lnTo>
                <a:close/>
              </a:path>
              <a:path w="4335780" h="5447030">
                <a:moveTo>
                  <a:pt x="2849125" y="1453597"/>
                </a:moveTo>
                <a:lnTo>
                  <a:pt x="2853490" y="1460303"/>
                </a:lnTo>
                <a:lnTo>
                  <a:pt x="2846792" y="1464668"/>
                </a:lnTo>
                <a:lnTo>
                  <a:pt x="2842427" y="1457962"/>
                </a:lnTo>
                <a:lnTo>
                  <a:pt x="2849125" y="1453597"/>
                </a:lnTo>
                <a:close/>
              </a:path>
              <a:path w="4335780" h="5447030">
                <a:moveTo>
                  <a:pt x="2960211" y="1625535"/>
                </a:moveTo>
                <a:lnTo>
                  <a:pt x="2963705" y="1630891"/>
                </a:lnTo>
                <a:lnTo>
                  <a:pt x="2958357" y="1634385"/>
                </a:lnTo>
                <a:lnTo>
                  <a:pt x="2954862" y="1629020"/>
                </a:lnTo>
                <a:lnTo>
                  <a:pt x="2960211" y="1625535"/>
                </a:lnTo>
                <a:close/>
              </a:path>
              <a:path w="4335780" h="5447030">
                <a:moveTo>
                  <a:pt x="3071306" y="1797463"/>
                </a:moveTo>
                <a:lnTo>
                  <a:pt x="3073920" y="1801479"/>
                </a:lnTo>
                <a:lnTo>
                  <a:pt x="3069904" y="1804093"/>
                </a:lnTo>
                <a:lnTo>
                  <a:pt x="3067282" y="1800077"/>
                </a:lnTo>
                <a:lnTo>
                  <a:pt x="3071306" y="1797463"/>
                </a:lnTo>
                <a:close/>
              </a:path>
              <a:path w="4335780" h="5447030">
                <a:moveTo>
                  <a:pt x="3182391" y="1969392"/>
                </a:moveTo>
                <a:lnTo>
                  <a:pt x="3184143" y="1972066"/>
                </a:lnTo>
                <a:lnTo>
                  <a:pt x="3181461" y="1973817"/>
                </a:lnTo>
                <a:lnTo>
                  <a:pt x="3179709" y="1971135"/>
                </a:lnTo>
                <a:lnTo>
                  <a:pt x="3182391" y="1969392"/>
                </a:lnTo>
                <a:close/>
              </a:path>
              <a:path w="4335780" h="5447030">
                <a:moveTo>
                  <a:pt x="3293593" y="2140766"/>
                </a:moveTo>
                <a:lnTo>
                  <a:pt x="3294905" y="2142778"/>
                </a:lnTo>
                <a:lnTo>
                  <a:pt x="3292901" y="2144089"/>
                </a:lnTo>
                <a:lnTo>
                  <a:pt x="3291589" y="2142069"/>
                </a:lnTo>
                <a:lnTo>
                  <a:pt x="3293593" y="2140766"/>
                </a:lnTo>
                <a:close/>
              </a:path>
              <a:path w="4335780" h="5447030">
                <a:moveTo>
                  <a:pt x="1679345" y="13674"/>
                </a:moveTo>
                <a:lnTo>
                  <a:pt x="1694624" y="37121"/>
                </a:lnTo>
                <a:lnTo>
                  <a:pt x="1671177" y="52401"/>
                </a:lnTo>
                <a:lnTo>
                  <a:pt x="1655899" y="28953"/>
                </a:lnTo>
                <a:lnTo>
                  <a:pt x="1679345" y="13674"/>
                </a:lnTo>
                <a:close/>
              </a:path>
              <a:path w="4335780" h="5447030">
                <a:moveTo>
                  <a:pt x="1790193" y="186714"/>
                </a:moveTo>
                <a:lnTo>
                  <a:pt x="1803721" y="207479"/>
                </a:lnTo>
                <a:lnTo>
                  <a:pt x="1782956" y="221007"/>
                </a:lnTo>
                <a:lnTo>
                  <a:pt x="1769428" y="200242"/>
                </a:lnTo>
                <a:lnTo>
                  <a:pt x="1790193" y="186714"/>
                </a:lnTo>
                <a:close/>
              </a:path>
              <a:path w="4335780" h="5447030">
                <a:moveTo>
                  <a:pt x="1901164" y="359198"/>
                </a:moveTo>
                <a:lnTo>
                  <a:pt x="1913380" y="377951"/>
                </a:lnTo>
                <a:lnTo>
                  <a:pt x="1894627" y="390168"/>
                </a:lnTo>
                <a:lnTo>
                  <a:pt x="1882411" y="371415"/>
                </a:lnTo>
                <a:lnTo>
                  <a:pt x="1901164" y="359198"/>
                </a:lnTo>
                <a:close/>
              </a:path>
              <a:path w="4335780" h="5447030">
                <a:moveTo>
                  <a:pt x="2012250" y="531128"/>
                </a:moveTo>
                <a:lnTo>
                  <a:pt x="2023603" y="548539"/>
                </a:lnTo>
                <a:lnTo>
                  <a:pt x="2006184" y="559892"/>
                </a:lnTo>
                <a:lnTo>
                  <a:pt x="1994838" y="542473"/>
                </a:lnTo>
                <a:lnTo>
                  <a:pt x="2012250" y="531128"/>
                </a:lnTo>
                <a:close/>
              </a:path>
              <a:path w="4335780" h="5447030">
                <a:moveTo>
                  <a:pt x="2123213" y="703604"/>
                </a:moveTo>
                <a:lnTo>
                  <a:pt x="2133255" y="719019"/>
                </a:lnTo>
                <a:lnTo>
                  <a:pt x="2117855" y="729053"/>
                </a:lnTo>
                <a:lnTo>
                  <a:pt x="2107813" y="713645"/>
                </a:lnTo>
                <a:lnTo>
                  <a:pt x="2123213" y="703604"/>
                </a:lnTo>
                <a:close/>
              </a:path>
              <a:path w="4335780" h="5447030">
                <a:moveTo>
                  <a:pt x="2234192" y="876088"/>
                </a:moveTo>
                <a:lnTo>
                  <a:pt x="2242923" y="889492"/>
                </a:lnTo>
                <a:lnTo>
                  <a:pt x="2229527" y="898223"/>
                </a:lnTo>
                <a:lnTo>
                  <a:pt x="2220796" y="884818"/>
                </a:lnTo>
                <a:lnTo>
                  <a:pt x="2234192" y="876088"/>
                </a:lnTo>
                <a:close/>
              </a:path>
              <a:path w="4335780" h="5447030">
                <a:moveTo>
                  <a:pt x="2345163" y="1048572"/>
                </a:moveTo>
                <a:lnTo>
                  <a:pt x="2352583" y="1059965"/>
                </a:lnTo>
                <a:lnTo>
                  <a:pt x="2341191" y="1067384"/>
                </a:lnTo>
                <a:lnTo>
                  <a:pt x="2333771" y="1055992"/>
                </a:lnTo>
                <a:lnTo>
                  <a:pt x="2345163" y="1048572"/>
                </a:lnTo>
                <a:close/>
              </a:path>
              <a:path w="4335780" h="5447030">
                <a:moveTo>
                  <a:pt x="2456249" y="1220501"/>
                </a:moveTo>
                <a:lnTo>
                  <a:pt x="2462797" y="1230552"/>
                </a:lnTo>
                <a:lnTo>
                  <a:pt x="2452746" y="1237100"/>
                </a:lnTo>
                <a:lnTo>
                  <a:pt x="2446198" y="1227050"/>
                </a:lnTo>
                <a:lnTo>
                  <a:pt x="2456249" y="1220501"/>
                </a:lnTo>
                <a:close/>
              </a:path>
              <a:path w="4335780" h="5447030">
                <a:moveTo>
                  <a:pt x="2567451" y="1391883"/>
                </a:moveTo>
                <a:lnTo>
                  <a:pt x="2573568" y="1401263"/>
                </a:lnTo>
                <a:lnTo>
                  <a:pt x="2564188" y="1407380"/>
                </a:lnTo>
                <a:lnTo>
                  <a:pt x="2558071" y="1397999"/>
                </a:lnTo>
                <a:lnTo>
                  <a:pt x="2567451" y="1391883"/>
                </a:lnTo>
                <a:close/>
              </a:path>
              <a:path w="4335780" h="5447030">
                <a:moveTo>
                  <a:pt x="2678422" y="1564367"/>
                </a:moveTo>
                <a:lnTo>
                  <a:pt x="2683227" y="1571736"/>
                </a:lnTo>
                <a:lnTo>
                  <a:pt x="2675859" y="1576541"/>
                </a:lnTo>
                <a:lnTo>
                  <a:pt x="2671053" y="1569165"/>
                </a:lnTo>
                <a:lnTo>
                  <a:pt x="2678422" y="1564367"/>
                </a:lnTo>
                <a:close/>
              </a:path>
              <a:path w="4335780" h="5447030">
                <a:moveTo>
                  <a:pt x="2789509" y="1736296"/>
                </a:moveTo>
                <a:lnTo>
                  <a:pt x="2793434" y="1742324"/>
                </a:lnTo>
                <a:lnTo>
                  <a:pt x="2787407" y="1746257"/>
                </a:lnTo>
                <a:lnTo>
                  <a:pt x="2783481" y="1740222"/>
                </a:lnTo>
                <a:lnTo>
                  <a:pt x="2789509" y="1736296"/>
                </a:lnTo>
                <a:close/>
              </a:path>
              <a:path w="4335780" h="5447030">
                <a:moveTo>
                  <a:pt x="2900595" y="1908225"/>
                </a:moveTo>
                <a:lnTo>
                  <a:pt x="2903657" y="1912919"/>
                </a:lnTo>
                <a:lnTo>
                  <a:pt x="2898963" y="1915973"/>
                </a:lnTo>
                <a:lnTo>
                  <a:pt x="2895901" y="1911279"/>
                </a:lnTo>
                <a:lnTo>
                  <a:pt x="2900595" y="1908225"/>
                </a:lnTo>
                <a:close/>
              </a:path>
              <a:path w="4335780" h="5447030">
                <a:moveTo>
                  <a:pt x="3011681" y="2080154"/>
                </a:moveTo>
                <a:lnTo>
                  <a:pt x="3013864" y="2083499"/>
                </a:lnTo>
                <a:lnTo>
                  <a:pt x="3010519" y="2085682"/>
                </a:lnTo>
                <a:lnTo>
                  <a:pt x="3008336" y="2082337"/>
                </a:lnTo>
                <a:lnTo>
                  <a:pt x="3011681" y="2080154"/>
                </a:lnTo>
                <a:close/>
              </a:path>
              <a:path w="4335780" h="5447030">
                <a:moveTo>
                  <a:pt x="3122768" y="2252083"/>
                </a:moveTo>
                <a:lnTo>
                  <a:pt x="3124080" y="2254102"/>
                </a:lnTo>
                <a:lnTo>
                  <a:pt x="3122076" y="2255406"/>
                </a:lnTo>
                <a:lnTo>
                  <a:pt x="3120764" y="2253394"/>
                </a:lnTo>
                <a:lnTo>
                  <a:pt x="3122768" y="2252083"/>
                </a:lnTo>
                <a:close/>
              </a:path>
              <a:path w="4335780" h="5447030">
                <a:moveTo>
                  <a:pt x="1508626" y="124434"/>
                </a:moveTo>
                <a:lnTo>
                  <a:pt x="1524345" y="148560"/>
                </a:lnTo>
                <a:lnTo>
                  <a:pt x="1500236" y="164270"/>
                </a:lnTo>
                <a:lnTo>
                  <a:pt x="1484517" y="140153"/>
                </a:lnTo>
                <a:lnTo>
                  <a:pt x="1508626" y="124434"/>
                </a:lnTo>
                <a:close/>
              </a:path>
              <a:path w="4335780" h="5447030">
                <a:moveTo>
                  <a:pt x="1619605" y="296918"/>
                </a:moveTo>
                <a:lnTo>
                  <a:pt x="1634013" y="319032"/>
                </a:lnTo>
                <a:lnTo>
                  <a:pt x="1611908" y="333440"/>
                </a:lnTo>
                <a:lnTo>
                  <a:pt x="1597500" y="311326"/>
                </a:lnTo>
                <a:lnTo>
                  <a:pt x="1619605" y="296918"/>
                </a:lnTo>
                <a:close/>
              </a:path>
              <a:path w="4335780" h="5447030">
                <a:moveTo>
                  <a:pt x="1730577" y="469411"/>
                </a:moveTo>
                <a:lnTo>
                  <a:pt x="1743673" y="489504"/>
                </a:lnTo>
                <a:lnTo>
                  <a:pt x="1723579" y="502600"/>
                </a:lnTo>
                <a:lnTo>
                  <a:pt x="1710483" y="482507"/>
                </a:lnTo>
                <a:lnTo>
                  <a:pt x="1730577" y="469411"/>
                </a:lnTo>
                <a:close/>
              </a:path>
              <a:path w="4335780" h="5447030">
                <a:moveTo>
                  <a:pt x="1841539" y="641887"/>
                </a:moveTo>
                <a:lnTo>
                  <a:pt x="1853332" y="659977"/>
                </a:lnTo>
                <a:lnTo>
                  <a:pt x="1835250" y="671761"/>
                </a:lnTo>
                <a:lnTo>
                  <a:pt x="1823457" y="653671"/>
                </a:lnTo>
                <a:lnTo>
                  <a:pt x="1841539" y="641887"/>
                </a:lnTo>
                <a:close/>
              </a:path>
              <a:path w="4335780" h="5447030">
                <a:moveTo>
                  <a:pt x="1952634" y="813815"/>
                </a:moveTo>
                <a:lnTo>
                  <a:pt x="1963547" y="830565"/>
                </a:lnTo>
                <a:lnTo>
                  <a:pt x="1946798" y="841479"/>
                </a:lnTo>
                <a:lnTo>
                  <a:pt x="1935885" y="824729"/>
                </a:lnTo>
                <a:lnTo>
                  <a:pt x="1952634" y="813815"/>
                </a:lnTo>
                <a:close/>
              </a:path>
              <a:path w="4335780" h="5447030">
                <a:moveTo>
                  <a:pt x="2063481" y="986855"/>
                </a:moveTo>
                <a:lnTo>
                  <a:pt x="2072652" y="1000929"/>
                </a:lnTo>
                <a:lnTo>
                  <a:pt x="2058585" y="1010092"/>
                </a:lnTo>
                <a:lnTo>
                  <a:pt x="2049415" y="996026"/>
                </a:lnTo>
                <a:lnTo>
                  <a:pt x="2063481" y="986855"/>
                </a:lnTo>
                <a:close/>
              </a:path>
              <a:path w="4335780" h="5447030">
                <a:moveTo>
                  <a:pt x="2174460" y="1159339"/>
                </a:moveTo>
                <a:lnTo>
                  <a:pt x="2182311" y="1171394"/>
                </a:lnTo>
                <a:lnTo>
                  <a:pt x="2170248" y="1179254"/>
                </a:lnTo>
                <a:lnTo>
                  <a:pt x="2162397" y="1167199"/>
                </a:lnTo>
                <a:lnTo>
                  <a:pt x="2174460" y="1159339"/>
                </a:lnTo>
                <a:close/>
              </a:path>
              <a:path w="4335780" h="5447030">
                <a:moveTo>
                  <a:pt x="2285539" y="1331277"/>
                </a:moveTo>
                <a:lnTo>
                  <a:pt x="2292527" y="1341991"/>
                </a:lnTo>
                <a:lnTo>
                  <a:pt x="2281805" y="1348970"/>
                </a:lnTo>
                <a:lnTo>
                  <a:pt x="2274825" y="1338256"/>
                </a:lnTo>
                <a:lnTo>
                  <a:pt x="2285539" y="1331277"/>
                </a:lnTo>
                <a:close/>
              </a:path>
              <a:path w="4335780" h="5447030">
                <a:moveTo>
                  <a:pt x="2396625" y="1503206"/>
                </a:moveTo>
                <a:lnTo>
                  <a:pt x="2402742" y="1512586"/>
                </a:lnTo>
                <a:lnTo>
                  <a:pt x="2393362" y="1518695"/>
                </a:lnTo>
                <a:lnTo>
                  <a:pt x="2387245" y="1509315"/>
                </a:lnTo>
                <a:lnTo>
                  <a:pt x="2396625" y="1503206"/>
                </a:lnTo>
                <a:close/>
              </a:path>
              <a:path w="4335780" h="5447030">
                <a:moveTo>
                  <a:pt x="2507720" y="1675134"/>
                </a:moveTo>
                <a:lnTo>
                  <a:pt x="2512956" y="1683166"/>
                </a:lnTo>
                <a:lnTo>
                  <a:pt x="2504917" y="1688403"/>
                </a:lnTo>
                <a:lnTo>
                  <a:pt x="2499680" y="1680371"/>
                </a:lnTo>
                <a:lnTo>
                  <a:pt x="2507720" y="1675134"/>
                </a:lnTo>
                <a:close/>
              </a:path>
              <a:path w="4335780" h="5447030">
                <a:moveTo>
                  <a:pt x="2618806" y="1847063"/>
                </a:moveTo>
                <a:lnTo>
                  <a:pt x="2623171" y="1853761"/>
                </a:lnTo>
                <a:lnTo>
                  <a:pt x="2616473" y="1858126"/>
                </a:lnTo>
                <a:lnTo>
                  <a:pt x="2612108" y="1851429"/>
                </a:lnTo>
                <a:lnTo>
                  <a:pt x="2618806" y="1847063"/>
                </a:lnTo>
                <a:close/>
              </a:path>
              <a:path w="4335780" h="5447030">
                <a:moveTo>
                  <a:pt x="2729893" y="2018992"/>
                </a:moveTo>
                <a:lnTo>
                  <a:pt x="2733386" y="2024349"/>
                </a:lnTo>
                <a:lnTo>
                  <a:pt x="2728022" y="2027843"/>
                </a:lnTo>
                <a:lnTo>
                  <a:pt x="2724536" y="2022486"/>
                </a:lnTo>
                <a:lnTo>
                  <a:pt x="2729893" y="2018992"/>
                </a:lnTo>
                <a:close/>
              </a:path>
              <a:path w="4335780" h="5447030">
                <a:moveTo>
                  <a:pt x="2840978" y="2190921"/>
                </a:moveTo>
                <a:lnTo>
                  <a:pt x="2843593" y="2194945"/>
                </a:lnTo>
                <a:lnTo>
                  <a:pt x="2839578" y="2197559"/>
                </a:lnTo>
                <a:lnTo>
                  <a:pt x="2836955" y="2193543"/>
                </a:lnTo>
                <a:lnTo>
                  <a:pt x="2840978" y="2190921"/>
                </a:lnTo>
                <a:close/>
              </a:path>
              <a:path w="4335780" h="5447030">
                <a:moveTo>
                  <a:pt x="2952065" y="2362858"/>
                </a:moveTo>
                <a:lnTo>
                  <a:pt x="2953808" y="2365524"/>
                </a:lnTo>
                <a:lnTo>
                  <a:pt x="2951126" y="2367276"/>
                </a:lnTo>
                <a:lnTo>
                  <a:pt x="2949383" y="2364601"/>
                </a:lnTo>
                <a:lnTo>
                  <a:pt x="2952065" y="2362858"/>
                </a:lnTo>
                <a:close/>
              </a:path>
              <a:path w="4335780" h="5447030">
                <a:moveTo>
                  <a:pt x="3063152" y="2534787"/>
                </a:moveTo>
                <a:lnTo>
                  <a:pt x="3064023" y="2536120"/>
                </a:lnTo>
                <a:lnTo>
                  <a:pt x="3062690" y="2536992"/>
                </a:lnTo>
                <a:lnTo>
                  <a:pt x="3061819" y="2535659"/>
                </a:lnTo>
                <a:lnTo>
                  <a:pt x="3063152" y="2534787"/>
                </a:lnTo>
                <a:close/>
              </a:path>
              <a:path w="4335780" h="5447030">
                <a:moveTo>
                  <a:pt x="1227076" y="62173"/>
                </a:moveTo>
                <a:lnTo>
                  <a:pt x="1244977" y="89636"/>
                </a:lnTo>
                <a:lnTo>
                  <a:pt x="1217507" y="107537"/>
                </a:lnTo>
                <a:lnTo>
                  <a:pt x="1199606" y="80075"/>
                </a:lnTo>
                <a:lnTo>
                  <a:pt x="1227076" y="62173"/>
                </a:lnTo>
                <a:close/>
              </a:path>
              <a:path w="4335780" h="5447030">
                <a:moveTo>
                  <a:pt x="1338039" y="234650"/>
                </a:moveTo>
                <a:lnTo>
                  <a:pt x="1354628" y="260109"/>
                </a:lnTo>
                <a:lnTo>
                  <a:pt x="1329178" y="276698"/>
                </a:lnTo>
                <a:lnTo>
                  <a:pt x="1312588" y="251239"/>
                </a:lnTo>
                <a:lnTo>
                  <a:pt x="1338039" y="234650"/>
                </a:lnTo>
                <a:close/>
              </a:path>
              <a:path w="4335780" h="5447030">
                <a:moveTo>
                  <a:pt x="1449010" y="407142"/>
                </a:moveTo>
                <a:lnTo>
                  <a:pt x="1464288" y="430581"/>
                </a:lnTo>
                <a:lnTo>
                  <a:pt x="1440849" y="445859"/>
                </a:lnTo>
                <a:lnTo>
                  <a:pt x="1425571" y="422421"/>
                </a:lnTo>
                <a:lnTo>
                  <a:pt x="1449010" y="407142"/>
                </a:lnTo>
                <a:close/>
              </a:path>
              <a:path w="4335780" h="5447030">
                <a:moveTo>
                  <a:pt x="1559981" y="579618"/>
                </a:moveTo>
                <a:lnTo>
                  <a:pt x="1573948" y="601061"/>
                </a:lnTo>
                <a:lnTo>
                  <a:pt x="1552521" y="615028"/>
                </a:lnTo>
                <a:lnTo>
                  <a:pt x="1538545" y="593586"/>
                </a:lnTo>
                <a:lnTo>
                  <a:pt x="1559981" y="579618"/>
                </a:lnTo>
                <a:close/>
              </a:path>
              <a:path w="4335780" h="5447030">
                <a:moveTo>
                  <a:pt x="1670959" y="752102"/>
                </a:moveTo>
                <a:lnTo>
                  <a:pt x="1683616" y="771526"/>
                </a:lnTo>
                <a:lnTo>
                  <a:pt x="1664192" y="784190"/>
                </a:lnTo>
                <a:lnTo>
                  <a:pt x="1651528" y="764759"/>
                </a:lnTo>
                <a:lnTo>
                  <a:pt x="1670959" y="752102"/>
                </a:lnTo>
                <a:close/>
              </a:path>
              <a:path w="4335780" h="5447030">
                <a:moveTo>
                  <a:pt x="1781922" y="924578"/>
                </a:moveTo>
                <a:lnTo>
                  <a:pt x="1793276" y="942005"/>
                </a:lnTo>
                <a:lnTo>
                  <a:pt x="1775857" y="953359"/>
                </a:lnTo>
                <a:lnTo>
                  <a:pt x="1764503" y="935932"/>
                </a:lnTo>
                <a:lnTo>
                  <a:pt x="1781922" y="924578"/>
                </a:lnTo>
                <a:close/>
              </a:path>
              <a:path w="4335780" h="5447030">
                <a:moveTo>
                  <a:pt x="1892894" y="1097071"/>
                </a:moveTo>
                <a:lnTo>
                  <a:pt x="1902936" y="1112478"/>
                </a:lnTo>
                <a:lnTo>
                  <a:pt x="1887528" y="1122520"/>
                </a:lnTo>
                <a:lnTo>
                  <a:pt x="1877486" y="1107113"/>
                </a:lnTo>
                <a:lnTo>
                  <a:pt x="1892894" y="1097071"/>
                </a:lnTo>
                <a:close/>
              </a:path>
              <a:path w="4335780" h="5447030">
                <a:moveTo>
                  <a:pt x="2003864" y="1269555"/>
                </a:moveTo>
                <a:lnTo>
                  <a:pt x="2012595" y="1282951"/>
                </a:lnTo>
                <a:lnTo>
                  <a:pt x="1999199" y="1291682"/>
                </a:lnTo>
                <a:lnTo>
                  <a:pt x="1990468" y="1278286"/>
                </a:lnTo>
                <a:lnTo>
                  <a:pt x="2003864" y="1269555"/>
                </a:lnTo>
                <a:close/>
              </a:path>
              <a:path w="4335780" h="5447030">
                <a:moveTo>
                  <a:pt x="2114835" y="1442040"/>
                </a:moveTo>
                <a:lnTo>
                  <a:pt x="2122255" y="1453432"/>
                </a:lnTo>
                <a:lnTo>
                  <a:pt x="2110871" y="1460851"/>
                </a:lnTo>
                <a:lnTo>
                  <a:pt x="2103443" y="1449459"/>
                </a:lnTo>
                <a:lnTo>
                  <a:pt x="2114835" y="1442040"/>
                </a:lnTo>
                <a:close/>
              </a:path>
              <a:path w="4335780" h="5447030">
                <a:moveTo>
                  <a:pt x="2225922" y="1613968"/>
                </a:moveTo>
                <a:lnTo>
                  <a:pt x="2232469" y="1624011"/>
                </a:lnTo>
                <a:lnTo>
                  <a:pt x="2222418" y="1630560"/>
                </a:lnTo>
                <a:lnTo>
                  <a:pt x="2215871" y="1620517"/>
                </a:lnTo>
                <a:lnTo>
                  <a:pt x="2225922" y="1613968"/>
                </a:lnTo>
                <a:close/>
              </a:path>
              <a:path w="4335780" h="5447030">
                <a:moveTo>
                  <a:pt x="2337008" y="1785897"/>
                </a:moveTo>
                <a:lnTo>
                  <a:pt x="2342685" y="1794607"/>
                </a:lnTo>
                <a:lnTo>
                  <a:pt x="2333975" y="1800284"/>
                </a:lnTo>
                <a:lnTo>
                  <a:pt x="2328298" y="1791574"/>
                </a:lnTo>
                <a:lnTo>
                  <a:pt x="2337008" y="1785897"/>
                </a:lnTo>
                <a:close/>
              </a:path>
              <a:path w="4335780" h="5447030">
                <a:moveTo>
                  <a:pt x="2448094" y="1957826"/>
                </a:moveTo>
                <a:lnTo>
                  <a:pt x="2452900" y="1965195"/>
                </a:lnTo>
                <a:lnTo>
                  <a:pt x="2445523" y="1970000"/>
                </a:lnTo>
                <a:lnTo>
                  <a:pt x="2440726" y="1962631"/>
                </a:lnTo>
                <a:lnTo>
                  <a:pt x="2448094" y="1957826"/>
                </a:lnTo>
                <a:close/>
              </a:path>
              <a:path w="4335780" h="5447030">
                <a:moveTo>
                  <a:pt x="2559181" y="2129764"/>
                </a:moveTo>
                <a:lnTo>
                  <a:pt x="2563107" y="2135792"/>
                </a:lnTo>
                <a:lnTo>
                  <a:pt x="2557087" y="2139717"/>
                </a:lnTo>
                <a:lnTo>
                  <a:pt x="2553153" y="2133689"/>
                </a:lnTo>
                <a:lnTo>
                  <a:pt x="2559181" y="2129764"/>
                </a:lnTo>
                <a:close/>
              </a:path>
              <a:path w="4335780" h="5447030">
                <a:moveTo>
                  <a:pt x="2670268" y="2301693"/>
                </a:moveTo>
                <a:lnTo>
                  <a:pt x="2673322" y="2306379"/>
                </a:lnTo>
                <a:lnTo>
                  <a:pt x="2668636" y="2309432"/>
                </a:lnTo>
                <a:lnTo>
                  <a:pt x="2665582" y="2304746"/>
                </a:lnTo>
                <a:lnTo>
                  <a:pt x="2670268" y="2301693"/>
                </a:lnTo>
                <a:close/>
              </a:path>
              <a:path w="4335780" h="5447030">
                <a:moveTo>
                  <a:pt x="2781354" y="2473622"/>
                </a:moveTo>
                <a:lnTo>
                  <a:pt x="2783536" y="2476967"/>
                </a:lnTo>
                <a:lnTo>
                  <a:pt x="2780191" y="2479149"/>
                </a:lnTo>
                <a:lnTo>
                  <a:pt x="2778009" y="2475804"/>
                </a:lnTo>
                <a:lnTo>
                  <a:pt x="2781354" y="2473622"/>
                </a:lnTo>
                <a:close/>
              </a:path>
              <a:path w="4335780" h="5447030">
                <a:moveTo>
                  <a:pt x="2892448" y="2645551"/>
                </a:moveTo>
                <a:lnTo>
                  <a:pt x="2893760" y="2647562"/>
                </a:lnTo>
                <a:lnTo>
                  <a:pt x="2891740" y="2648874"/>
                </a:lnTo>
                <a:lnTo>
                  <a:pt x="2890429" y="2646863"/>
                </a:lnTo>
                <a:lnTo>
                  <a:pt x="2892448" y="2645551"/>
                </a:lnTo>
                <a:close/>
              </a:path>
              <a:path w="4335780" h="5447030">
                <a:moveTo>
                  <a:pt x="945509" y="0"/>
                </a:moveTo>
                <a:lnTo>
                  <a:pt x="965592" y="30712"/>
                </a:lnTo>
                <a:lnTo>
                  <a:pt x="934777" y="50796"/>
                </a:lnTo>
                <a:lnTo>
                  <a:pt x="914702" y="19981"/>
                </a:lnTo>
                <a:lnTo>
                  <a:pt x="945509" y="0"/>
                </a:lnTo>
                <a:close/>
              </a:path>
              <a:path w="4335780" h="5447030">
                <a:moveTo>
                  <a:pt x="1056480" y="172381"/>
                </a:moveTo>
                <a:lnTo>
                  <a:pt x="1075253" y="201193"/>
                </a:lnTo>
                <a:lnTo>
                  <a:pt x="1046441" y="219966"/>
                </a:lnTo>
                <a:lnTo>
                  <a:pt x="1027668" y="191154"/>
                </a:lnTo>
                <a:lnTo>
                  <a:pt x="1056480" y="172381"/>
                </a:lnTo>
                <a:close/>
              </a:path>
              <a:path w="4335780" h="5447030">
                <a:moveTo>
                  <a:pt x="1167451" y="344865"/>
                </a:moveTo>
                <a:lnTo>
                  <a:pt x="1184912" y="371665"/>
                </a:lnTo>
                <a:lnTo>
                  <a:pt x="1158112" y="389127"/>
                </a:lnTo>
                <a:lnTo>
                  <a:pt x="1140651" y="362327"/>
                </a:lnTo>
                <a:lnTo>
                  <a:pt x="1167451" y="344865"/>
                </a:lnTo>
                <a:close/>
              </a:path>
              <a:path w="4335780" h="5447030">
                <a:moveTo>
                  <a:pt x="1278306" y="517905"/>
                </a:moveTo>
                <a:lnTo>
                  <a:pt x="1294016" y="542014"/>
                </a:lnTo>
                <a:lnTo>
                  <a:pt x="1269907" y="557733"/>
                </a:lnTo>
                <a:lnTo>
                  <a:pt x="1254188" y="533616"/>
                </a:lnTo>
                <a:lnTo>
                  <a:pt x="1278306" y="517905"/>
                </a:lnTo>
                <a:close/>
              </a:path>
              <a:path w="4335780" h="5447030">
                <a:moveTo>
                  <a:pt x="1389278" y="690389"/>
                </a:moveTo>
                <a:lnTo>
                  <a:pt x="1403677" y="712495"/>
                </a:lnTo>
                <a:lnTo>
                  <a:pt x="1381572" y="726902"/>
                </a:lnTo>
                <a:lnTo>
                  <a:pt x="1367164" y="704797"/>
                </a:lnTo>
                <a:lnTo>
                  <a:pt x="1389278" y="690389"/>
                </a:lnTo>
                <a:close/>
              </a:path>
              <a:path w="4335780" h="5447030">
                <a:moveTo>
                  <a:pt x="1500241" y="862874"/>
                </a:moveTo>
                <a:lnTo>
                  <a:pt x="1513337" y="882968"/>
                </a:lnTo>
                <a:lnTo>
                  <a:pt x="1493243" y="896063"/>
                </a:lnTo>
                <a:lnTo>
                  <a:pt x="1480147" y="875970"/>
                </a:lnTo>
                <a:lnTo>
                  <a:pt x="1500241" y="862874"/>
                </a:lnTo>
                <a:close/>
              </a:path>
              <a:path w="4335780" h="5447030">
                <a:moveTo>
                  <a:pt x="1611220" y="1035358"/>
                </a:moveTo>
                <a:lnTo>
                  <a:pt x="1623005" y="1053441"/>
                </a:lnTo>
                <a:lnTo>
                  <a:pt x="1604914" y="1065225"/>
                </a:lnTo>
                <a:lnTo>
                  <a:pt x="1593129" y="1047143"/>
                </a:lnTo>
                <a:lnTo>
                  <a:pt x="1611220" y="1035358"/>
                </a:lnTo>
                <a:close/>
              </a:path>
              <a:path w="4335780" h="5447030">
                <a:moveTo>
                  <a:pt x="1722306" y="1207287"/>
                </a:moveTo>
                <a:lnTo>
                  <a:pt x="1733220" y="1224036"/>
                </a:lnTo>
                <a:lnTo>
                  <a:pt x="1716471" y="1234950"/>
                </a:lnTo>
                <a:lnTo>
                  <a:pt x="1705557" y="1218201"/>
                </a:lnTo>
                <a:lnTo>
                  <a:pt x="1722306" y="1207287"/>
                </a:lnTo>
                <a:close/>
              </a:path>
              <a:path w="4335780" h="5447030">
                <a:moveTo>
                  <a:pt x="1833161" y="1380318"/>
                </a:moveTo>
                <a:lnTo>
                  <a:pt x="1842324" y="1394385"/>
                </a:lnTo>
                <a:lnTo>
                  <a:pt x="1828257" y="1403556"/>
                </a:lnTo>
                <a:lnTo>
                  <a:pt x="1819095" y="1389489"/>
                </a:lnTo>
                <a:lnTo>
                  <a:pt x="1833161" y="1380318"/>
                </a:lnTo>
                <a:close/>
              </a:path>
              <a:path w="4335780" h="5447030">
                <a:moveTo>
                  <a:pt x="1944133" y="1552811"/>
                </a:moveTo>
                <a:lnTo>
                  <a:pt x="1951984" y="1564866"/>
                </a:lnTo>
                <a:lnTo>
                  <a:pt x="1939921" y="1572725"/>
                </a:lnTo>
                <a:lnTo>
                  <a:pt x="1932070" y="1560670"/>
                </a:lnTo>
                <a:lnTo>
                  <a:pt x="1944133" y="1552811"/>
                </a:lnTo>
                <a:close/>
              </a:path>
              <a:path w="4335780" h="5447030">
                <a:moveTo>
                  <a:pt x="2055219" y="1724740"/>
                </a:moveTo>
                <a:lnTo>
                  <a:pt x="2062199" y="1735454"/>
                </a:lnTo>
                <a:lnTo>
                  <a:pt x="2051485" y="1742441"/>
                </a:lnTo>
                <a:lnTo>
                  <a:pt x="2044497" y="1731720"/>
                </a:lnTo>
                <a:lnTo>
                  <a:pt x="2055219" y="1724740"/>
                </a:lnTo>
                <a:close/>
              </a:path>
              <a:path w="4335780" h="5447030">
                <a:moveTo>
                  <a:pt x="2166304" y="1896668"/>
                </a:moveTo>
                <a:lnTo>
                  <a:pt x="2172413" y="1906041"/>
                </a:lnTo>
                <a:lnTo>
                  <a:pt x="2163033" y="1912157"/>
                </a:lnTo>
                <a:lnTo>
                  <a:pt x="2156925" y="1902776"/>
                </a:lnTo>
                <a:lnTo>
                  <a:pt x="2166304" y="1896668"/>
                </a:lnTo>
                <a:close/>
              </a:path>
              <a:path w="4335780" h="5447030">
                <a:moveTo>
                  <a:pt x="2277391" y="2068590"/>
                </a:moveTo>
                <a:lnTo>
                  <a:pt x="2282629" y="2076637"/>
                </a:lnTo>
                <a:lnTo>
                  <a:pt x="2274589" y="2081874"/>
                </a:lnTo>
                <a:lnTo>
                  <a:pt x="2269345" y="2073835"/>
                </a:lnTo>
                <a:lnTo>
                  <a:pt x="2277391" y="2068590"/>
                </a:lnTo>
                <a:close/>
              </a:path>
              <a:path w="4335780" h="5447030">
                <a:moveTo>
                  <a:pt x="2388363" y="2241082"/>
                </a:moveTo>
                <a:lnTo>
                  <a:pt x="2392288" y="2247110"/>
                </a:lnTo>
                <a:lnTo>
                  <a:pt x="2386261" y="2251035"/>
                </a:lnTo>
                <a:lnTo>
                  <a:pt x="2382327" y="2245008"/>
                </a:lnTo>
                <a:lnTo>
                  <a:pt x="2388363" y="2241082"/>
                </a:lnTo>
                <a:close/>
              </a:path>
              <a:path w="4335780" h="5447030">
                <a:moveTo>
                  <a:pt x="2499556" y="2412456"/>
                </a:moveTo>
                <a:lnTo>
                  <a:pt x="2503050" y="2417813"/>
                </a:lnTo>
                <a:lnTo>
                  <a:pt x="2497693" y="2421307"/>
                </a:lnTo>
                <a:lnTo>
                  <a:pt x="2494199" y="2415950"/>
                </a:lnTo>
                <a:lnTo>
                  <a:pt x="2499556" y="2412456"/>
                </a:lnTo>
                <a:close/>
              </a:path>
              <a:path w="4335780" h="5447030">
                <a:moveTo>
                  <a:pt x="2610650" y="2584385"/>
                </a:moveTo>
                <a:lnTo>
                  <a:pt x="2613273" y="2588409"/>
                </a:lnTo>
                <a:lnTo>
                  <a:pt x="2609249" y="2591031"/>
                </a:lnTo>
                <a:lnTo>
                  <a:pt x="2606626" y="2587000"/>
                </a:lnTo>
                <a:lnTo>
                  <a:pt x="2610650" y="2584385"/>
                </a:lnTo>
                <a:close/>
              </a:path>
              <a:path w="4335780" h="5447030">
                <a:moveTo>
                  <a:pt x="2721736" y="2756314"/>
                </a:moveTo>
                <a:lnTo>
                  <a:pt x="2723488" y="2758996"/>
                </a:lnTo>
                <a:lnTo>
                  <a:pt x="2720806" y="2760739"/>
                </a:lnTo>
                <a:lnTo>
                  <a:pt x="2719055" y="2758065"/>
                </a:lnTo>
                <a:lnTo>
                  <a:pt x="2721736" y="2756314"/>
                </a:lnTo>
                <a:close/>
              </a:path>
              <a:path w="4335780" h="5447030">
                <a:moveTo>
                  <a:pt x="2832815" y="2928252"/>
                </a:moveTo>
                <a:lnTo>
                  <a:pt x="2833695" y="2929593"/>
                </a:lnTo>
                <a:lnTo>
                  <a:pt x="2832354" y="2930464"/>
                </a:lnTo>
                <a:lnTo>
                  <a:pt x="2831482" y="2929123"/>
                </a:lnTo>
                <a:lnTo>
                  <a:pt x="2832815" y="2928252"/>
                </a:lnTo>
                <a:close/>
              </a:path>
              <a:path w="4335780" h="5447030">
                <a:moveTo>
                  <a:pt x="774922" y="110121"/>
                </a:moveTo>
                <a:lnTo>
                  <a:pt x="795869" y="142271"/>
                </a:lnTo>
                <a:lnTo>
                  <a:pt x="763719" y="163217"/>
                </a:lnTo>
                <a:lnTo>
                  <a:pt x="742772" y="131068"/>
                </a:lnTo>
                <a:lnTo>
                  <a:pt x="774922" y="110121"/>
                </a:lnTo>
                <a:close/>
              </a:path>
              <a:path w="4335780" h="5447030">
                <a:moveTo>
                  <a:pt x="885777" y="283153"/>
                </a:moveTo>
                <a:lnTo>
                  <a:pt x="904981" y="312627"/>
                </a:lnTo>
                <a:lnTo>
                  <a:pt x="875507" y="331839"/>
                </a:lnTo>
                <a:lnTo>
                  <a:pt x="856303" y="302365"/>
                </a:lnTo>
                <a:lnTo>
                  <a:pt x="885777" y="283153"/>
                </a:lnTo>
                <a:close/>
              </a:path>
              <a:path w="4335780" h="5447030">
                <a:moveTo>
                  <a:pt x="996739" y="455637"/>
                </a:moveTo>
                <a:lnTo>
                  <a:pt x="1014641" y="483108"/>
                </a:lnTo>
                <a:lnTo>
                  <a:pt x="987178" y="501001"/>
                </a:lnTo>
                <a:lnTo>
                  <a:pt x="969277" y="473531"/>
                </a:lnTo>
                <a:lnTo>
                  <a:pt x="996739" y="455637"/>
                </a:lnTo>
                <a:close/>
              </a:path>
              <a:path w="4335780" h="5447030">
                <a:moveTo>
                  <a:pt x="1107711" y="628123"/>
                </a:moveTo>
                <a:lnTo>
                  <a:pt x="1124301" y="653581"/>
                </a:lnTo>
                <a:lnTo>
                  <a:pt x="1098850" y="670163"/>
                </a:lnTo>
                <a:lnTo>
                  <a:pt x="1082260" y="644712"/>
                </a:lnTo>
                <a:lnTo>
                  <a:pt x="1107711" y="628123"/>
                </a:lnTo>
                <a:close/>
              </a:path>
              <a:path w="4335780" h="5447030">
                <a:moveTo>
                  <a:pt x="1218690" y="800606"/>
                </a:moveTo>
                <a:lnTo>
                  <a:pt x="1233969" y="824053"/>
                </a:lnTo>
                <a:lnTo>
                  <a:pt x="1210514" y="839333"/>
                </a:lnTo>
                <a:lnTo>
                  <a:pt x="1195235" y="815886"/>
                </a:lnTo>
                <a:lnTo>
                  <a:pt x="1218690" y="800606"/>
                </a:lnTo>
                <a:close/>
              </a:path>
              <a:path w="4335780" h="5447030">
                <a:moveTo>
                  <a:pt x="1329661" y="973082"/>
                </a:moveTo>
                <a:lnTo>
                  <a:pt x="1343629" y="994525"/>
                </a:lnTo>
                <a:lnTo>
                  <a:pt x="1322186" y="1008501"/>
                </a:lnTo>
                <a:lnTo>
                  <a:pt x="1308218" y="987058"/>
                </a:lnTo>
                <a:lnTo>
                  <a:pt x="1329661" y="973082"/>
                </a:lnTo>
                <a:close/>
              </a:path>
              <a:path w="4335780" h="5447030">
                <a:moveTo>
                  <a:pt x="1440508" y="1146122"/>
                </a:moveTo>
                <a:lnTo>
                  <a:pt x="1452733" y="1164882"/>
                </a:lnTo>
                <a:lnTo>
                  <a:pt x="1433980" y="1177106"/>
                </a:lnTo>
                <a:lnTo>
                  <a:pt x="1421756" y="1158346"/>
                </a:lnTo>
                <a:lnTo>
                  <a:pt x="1440508" y="1146122"/>
                </a:lnTo>
                <a:close/>
              </a:path>
              <a:path w="4335780" h="5447030">
                <a:moveTo>
                  <a:pt x="1551593" y="1318051"/>
                </a:moveTo>
                <a:lnTo>
                  <a:pt x="1562948" y="1335478"/>
                </a:lnTo>
                <a:lnTo>
                  <a:pt x="1545537" y="1346822"/>
                </a:lnTo>
                <a:lnTo>
                  <a:pt x="1534183" y="1329403"/>
                </a:lnTo>
                <a:lnTo>
                  <a:pt x="1551593" y="1318051"/>
                </a:lnTo>
                <a:close/>
              </a:path>
              <a:path w="4335780" h="5447030">
                <a:moveTo>
                  <a:pt x="1662566" y="1490543"/>
                </a:moveTo>
                <a:lnTo>
                  <a:pt x="1672600" y="1505943"/>
                </a:lnTo>
                <a:lnTo>
                  <a:pt x="1657200" y="1515985"/>
                </a:lnTo>
                <a:lnTo>
                  <a:pt x="1647166" y="1500577"/>
                </a:lnTo>
                <a:lnTo>
                  <a:pt x="1662566" y="1490543"/>
                </a:lnTo>
                <a:close/>
              </a:path>
              <a:path w="4335780" h="5447030">
                <a:moveTo>
                  <a:pt x="1773421" y="1663574"/>
                </a:moveTo>
                <a:lnTo>
                  <a:pt x="1781712" y="1676300"/>
                </a:lnTo>
                <a:lnTo>
                  <a:pt x="1768987" y="1684599"/>
                </a:lnTo>
                <a:lnTo>
                  <a:pt x="1760696" y="1671873"/>
                </a:lnTo>
                <a:lnTo>
                  <a:pt x="1773421" y="1663574"/>
                </a:lnTo>
                <a:close/>
              </a:path>
              <a:path w="4335780" h="5447030">
                <a:moveTo>
                  <a:pt x="1884507" y="1835503"/>
                </a:moveTo>
                <a:lnTo>
                  <a:pt x="1891927" y="1846887"/>
                </a:lnTo>
                <a:lnTo>
                  <a:pt x="1880535" y="1854315"/>
                </a:lnTo>
                <a:lnTo>
                  <a:pt x="1873116" y="1842931"/>
                </a:lnTo>
                <a:lnTo>
                  <a:pt x="1884507" y="1835503"/>
                </a:lnTo>
                <a:close/>
              </a:path>
              <a:path w="4335780" h="5447030">
                <a:moveTo>
                  <a:pt x="1995602" y="2007432"/>
                </a:moveTo>
                <a:lnTo>
                  <a:pt x="2002150" y="2017482"/>
                </a:lnTo>
                <a:lnTo>
                  <a:pt x="1992099" y="2024031"/>
                </a:lnTo>
                <a:lnTo>
                  <a:pt x="1985551" y="2013980"/>
                </a:lnTo>
                <a:lnTo>
                  <a:pt x="1995602" y="2007432"/>
                </a:lnTo>
                <a:close/>
              </a:path>
              <a:path w="4335780" h="5447030">
                <a:moveTo>
                  <a:pt x="2106680" y="2179370"/>
                </a:moveTo>
                <a:lnTo>
                  <a:pt x="2112357" y="2188079"/>
                </a:lnTo>
                <a:lnTo>
                  <a:pt x="2103655" y="2193748"/>
                </a:lnTo>
                <a:lnTo>
                  <a:pt x="2097978" y="2185038"/>
                </a:lnTo>
                <a:lnTo>
                  <a:pt x="2106680" y="2179370"/>
                </a:lnTo>
                <a:close/>
              </a:path>
              <a:path w="4335780" h="5447030">
                <a:moveTo>
                  <a:pt x="2217651" y="2351845"/>
                </a:moveTo>
                <a:lnTo>
                  <a:pt x="2222016" y="2358543"/>
                </a:lnTo>
                <a:lnTo>
                  <a:pt x="2215318" y="2362909"/>
                </a:lnTo>
                <a:lnTo>
                  <a:pt x="2210953" y="2356211"/>
                </a:lnTo>
                <a:lnTo>
                  <a:pt x="2217651" y="2351845"/>
                </a:lnTo>
                <a:close/>
              </a:path>
              <a:path w="4335780" h="5447030">
                <a:moveTo>
                  <a:pt x="2328736" y="2523775"/>
                </a:moveTo>
                <a:lnTo>
                  <a:pt x="2332231" y="2529139"/>
                </a:lnTo>
                <a:lnTo>
                  <a:pt x="2326874" y="2532625"/>
                </a:lnTo>
                <a:lnTo>
                  <a:pt x="2323380" y="2527268"/>
                </a:lnTo>
                <a:lnTo>
                  <a:pt x="2328736" y="2523775"/>
                </a:lnTo>
                <a:close/>
              </a:path>
              <a:path w="4335780" h="5447030">
                <a:moveTo>
                  <a:pt x="2439823" y="2695704"/>
                </a:moveTo>
                <a:lnTo>
                  <a:pt x="2442447" y="2699735"/>
                </a:lnTo>
                <a:lnTo>
                  <a:pt x="2438431" y="2702350"/>
                </a:lnTo>
                <a:lnTo>
                  <a:pt x="2435808" y="2698326"/>
                </a:lnTo>
                <a:lnTo>
                  <a:pt x="2439823" y="2695704"/>
                </a:lnTo>
                <a:close/>
              </a:path>
              <a:path w="4335780" h="5447030">
                <a:moveTo>
                  <a:pt x="2551034" y="2867085"/>
                </a:moveTo>
                <a:lnTo>
                  <a:pt x="2553217" y="2870438"/>
                </a:lnTo>
                <a:lnTo>
                  <a:pt x="2549864" y="2872621"/>
                </a:lnTo>
                <a:lnTo>
                  <a:pt x="2547681" y="2869268"/>
                </a:lnTo>
                <a:lnTo>
                  <a:pt x="2551034" y="2867085"/>
                </a:lnTo>
                <a:close/>
              </a:path>
              <a:path w="4335780" h="5447030">
                <a:moveTo>
                  <a:pt x="2662112" y="3039023"/>
                </a:moveTo>
                <a:lnTo>
                  <a:pt x="2663423" y="3041026"/>
                </a:lnTo>
                <a:lnTo>
                  <a:pt x="2661419" y="3042329"/>
                </a:lnTo>
                <a:lnTo>
                  <a:pt x="2660108" y="3040326"/>
                </a:lnTo>
                <a:lnTo>
                  <a:pt x="2662112" y="3039023"/>
                </a:lnTo>
                <a:close/>
              </a:path>
              <a:path w="4335780" h="5447030">
                <a:moveTo>
                  <a:pt x="493478" y="47290"/>
                </a:moveTo>
                <a:lnTo>
                  <a:pt x="517048" y="83470"/>
                </a:lnTo>
                <a:lnTo>
                  <a:pt x="480875" y="107040"/>
                </a:lnTo>
                <a:lnTo>
                  <a:pt x="457298" y="70868"/>
                </a:lnTo>
                <a:lnTo>
                  <a:pt x="493478" y="47290"/>
                </a:lnTo>
                <a:close/>
              </a:path>
              <a:path w="4335780" h="5447030">
                <a:moveTo>
                  <a:pt x="604333" y="220329"/>
                </a:moveTo>
                <a:lnTo>
                  <a:pt x="626160" y="253827"/>
                </a:lnTo>
                <a:lnTo>
                  <a:pt x="592670" y="275653"/>
                </a:lnTo>
                <a:lnTo>
                  <a:pt x="570835" y="242156"/>
                </a:lnTo>
                <a:lnTo>
                  <a:pt x="604333" y="220329"/>
                </a:lnTo>
                <a:close/>
              </a:path>
              <a:path w="4335780" h="5447030">
                <a:moveTo>
                  <a:pt x="715181" y="393368"/>
                </a:moveTo>
                <a:lnTo>
                  <a:pt x="735265" y="424183"/>
                </a:lnTo>
                <a:lnTo>
                  <a:pt x="704450" y="444268"/>
                </a:lnTo>
                <a:lnTo>
                  <a:pt x="684374" y="413452"/>
                </a:lnTo>
                <a:lnTo>
                  <a:pt x="715181" y="393368"/>
                </a:lnTo>
                <a:close/>
              </a:path>
              <a:path w="4335780" h="5447030">
                <a:moveTo>
                  <a:pt x="826159" y="565844"/>
                </a:moveTo>
                <a:lnTo>
                  <a:pt x="844932" y="594656"/>
                </a:lnTo>
                <a:lnTo>
                  <a:pt x="816120" y="613429"/>
                </a:lnTo>
                <a:lnTo>
                  <a:pt x="797347" y="584617"/>
                </a:lnTo>
                <a:lnTo>
                  <a:pt x="826159" y="565844"/>
                </a:lnTo>
                <a:close/>
              </a:path>
              <a:path w="4335780" h="5447030">
                <a:moveTo>
                  <a:pt x="937007" y="738884"/>
                </a:moveTo>
                <a:lnTo>
                  <a:pt x="954029" y="765013"/>
                </a:lnTo>
                <a:lnTo>
                  <a:pt x="927907" y="782034"/>
                </a:lnTo>
                <a:lnTo>
                  <a:pt x="910878" y="755913"/>
                </a:lnTo>
                <a:lnTo>
                  <a:pt x="937007" y="738884"/>
                </a:lnTo>
                <a:close/>
              </a:path>
              <a:path w="4335780" h="5447030">
                <a:moveTo>
                  <a:pt x="1047978" y="911377"/>
                </a:moveTo>
                <a:lnTo>
                  <a:pt x="1063688" y="935486"/>
                </a:lnTo>
                <a:lnTo>
                  <a:pt x="1039579" y="951204"/>
                </a:lnTo>
                <a:lnTo>
                  <a:pt x="1023860" y="927087"/>
                </a:lnTo>
                <a:lnTo>
                  <a:pt x="1047978" y="911377"/>
                </a:lnTo>
                <a:close/>
              </a:path>
              <a:path w="4335780" h="5447030">
                <a:moveTo>
                  <a:pt x="1158949" y="1083852"/>
                </a:moveTo>
                <a:lnTo>
                  <a:pt x="1173357" y="1105957"/>
                </a:lnTo>
                <a:lnTo>
                  <a:pt x="1151251" y="1120365"/>
                </a:lnTo>
                <a:lnTo>
                  <a:pt x="1136844" y="1098259"/>
                </a:lnTo>
                <a:lnTo>
                  <a:pt x="1158949" y="1083852"/>
                </a:lnTo>
                <a:close/>
              </a:path>
              <a:path w="4335780" h="5447030">
                <a:moveTo>
                  <a:pt x="1269921" y="1256336"/>
                </a:moveTo>
                <a:lnTo>
                  <a:pt x="1283016" y="1276430"/>
                </a:lnTo>
                <a:lnTo>
                  <a:pt x="1262923" y="1289526"/>
                </a:lnTo>
                <a:lnTo>
                  <a:pt x="1249827" y="1269432"/>
                </a:lnTo>
                <a:lnTo>
                  <a:pt x="1269921" y="1256336"/>
                </a:lnTo>
                <a:close/>
              </a:path>
              <a:path w="4335780" h="5447030">
                <a:moveTo>
                  <a:pt x="1380892" y="1428821"/>
                </a:moveTo>
                <a:lnTo>
                  <a:pt x="1392677" y="1446911"/>
                </a:lnTo>
                <a:lnTo>
                  <a:pt x="1374594" y="1458696"/>
                </a:lnTo>
                <a:lnTo>
                  <a:pt x="1362809" y="1440605"/>
                </a:lnTo>
                <a:lnTo>
                  <a:pt x="1380892" y="1428821"/>
                </a:lnTo>
                <a:close/>
              </a:path>
              <a:path w="4335780" h="5447030">
                <a:moveTo>
                  <a:pt x="1491855" y="1601306"/>
                </a:moveTo>
                <a:lnTo>
                  <a:pt x="1502337" y="1617384"/>
                </a:lnTo>
                <a:lnTo>
                  <a:pt x="1486258" y="1627858"/>
                </a:lnTo>
                <a:lnTo>
                  <a:pt x="1475776" y="1611780"/>
                </a:lnTo>
                <a:lnTo>
                  <a:pt x="1491855" y="1601306"/>
                </a:lnTo>
                <a:close/>
              </a:path>
              <a:path w="4335780" h="5447030">
                <a:moveTo>
                  <a:pt x="1602710" y="1774337"/>
                </a:moveTo>
                <a:lnTo>
                  <a:pt x="1611441" y="1787733"/>
                </a:lnTo>
                <a:lnTo>
                  <a:pt x="1598044" y="1796464"/>
                </a:lnTo>
                <a:lnTo>
                  <a:pt x="1589314" y="1783068"/>
                </a:lnTo>
                <a:lnTo>
                  <a:pt x="1602710" y="1774337"/>
                </a:lnTo>
                <a:close/>
              </a:path>
              <a:path w="4335780" h="5447030">
                <a:moveTo>
                  <a:pt x="1713804" y="1946266"/>
                </a:moveTo>
                <a:lnTo>
                  <a:pt x="1721664" y="1958328"/>
                </a:lnTo>
                <a:lnTo>
                  <a:pt x="1709601" y="1966187"/>
                </a:lnTo>
                <a:lnTo>
                  <a:pt x="1701741" y="1954125"/>
                </a:lnTo>
                <a:lnTo>
                  <a:pt x="1713804" y="1946266"/>
                </a:lnTo>
                <a:close/>
              </a:path>
              <a:path w="4335780" h="5447030">
                <a:moveTo>
                  <a:pt x="1824883" y="2118204"/>
                </a:moveTo>
                <a:lnTo>
                  <a:pt x="1831871" y="2128925"/>
                </a:lnTo>
                <a:lnTo>
                  <a:pt x="1821157" y="2135913"/>
                </a:lnTo>
                <a:lnTo>
                  <a:pt x="1814169" y="2125184"/>
                </a:lnTo>
                <a:lnTo>
                  <a:pt x="1824883" y="2118204"/>
                </a:lnTo>
                <a:close/>
              </a:path>
              <a:path w="4335780" h="5447030">
                <a:moveTo>
                  <a:pt x="1935969" y="2290132"/>
                </a:moveTo>
                <a:lnTo>
                  <a:pt x="1942086" y="2299513"/>
                </a:lnTo>
                <a:lnTo>
                  <a:pt x="1932705" y="2305621"/>
                </a:lnTo>
                <a:lnTo>
                  <a:pt x="1926589" y="2296241"/>
                </a:lnTo>
                <a:lnTo>
                  <a:pt x="1935969" y="2290132"/>
                </a:lnTo>
                <a:close/>
              </a:path>
              <a:path w="4335780" h="5447030">
                <a:moveTo>
                  <a:pt x="2046940" y="2462616"/>
                </a:moveTo>
                <a:lnTo>
                  <a:pt x="2051745" y="2469985"/>
                </a:lnTo>
                <a:lnTo>
                  <a:pt x="2044377" y="2474790"/>
                </a:lnTo>
                <a:lnTo>
                  <a:pt x="2039572" y="2467422"/>
                </a:lnTo>
                <a:lnTo>
                  <a:pt x="2046940" y="2462616"/>
                </a:lnTo>
                <a:close/>
              </a:path>
              <a:path w="4335780" h="5447030">
                <a:moveTo>
                  <a:pt x="2158034" y="2634545"/>
                </a:moveTo>
                <a:lnTo>
                  <a:pt x="2161960" y="2640581"/>
                </a:lnTo>
                <a:lnTo>
                  <a:pt x="2155933" y="2644507"/>
                </a:lnTo>
                <a:lnTo>
                  <a:pt x="2151999" y="2638479"/>
                </a:lnTo>
                <a:lnTo>
                  <a:pt x="2158034" y="2634545"/>
                </a:lnTo>
                <a:close/>
              </a:path>
              <a:path w="4335780" h="5447030">
                <a:moveTo>
                  <a:pt x="2269121" y="2806475"/>
                </a:moveTo>
                <a:lnTo>
                  <a:pt x="2272175" y="2811169"/>
                </a:lnTo>
                <a:lnTo>
                  <a:pt x="2267489" y="2814223"/>
                </a:lnTo>
                <a:lnTo>
                  <a:pt x="2264435" y="2809529"/>
                </a:lnTo>
                <a:lnTo>
                  <a:pt x="2269121" y="2806475"/>
                </a:lnTo>
                <a:close/>
              </a:path>
              <a:path w="4335780" h="5447030">
                <a:moveTo>
                  <a:pt x="2380208" y="2978412"/>
                </a:moveTo>
                <a:lnTo>
                  <a:pt x="2382390" y="2981757"/>
                </a:lnTo>
                <a:lnTo>
                  <a:pt x="2379045" y="2983939"/>
                </a:lnTo>
                <a:lnTo>
                  <a:pt x="2376863" y="2980594"/>
                </a:lnTo>
                <a:lnTo>
                  <a:pt x="2380208" y="2978412"/>
                </a:lnTo>
                <a:close/>
              </a:path>
              <a:path w="4335780" h="5447030">
                <a:moveTo>
                  <a:pt x="2491294" y="3150341"/>
                </a:moveTo>
                <a:lnTo>
                  <a:pt x="2492605" y="3152344"/>
                </a:lnTo>
                <a:lnTo>
                  <a:pt x="2490593" y="3153656"/>
                </a:lnTo>
                <a:lnTo>
                  <a:pt x="2489282" y="3151652"/>
                </a:lnTo>
                <a:lnTo>
                  <a:pt x="2491294" y="3150341"/>
                </a:lnTo>
                <a:close/>
              </a:path>
              <a:path w="4335780" h="5447030">
                <a:moveTo>
                  <a:pt x="188928" y="0"/>
                </a:moveTo>
                <a:lnTo>
                  <a:pt x="221671" y="0"/>
                </a:lnTo>
                <a:lnTo>
                  <a:pt x="237664" y="24547"/>
                </a:lnTo>
                <a:lnTo>
                  <a:pt x="198155" y="50299"/>
                </a:lnTo>
                <a:lnTo>
                  <a:pt x="172395" y="10773"/>
                </a:lnTo>
                <a:lnTo>
                  <a:pt x="188928" y="0"/>
                </a:lnTo>
                <a:close/>
              </a:path>
              <a:path w="4335780" h="5447030">
                <a:moveTo>
                  <a:pt x="322775" y="158060"/>
                </a:moveTo>
                <a:lnTo>
                  <a:pt x="346785" y="194903"/>
                </a:lnTo>
                <a:lnTo>
                  <a:pt x="309934" y="218913"/>
                </a:lnTo>
                <a:lnTo>
                  <a:pt x="285925" y="182070"/>
                </a:lnTo>
                <a:lnTo>
                  <a:pt x="322775" y="158060"/>
                </a:lnTo>
                <a:close/>
              </a:path>
              <a:path w="4335780" h="5447030">
                <a:moveTo>
                  <a:pt x="433738" y="330545"/>
                </a:moveTo>
                <a:lnTo>
                  <a:pt x="456437" y="365384"/>
                </a:lnTo>
                <a:lnTo>
                  <a:pt x="421613" y="388082"/>
                </a:lnTo>
                <a:lnTo>
                  <a:pt x="398907" y="353243"/>
                </a:lnTo>
                <a:lnTo>
                  <a:pt x="433738" y="330545"/>
                </a:lnTo>
                <a:close/>
              </a:path>
              <a:path w="4335780" h="5447030">
                <a:moveTo>
                  <a:pt x="544593" y="503577"/>
                </a:moveTo>
                <a:lnTo>
                  <a:pt x="565548" y="535734"/>
                </a:lnTo>
                <a:lnTo>
                  <a:pt x="533391" y="556689"/>
                </a:lnTo>
                <a:lnTo>
                  <a:pt x="512436" y="524532"/>
                </a:lnTo>
                <a:lnTo>
                  <a:pt x="544593" y="503577"/>
                </a:lnTo>
                <a:close/>
              </a:path>
              <a:path w="4335780" h="5447030">
                <a:moveTo>
                  <a:pt x="655449" y="676624"/>
                </a:moveTo>
                <a:lnTo>
                  <a:pt x="674654" y="706098"/>
                </a:lnTo>
                <a:lnTo>
                  <a:pt x="645187" y="725303"/>
                </a:lnTo>
                <a:lnTo>
                  <a:pt x="625975" y="695829"/>
                </a:lnTo>
                <a:lnTo>
                  <a:pt x="655449" y="676624"/>
                </a:lnTo>
                <a:close/>
              </a:path>
              <a:path w="4335780" h="5447030">
                <a:moveTo>
                  <a:pt x="766421" y="849100"/>
                </a:moveTo>
                <a:lnTo>
                  <a:pt x="784313" y="876562"/>
                </a:lnTo>
                <a:lnTo>
                  <a:pt x="756851" y="894463"/>
                </a:lnTo>
                <a:lnTo>
                  <a:pt x="738950" y="867001"/>
                </a:lnTo>
                <a:lnTo>
                  <a:pt x="766421" y="849100"/>
                </a:lnTo>
                <a:close/>
              </a:path>
              <a:path w="4335780" h="5447030">
                <a:moveTo>
                  <a:pt x="877268" y="1022140"/>
                </a:moveTo>
                <a:lnTo>
                  <a:pt x="893426" y="1046927"/>
                </a:lnTo>
                <a:lnTo>
                  <a:pt x="868638" y="1063078"/>
                </a:lnTo>
                <a:lnTo>
                  <a:pt x="852488" y="1038289"/>
                </a:lnTo>
                <a:lnTo>
                  <a:pt x="877268" y="1022140"/>
                </a:lnTo>
                <a:close/>
              </a:path>
              <a:path w="4335780" h="5447030">
                <a:moveTo>
                  <a:pt x="988354" y="1194068"/>
                </a:moveTo>
                <a:lnTo>
                  <a:pt x="1003633" y="1217516"/>
                </a:lnTo>
                <a:lnTo>
                  <a:pt x="980194" y="1232794"/>
                </a:lnTo>
                <a:lnTo>
                  <a:pt x="964915" y="1209347"/>
                </a:lnTo>
                <a:lnTo>
                  <a:pt x="988354" y="1194068"/>
                </a:lnTo>
                <a:close/>
              </a:path>
              <a:path w="4335780" h="5447030">
                <a:moveTo>
                  <a:pt x="1099209" y="1367100"/>
                </a:moveTo>
                <a:lnTo>
                  <a:pt x="1112745" y="1387872"/>
                </a:lnTo>
                <a:lnTo>
                  <a:pt x="1091981" y="1401408"/>
                </a:lnTo>
                <a:lnTo>
                  <a:pt x="1078444" y="1380636"/>
                </a:lnTo>
                <a:lnTo>
                  <a:pt x="1099209" y="1367100"/>
                </a:lnTo>
                <a:close/>
              </a:path>
              <a:path w="4335780" h="5447030">
                <a:moveTo>
                  <a:pt x="1210181" y="1539592"/>
                </a:moveTo>
                <a:lnTo>
                  <a:pt x="1222405" y="1558345"/>
                </a:lnTo>
                <a:lnTo>
                  <a:pt x="1203652" y="1570569"/>
                </a:lnTo>
                <a:lnTo>
                  <a:pt x="1191428" y="1551816"/>
                </a:lnTo>
                <a:lnTo>
                  <a:pt x="1210181" y="1539592"/>
                </a:lnTo>
                <a:close/>
              </a:path>
              <a:path w="4335780" h="5447030">
                <a:moveTo>
                  <a:pt x="1321152" y="1712077"/>
                </a:moveTo>
                <a:lnTo>
                  <a:pt x="1332066" y="1728826"/>
                </a:lnTo>
                <a:lnTo>
                  <a:pt x="1315325" y="1739740"/>
                </a:lnTo>
                <a:lnTo>
                  <a:pt x="1304411" y="1722990"/>
                </a:lnTo>
                <a:lnTo>
                  <a:pt x="1321152" y="1712077"/>
                </a:lnTo>
                <a:close/>
              </a:path>
              <a:path w="4335780" h="5447030">
                <a:moveTo>
                  <a:pt x="1432124" y="1884553"/>
                </a:moveTo>
                <a:lnTo>
                  <a:pt x="1441725" y="1899298"/>
                </a:lnTo>
                <a:lnTo>
                  <a:pt x="1426997" y="1908900"/>
                </a:lnTo>
                <a:lnTo>
                  <a:pt x="1417386" y="1894155"/>
                </a:lnTo>
                <a:lnTo>
                  <a:pt x="1432124" y="1884553"/>
                </a:lnTo>
                <a:close/>
              </a:path>
              <a:path w="4335780" h="5447030">
                <a:moveTo>
                  <a:pt x="1542978" y="2057592"/>
                </a:moveTo>
                <a:lnTo>
                  <a:pt x="1550838" y="2069654"/>
                </a:lnTo>
                <a:lnTo>
                  <a:pt x="1538775" y="2077514"/>
                </a:lnTo>
                <a:lnTo>
                  <a:pt x="1530915" y="2065451"/>
                </a:lnTo>
                <a:lnTo>
                  <a:pt x="1542978" y="2057592"/>
                </a:lnTo>
                <a:close/>
              </a:path>
              <a:path w="4335780" h="5447030">
                <a:moveTo>
                  <a:pt x="1654065" y="2229521"/>
                </a:moveTo>
                <a:lnTo>
                  <a:pt x="1661052" y="2240242"/>
                </a:lnTo>
                <a:lnTo>
                  <a:pt x="1650331" y="2247231"/>
                </a:lnTo>
                <a:lnTo>
                  <a:pt x="1643343" y="2236509"/>
                </a:lnTo>
                <a:lnTo>
                  <a:pt x="1654065" y="2229521"/>
                </a:lnTo>
                <a:close/>
              </a:path>
              <a:path w="4335780" h="5447030">
                <a:moveTo>
                  <a:pt x="1765150" y="2401450"/>
                </a:moveTo>
                <a:lnTo>
                  <a:pt x="1771259" y="2410830"/>
                </a:lnTo>
                <a:lnTo>
                  <a:pt x="1761887" y="2416938"/>
                </a:lnTo>
                <a:lnTo>
                  <a:pt x="1755770" y="2407558"/>
                </a:lnTo>
                <a:lnTo>
                  <a:pt x="1765150" y="2401450"/>
                </a:lnTo>
                <a:close/>
              </a:path>
              <a:path w="4335780" h="5447030">
                <a:moveTo>
                  <a:pt x="1876238" y="2573387"/>
                </a:moveTo>
                <a:lnTo>
                  <a:pt x="1881475" y="2581426"/>
                </a:lnTo>
                <a:lnTo>
                  <a:pt x="1873444" y="2586663"/>
                </a:lnTo>
                <a:lnTo>
                  <a:pt x="1868199" y="2578624"/>
                </a:lnTo>
                <a:lnTo>
                  <a:pt x="1876238" y="2573387"/>
                </a:lnTo>
                <a:close/>
              </a:path>
              <a:path w="4335780" h="5447030">
                <a:moveTo>
                  <a:pt x="1987324" y="2745316"/>
                </a:moveTo>
                <a:lnTo>
                  <a:pt x="1991689" y="2752014"/>
                </a:lnTo>
                <a:lnTo>
                  <a:pt x="1984992" y="2756379"/>
                </a:lnTo>
                <a:lnTo>
                  <a:pt x="1980626" y="2749682"/>
                </a:lnTo>
                <a:lnTo>
                  <a:pt x="1987324" y="2745316"/>
                </a:lnTo>
                <a:close/>
              </a:path>
              <a:path w="4335780" h="5447030">
                <a:moveTo>
                  <a:pt x="2098410" y="2917246"/>
                </a:moveTo>
                <a:lnTo>
                  <a:pt x="2101904" y="2922602"/>
                </a:lnTo>
                <a:lnTo>
                  <a:pt x="2096548" y="2926096"/>
                </a:lnTo>
                <a:lnTo>
                  <a:pt x="2093054" y="2920740"/>
                </a:lnTo>
                <a:lnTo>
                  <a:pt x="2098410" y="2917246"/>
                </a:lnTo>
                <a:close/>
              </a:path>
              <a:path w="4335780" h="5447030">
                <a:moveTo>
                  <a:pt x="2209505" y="3089174"/>
                </a:moveTo>
                <a:lnTo>
                  <a:pt x="2212119" y="3093190"/>
                </a:lnTo>
                <a:lnTo>
                  <a:pt x="2208095" y="3095813"/>
                </a:lnTo>
                <a:lnTo>
                  <a:pt x="2205473" y="3091798"/>
                </a:lnTo>
                <a:lnTo>
                  <a:pt x="2209505" y="3089174"/>
                </a:lnTo>
                <a:close/>
              </a:path>
              <a:path w="4335780" h="5447030">
                <a:moveTo>
                  <a:pt x="2320583" y="3261104"/>
                </a:moveTo>
                <a:lnTo>
                  <a:pt x="2322326" y="3263787"/>
                </a:lnTo>
                <a:lnTo>
                  <a:pt x="2319659" y="3265529"/>
                </a:lnTo>
                <a:lnTo>
                  <a:pt x="2317908" y="3262847"/>
                </a:lnTo>
                <a:lnTo>
                  <a:pt x="2320583" y="3261104"/>
                </a:lnTo>
                <a:close/>
              </a:path>
              <a:path w="4335780" h="5447030">
                <a:moveTo>
                  <a:pt x="2431669" y="3433033"/>
                </a:moveTo>
                <a:lnTo>
                  <a:pt x="2432541" y="3434375"/>
                </a:lnTo>
                <a:lnTo>
                  <a:pt x="2431208" y="3435246"/>
                </a:lnTo>
                <a:lnTo>
                  <a:pt x="2430336" y="3433905"/>
                </a:lnTo>
                <a:lnTo>
                  <a:pt x="2431669" y="3433033"/>
                </a:lnTo>
                <a:close/>
              </a:path>
              <a:path w="4335780" h="5447030">
                <a:moveTo>
                  <a:pt x="41324" y="95238"/>
                </a:moveTo>
                <a:lnTo>
                  <a:pt x="67956" y="136104"/>
                </a:lnTo>
                <a:lnTo>
                  <a:pt x="27098" y="162736"/>
                </a:lnTo>
                <a:lnTo>
                  <a:pt x="466" y="121869"/>
                </a:lnTo>
                <a:lnTo>
                  <a:pt x="41324" y="95238"/>
                </a:lnTo>
                <a:close/>
              </a:path>
              <a:path w="4335780" h="5447030">
                <a:moveTo>
                  <a:pt x="152065" y="268832"/>
                </a:moveTo>
                <a:lnTo>
                  <a:pt x="176505" y="306337"/>
                </a:lnTo>
                <a:lnTo>
                  <a:pt x="139000" y="330786"/>
                </a:lnTo>
                <a:lnTo>
                  <a:pt x="114551" y="293273"/>
                </a:lnTo>
                <a:lnTo>
                  <a:pt x="152065" y="268832"/>
                </a:lnTo>
                <a:close/>
              </a:path>
              <a:path w="4335780" h="5447030">
                <a:moveTo>
                  <a:pt x="263149" y="440761"/>
                </a:moveTo>
                <a:lnTo>
                  <a:pt x="286729" y="476932"/>
                </a:lnTo>
                <a:lnTo>
                  <a:pt x="250548" y="500511"/>
                </a:lnTo>
                <a:lnTo>
                  <a:pt x="226978" y="464330"/>
                </a:lnTo>
                <a:lnTo>
                  <a:pt x="263149" y="440761"/>
                </a:lnTo>
                <a:close/>
              </a:path>
              <a:path w="4335780" h="5447030">
                <a:moveTo>
                  <a:pt x="373999" y="613800"/>
                </a:moveTo>
                <a:lnTo>
                  <a:pt x="395825" y="647290"/>
                </a:lnTo>
                <a:lnTo>
                  <a:pt x="362335" y="669117"/>
                </a:lnTo>
                <a:lnTo>
                  <a:pt x="340509" y="635627"/>
                </a:lnTo>
                <a:lnTo>
                  <a:pt x="373999" y="613800"/>
                </a:lnTo>
                <a:close/>
              </a:path>
              <a:path w="4335780" h="5447030">
                <a:moveTo>
                  <a:pt x="484739" y="787387"/>
                </a:moveTo>
                <a:lnTo>
                  <a:pt x="504383" y="817532"/>
                </a:lnTo>
                <a:lnTo>
                  <a:pt x="474238" y="837176"/>
                </a:lnTo>
                <a:lnTo>
                  <a:pt x="454594" y="807031"/>
                </a:lnTo>
                <a:lnTo>
                  <a:pt x="484739" y="787387"/>
                </a:lnTo>
                <a:close/>
              </a:path>
              <a:path w="4335780" h="5447030">
                <a:moveTo>
                  <a:pt x="595710" y="959879"/>
                </a:moveTo>
                <a:lnTo>
                  <a:pt x="614043" y="988005"/>
                </a:lnTo>
                <a:lnTo>
                  <a:pt x="585910" y="1006337"/>
                </a:lnTo>
                <a:lnTo>
                  <a:pt x="567577" y="978212"/>
                </a:lnTo>
                <a:lnTo>
                  <a:pt x="595710" y="959879"/>
                </a:lnTo>
                <a:close/>
              </a:path>
              <a:path w="4335780" h="5447030">
                <a:moveTo>
                  <a:pt x="706681" y="1132355"/>
                </a:moveTo>
                <a:lnTo>
                  <a:pt x="723710" y="1158476"/>
                </a:lnTo>
                <a:lnTo>
                  <a:pt x="697582" y="1175506"/>
                </a:lnTo>
                <a:lnTo>
                  <a:pt x="680560" y="1149376"/>
                </a:lnTo>
                <a:lnTo>
                  <a:pt x="706681" y="1132355"/>
                </a:lnTo>
                <a:close/>
              </a:path>
              <a:path w="4335780" h="5447030">
                <a:moveTo>
                  <a:pt x="817653" y="1304839"/>
                </a:moveTo>
                <a:lnTo>
                  <a:pt x="833371" y="1328957"/>
                </a:lnTo>
                <a:lnTo>
                  <a:pt x="809254" y="1344667"/>
                </a:lnTo>
                <a:lnTo>
                  <a:pt x="793544" y="1320549"/>
                </a:lnTo>
                <a:lnTo>
                  <a:pt x="817653" y="1304839"/>
                </a:lnTo>
                <a:close/>
              </a:path>
              <a:path w="4335780" h="5447030">
                <a:moveTo>
                  <a:pt x="928508" y="1477879"/>
                </a:moveTo>
                <a:lnTo>
                  <a:pt x="942476" y="1499314"/>
                </a:lnTo>
                <a:lnTo>
                  <a:pt x="921040" y="1513282"/>
                </a:lnTo>
                <a:lnTo>
                  <a:pt x="907073" y="1491846"/>
                </a:lnTo>
                <a:lnTo>
                  <a:pt x="928508" y="1477879"/>
                </a:lnTo>
                <a:close/>
              </a:path>
              <a:path w="4335780" h="5447030">
                <a:moveTo>
                  <a:pt x="1039479" y="1650355"/>
                </a:moveTo>
                <a:lnTo>
                  <a:pt x="1052135" y="1669778"/>
                </a:lnTo>
                <a:lnTo>
                  <a:pt x="1032712" y="1682442"/>
                </a:lnTo>
                <a:lnTo>
                  <a:pt x="1020047" y="1663011"/>
                </a:lnTo>
                <a:lnTo>
                  <a:pt x="1039479" y="1650355"/>
                </a:lnTo>
                <a:close/>
              </a:path>
              <a:path w="4335780" h="5447030">
                <a:moveTo>
                  <a:pt x="1150448" y="1822839"/>
                </a:moveTo>
                <a:lnTo>
                  <a:pt x="1161795" y="1840259"/>
                </a:lnTo>
                <a:lnTo>
                  <a:pt x="1144383" y="1851603"/>
                </a:lnTo>
                <a:lnTo>
                  <a:pt x="1133030" y="1834192"/>
                </a:lnTo>
                <a:lnTo>
                  <a:pt x="1150448" y="1822839"/>
                </a:lnTo>
                <a:close/>
              </a:path>
              <a:path w="4335780" h="5447030">
                <a:moveTo>
                  <a:pt x="1261422" y="1995331"/>
                </a:moveTo>
                <a:lnTo>
                  <a:pt x="1271456" y="2010731"/>
                </a:lnTo>
                <a:lnTo>
                  <a:pt x="1256048" y="2020774"/>
                </a:lnTo>
                <a:lnTo>
                  <a:pt x="1246014" y="2005374"/>
                </a:lnTo>
                <a:lnTo>
                  <a:pt x="1261422" y="1995331"/>
                </a:lnTo>
                <a:close/>
              </a:path>
              <a:path w="4335780" h="5447030">
                <a:moveTo>
                  <a:pt x="1372277" y="2168363"/>
                </a:moveTo>
                <a:lnTo>
                  <a:pt x="1380568" y="2181089"/>
                </a:lnTo>
                <a:lnTo>
                  <a:pt x="1367842" y="2189387"/>
                </a:lnTo>
                <a:lnTo>
                  <a:pt x="1359543" y="2176654"/>
                </a:lnTo>
                <a:lnTo>
                  <a:pt x="1372277" y="2168363"/>
                </a:lnTo>
                <a:close/>
              </a:path>
              <a:path w="4335780" h="5447030">
                <a:moveTo>
                  <a:pt x="1483355" y="2340292"/>
                </a:moveTo>
                <a:lnTo>
                  <a:pt x="1490775" y="2351685"/>
                </a:lnTo>
                <a:lnTo>
                  <a:pt x="1479391" y="2359104"/>
                </a:lnTo>
                <a:lnTo>
                  <a:pt x="1471971" y="2347711"/>
                </a:lnTo>
                <a:lnTo>
                  <a:pt x="1483355" y="2340292"/>
                </a:lnTo>
                <a:close/>
              </a:path>
              <a:path w="4335780" h="5447030">
                <a:moveTo>
                  <a:pt x="1594442" y="2512229"/>
                </a:moveTo>
                <a:lnTo>
                  <a:pt x="1600990" y="2522272"/>
                </a:lnTo>
                <a:lnTo>
                  <a:pt x="1590947" y="2528820"/>
                </a:lnTo>
                <a:lnTo>
                  <a:pt x="1584399" y="2518777"/>
                </a:lnTo>
                <a:lnTo>
                  <a:pt x="1594442" y="2512229"/>
                </a:lnTo>
                <a:close/>
              </a:path>
              <a:path w="4335780" h="5447030">
                <a:moveTo>
                  <a:pt x="1705536" y="2684158"/>
                </a:moveTo>
                <a:lnTo>
                  <a:pt x="1711205" y="2692860"/>
                </a:lnTo>
                <a:lnTo>
                  <a:pt x="1702495" y="2698537"/>
                </a:lnTo>
                <a:lnTo>
                  <a:pt x="1696827" y="2689835"/>
                </a:lnTo>
                <a:lnTo>
                  <a:pt x="1705536" y="2684158"/>
                </a:lnTo>
                <a:close/>
              </a:path>
              <a:path w="4335780" h="5447030">
                <a:moveTo>
                  <a:pt x="1816499" y="2856635"/>
                </a:moveTo>
                <a:lnTo>
                  <a:pt x="1820864" y="2863333"/>
                </a:lnTo>
                <a:lnTo>
                  <a:pt x="1814167" y="2867698"/>
                </a:lnTo>
                <a:lnTo>
                  <a:pt x="1809801" y="2861000"/>
                </a:lnTo>
                <a:lnTo>
                  <a:pt x="1816499" y="2856635"/>
                </a:lnTo>
                <a:close/>
              </a:path>
              <a:path w="4335780" h="5447030">
                <a:moveTo>
                  <a:pt x="1927585" y="3028564"/>
                </a:moveTo>
                <a:lnTo>
                  <a:pt x="1931080" y="3033929"/>
                </a:lnTo>
                <a:lnTo>
                  <a:pt x="1925723" y="3037423"/>
                </a:lnTo>
                <a:lnTo>
                  <a:pt x="1922229" y="3032058"/>
                </a:lnTo>
                <a:lnTo>
                  <a:pt x="1927585" y="3028564"/>
                </a:lnTo>
                <a:close/>
              </a:path>
              <a:path w="4335780" h="5447030">
                <a:moveTo>
                  <a:pt x="2038680" y="3200493"/>
                </a:moveTo>
                <a:lnTo>
                  <a:pt x="2041295" y="3204517"/>
                </a:lnTo>
                <a:lnTo>
                  <a:pt x="2037279" y="3207131"/>
                </a:lnTo>
                <a:lnTo>
                  <a:pt x="2034657" y="3203116"/>
                </a:lnTo>
                <a:lnTo>
                  <a:pt x="2038680" y="3200493"/>
                </a:lnTo>
                <a:close/>
              </a:path>
              <a:path w="4335780" h="5447030">
                <a:moveTo>
                  <a:pt x="2149766" y="3372422"/>
                </a:moveTo>
                <a:lnTo>
                  <a:pt x="2151509" y="3375105"/>
                </a:lnTo>
                <a:lnTo>
                  <a:pt x="2148835" y="3376855"/>
                </a:lnTo>
                <a:lnTo>
                  <a:pt x="2147084" y="3374173"/>
                </a:lnTo>
                <a:lnTo>
                  <a:pt x="2149766" y="3372422"/>
                </a:lnTo>
                <a:close/>
              </a:path>
              <a:path w="4335780" h="5447030">
                <a:moveTo>
                  <a:pt x="2260968" y="3543804"/>
                </a:moveTo>
                <a:lnTo>
                  <a:pt x="2262280" y="3545816"/>
                </a:lnTo>
                <a:lnTo>
                  <a:pt x="2260268" y="3547127"/>
                </a:lnTo>
                <a:lnTo>
                  <a:pt x="2258956" y="3545115"/>
                </a:lnTo>
                <a:lnTo>
                  <a:pt x="2260968" y="3543804"/>
                </a:lnTo>
                <a:close/>
              </a:path>
              <a:path w="4335780" h="5447030">
                <a:moveTo>
                  <a:pt x="0" y="407475"/>
                </a:moveTo>
                <a:lnTo>
                  <a:pt x="6793" y="417901"/>
                </a:lnTo>
                <a:lnTo>
                  <a:pt x="0" y="422329"/>
                </a:lnTo>
                <a:lnTo>
                  <a:pt x="0" y="407475"/>
                </a:lnTo>
                <a:close/>
              </a:path>
              <a:path w="4335780" h="5447030">
                <a:moveTo>
                  <a:pt x="92452" y="551521"/>
                </a:moveTo>
                <a:lnTo>
                  <a:pt x="116462" y="588372"/>
                </a:lnTo>
                <a:lnTo>
                  <a:pt x="79611" y="612382"/>
                </a:lnTo>
                <a:lnTo>
                  <a:pt x="55601" y="575531"/>
                </a:lnTo>
                <a:lnTo>
                  <a:pt x="92452" y="551521"/>
                </a:lnTo>
                <a:close/>
              </a:path>
              <a:path w="4335780" h="5447030">
                <a:moveTo>
                  <a:pt x="203300" y="724569"/>
                </a:moveTo>
                <a:lnTo>
                  <a:pt x="225566" y="758729"/>
                </a:lnTo>
                <a:lnTo>
                  <a:pt x="191406" y="780987"/>
                </a:lnTo>
                <a:lnTo>
                  <a:pt x="169139" y="746827"/>
                </a:lnTo>
                <a:lnTo>
                  <a:pt x="203300" y="724569"/>
                </a:lnTo>
                <a:close/>
              </a:path>
              <a:path w="4335780" h="5447030">
                <a:moveTo>
                  <a:pt x="314155" y="897601"/>
                </a:moveTo>
                <a:lnTo>
                  <a:pt x="334670" y="929079"/>
                </a:lnTo>
                <a:lnTo>
                  <a:pt x="303184" y="949603"/>
                </a:lnTo>
                <a:lnTo>
                  <a:pt x="282669" y="918117"/>
                </a:lnTo>
                <a:lnTo>
                  <a:pt x="314155" y="897601"/>
                </a:lnTo>
                <a:close/>
              </a:path>
              <a:path w="4335780" h="5447030">
                <a:moveTo>
                  <a:pt x="425010" y="1070640"/>
                </a:moveTo>
                <a:lnTo>
                  <a:pt x="443783" y="1099444"/>
                </a:lnTo>
                <a:lnTo>
                  <a:pt x="414979" y="1118217"/>
                </a:lnTo>
                <a:lnTo>
                  <a:pt x="396206" y="1089405"/>
                </a:lnTo>
                <a:lnTo>
                  <a:pt x="425010" y="1070640"/>
                </a:lnTo>
                <a:close/>
              </a:path>
              <a:path w="4335780" h="5447030">
                <a:moveTo>
                  <a:pt x="535982" y="1243124"/>
                </a:moveTo>
                <a:lnTo>
                  <a:pt x="553443" y="1269917"/>
                </a:lnTo>
                <a:lnTo>
                  <a:pt x="526643" y="1287386"/>
                </a:lnTo>
                <a:lnTo>
                  <a:pt x="509181" y="1260586"/>
                </a:lnTo>
                <a:lnTo>
                  <a:pt x="535982" y="1243124"/>
                </a:lnTo>
                <a:close/>
              </a:path>
              <a:path w="4335780" h="5447030">
                <a:moveTo>
                  <a:pt x="646952" y="1415600"/>
                </a:moveTo>
                <a:lnTo>
                  <a:pt x="663102" y="1440388"/>
                </a:lnTo>
                <a:lnTo>
                  <a:pt x="638315" y="1456547"/>
                </a:lnTo>
                <a:lnTo>
                  <a:pt x="622165" y="1431759"/>
                </a:lnTo>
                <a:lnTo>
                  <a:pt x="646952" y="1415600"/>
                </a:lnTo>
                <a:close/>
              </a:path>
              <a:path w="4335780" h="5447030">
                <a:moveTo>
                  <a:pt x="757924" y="1588092"/>
                </a:moveTo>
                <a:lnTo>
                  <a:pt x="772763" y="1610869"/>
                </a:lnTo>
                <a:lnTo>
                  <a:pt x="749987" y="1625708"/>
                </a:lnTo>
                <a:lnTo>
                  <a:pt x="735148" y="1602932"/>
                </a:lnTo>
                <a:lnTo>
                  <a:pt x="757924" y="1588092"/>
                </a:lnTo>
                <a:close/>
              </a:path>
              <a:path w="4335780" h="5447030">
                <a:moveTo>
                  <a:pt x="868778" y="1761124"/>
                </a:moveTo>
                <a:lnTo>
                  <a:pt x="881875" y="1781217"/>
                </a:lnTo>
                <a:lnTo>
                  <a:pt x="861773" y="1794322"/>
                </a:lnTo>
                <a:lnTo>
                  <a:pt x="848677" y="1774219"/>
                </a:lnTo>
                <a:lnTo>
                  <a:pt x="868778" y="1761124"/>
                </a:lnTo>
                <a:close/>
              </a:path>
              <a:path w="4335780" h="5447030">
                <a:moveTo>
                  <a:pt x="979741" y="1933600"/>
                </a:moveTo>
                <a:lnTo>
                  <a:pt x="991535" y="1951690"/>
                </a:lnTo>
                <a:lnTo>
                  <a:pt x="973445" y="1963484"/>
                </a:lnTo>
                <a:lnTo>
                  <a:pt x="961651" y="1945394"/>
                </a:lnTo>
                <a:lnTo>
                  <a:pt x="979741" y="1933600"/>
                </a:lnTo>
                <a:close/>
              </a:path>
              <a:path w="4335780" h="5447030">
                <a:moveTo>
                  <a:pt x="1090713" y="2106093"/>
                </a:moveTo>
                <a:lnTo>
                  <a:pt x="1101195" y="2122171"/>
                </a:lnTo>
                <a:lnTo>
                  <a:pt x="1085116" y="2132645"/>
                </a:lnTo>
                <a:lnTo>
                  <a:pt x="1074634" y="2116567"/>
                </a:lnTo>
                <a:lnTo>
                  <a:pt x="1090713" y="2106093"/>
                </a:lnTo>
                <a:close/>
              </a:path>
              <a:path w="4335780" h="5447030">
                <a:moveTo>
                  <a:pt x="1201561" y="2279132"/>
                </a:moveTo>
                <a:lnTo>
                  <a:pt x="1210291" y="2292528"/>
                </a:lnTo>
                <a:lnTo>
                  <a:pt x="1196896" y="2301259"/>
                </a:lnTo>
                <a:lnTo>
                  <a:pt x="1188165" y="2287863"/>
                </a:lnTo>
                <a:lnTo>
                  <a:pt x="1201561" y="2279132"/>
                </a:lnTo>
                <a:close/>
              </a:path>
              <a:path w="4335780" h="5447030">
                <a:moveTo>
                  <a:pt x="1312655" y="2451061"/>
                </a:moveTo>
                <a:lnTo>
                  <a:pt x="1320514" y="2463116"/>
                </a:lnTo>
                <a:lnTo>
                  <a:pt x="1308459" y="2470975"/>
                </a:lnTo>
                <a:lnTo>
                  <a:pt x="1300600" y="2458912"/>
                </a:lnTo>
                <a:lnTo>
                  <a:pt x="1312655" y="2451061"/>
                </a:lnTo>
                <a:close/>
              </a:path>
              <a:path w="4335780" h="5447030">
                <a:moveTo>
                  <a:pt x="1423741" y="2622990"/>
                </a:moveTo>
                <a:lnTo>
                  <a:pt x="1430721" y="2633704"/>
                </a:lnTo>
                <a:lnTo>
                  <a:pt x="1420007" y="2640692"/>
                </a:lnTo>
                <a:lnTo>
                  <a:pt x="1413027" y="2629970"/>
                </a:lnTo>
                <a:lnTo>
                  <a:pt x="1423741" y="2622990"/>
                </a:lnTo>
                <a:close/>
              </a:path>
              <a:path w="4335780" h="5447030">
                <a:moveTo>
                  <a:pt x="1534827" y="2794920"/>
                </a:moveTo>
                <a:lnTo>
                  <a:pt x="1540944" y="2804300"/>
                </a:lnTo>
                <a:lnTo>
                  <a:pt x="1531564" y="2810408"/>
                </a:lnTo>
                <a:lnTo>
                  <a:pt x="1525447" y="2801028"/>
                </a:lnTo>
                <a:lnTo>
                  <a:pt x="1534827" y="2794920"/>
                </a:lnTo>
                <a:close/>
              </a:path>
              <a:path w="4335780" h="5447030">
                <a:moveTo>
                  <a:pt x="1645799" y="2967404"/>
                </a:moveTo>
                <a:lnTo>
                  <a:pt x="1650604" y="2974772"/>
                </a:lnTo>
                <a:lnTo>
                  <a:pt x="1643235" y="2979577"/>
                </a:lnTo>
                <a:lnTo>
                  <a:pt x="1638430" y="2972209"/>
                </a:lnTo>
                <a:lnTo>
                  <a:pt x="1645799" y="2967404"/>
                </a:lnTo>
                <a:close/>
              </a:path>
              <a:path w="4335780" h="5447030">
                <a:moveTo>
                  <a:pt x="1756884" y="3139333"/>
                </a:moveTo>
                <a:lnTo>
                  <a:pt x="1760811" y="3145360"/>
                </a:lnTo>
                <a:lnTo>
                  <a:pt x="1754783" y="3149286"/>
                </a:lnTo>
                <a:lnTo>
                  <a:pt x="1750858" y="3143266"/>
                </a:lnTo>
                <a:lnTo>
                  <a:pt x="1756884" y="3139333"/>
                </a:lnTo>
                <a:close/>
              </a:path>
              <a:path w="4335780" h="5447030">
                <a:moveTo>
                  <a:pt x="1867979" y="3311262"/>
                </a:moveTo>
                <a:lnTo>
                  <a:pt x="1871033" y="3315948"/>
                </a:lnTo>
                <a:lnTo>
                  <a:pt x="1866339" y="3319010"/>
                </a:lnTo>
                <a:lnTo>
                  <a:pt x="1863285" y="3314324"/>
                </a:lnTo>
                <a:lnTo>
                  <a:pt x="1867979" y="3311262"/>
                </a:lnTo>
                <a:close/>
              </a:path>
              <a:path w="4335780" h="5447030">
                <a:moveTo>
                  <a:pt x="1979058" y="3483199"/>
                </a:moveTo>
                <a:lnTo>
                  <a:pt x="1981240" y="3486544"/>
                </a:lnTo>
                <a:lnTo>
                  <a:pt x="1977895" y="3488727"/>
                </a:lnTo>
                <a:lnTo>
                  <a:pt x="1975713" y="3485382"/>
                </a:lnTo>
                <a:lnTo>
                  <a:pt x="1979058" y="3483199"/>
                </a:lnTo>
                <a:close/>
              </a:path>
              <a:path w="4335780" h="5447030">
                <a:moveTo>
                  <a:pt x="2090144" y="3655120"/>
                </a:moveTo>
                <a:lnTo>
                  <a:pt x="2091455" y="3657132"/>
                </a:lnTo>
                <a:lnTo>
                  <a:pt x="2089452" y="3658443"/>
                </a:lnTo>
                <a:lnTo>
                  <a:pt x="2088140" y="3656431"/>
                </a:lnTo>
                <a:lnTo>
                  <a:pt x="2090144" y="3655120"/>
                </a:lnTo>
                <a:close/>
              </a:path>
              <a:path w="4335780" h="5447030">
                <a:moveTo>
                  <a:pt x="32710" y="834769"/>
                </a:moveTo>
                <a:lnTo>
                  <a:pt x="55849" y="870278"/>
                </a:lnTo>
                <a:lnTo>
                  <a:pt x="20347" y="893416"/>
                </a:lnTo>
                <a:lnTo>
                  <a:pt x="0" y="862190"/>
                </a:lnTo>
                <a:lnTo>
                  <a:pt x="0" y="856088"/>
                </a:lnTo>
                <a:lnTo>
                  <a:pt x="32710" y="834769"/>
                </a:lnTo>
                <a:close/>
              </a:path>
              <a:path w="4335780" h="5447030">
                <a:moveTo>
                  <a:pt x="143566" y="1007816"/>
                </a:moveTo>
                <a:lnTo>
                  <a:pt x="164953" y="1040643"/>
                </a:lnTo>
                <a:lnTo>
                  <a:pt x="132134" y="1062030"/>
                </a:lnTo>
                <a:lnTo>
                  <a:pt x="110739" y="1029211"/>
                </a:lnTo>
                <a:lnTo>
                  <a:pt x="143566" y="1007816"/>
                </a:lnTo>
                <a:close/>
              </a:path>
              <a:path w="4335780" h="5447030">
                <a:moveTo>
                  <a:pt x="254298" y="1181403"/>
                </a:moveTo>
                <a:lnTo>
                  <a:pt x="273503" y="1210877"/>
                </a:lnTo>
                <a:lnTo>
                  <a:pt x="244029" y="1230090"/>
                </a:lnTo>
                <a:lnTo>
                  <a:pt x="224824" y="1200607"/>
                </a:lnTo>
                <a:lnTo>
                  <a:pt x="254298" y="1181403"/>
                </a:lnTo>
                <a:close/>
              </a:path>
              <a:path w="4335780" h="5447030">
                <a:moveTo>
                  <a:pt x="365270" y="1353887"/>
                </a:moveTo>
                <a:lnTo>
                  <a:pt x="383163" y="1381350"/>
                </a:lnTo>
                <a:lnTo>
                  <a:pt x="355701" y="1399251"/>
                </a:lnTo>
                <a:lnTo>
                  <a:pt x="337807" y="1371788"/>
                </a:lnTo>
                <a:lnTo>
                  <a:pt x="365270" y="1353887"/>
                </a:lnTo>
                <a:close/>
              </a:path>
              <a:path w="4335780" h="5447030">
                <a:moveTo>
                  <a:pt x="476240" y="1526363"/>
                </a:moveTo>
                <a:lnTo>
                  <a:pt x="492830" y="1551822"/>
                </a:lnTo>
                <a:lnTo>
                  <a:pt x="467371" y="1568412"/>
                </a:lnTo>
                <a:lnTo>
                  <a:pt x="450781" y="1542953"/>
                </a:lnTo>
                <a:lnTo>
                  <a:pt x="476240" y="1526363"/>
                </a:lnTo>
                <a:close/>
              </a:path>
              <a:path w="4335780" h="5447030">
                <a:moveTo>
                  <a:pt x="587212" y="1698855"/>
                </a:moveTo>
                <a:lnTo>
                  <a:pt x="602491" y="1722302"/>
                </a:lnTo>
                <a:lnTo>
                  <a:pt x="579044" y="1737582"/>
                </a:lnTo>
                <a:lnTo>
                  <a:pt x="563765" y="1714134"/>
                </a:lnTo>
                <a:lnTo>
                  <a:pt x="587212" y="1698855"/>
                </a:lnTo>
                <a:close/>
              </a:path>
              <a:path w="4335780" h="5447030">
                <a:moveTo>
                  <a:pt x="698060" y="1871895"/>
                </a:moveTo>
                <a:lnTo>
                  <a:pt x="711595" y="1892659"/>
                </a:lnTo>
                <a:lnTo>
                  <a:pt x="690831" y="1906195"/>
                </a:lnTo>
                <a:lnTo>
                  <a:pt x="677295" y="1885423"/>
                </a:lnTo>
                <a:lnTo>
                  <a:pt x="698060" y="1871895"/>
                </a:lnTo>
                <a:close/>
              </a:path>
              <a:path w="4335780" h="5447030">
                <a:moveTo>
                  <a:pt x="809039" y="2044371"/>
                </a:moveTo>
                <a:lnTo>
                  <a:pt x="821263" y="2063123"/>
                </a:lnTo>
                <a:lnTo>
                  <a:pt x="802502" y="2075348"/>
                </a:lnTo>
                <a:lnTo>
                  <a:pt x="790278" y="2056595"/>
                </a:lnTo>
                <a:lnTo>
                  <a:pt x="809039" y="2044371"/>
                </a:lnTo>
                <a:close/>
              </a:path>
              <a:path w="4335780" h="5447030">
                <a:moveTo>
                  <a:pt x="920010" y="2216855"/>
                </a:moveTo>
                <a:lnTo>
                  <a:pt x="930924" y="2233604"/>
                </a:lnTo>
                <a:lnTo>
                  <a:pt x="914174" y="2244518"/>
                </a:lnTo>
                <a:lnTo>
                  <a:pt x="903260" y="2227769"/>
                </a:lnTo>
                <a:lnTo>
                  <a:pt x="920010" y="2216855"/>
                </a:lnTo>
                <a:close/>
              </a:path>
              <a:path w="4335780" h="5447030">
                <a:moveTo>
                  <a:pt x="1030981" y="2389340"/>
                </a:moveTo>
                <a:lnTo>
                  <a:pt x="1040584" y="2404077"/>
                </a:lnTo>
                <a:lnTo>
                  <a:pt x="1025838" y="2413680"/>
                </a:lnTo>
                <a:lnTo>
                  <a:pt x="1016236" y="2398951"/>
                </a:lnTo>
                <a:lnTo>
                  <a:pt x="1030981" y="2389340"/>
                </a:lnTo>
                <a:close/>
              </a:path>
              <a:path w="4335780" h="5447030">
                <a:moveTo>
                  <a:pt x="1141837" y="2562379"/>
                </a:moveTo>
                <a:lnTo>
                  <a:pt x="1149696" y="2574433"/>
                </a:lnTo>
                <a:lnTo>
                  <a:pt x="1137633" y="2582293"/>
                </a:lnTo>
                <a:lnTo>
                  <a:pt x="1129774" y="2570238"/>
                </a:lnTo>
                <a:lnTo>
                  <a:pt x="1141837" y="2562379"/>
                </a:lnTo>
                <a:close/>
              </a:path>
              <a:path w="4335780" h="5447030">
                <a:moveTo>
                  <a:pt x="1252916" y="2734308"/>
                </a:moveTo>
                <a:lnTo>
                  <a:pt x="1259904" y="2745030"/>
                </a:lnTo>
                <a:lnTo>
                  <a:pt x="1249182" y="2752010"/>
                </a:lnTo>
                <a:lnTo>
                  <a:pt x="1242202" y="2741296"/>
                </a:lnTo>
                <a:lnTo>
                  <a:pt x="1252916" y="2734308"/>
                </a:lnTo>
                <a:close/>
              </a:path>
              <a:path w="4335780" h="5447030">
                <a:moveTo>
                  <a:pt x="1364002" y="2906238"/>
                </a:moveTo>
                <a:lnTo>
                  <a:pt x="1370118" y="2915618"/>
                </a:lnTo>
                <a:lnTo>
                  <a:pt x="1360738" y="2921734"/>
                </a:lnTo>
                <a:lnTo>
                  <a:pt x="1354621" y="2912354"/>
                </a:lnTo>
                <a:lnTo>
                  <a:pt x="1364002" y="2906238"/>
                </a:lnTo>
                <a:close/>
              </a:path>
              <a:path w="4335780" h="5447030">
                <a:moveTo>
                  <a:pt x="1475096" y="3078167"/>
                </a:moveTo>
                <a:lnTo>
                  <a:pt x="1480333" y="3086206"/>
                </a:lnTo>
                <a:lnTo>
                  <a:pt x="1472285" y="3091443"/>
                </a:lnTo>
                <a:lnTo>
                  <a:pt x="1467049" y="3083412"/>
                </a:lnTo>
                <a:lnTo>
                  <a:pt x="1475096" y="3078167"/>
                </a:lnTo>
                <a:close/>
              </a:path>
              <a:path w="4335780" h="5447030">
                <a:moveTo>
                  <a:pt x="1586067" y="3250659"/>
                </a:moveTo>
                <a:lnTo>
                  <a:pt x="1589992" y="3256679"/>
                </a:lnTo>
                <a:lnTo>
                  <a:pt x="1583957" y="3260613"/>
                </a:lnTo>
                <a:lnTo>
                  <a:pt x="1580031" y="3254585"/>
                </a:lnTo>
                <a:lnTo>
                  <a:pt x="1586067" y="3250659"/>
                </a:lnTo>
                <a:close/>
              </a:path>
              <a:path w="4335780" h="5447030">
                <a:moveTo>
                  <a:pt x="1697154" y="3422588"/>
                </a:moveTo>
                <a:lnTo>
                  <a:pt x="1700208" y="3427274"/>
                </a:lnTo>
                <a:lnTo>
                  <a:pt x="1695513" y="3430329"/>
                </a:lnTo>
                <a:lnTo>
                  <a:pt x="1692459" y="3425643"/>
                </a:lnTo>
                <a:lnTo>
                  <a:pt x="1697154" y="3422588"/>
                </a:lnTo>
                <a:close/>
              </a:path>
              <a:path w="4335780" h="5447030">
                <a:moveTo>
                  <a:pt x="1808240" y="3594517"/>
                </a:moveTo>
                <a:lnTo>
                  <a:pt x="1810422" y="3597862"/>
                </a:lnTo>
                <a:lnTo>
                  <a:pt x="1807077" y="3600045"/>
                </a:lnTo>
                <a:lnTo>
                  <a:pt x="1804895" y="3596700"/>
                </a:lnTo>
                <a:lnTo>
                  <a:pt x="1808240" y="3594517"/>
                </a:lnTo>
                <a:close/>
              </a:path>
              <a:path w="4335780" h="5447030">
                <a:moveTo>
                  <a:pt x="1919326" y="3766438"/>
                </a:moveTo>
                <a:lnTo>
                  <a:pt x="1920637" y="3768450"/>
                </a:lnTo>
                <a:lnTo>
                  <a:pt x="1918626" y="3769762"/>
                </a:lnTo>
                <a:lnTo>
                  <a:pt x="1917314" y="3767750"/>
                </a:lnTo>
                <a:lnTo>
                  <a:pt x="1919326" y="3766438"/>
                </a:lnTo>
                <a:close/>
              </a:path>
              <a:path w="4335780" h="5447030">
                <a:moveTo>
                  <a:pt x="83713" y="1291619"/>
                </a:moveTo>
                <a:lnTo>
                  <a:pt x="103797" y="1322426"/>
                </a:lnTo>
                <a:lnTo>
                  <a:pt x="72973" y="1342511"/>
                </a:lnTo>
                <a:lnTo>
                  <a:pt x="52898" y="1311703"/>
                </a:lnTo>
                <a:lnTo>
                  <a:pt x="83713" y="1291619"/>
                </a:lnTo>
                <a:close/>
              </a:path>
              <a:path w="4335780" h="5447030">
                <a:moveTo>
                  <a:pt x="194561" y="1464659"/>
                </a:moveTo>
                <a:lnTo>
                  <a:pt x="212901" y="1492791"/>
                </a:lnTo>
                <a:lnTo>
                  <a:pt x="184768" y="1511124"/>
                </a:lnTo>
                <a:lnTo>
                  <a:pt x="166435" y="1482991"/>
                </a:lnTo>
                <a:lnTo>
                  <a:pt x="194561" y="1464659"/>
                </a:lnTo>
                <a:close/>
              </a:path>
              <a:path w="4335780" h="5447030">
                <a:moveTo>
                  <a:pt x="305532" y="1637143"/>
                </a:moveTo>
                <a:lnTo>
                  <a:pt x="322562" y="1663272"/>
                </a:lnTo>
                <a:lnTo>
                  <a:pt x="296432" y="1680294"/>
                </a:lnTo>
                <a:lnTo>
                  <a:pt x="279410" y="1654164"/>
                </a:lnTo>
                <a:lnTo>
                  <a:pt x="305532" y="1637143"/>
                </a:lnTo>
                <a:close/>
              </a:path>
              <a:path w="4335780" h="5447030">
                <a:moveTo>
                  <a:pt x="416511" y="1809618"/>
                </a:moveTo>
                <a:lnTo>
                  <a:pt x="432230" y="1833736"/>
                </a:lnTo>
                <a:lnTo>
                  <a:pt x="408104" y="1849455"/>
                </a:lnTo>
                <a:lnTo>
                  <a:pt x="392385" y="1825338"/>
                </a:lnTo>
                <a:lnTo>
                  <a:pt x="416511" y="1809618"/>
                </a:lnTo>
                <a:close/>
              </a:path>
              <a:path w="4335780" h="5447030">
                <a:moveTo>
                  <a:pt x="527359" y="1982666"/>
                </a:moveTo>
                <a:lnTo>
                  <a:pt x="541326" y="2004094"/>
                </a:lnTo>
                <a:lnTo>
                  <a:pt x="519898" y="2018061"/>
                </a:lnTo>
                <a:lnTo>
                  <a:pt x="505931" y="1996633"/>
                </a:lnTo>
                <a:lnTo>
                  <a:pt x="527359" y="1982666"/>
                </a:lnTo>
                <a:close/>
              </a:path>
              <a:path w="4335780" h="5447030">
                <a:moveTo>
                  <a:pt x="638329" y="2155142"/>
                </a:moveTo>
                <a:lnTo>
                  <a:pt x="650986" y="2174573"/>
                </a:lnTo>
                <a:lnTo>
                  <a:pt x="631562" y="2187230"/>
                </a:lnTo>
                <a:lnTo>
                  <a:pt x="618898" y="2167806"/>
                </a:lnTo>
                <a:lnTo>
                  <a:pt x="638329" y="2155142"/>
                </a:lnTo>
                <a:close/>
              </a:path>
              <a:path w="4335780" h="5447030">
                <a:moveTo>
                  <a:pt x="749308" y="2327626"/>
                </a:moveTo>
                <a:lnTo>
                  <a:pt x="760653" y="2345038"/>
                </a:lnTo>
                <a:lnTo>
                  <a:pt x="743234" y="2356391"/>
                </a:lnTo>
                <a:lnTo>
                  <a:pt x="731881" y="2338980"/>
                </a:lnTo>
                <a:lnTo>
                  <a:pt x="749308" y="2327626"/>
                </a:lnTo>
                <a:close/>
              </a:path>
              <a:path w="4335780" h="5447030">
                <a:moveTo>
                  <a:pt x="860271" y="2500110"/>
                </a:moveTo>
                <a:lnTo>
                  <a:pt x="870313" y="2515518"/>
                </a:lnTo>
                <a:lnTo>
                  <a:pt x="854906" y="2525560"/>
                </a:lnTo>
                <a:lnTo>
                  <a:pt x="844864" y="2510153"/>
                </a:lnTo>
                <a:lnTo>
                  <a:pt x="860271" y="2500110"/>
                </a:lnTo>
                <a:close/>
              </a:path>
              <a:path w="4335780" h="5447030">
                <a:moveTo>
                  <a:pt x="971127" y="2673150"/>
                </a:moveTo>
                <a:lnTo>
                  <a:pt x="979418" y="2685875"/>
                </a:lnTo>
                <a:lnTo>
                  <a:pt x="966692" y="2694166"/>
                </a:lnTo>
                <a:lnTo>
                  <a:pt x="958401" y="2681441"/>
                </a:lnTo>
                <a:lnTo>
                  <a:pt x="971127" y="2673150"/>
                </a:lnTo>
                <a:close/>
              </a:path>
              <a:path w="4335780" h="5447030">
                <a:moveTo>
                  <a:pt x="1082213" y="2845071"/>
                </a:moveTo>
                <a:lnTo>
                  <a:pt x="1089632" y="2856463"/>
                </a:lnTo>
                <a:lnTo>
                  <a:pt x="1078248" y="2863882"/>
                </a:lnTo>
                <a:lnTo>
                  <a:pt x="1070820" y="2852491"/>
                </a:lnTo>
                <a:lnTo>
                  <a:pt x="1082213" y="2845071"/>
                </a:lnTo>
                <a:close/>
              </a:path>
              <a:path w="4335780" h="5447030">
                <a:moveTo>
                  <a:pt x="1193299" y="3017000"/>
                </a:moveTo>
                <a:lnTo>
                  <a:pt x="1199848" y="3027051"/>
                </a:lnTo>
                <a:lnTo>
                  <a:pt x="1189797" y="3033599"/>
                </a:lnTo>
                <a:lnTo>
                  <a:pt x="1183248" y="3023548"/>
                </a:lnTo>
                <a:lnTo>
                  <a:pt x="1193299" y="3017000"/>
                </a:lnTo>
                <a:close/>
              </a:path>
              <a:path w="4335780" h="5447030">
                <a:moveTo>
                  <a:pt x="1304271" y="3189492"/>
                </a:moveTo>
                <a:lnTo>
                  <a:pt x="1309507" y="3197523"/>
                </a:lnTo>
                <a:lnTo>
                  <a:pt x="1301468" y="3202761"/>
                </a:lnTo>
                <a:lnTo>
                  <a:pt x="1296232" y="3194729"/>
                </a:lnTo>
                <a:lnTo>
                  <a:pt x="1304271" y="3189492"/>
                </a:lnTo>
                <a:close/>
              </a:path>
              <a:path w="4335780" h="5447030">
                <a:moveTo>
                  <a:pt x="1415357" y="3361422"/>
                </a:moveTo>
                <a:lnTo>
                  <a:pt x="1419723" y="3368120"/>
                </a:lnTo>
                <a:lnTo>
                  <a:pt x="1413025" y="3372485"/>
                </a:lnTo>
                <a:lnTo>
                  <a:pt x="1408659" y="3365787"/>
                </a:lnTo>
                <a:lnTo>
                  <a:pt x="1415357" y="3361422"/>
                </a:lnTo>
                <a:close/>
              </a:path>
              <a:path w="4335780" h="5447030">
                <a:moveTo>
                  <a:pt x="1526444" y="3533351"/>
                </a:moveTo>
                <a:lnTo>
                  <a:pt x="1529938" y="3538716"/>
                </a:lnTo>
                <a:lnTo>
                  <a:pt x="1524581" y="3542209"/>
                </a:lnTo>
                <a:lnTo>
                  <a:pt x="1521087" y="3536845"/>
                </a:lnTo>
                <a:lnTo>
                  <a:pt x="1526444" y="3533351"/>
                </a:lnTo>
                <a:close/>
              </a:path>
              <a:path w="4335780" h="5447030">
                <a:moveTo>
                  <a:pt x="1637538" y="3705280"/>
                </a:moveTo>
                <a:lnTo>
                  <a:pt x="1640152" y="3709295"/>
                </a:lnTo>
                <a:lnTo>
                  <a:pt x="1636129" y="3711918"/>
                </a:lnTo>
                <a:lnTo>
                  <a:pt x="1633506" y="3707903"/>
                </a:lnTo>
                <a:lnTo>
                  <a:pt x="1637538" y="3705280"/>
                </a:lnTo>
                <a:close/>
              </a:path>
              <a:path w="4335780" h="5447030">
                <a:moveTo>
                  <a:pt x="1748616" y="3877217"/>
                </a:moveTo>
                <a:lnTo>
                  <a:pt x="1750359" y="3879900"/>
                </a:lnTo>
                <a:lnTo>
                  <a:pt x="1747693" y="3881642"/>
                </a:lnTo>
                <a:lnTo>
                  <a:pt x="1745942" y="3878960"/>
                </a:lnTo>
                <a:lnTo>
                  <a:pt x="1748616" y="3877217"/>
                </a:lnTo>
                <a:close/>
              </a:path>
              <a:path w="4335780" h="5447030">
                <a:moveTo>
                  <a:pt x="1859703" y="4049146"/>
                </a:moveTo>
                <a:lnTo>
                  <a:pt x="1860574" y="4050480"/>
                </a:lnTo>
                <a:lnTo>
                  <a:pt x="1859241" y="4051351"/>
                </a:lnTo>
                <a:lnTo>
                  <a:pt x="1858370" y="4050018"/>
                </a:lnTo>
                <a:lnTo>
                  <a:pt x="1859703" y="4049146"/>
                </a:lnTo>
                <a:close/>
              </a:path>
              <a:path w="4335780" h="5447030">
                <a:moveTo>
                  <a:pt x="23860" y="1575427"/>
                </a:moveTo>
                <a:lnTo>
                  <a:pt x="42632" y="1604222"/>
                </a:lnTo>
                <a:lnTo>
                  <a:pt x="13820" y="1622996"/>
                </a:lnTo>
                <a:lnTo>
                  <a:pt x="0" y="1601786"/>
                </a:lnTo>
                <a:lnTo>
                  <a:pt x="0" y="1590978"/>
                </a:lnTo>
                <a:lnTo>
                  <a:pt x="23860" y="1575427"/>
                </a:lnTo>
                <a:close/>
              </a:path>
              <a:path w="4335780" h="5447030">
                <a:moveTo>
                  <a:pt x="134831" y="1747903"/>
                </a:moveTo>
                <a:lnTo>
                  <a:pt x="152292" y="1774695"/>
                </a:lnTo>
                <a:lnTo>
                  <a:pt x="125492" y="1792157"/>
                </a:lnTo>
                <a:lnTo>
                  <a:pt x="108031" y="1765365"/>
                </a:lnTo>
                <a:lnTo>
                  <a:pt x="134831" y="1747903"/>
                </a:lnTo>
                <a:close/>
              </a:path>
              <a:path w="4335780" h="5447030">
                <a:moveTo>
                  <a:pt x="245686" y="1920934"/>
                </a:moveTo>
                <a:lnTo>
                  <a:pt x="261405" y="1945060"/>
                </a:lnTo>
                <a:lnTo>
                  <a:pt x="237288" y="1960770"/>
                </a:lnTo>
                <a:lnTo>
                  <a:pt x="221569" y="1936653"/>
                </a:lnTo>
                <a:lnTo>
                  <a:pt x="245686" y="1920934"/>
                </a:lnTo>
                <a:close/>
              </a:path>
              <a:path w="4335780" h="5447030">
                <a:moveTo>
                  <a:pt x="356658" y="2093427"/>
                </a:moveTo>
                <a:lnTo>
                  <a:pt x="371065" y="2115532"/>
                </a:lnTo>
                <a:lnTo>
                  <a:pt x="348951" y="2129940"/>
                </a:lnTo>
                <a:lnTo>
                  <a:pt x="334544" y="2107835"/>
                </a:lnTo>
                <a:lnTo>
                  <a:pt x="356658" y="2093427"/>
                </a:lnTo>
                <a:close/>
              </a:path>
              <a:path w="4335780" h="5447030">
                <a:moveTo>
                  <a:pt x="467629" y="2265911"/>
                </a:moveTo>
                <a:lnTo>
                  <a:pt x="480725" y="2286005"/>
                </a:lnTo>
                <a:lnTo>
                  <a:pt x="460623" y="2299101"/>
                </a:lnTo>
                <a:lnTo>
                  <a:pt x="447527" y="2279008"/>
                </a:lnTo>
                <a:lnTo>
                  <a:pt x="467629" y="2265911"/>
                </a:lnTo>
                <a:close/>
              </a:path>
              <a:path w="4335780" h="5447030">
                <a:moveTo>
                  <a:pt x="578592" y="2438396"/>
                </a:moveTo>
                <a:lnTo>
                  <a:pt x="590385" y="2456486"/>
                </a:lnTo>
                <a:lnTo>
                  <a:pt x="572303" y="2468271"/>
                </a:lnTo>
                <a:lnTo>
                  <a:pt x="560509" y="2450181"/>
                </a:lnTo>
                <a:lnTo>
                  <a:pt x="578592" y="2438396"/>
                </a:lnTo>
                <a:close/>
              </a:path>
              <a:path w="4335780" h="5447030">
                <a:moveTo>
                  <a:pt x="689447" y="2611427"/>
                </a:moveTo>
                <a:lnTo>
                  <a:pt x="699489" y="2626835"/>
                </a:lnTo>
                <a:lnTo>
                  <a:pt x="684081" y="2636877"/>
                </a:lnTo>
                <a:lnTo>
                  <a:pt x="674039" y="2621469"/>
                </a:lnTo>
                <a:lnTo>
                  <a:pt x="689447" y="2611427"/>
                </a:lnTo>
                <a:close/>
              </a:path>
              <a:path w="4335780" h="5447030">
                <a:moveTo>
                  <a:pt x="800418" y="2783911"/>
                </a:moveTo>
                <a:lnTo>
                  <a:pt x="809149" y="2797315"/>
                </a:lnTo>
                <a:lnTo>
                  <a:pt x="795753" y="2806046"/>
                </a:lnTo>
                <a:lnTo>
                  <a:pt x="787022" y="2792642"/>
                </a:lnTo>
                <a:lnTo>
                  <a:pt x="800418" y="2783911"/>
                </a:lnTo>
                <a:close/>
              </a:path>
              <a:path w="4335780" h="5447030">
                <a:moveTo>
                  <a:pt x="911389" y="2956395"/>
                </a:moveTo>
                <a:lnTo>
                  <a:pt x="918809" y="2967788"/>
                </a:lnTo>
                <a:lnTo>
                  <a:pt x="907425" y="2975207"/>
                </a:lnTo>
                <a:lnTo>
                  <a:pt x="900005" y="2963815"/>
                </a:lnTo>
                <a:lnTo>
                  <a:pt x="911389" y="2956395"/>
                </a:lnTo>
                <a:close/>
              </a:path>
              <a:path w="4335780" h="5447030">
                <a:moveTo>
                  <a:pt x="1022476" y="3128325"/>
                </a:moveTo>
                <a:lnTo>
                  <a:pt x="1029024" y="3138376"/>
                </a:lnTo>
                <a:lnTo>
                  <a:pt x="1018973" y="3144924"/>
                </a:lnTo>
                <a:lnTo>
                  <a:pt x="1012425" y="3134873"/>
                </a:lnTo>
                <a:lnTo>
                  <a:pt x="1022476" y="3128325"/>
                </a:lnTo>
                <a:close/>
              </a:path>
              <a:path w="4335780" h="5447030">
                <a:moveTo>
                  <a:pt x="1133562" y="3300254"/>
                </a:moveTo>
                <a:lnTo>
                  <a:pt x="1139239" y="3308964"/>
                </a:lnTo>
                <a:lnTo>
                  <a:pt x="1130529" y="3314640"/>
                </a:lnTo>
                <a:lnTo>
                  <a:pt x="1124852" y="3305931"/>
                </a:lnTo>
                <a:lnTo>
                  <a:pt x="1133562" y="3300254"/>
                </a:lnTo>
                <a:close/>
              </a:path>
              <a:path w="4335780" h="5447030">
                <a:moveTo>
                  <a:pt x="1244533" y="3472738"/>
                </a:moveTo>
                <a:lnTo>
                  <a:pt x="1248899" y="3479444"/>
                </a:lnTo>
                <a:lnTo>
                  <a:pt x="1242201" y="3483809"/>
                </a:lnTo>
                <a:lnTo>
                  <a:pt x="1237835" y="3477103"/>
                </a:lnTo>
                <a:lnTo>
                  <a:pt x="1244533" y="3472738"/>
                </a:lnTo>
                <a:close/>
              </a:path>
              <a:path w="4335780" h="5447030">
                <a:moveTo>
                  <a:pt x="1355620" y="3644675"/>
                </a:moveTo>
                <a:lnTo>
                  <a:pt x="1359114" y="3650032"/>
                </a:lnTo>
                <a:lnTo>
                  <a:pt x="1353757" y="3653526"/>
                </a:lnTo>
                <a:lnTo>
                  <a:pt x="1350263" y="3648169"/>
                </a:lnTo>
                <a:lnTo>
                  <a:pt x="1355620" y="3644675"/>
                </a:lnTo>
                <a:close/>
              </a:path>
              <a:path w="4335780" h="5447030">
                <a:moveTo>
                  <a:pt x="1466714" y="3816604"/>
                </a:moveTo>
                <a:lnTo>
                  <a:pt x="1469328" y="3820620"/>
                </a:lnTo>
                <a:lnTo>
                  <a:pt x="1465312" y="3823234"/>
                </a:lnTo>
                <a:lnTo>
                  <a:pt x="1462690" y="3819219"/>
                </a:lnTo>
                <a:lnTo>
                  <a:pt x="1466714" y="3816604"/>
                </a:lnTo>
                <a:close/>
              </a:path>
              <a:path w="4335780" h="5447030">
                <a:moveTo>
                  <a:pt x="1577802" y="3988533"/>
                </a:moveTo>
                <a:lnTo>
                  <a:pt x="1579544" y="3991216"/>
                </a:lnTo>
                <a:lnTo>
                  <a:pt x="1576870" y="3992958"/>
                </a:lnTo>
                <a:lnTo>
                  <a:pt x="1575119" y="3990276"/>
                </a:lnTo>
                <a:lnTo>
                  <a:pt x="1577802" y="3988533"/>
                </a:lnTo>
                <a:close/>
              </a:path>
              <a:path w="4335780" h="5447030">
                <a:moveTo>
                  <a:pt x="1688879" y="4160463"/>
                </a:moveTo>
                <a:lnTo>
                  <a:pt x="1689751" y="4161804"/>
                </a:lnTo>
                <a:lnTo>
                  <a:pt x="1688417" y="4162676"/>
                </a:lnTo>
                <a:lnTo>
                  <a:pt x="1687546" y="4161334"/>
                </a:lnTo>
                <a:lnTo>
                  <a:pt x="1688879" y="4160463"/>
                </a:lnTo>
                <a:close/>
              </a:path>
              <a:path w="4335780" h="5447030">
                <a:moveTo>
                  <a:pt x="74984" y="2031705"/>
                </a:moveTo>
                <a:lnTo>
                  <a:pt x="91136" y="2056494"/>
                </a:lnTo>
                <a:lnTo>
                  <a:pt x="66347" y="2072644"/>
                </a:lnTo>
                <a:lnTo>
                  <a:pt x="50198" y="2047863"/>
                </a:lnTo>
                <a:lnTo>
                  <a:pt x="74984" y="2031705"/>
                </a:lnTo>
                <a:close/>
              </a:path>
              <a:path w="4335780" h="5447030">
                <a:moveTo>
                  <a:pt x="185948" y="2204190"/>
                </a:moveTo>
                <a:lnTo>
                  <a:pt x="200795" y="2226966"/>
                </a:lnTo>
                <a:lnTo>
                  <a:pt x="178019" y="2241814"/>
                </a:lnTo>
                <a:lnTo>
                  <a:pt x="163172" y="2219030"/>
                </a:lnTo>
                <a:lnTo>
                  <a:pt x="185948" y="2204190"/>
                </a:lnTo>
                <a:close/>
              </a:path>
              <a:path w="4335780" h="5447030">
                <a:moveTo>
                  <a:pt x="296804" y="2377238"/>
                </a:moveTo>
                <a:lnTo>
                  <a:pt x="309900" y="2397331"/>
                </a:lnTo>
                <a:lnTo>
                  <a:pt x="289806" y="2410427"/>
                </a:lnTo>
                <a:lnTo>
                  <a:pt x="276710" y="2390333"/>
                </a:lnTo>
                <a:lnTo>
                  <a:pt x="296804" y="2377238"/>
                </a:lnTo>
                <a:close/>
              </a:path>
              <a:path w="4335780" h="5447030">
                <a:moveTo>
                  <a:pt x="407775" y="2549714"/>
                </a:moveTo>
                <a:lnTo>
                  <a:pt x="419568" y="2567804"/>
                </a:lnTo>
                <a:lnTo>
                  <a:pt x="401478" y="2579589"/>
                </a:lnTo>
                <a:lnTo>
                  <a:pt x="389685" y="2561499"/>
                </a:lnTo>
                <a:lnTo>
                  <a:pt x="407775" y="2549714"/>
                </a:lnTo>
                <a:close/>
              </a:path>
              <a:path w="4335780" h="5447030">
                <a:moveTo>
                  <a:pt x="518746" y="2722198"/>
                </a:moveTo>
                <a:lnTo>
                  <a:pt x="529228" y="2738276"/>
                </a:lnTo>
                <a:lnTo>
                  <a:pt x="513150" y="2748758"/>
                </a:lnTo>
                <a:lnTo>
                  <a:pt x="502668" y="2732680"/>
                </a:lnTo>
                <a:lnTo>
                  <a:pt x="518746" y="2722198"/>
                </a:lnTo>
                <a:close/>
              </a:path>
              <a:path w="4335780" h="5447030">
                <a:moveTo>
                  <a:pt x="629594" y="2895238"/>
                </a:moveTo>
                <a:lnTo>
                  <a:pt x="638324" y="2908634"/>
                </a:lnTo>
                <a:lnTo>
                  <a:pt x="624929" y="2917364"/>
                </a:lnTo>
                <a:lnTo>
                  <a:pt x="616198" y="2903968"/>
                </a:lnTo>
                <a:lnTo>
                  <a:pt x="629594" y="2895238"/>
                </a:lnTo>
                <a:close/>
              </a:path>
              <a:path w="4335780" h="5447030">
                <a:moveTo>
                  <a:pt x="740688" y="3067166"/>
                </a:moveTo>
                <a:lnTo>
                  <a:pt x="748547" y="3079229"/>
                </a:lnTo>
                <a:lnTo>
                  <a:pt x="736492" y="3087080"/>
                </a:lnTo>
                <a:lnTo>
                  <a:pt x="728633" y="3075017"/>
                </a:lnTo>
                <a:lnTo>
                  <a:pt x="740688" y="3067166"/>
                </a:lnTo>
                <a:close/>
              </a:path>
              <a:path w="4335780" h="5447030">
                <a:moveTo>
                  <a:pt x="851774" y="3239096"/>
                </a:moveTo>
                <a:lnTo>
                  <a:pt x="858754" y="3249810"/>
                </a:lnTo>
                <a:lnTo>
                  <a:pt x="848040" y="3256797"/>
                </a:lnTo>
                <a:lnTo>
                  <a:pt x="841061" y="3246083"/>
                </a:lnTo>
                <a:lnTo>
                  <a:pt x="851774" y="3239096"/>
                </a:lnTo>
                <a:close/>
              </a:path>
              <a:path w="4335780" h="5447030">
                <a:moveTo>
                  <a:pt x="962861" y="3411025"/>
                </a:moveTo>
                <a:lnTo>
                  <a:pt x="968977" y="3420405"/>
                </a:lnTo>
                <a:lnTo>
                  <a:pt x="959597" y="3426522"/>
                </a:lnTo>
                <a:lnTo>
                  <a:pt x="953481" y="3417142"/>
                </a:lnTo>
                <a:lnTo>
                  <a:pt x="962861" y="3411025"/>
                </a:lnTo>
                <a:close/>
              </a:path>
              <a:path w="4335780" h="5447030">
                <a:moveTo>
                  <a:pt x="1073832" y="3583509"/>
                </a:moveTo>
                <a:lnTo>
                  <a:pt x="1078637" y="3590878"/>
                </a:lnTo>
                <a:lnTo>
                  <a:pt x="1071269" y="3595683"/>
                </a:lnTo>
                <a:lnTo>
                  <a:pt x="1066463" y="3588306"/>
                </a:lnTo>
                <a:lnTo>
                  <a:pt x="1073832" y="3583509"/>
                </a:lnTo>
                <a:close/>
              </a:path>
              <a:path w="4335780" h="5447030">
                <a:moveTo>
                  <a:pt x="1184919" y="3755438"/>
                </a:moveTo>
                <a:lnTo>
                  <a:pt x="1188844" y="3761466"/>
                </a:lnTo>
                <a:lnTo>
                  <a:pt x="1182817" y="3765400"/>
                </a:lnTo>
                <a:lnTo>
                  <a:pt x="1178891" y="3759364"/>
                </a:lnTo>
                <a:lnTo>
                  <a:pt x="1184919" y="3755438"/>
                </a:lnTo>
                <a:close/>
              </a:path>
              <a:path w="4335780" h="5447030">
                <a:moveTo>
                  <a:pt x="1296005" y="3927367"/>
                </a:moveTo>
                <a:lnTo>
                  <a:pt x="1299068" y="3932061"/>
                </a:lnTo>
                <a:lnTo>
                  <a:pt x="1294374" y="3935116"/>
                </a:lnTo>
                <a:lnTo>
                  <a:pt x="1291311" y="3930422"/>
                </a:lnTo>
                <a:lnTo>
                  <a:pt x="1296005" y="3927367"/>
                </a:lnTo>
                <a:close/>
              </a:path>
              <a:path w="4335780" h="5447030">
                <a:moveTo>
                  <a:pt x="1407091" y="4099297"/>
                </a:moveTo>
                <a:lnTo>
                  <a:pt x="1409275" y="4102650"/>
                </a:lnTo>
                <a:lnTo>
                  <a:pt x="1405922" y="4104832"/>
                </a:lnTo>
                <a:lnTo>
                  <a:pt x="1403738" y="4101480"/>
                </a:lnTo>
                <a:lnTo>
                  <a:pt x="1407091" y="4099297"/>
                </a:lnTo>
                <a:close/>
              </a:path>
              <a:path w="4335780" h="5447030">
                <a:moveTo>
                  <a:pt x="1518177" y="4271226"/>
                </a:moveTo>
                <a:lnTo>
                  <a:pt x="1519490" y="4273246"/>
                </a:lnTo>
                <a:lnTo>
                  <a:pt x="1517485" y="4274548"/>
                </a:lnTo>
                <a:lnTo>
                  <a:pt x="1516174" y="4272537"/>
                </a:lnTo>
                <a:lnTo>
                  <a:pt x="1518177" y="4271226"/>
                </a:lnTo>
                <a:close/>
              </a:path>
              <a:path w="4335780" h="5447030">
                <a:moveTo>
                  <a:pt x="15247" y="2314960"/>
                </a:moveTo>
                <a:lnTo>
                  <a:pt x="30526" y="2338407"/>
                </a:lnTo>
                <a:lnTo>
                  <a:pt x="7079" y="2353686"/>
                </a:lnTo>
                <a:lnTo>
                  <a:pt x="0" y="2342822"/>
                </a:lnTo>
                <a:lnTo>
                  <a:pt x="0" y="2324896"/>
                </a:lnTo>
                <a:lnTo>
                  <a:pt x="15247" y="2314960"/>
                </a:lnTo>
                <a:close/>
              </a:path>
              <a:path w="4335780" h="5447030">
                <a:moveTo>
                  <a:pt x="126095" y="2488000"/>
                </a:moveTo>
                <a:lnTo>
                  <a:pt x="139630" y="2508764"/>
                </a:lnTo>
                <a:lnTo>
                  <a:pt x="118865" y="2522292"/>
                </a:lnTo>
                <a:lnTo>
                  <a:pt x="105330" y="2501527"/>
                </a:lnTo>
                <a:lnTo>
                  <a:pt x="126095" y="2488000"/>
                </a:lnTo>
                <a:close/>
              </a:path>
              <a:path w="4335780" h="5447030">
                <a:moveTo>
                  <a:pt x="237066" y="2660484"/>
                </a:moveTo>
                <a:lnTo>
                  <a:pt x="249290" y="2679236"/>
                </a:lnTo>
                <a:lnTo>
                  <a:pt x="230537" y="2691461"/>
                </a:lnTo>
                <a:lnTo>
                  <a:pt x="218313" y="2672708"/>
                </a:lnTo>
                <a:lnTo>
                  <a:pt x="237066" y="2660484"/>
                </a:lnTo>
                <a:close/>
              </a:path>
              <a:path w="4335780" h="5447030">
                <a:moveTo>
                  <a:pt x="348045" y="2832959"/>
                </a:moveTo>
                <a:lnTo>
                  <a:pt x="358958" y="2849708"/>
                </a:lnTo>
                <a:lnTo>
                  <a:pt x="342209" y="2860622"/>
                </a:lnTo>
                <a:lnTo>
                  <a:pt x="331295" y="2843873"/>
                </a:lnTo>
                <a:lnTo>
                  <a:pt x="348045" y="2832959"/>
                </a:lnTo>
                <a:close/>
              </a:path>
              <a:path w="4335780" h="5447030">
                <a:moveTo>
                  <a:pt x="458892" y="3005999"/>
                </a:moveTo>
                <a:lnTo>
                  <a:pt x="468063" y="3020073"/>
                </a:lnTo>
                <a:lnTo>
                  <a:pt x="453996" y="3029236"/>
                </a:lnTo>
                <a:lnTo>
                  <a:pt x="444826" y="3015170"/>
                </a:lnTo>
                <a:lnTo>
                  <a:pt x="458892" y="3005999"/>
                </a:lnTo>
                <a:close/>
              </a:path>
              <a:path w="4335780" h="5447030">
                <a:moveTo>
                  <a:pt x="569863" y="3178483"/>
                </a:moveTo>
                <a:lnTo>
                  <a:pt x="577723" y="3190546"/>
                </a:lnTo>
                <a:lnTo>
                  <a:pt x="565668" y="3198405"/>
                </a:lnTo>
                <a:lnTo>
                  <a:pt x="557809" y="3186342"/>
                </a:lnTo>
                <a:lnTo>
                  <a:pt x="569863" y="3178483"/>
                </a:lnTo>
                <a:close/>
              </a:path>
              <a:path w="4335780" h="5447030">
                <a:moveTo>
                  <a:pt x="680951" y="3350420"/>
                </a:moveTo>
                <a:lnTo>
                  <a:pt x="687938" y="3361134"/>
                </a:lnTo>
                <a:lnTo>
                  <a:pt x="677216" y="3368114"/>
                </a:lnTo>
                <a:lnTo>
                  <a:pt x="670237" y="3357400"/>
                </a:lnTo>
                <a:lnTo>
                  <a:pt x="680951" y="3350420"/>
                </a:lnTo>
                <a:close/>
              </a:path>
              <a:path w="4335780" h="5447030">
                <a:moveTo>
                  <a:pt x="792037" y="3522350"/>
                </a:moveTo>
                <a:lnTo>
                  <a:pt x="798153" y="3531730"/>
                </a:lnTo>
                <a:lnTo>
                  <a:pt x="788772" y="3537838"/>
                </a:lnTo>
                <a:lnTo>
                  <a:pt x="782656" y="3528458"/>
                </a:lnTo>
                <a:lnTo>
                  <a:pt x="792037" y="3522350"/>
                </a:lnTo>
                <a:close/>
              </a:path>
              <a:path w="4335780" h="5447030">
                <a:moveTo>
                  <a:pt x="903007" y="3694826"/>
                </a:moveTo>
                <a:lnTo>
                  <a:pt x="907813" y="3702202"/>
                </a:lnTo>
                <a:lnTo>
                  <a:pt x="900444" y="3706999"/>
                </a:lnTo>
                <a:lnTo>
                  <a:pt x="895639" y="3699631"/>
                </a:lnTo>
                <a:lnTo>
                  <a:pt x="903007" y="3694826"/>
                </a:lnTo>
                <a:close/>
              </a:path>
              <a:path w="4335780" h="5447030">
                <a:moveTo>
                  <a:pt x="1014094" y="3866755"/>
                </a:moveTo>
                <a:lnTo>
                  <a:pt x="1018028" y="3872790"/>
                </a:lnTo>
                <a:lnTo>
                  <a:pt x="1011992" y="3876716"/>
                </a:lnTo>
                <a:lnTo>
                  <a:pt x="1008066" y="3870689"/>
                </a:lnTo>
                <a:lnTo>
                  <a:pt x="1014094" y="3866755"/>
                </a:lnTo>
                <a:close/>
              </a:path>
              <a:path w="4335780" h="5447030">
                <a:moveTo>
                  <a:pt x="1125180" y="4038684"/>
                </a:moveTo>
                <a:lnTo>
                  <a:pt x="1128243" y="4043378"/>
                </a:lnTo>
                <a:lnTo>
                  <a:pt x="1123550" y="4046441"/>
                </a:lnTo>
                <a:lnTo>
                  <a:pt x="1120487" y="4041747"/>
                </a:lnTo>
                <a:lnTo>
                  <a:pt x="1125180" y="4038684"/>
                </a:lnTo>
                <a:close/>
              </a:path>
              <a:path w="4335780" h="5447030">
                <a:moveTo>
                  <a:pt x="1236274" y="4210613"/>
                </a:moveTo>
                <a:lnTo>
                  <a:pt x="1238458" y="4213966"/>
                </a:lnTo>
                <a:lnTo>
                  <a:pt x="1235105" y="4216149"/>
                </a:lnTo>
                <a:lnTo>
                  <a:pt x="1232922" y="4212796"/>
                </a:lnTo>
                <a:lnTo>
                  <a:pt x="1236274" y="4210613"/>
                </a:lnTo>
                <a:close/>
              </a:path>
              <a:path w="4335780" h="5447030">
                <a:moveTo>
                  <a:pt x="1347353" y="4382551"/>
                </a:moveTo>
                <a:lnTo>
                  <a:pt x="1348665" y="4384562"/>
                </a:lnTo>
                <a:lnTo>
                  <a:pt x="1346661" y="4385873"/>
                </a:lnTo>
                <a:lnTo>
                  <a:pt x="1345349" y="4383854"/>
                </a:lnTo>
                <a:lnTo>
                  <a:pt x="1347353" y="4382551"/>
                </a:lnTo>
                <a:close/>
              </a:path>
              <a:path w="4335780" h="5447030">
                <a:moveTo>
                  <a:pt x="66251" y="2771800"/>
                </a:moveTo>
                <a:lnTo>
                  <a:pt x="78476" y="2790552"/>
                </a:lnTo>
                <a:lnTo>
                  <a:pt x="59715" y="2802777"/>
                </a:lnTo>
                <a:lnTo>
                  <a:pt x="47499" y="2784024"/>
                </a:lnTo>
                <a:lnTo>
                  <a:pt x="66251" y="2771800"/>
                </a:lnTo>
                <a:close/>
              </a:path>
              <a:path w="4335780" h="5447030">
                <a:moveTo>
                  <a:pt x="177223" y="2944284"/>
                </a:moveTo>
                <a:lnTo>
                  <a:pt x="188137" y="2961033"/>
                </a:lnTo>
                <a:lnTo>
                  <a:pt x="171387" y="2971946"/>
                </a:lnTo>
                <a:lnTo>
                  <a:pt x="160473" y="2955197"/>
                </a:lnTo>
                <a:lnTo>
                  <a:pt x="177223" y="2944284"/>
                </a:lnTo>
                <a:close/>
              </a:path>
              <a:path w="4335780" h="5447030">
                <a:moveTo>
                  <a:pt x="288194" y="3116768"/>
                </a:moveTo>
                <a:lnTo>
                  <a:pt x="297796" y="3131505"/>
                </a:lnTo>
                <a:lnTo>
                  <a:pt x="283059" y="3141108"/>
                </a:lnTo>
                <a:lnTo>
                  <a:pt x="273456" y="3126370"/>
                </a:lnTo>
                <a:lnTo>
                  <a:pt x="288194" y="3116768"/>
                </a:lnTo>
                <a:close/>
              </a:path>
              <a:path w="4335780" h="5447030">
                <a:moveTo>
                  <a:pt x="399049" y="3289799"/>
                </a:moveTo>
                <a:lnTo>
                  <a:pt x="406908" y="3301862"/>
                </a:lnTo>
                <a:lnTo>
                  <a:pt x="394846" y="3309722"/>
                </a:lnTo>
                <a:lnTo>
                  <a:pt x="386987" y="3297659"/>
                </a:lnTo>
                <a:lnTo>
                  <a:pt x="399049" y="3289799"/>
                </a:lnTo>
                <a:close/>
              </a:path>
              <a:path w="4335780" h="5447030">
                <a:moveTo>
                  <a:pt x="510137" y="3461736"/>
                </a:moveTo>
                <a:lnTo>
                  <a:pt x="517124" y="3472450"/>
                </a:lnTo>
                <a:lnTo>
                  <a:pt x="506394" y="3479438"/>
                </a:lnTo>
                <a:lnTo>
                  <a:pt x="499415" y="3468724"/>
                </a:lnTo>
                <a:lnTo>
                  <a:pt x="510137" y="3461736"/>
                </a:lnTo>
                <a:close/>
              </a:path>
              <a:path w="4335780" h="5447030">
                <a:moveTo>
                  <a:pt x="621214" y="3633666"/>
                </a:moveTo>
                <a:lnTo>
                  <a:pt x="627331" y="3643046"/>
                </a:lnTo>
                <a:lnTo>
                  <a:pt x="617951" y="3649162"/>
                </a:lnTo>
                <a:lnTo>
                  <a:pt x="611842" y="3639782"/>
                </a:lnTo>
                <a:lnTo>
                  <a:pt x="621214" y="3633666"/>
                </a:lnTo>
                <a:close/>
              </a:path>
              <a:path w="4335780" h="5447030">
                <a:moveTo>
                  <a:pt x="732309" y="3805595"/>
                </a:moveTo>
                <a:lnTo>
                  <a:pt x="737546" y="3813634"/>
                </a:lnTo>
                <a:lnTo>
                  <a:pt x="729507" y="3818871"/>
                </a:lnTo>
                <a:lnTo>
                  <a:pt x="724270" y="3810832"/>
                </a:lnTo>
                <a:lnTo>
                  <a:pt x="732309" y="3805595"/>
                </a:lnTo>
                <a:close/>
              </a:path>
              <a:path w="4335780" h="5447030">
                <a:moveTo>
                  <a:pt x="843271" y="3978079"/>
                </a:moveTo>
                <a:lnTo>
                  <a:pt x="847205" y="3984106"/>
                </a:lnTo>
                <a:lnTo>
                  <a:pt x="841169" y="3988041"/>
                </a:lnTo>
                <a:lnTo>
                  <a:pt x="837243" y="3982005"/>
                </a:lnTo>
                <a:lnTo>
                  <a:pt x="843271" y="3978079"/>
                </a:lnTo>
                <a:close/>
              </a:path>
              <a:path w="4335780" h="5447030">
                <a:moveTo>
                  <a:pt x="954358" y="4150008"/>
                </a:moveTo>
                <a:lnTo>
                  <a:pt x="957420" y="4154702"/>
                </a:lnTo>
                <a:lnTo>
                  <a:pt x="952734" y="4157756"/>
                </a:lnTo>
                <a:lnTo>
                  <a:pt x="949672" y="4153063"/>
                </a:lnTo>
                <a:lnTo>
                  <a:pt x="954358" y="4150008"/>
                </a:lnTo>
                <a:close/>
              </a:path>
              <a:path w="4335780" h="5447030">
                <a:moveTo>
                  <a:pt x="1065452" y="4321937"/>
                </a:moveTo>
                <a:lnTo>
                  <a:pt x="1067635" y="4325282"/>
                </a:lnTo>
                <a:lnTo>
                  <a:pt x="1064282" y="4327465"/>
                </a:lnTo>
                <a:lnTo>
                  <a:pt x="1062099" y="4324120"/>
                </a:lnTo>
                <a:lnTo>
                  <a:pt x="1065452" y="4321937"/>
                </a:lnTo>
                <a:close/>
              </a:path>
              <a:path w="4335780" h="5447030">
                <a:moveTo>
                  <a:pt x="1176538" y="4493866"/>
                </a:moveTo>
                <a:lnTo>
                  <a:pt x="1177850" y="4495878"/>
                </a:lnTo>
                <a:lnTo>
                  <a:pt x="1175838" y="4497190"/>
                </a:lnTo>
                <a:lnTo>
                  <a:pt x="1174526" y="4495178"/>
                </a:lnTo>
                <a:lnTo>
                  <a:pt x="1176538" y="4493866"/>
                </a:lnTo>
                <a:close/>
              </a:path>
              <a:path w="4335780" h="5447030">
                <a:moveTo>
                  <a:pt x="6520" y="3055052"/>
                </a:moveTo>
                <a:lnTo>
                  <a:pt x="17866" y="3072464"/>
                </a:lnTo>
                <a:lnTo>
                  <a:pt x="447" y="3083817"/>
                </a:lnTo>
                <a:lnTo>
                  <a:pt x="0" y="3083131"/>
                </a:lnTo>
                <a:lnTo>
                  <a:pt x="0" y="3059300"/>
                </a:lnTo>
                <a:lnTo>
                  <a:pt x="6520" y="3055052"/>
                </a:lnTo>
                <a:close/>
              </a:path>
              <a:path w="4335780" h="5447030">
                <a:moveTo>
                  <a:pt x="117369" y="3228091"/>
                </a:moveTo>
                <a:lnTo>
                  <a:pt x="126971" y="3242821"/>
                </a:lnTo>
                <a:lnTo>
                  <a:pt x="112233" y="3252423"/>
                </a:lnTo>
                <a:lnTo>
                  <a:pt x="102631" y="3237694"/>
                </a:lnTo>
                <a:lnTo>
                  <a:pt x="117369" y="3228091"/>
                </a:lnTo>
                <a:close/>
              </a:path>
              <a:path w="4335780" h="5447030">
                <a:moveTo>
                  <a:pt x="228340" y="3400568"/>
                </a:moveTo>
                <a:lnTo>
                  <a:pt x="236638" y="3413293"/>
                </a:lnTo>
                <a:lnTo>
                  <a:pt x="223905" y="3421592"/>
                </a:lnTo>
                <a:lnTo>
                  <a:pt x="215614" y="3408859"/>
                </a:lnTo>
                <a:lnTo>
                  <a:pt x="228340" y="3400568"/>
                </a:lnTo>
                <a:close/>
              </a:path>
              <a:path w="4335780" h="5447030">
                <a:moveTo>
                  <a:pt x="339426" y="3572497"/>
                </a:moveTo>
                <a:lnTo>
                  <a:pt x="346846" y="3583889"/>
                </a:lnTo>
                <a:lnTo>
                  <a:pt x="335462" y="3591309"/>
                </a:lnTo>
                <a:lnTo>
                  <a:pt x="328042" y="3579916"/>
                </a:lnTo>
                <a:lnTo>
                  <a:pt x="339426" y="3572497"/>
                </a:lnTo>
                <a:close/>
              </a:path>
              <a:path w="4335780" h="5447030">
                <a:moveTo>
                  <a:pt x="450513" y="3744426"/>
                </a:moveTo>
                <a:lnTo>
                  <a:pt x="457061" y="3754477"/>
                </a:lnTo>
                <a:lnTo>
                  <a:pt x="447010" y="3761025"/>
                </a:lnTo>
                <a:lnTo>
                  <a:pt x="440462" y="3750974"/>
                </a:lnTo>
                <a:lnTo>
                  <a:pt x="450513" y="3744426"/>
                </a:lnTo>
                <a:close/>
              </a:path>
              <a:path w="4335780" h="5447030">
                <a:moveTo>
                  <a:pt x="561484" y="3916919"/>
                </a:moveTo>
                <a:lnTo>
                  <a:pt x="566721" y="3924950"/>
                </a:lnTo>
                <a:lnTo>
                  <a:pt x="558682" y="3930187"/>
                </a:lnTo>
                <a:lnTo>
                  <a:pt x="553445" y="3922156"/>
                </a:lnTo>
                <a:lnTo>
                  <a:pt x="561484" y="3916919"/>
                </a:lnTo>
                <a:close/>
              </a:path>
              <a:path w="4335780" h="5447030">
                <a:moveTo>
                  <a:pt x="672571" y="4088848"/>
                </a:moveTo>
                <a:lnTo>
                  <a:pt x="676936" y="4095546"/>
                </a:lnTo>
                <a:lnTo>
                  <a:pt x="670238" y="4099911"/>
                </a:lnTo>
                <a:lnTo>
                  <a:pt x="665873" y="4093213"/>
                </a:lnTo>
                <a:lnTo>
                  <a:pt x="672571" y="4088848"/>
                </a:lnTo>
                <a:close/>
              </a:path>
              <a:path w="4335780" h="5447030">
                <a:moveTo>
                  <a:pt x="783657" y="4260777"/>
                </a:moveTo>
                <a:lnTo>
                  <a:pt x="787151" y="4266134"/>
                </a:lnTo>
                <a:lnTo>
                  <a:pt x="781786" y="4269628"/>
                </a:lnTo>
                <a:lnTo>
                  <a:pt x="778300" y="4264271"/>
                </a:lnTo>
                <a:lnTo>
                  <a:pt x="783657" y="4260777"/>
                </a:lnTo>
                <a:close/>
              </a:path>
              <a:path w="4335780" h="5447030">
                <a:moveTo>
                  <a:pt x="894750" y="4432706"/>
                </a:moveTo>
                <a:lnTo>
                  <a:pt x="897365" y="4436722"/>
                </a:lnTo>
                <a:lnTo>
                  <a:pt x="893349" y="4439344"/>
                </a:lnTo>
                <a:lnTo>
                  <a:pt x="890726" y="4435320"/>
                </a:lnTo>
                <a:lnTo>
                  <a:pt x="894750" y="4432706"/>
                </a:lnTo>
                <a:close/>
              </a:path>
              <a:path w="4335780" h="5447030">
                <a:moveTo>
                  <a:pt x="1005838" y="4604635"/>
                </a:moveTo>
                <a:lnTo>
                  <a:pt x="1007581" y="4607310"/>
                </a:lnTo>
                <a:lnTo>
                  <a:pt x="1004898" y="4609053"/>
                </a:lnTo>
                <a:lnTo>
                  <a:pt x="1003155" y="4606386"/>
                </a:lnTo>
                <a:lnTo>
                  <a:pt x="1005838" y="4604635"/>
                </a:lnTo>
                <a:close/>
              </a:path>
              <a:path w="4335780" h="5447030">
                <a:moveTo>
                  <a:pt x="57514" y="3511885"/>
                </a:moveTo>
                <a:lnTo>
                  <a:pt x="65813" y="3524618"/>
                </a:lnTo>
                <a:lnTo>
                  <a:pt x="53079" y="3532909"/>
                </a:lnTo>
                <a:lnTo>
                  <a:pt x="44788" y="3520184"/>
                </a:lnTo>
                <a:lnTo>
                  <a:pt x="57514" y="3511885"/>
                </a:lnTo>
                <a:close/>
              </a:path>
              <a:path w="4335780" h="5447030">
                <a:moveTo>
                  <a:pt x="168608" y="3683813"/>
                </a:moveTo>
                <a:lnTo>
                  <a:pt x="176027" y="3695206"/>
                </a:lnTo>
                <a:lnTo>
                  <a:pt x="164635" y="3702633"/>
                </a:lnTo>
                <a:lnTo>
                  <a:pt x="157216" y="3691241"/>
                </a:lnTo>
                <a:lnTo>
                  <a:pt x="168608" y="3683813"/>
                </a:lnTo>
                <a:close/>
              </a:path>
              <a:path w="4335780" h="5447030">
                <a:moveTo>
                  <a:pt x="279687" y="3855751"/>
                </a:moveTo>
                <a:lnTo>
                  <a:pt x="286235" y="3865794"/>
                </a:lnTo>
                <a:lnTo>
                  <a:pt x="276184" y="3872342"/>
                </a:lnTo>
                <a:lnTo>
                  <a:pt x="269636" y="3862299"/>
                </a:lnTo>
                <a:lnTo>
                  <a:pt x="279687" y="3855751"/>
                </a:lnTo>
                <a:close/>
              </a:path>
              <a:path w="4335780" h="5447030">
                <a:moveTo>
                  <a:pt x="390665" y="4028235"/>
                </a:moveTo>
                <a:lnTo>
                  <a:pt x="395903" y="4036266"/>
                </a:lnTo>
                <a:lnTo>
                  <a:pt x="387864" y="4041511"/>
                </a:lnTo>
                <a:lnTo>
                  <a:pt x="382627" y="4033471"/>
                </a:lnTo>
                <a:lnTo>
                  <a:pt x="390665" y="4028235"/>
                </a:lnTo>
                <a:close/>
              </a:path>
              <a:path w="4335780" h="5447030">
                <a:moveTo>
                  <a:pt x="501744" y="4200164"/>
                </a:moveTo>
                <a:lnTo>
                  <a:pt x="506110" y="4206862"/>
                </a:lnTo>
                <a:lnTo>
                  <a:pt x="499412" y="4211227"/>
                </a:lnTo>
                <a:lnTo>
                  <a:pt x="495047" y="4204530"/>
                </a:lnTo>
                <a:lnTo>
                  <a:pt x="501744" y="4200164"/>
                </a:lnTo>
                <a:close/>
              </a:path>
              <a:path w="4335780" h="5447030">
                <a:moveTo>
                  <a:pt x="612839" y="4372093"/>
                </a:moveTo>
                <a:lnTo>
                  <a:pt x="616324" y="4377450"/>
                </a:lnTo>
                <a:lnTo>
                  <a:pt x="610968" y="4380944"/>
                </a:lnTo>
                <a:lnTo>
                  <a:pt x="607482" y="4375587"/>
                </a:lnTo>
                <a:lnTo>
                  <a:pt x="612839" y="4372093"/>
                </a:lnTo>
                <a:close/>
              </a:path>
              <a:path w="4335780" h="5447030">
                <a:moveTo>
                  <a:pt x="723925" y="4544023"/>
                </a:moveTo>
                <a:lnTo>
                  <a:pt x="726539" y="4548046"/>
                </a:lnTo>
                <a:lnTo>
                  <a:pt x="722523" y="4550661"/>
                </a:lnTo>
                <a:lnTo>
                  <a:pt x="719909" y="4546645"/>
                </a:lnTo>
                <a:lnTo>
                  <a:pt x="723925" y="4544023"/>
                </a:lnTo>
                <a:close/>
              </a:path>
              <a:path w="4335780" h="5447030">
                <a:moveTo>
                  <a:pt x="835012" y="4715959"/>
                </a:moveTo>
                <a:lnTo>
                  <a:pt x="836754" y="4718626"/>
                </a:lnTo>
                <a:lnTo>
                  <a:pt x="834072" y="4720377"/>
                </a:lnTo>
                <a:lnTo>
                  <a:pt x="832329" y="4717703"/>
                </a:lnTo>
                <a:lnTo>
                  <a:pt x="835012" y="4715959"/>
                </a:lnTo>
                <a:close/>
              </a:path>
              <a:path w="4335780" h="5447030">
                <a:moveTo>
                  <a:pt x="0" y="3798539"/>
                </a:moveTo>
                <a:lnTo>
                  <a:pt x="5203" y="3806529"/>
                </a:lnTo>
                <a:lnTo>
                  <a:pt x="0" y="3809918"/>
                </a:lnTo>
                <a:lnTo>
                  <a:pt x="0" y="3798539"/>
                </a:lnTo>
                <a:close/>
              </a:path>
              <a:path w="4335780" h="5447030">
                <a:moveTo>
                  <a:pt x="108870" y="3967066"/>
                </a:moveTo>
                <a:lnTo>
                  <a:pt x="115418" y="3977109"/>
                </a:lnTo>
                <a:lnTo>
                  <a:pt x="105367" y="3983657"/>
                </a:lnTo>
                <a:lnTo>
                  <a:pt x="98819" y="3973614"/>
                </a:lnTo>
                <a:lnTo>
                  <a:pt x="108870" y="3967066"/>
                </a:lnTo>
                <a:close/>
              </a:path>
              <a:path w="4335780" h="5447030">
                <a:moveTo>
                  <a:pt x="219956" y="4138995"/>
                </a:moveTo>
                <a:lnTo>
                  <a:pt x="225634" y="4147713"/>
                </a:lnTo>
                <a:lnTo>
                  <a:pt x="216923" y="4153382"/>
                </a:lnTo>
                <a:lnTo>
                  <a:pt x="211247" y="4144672"/>
                </a:lnTo>
                <a:lnTo>
                  <a:pt x="219956" y="4138995"/>
                </a:lnTo>
                <a:close/>
              </a:path>
              <a:path w="4335780" h="5447030">
                <a:moveTo>
                  <a:pt x="330928" y="4311479"/>
                </a:moveTo>
                <a:lnTo>
                  <a:pt x="335293" y="4318177"/>
                </a:lnTo>
                <a:lnTo>
                  <a:pt x="328595" y="4322542"/>
                </a:lnTo>
                <a:lnTo>
                  <a:pt x="324230" y="4315844"/>
                </a:lnTo>
                <a:lnTo>
                  <a:pt x="330928" y="4311479"/>
                </a:lnTo>
                <a:close/>
              </a:path>
              <a:path w="4335780" h="5447030">
                <a:moveTo>
                  <a:pt x="442014" y="4483416"/>
                </a:moveTo>
                <a:lnTo>
                  <a:pt x="445500" y="4488773"/>
                </a:lnTo>
                <a:lnTo>
                  <a:pt x="440143" y="4492259"/>
                </a:lnTo>
                <a:lnTo>
                  <a:pt x="436657" y="4486902"/>
                </a:lnTo>
                <a:lnTo>
                  <a:pt x="442014" y="4483416"/>
                </a:lnTo>
                <a:close/>
              </a:path>
              <a:path w="4335780" h="5447030">
                <a:moveTo>
                  <a:pt x="553101" y="4655345"/>
                </a:moveTo>
                <a:lnTo>
                  <a:pt x="555723" y="4659361"/>
                </a:lnTo>
                <a:lnTo>
                  <a:pt x="551700" y="4661983"/>
                </a:lnTo>
                <a:lnTo>
                  <a:pt x="549085" y="4657959"/>
                </a:lnTo>
                <a:lnTo>
                  <a:pt x="553101" y="4655345"/>
                </a:lnTo>
                <a:close/>
              </a:path>
              <a:path w="4335780" h="5447030">
                <a:moveTo>
                  <a:pt x="664187" y="4827275"/>
                </a:moveTo>
                <a:lnTo>
                  <a:pt x="665930" y="4829949"/>
                </a:lnTo>
                <a:lnTo>
                  <a:pt x="663247" y="4831692"/>
                </a:lnTo>
                <a:lnTo>
                  <a:pt x="661505" y="4829026"/>
                </a:lnTo>
                <a:lnTo>
                  <a:pt x="664187" y="4827275"/>
                </a:lnTo>
                <a:close/>
              </a:path>
              <a:path w="4335780" h="5447030">
                <a:moveTo>
                  <a:pt x="775281" y="4999204"/>
                </a:moveTo>
                <a:lnTo>
                  <a:pt x="776153" y="5000545"/>
                </a:lnTo>
                <a:lnTo>
                  <a:pt x="774803" y="5001417"/>
                </a:lnTo>
                <a:lnTo>
                  <a:pt x="773932" y="5000084"/>
                </a:lnTo>
                <a:lnTo>
                  <a:pt x="775281" y="4999204"/>
                </a:lnTo>
                <a:close/>
              </a:path>
              <a:path w="4335780" h="5447030">
                <a:moveTo>
                  <a:pt x="49139" y="4250311"/>
                </a:moveTo>
                <a:lnTo>
                  <a:pt x="54816" y="4259029"/>
                </a:lnTo>
                <a:lnTo>
                  <a:pt x="46098" y="4264706"/>
                </a:lnTo>
                <a:lnTo>
                  <a:pt x="40421" y="4255988"/>
                </a:lnTo>
                <a:lnTo>
                  <a:pt x="49139" y="4250311"/>
                </a:lnTo>
                <a:close/>
              </a:path>
              <a:path w="4335780" h="5447030">
                <a:moveTo>
                  <a:pt x="160110" y="4422803"/>
                </a:moveTo>
                <a:lnTo>
                  <a:pt x="164476" y="4429501"/>
                </a:lnTo>
                <a:lnTo>
                  <a:pt x="157770" y="4433867"/>
                </a:lnTo>
                <a:lnTo>
                  <a:pt x="153405" y="4427169"/>
                </a:lnTo>
                <a:lnTo>
                  <a:pt x="160110" y="4422803"/>
                </a:lnTo>
                <a:close/>
              </a:path>
              <a:path w="4335780" h="5447030">
                <a:moveTo>
                  <a:pt x="271197" y="4594733"/>
                </a:moveTo>
                <a:lnTo>
                  <a:pt x="274682" y="4600090"/>
                </a:lnTo>
                <a:lnTo>
                  <a:pt x="269326" y="4603584"/>
                </a:lnTo>
                <a:lnTo>
                  <a:pt x="265832" y="4598227"/>
                </a:lnTo>
                <a:lnTo>
                  <a:pt x="271197" y="4594733"/>
                </a:lnTo>
                <a:close/>
              </a:path>
              <a:path w="4335780" h="5447030">
                <a:moveTo>
                  <a:pt x="382276" y="4766663"/>
                </a:moveTo>
                <a:lnTo>
                  <a:pt x="384898" y="4770686"/>
                </a:lnTo>
                <a:lnTo>
                  <a:pt x="380874" y="4773301"/>
                </a:lnTo>
                <a:lnTo>
                  <a:pt x="378260" y="4769285"/>
                </a:lnTo>
                <a:lnTo>
                  <a:pt x="382276" y="4766663"/>
                </a:lnTo>
                <a:close/>
              </a:path>
              <a:path w="4335780" h="5447030">
                <a:moveTo>
                  <a:pt x="493362" y="4938599"/>
                </a:moveTo>
                <a:lnTo>
                  <a:pt x="495105" y="4941266"/>
                </a:lnTo>
                <a:lnTo>
                  <a:pt x="492431" y="4943017"/>
                </a:lnTo>
                <a:lnTo>
                  <a:pt x="490688" y="4940342"/>
                </a:lnTo>
                <a:lnTo>
                  <a:pt x="493362" y="4938599"/>
                </a:lnTo>
                <a:close/>
              </a:path>
              <a:path w="4335780" h="5447030">
                <a:moveTo>
                  <a:pt x="604456" y="5110528"/>
                </a:moveTo>
                <a:lnTo>
                  <a:pt x="605328" y="5111861"/>
                </a:lnTo>
                <a:lnTo>
                  <a:pt x="603987" y="5112733"/>
                </a:lnTo>
                <a:lnTo>
                  <a:pt x="603115" y="5111400"/>
                </a:lnTo>
                <a:lnTo>
                  <a:pt x="604456" y="5110528"/>
                </a:lnTo>
                <a:close/>
              </a:path>
              <a:path w="4335780" h="5447030">
                <a:moveTo>
                  <a:pt x="100372" y="4706049"/>
                </a:moveTo>
                <a:lnTo>
                  <a:pt x="103858" y="4711406"/>
                </a:lnTo>
                <a:lnTo>
                  <a:pt x="98501" y="4714900"/>
                </a:lnTo>
                <a:lnTo>
                  <a:pt x="95007" y="4709543"/>
                </a:lnTo>
                <a:lnTo>
                  <a:pt x="100372" y="4706049"/>
                </a:lnTo>
                <a:close/>
              </a:path>
              <a:path w="4335780" h="5447030">
                <a:moveTo>
                  <a:pt x="211459" y="4877978"/>
                </a:moveTo>
                <a:lnTo>
                  <a:pt x="214082" y="4882001"/>
                </a:lnTo>
                <a:lnTo>
                  <a:pt x="210058" y="4884624"/>
                </a:lnTo>
                <a:lnTo>
                  <a:pt x="207435" y="4880601"/>
                </a:lnTo>
                <a:lnTo>
                  <a:pt x="211459" y="4877978"/>
                </a:lnTo>
                <a:close/>
              </a:path>
              <a:path w="4335780" h="5447030">
                <a:moveTo>
                  <a:pt x="322545" y="5049915"/>
                </a:moveTo>
                <a:lnTo>
                  <a:pt x="324288" y="5052590"/>
                </a:lnTo>
                <a:lnTo>
                  <a:pt x="321614" y="5054332"/>
                </a:lnTo>
                <a:lnTo>
                  <a:pt x="319871" y="5051658"/>
                </a:lnTo>
                <a:lnTo>
                  <a:pt x="322545" y="5049915"/>
                </a:lnTo>
                <a:close/>
              </a:path>
              <a:path w="4335780" h="5447030">
                <a:moveTo>
                  <a:pt x="433632" y="5221844"/>
                </a:moveTo>
                <a:lnTo>
                  <a:pt x="434503" y="5223186"/>
                </a:lnTo>
                <a:lnTo>
                  <a:pt x="433162" y="5224057"/>
                </a:lnTo>
                <a:lnTo>
                  <a:pt x="432291" y="5222716"/>
                </a:lnTo>
                <a:lnTo>
                  <a:pt x="433632" y="5221844"/>
                </a:lnTo>
                <a:close/>
              </a:path>
              <a:path w="4335780" h="5447030">
                <a:moveTo>
                  <a:pt x="40634" y="4989303"/>
                </a:moveTo>
                <a:lnTo>
                  <a:pt x="43257" y="4993319"/>
                </a:lnTo>
                <a:lnTo>
                  <a:pt x="39241" y="4995941"/>
                </a:lnTo>
                <a:lnTo>
                  <a:pt x="36618" y="4991917"/>
                </a:lnTo>
                <a:lnTo>
                  <a:pt x="40634" y="4989303"/>
                </a:lnTo>
                <a:close/>
              </a:path>
              <a:path w="4335780" h="5447030">
                <a:moveTo>
                  <a:pt x="151729" y="5161232"/>
                </a:moveTo>
                <a:lnTo>
                  <a:pt x="153472" y="5163907"/>
                </a:lnTo>
                <a:lnTo>
                  <a:pt x="150789" y="5165650"/>
                </a:lnTo>
                <a:lnTo>
                  <a:pt x="149046" y="5162984"/>
                </a:lnTo>
                <a:lnTo>
                  <a:pt x="151729" y="5161232"/>
                </a:lnTo>
                <a:close/>
              </a:path>
              <a:path w="4335780" h="5447030">
                <a:moveTo>
                  <a:pt x="262807" y="5333170"/>
                </a:moveTo>
                <a:lnTo>
                  <a:pt x="263679" y="5334503"/>
                </a:lnTo>
                <a:lnTo>
                  <a:pt x="262346" y="5335374"/>
                </a:lnTo>
                <a:lnTo>
                  <a:pt x="261474" y="5334041"/>
                </a:lnTo>
                <a:lnTo>
                  <a:pt x="262807" y="5333170"/>
                </a:lnTo>
                <a:close/>
              </a:path>
              <a:path w="4335780" h="5447030">
                <a:moveTo>
                  <a:pt x="91990" y="5444487"/>
                </a:moveTo>
                <a:lnTo>
                  <a:pt x="92862" y="5445820"/>
                </a:lnTo>
                <a:lnTo>
                  <a:pt x="91521" y="5446699"/>
                </a:lnTo>
                <a:lnTo>
                  <a:pt x="90650" y="5445358"/>
                </a:lnTo>
                <a:lnTo>
                  <a:pt x="91990" y="5444487"/>
                </a:lnTo>
                <a:close/>
              </a:path>
            </a:pathLst>
          </a:custGeom>
          <a:solidFill>
            <a:srgbClr val="37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35086" y="6386075"/>
            <a:ext cx="16030575" cy="3455670"/>
          </a:xfrm>
          <a:custGeom>
            <a:avLst/>
            <a:gdLst/>
            <a:ahLst/>
            <a:cxnLst/>
            <a:rect l="l" t="t" r="r" b="b"/>
            <a:pathLst>
              <a:path w="16030575" h="3455670">
                <a:moveTo>
                  <a:pt x="16030572" y="3218791"/>
                </a:moveTo>
                <a:lnTo>
                  <a:pt x="16020520" y="3259616"/>
                </a:lnTo>
                <a:lnTo>
                  <a:pt x="16003193" y="3300615"/>
                </a:lnTo>
                <a:lnTo>
                  <a:pt x="15979955" y="3338057"/>
                </a:lnTo>
                <a:lnTo>
                  <a:pt x="15951394" y="3371352"/>
                </a:lnTo>
                <a:lnTo>
                  <a:pt x="15918099" y="3399912"/>
                </a:lnTo>
                <a:lnTo>
                  <a:pt x="15880657" y="3423150"/>
                </a:lnTo>
                <a:lnTo>
                  <a:pt x="15839658" y="3440477"/>
                </a:lnTo>
                <a:lnTo>
                  <a:pt x="15795690" y="3451304"/>
                </a:lnTo>
                <a:lnTo>
                  <a:pt x="15749340" y="3455044"/>
                </a:lnTo>
                <a:lnTo>
                  <a:pt x="285846" y="3455044"/>
                </a:lnTo>
                <a:lnTo>
                  <a:pt x="239496" y="3451304"/>
                </a:lnTo>
                <a:lnTo>
                  <a:pt x="195528" y="3440477"/>
                </a:lnTo>
                <a:lnTo>
                  <a:pt x="154529" y="3423150"/>
                </a:lnTo>
                <a:lnTo>
                  <a:pt x="117088" y="3399912"/>
                </a:lnTo>
                <a:lnTo>
                  <a:pt x="83793" y="3371351"/>
                </a:lnTo>
                <a:lnTo>
                  <a:pt x="55232" y="3338056"/>
                </a:lnTo>
                <a:lnTo>
                  <a:pt x="31995" y="3300615"/>
                </a:lnTo>
                <a:lnTo>
                  <a:pt x="14668" y="3259616"/>
                </a:lnTo>
                <a:lnTo>
                  <a:pt x="3840" y="3215647"/>
                </a:lnTo>
                <a:lnTo>
                  <a:pt x="0" y="3169298"/>
                </a:lnTo>
                <a:lnTo>
                  <a:pt x="0" y="285737"/>
                </a:lnTo>
                <a:lnTo>
                  <a:pt x="3840" y="239396"/>
                </a:lnTo>
                <a:lnTo>
                  <a:pt x="14668" y="195427"/>
                </a:lnTo>
                <a:lnTo>
                  <a:pt x="31995" y="154429"/>
                </a:lnTo>
                <a:lnTo>
                  <a:pt x="55233" y="116987"/>
                </a:lnTo>
                <a:lnTo>
                  <a:pt x="83793" y="83692"/>
                </a:lnTo>
                <a:lnTo>
                  <a:pt x="117088" y="55132"/>
                </a:lnTo>
                <a:lnTo>
                  <a:pt x="154529" y="31894"/>
                </a:lnTo>
                <a:lnTo>
                  <a:pt x="195528" y="14567"/>
                </a:lnTo>
                <a:lnTo>
                  <a:pt x="239497" y="3739"/>
                </a:lnTo>
                <a:lnTo>
                  <a:pt x="285846" y="0"/>
                </a:lnTo>
                <a:lnTo>
                  <a:pt x="15749340" y="0"/>
                </a:lnTo>
                <a:lnTo>
                  <a:pt x="15795690" y="3739"/>
                </a:lnTo>
                <a:lnTo>
                  <a:pt x="15839658" y="14567"/>
                </a:lnTo>
                <a:lnTo>
                  <a:pt x="15880657" y="31894"/>
                </a:lnTo>
                <a:lnTo>
                  <a:pt x="15918099" y="55131"/>
                </a:lnTo>
                <a:lnTo>
                  <a:pt x="15951394" y="83692"/>
                </a:lnTo>
                <a:lnTo>
                  <a:pt x="15979955" y="116987"/>
                </a:lnTo>
                <a:lnTo>
                  <a:pt x="16003193" y="154428"/>
                </a:lnTo>
                <a:lnTo>
                  <a:pt x="16020520" y="195427"/>
                </a:lnTo>
                <a:lnTo>
                  <a:pt x="16030572" y="236252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098644" y="0"/>
            <a:ext cx="17189450" cy="5276850"/>
            <a:chOff x="1098644" y="0"/>
            <a:chExt cx="17189450" cy="5276850"/>
          </a:xfrm>
        </p:grpSpPr>
        <p:sp>
          <p:nvSpPr>
            <p:cNvPr id="6" name="object 6"/>
            <p:cNvSpPr/>
            <p:nvPr/>
          </p:nvSpPr>
          <p:spPr>
            <a:xfrm>
              <a:off x="1117694" y="2019008"/>
              <a:ext cx="16049625" cy="3238500"/>
            </a:xfrm>
            <a:custGeom>
              <a:avLst/>
              <a:gdLst/>
              <a:ahLst/>
              <a:cxnLst/>
              <a:rect l="l" t="t" r="r" b="b"/>
              <a:pathLst>
                <a:path w="16049625" h="3238500">
                  <a:moveTo>
                    <a:pt x="16049623" y="2991607"/>
                  </a:moveTo>
                  <a:lnTo>
                    <a:pt x="16037963" y="3045898"/>
                  </a:lnTo>
                  <a:lnTo>
                    <a:pt x="16020636" y="3086897"/>
                  </a:lnTo>
                  <a:lnTo>
                    <a:pt x="15997398" y="3124338"/>
                  </a:lnTo>
                  <a:lnTo>
                    <a:pt x="15968837" y="3157634"/>
                  </a:lnTo>
                  <a:lnTo>
                    <a:pt x="15935541" y="3186195"/>
                  </a:lnTo>
                  <a:lnTo>
                    <a:pt x="15898100" y="3209433"/>
                  </a:lnTo>
                  <a:lnTo>
                    <a:pt x="15857101" y="3226760"/>
                  </a:lnTo>
                  <a:lnTo>
                    <a:pt x="15813132" y="3237587"/>
                  </a:lnTo>
                  <a:lnTo>
                    <a:pt x="15801827" y="3238499"/>
                  </a:lnTo>
                </a:path>
                <a:path w="16049625" h="3238500">
                  <a:moveTo>
                    <a:pt x="250772" y="3238499"/>
                  </a:moveTo>
                  <a:lnTo>
                    <a:pt x="195498" y="3226759"/>
                  </a:lnTo>
                  <a:lnTo>
                    <a:pt x="154499" y="3209432"/>
                  </a:lnTo>
                  <a:lnTo>
                    <a:pt x="117058" y="3186194"/>
                  </a:lnTo>
                  <a:lnTo>
                    <a:pt x="83762" y="3157633"/>
                  </a:lnTo>
                  <a:lnTo>
                    <a:pt x="55202" y="3124338"/>
                  </a:lnTo>
                  <a:lnTo>
                    <a:pt x="31964" y="3086897"/>
                  </a:lnTo>
                  <a:lnTo>
                    <a:pt x="14637" y="3045898"/>
                  </a:lnTo>
                  <a:lnTo>
                    <a:pt x="3809" y="3001929"/>
                  </a:lnTo>
                  <a:lnTo>
                    <a:pt x="0" y="2955579"/>
                  </a:lnTo>
                  <a:lnTo>
                    <a:pt x="0" y="285741"/>
                  </a:lnTo>
                  <a:lnTo>
                    <a:pt x="3809" y="239397"/>
                  </a:lnTo>
                  <a:lnTo>
                    <a:pt x="14637" y="195429"/>
                  </a:lnTo>
                  <a:lnTo>
                    <a:pt x="31964" y="154430"/>
                  </a:lnTo>
                  <a:lnTo>
                    <a:pt x="55202" y="116988"/>
                  </a:lnTo>
                  <a:lnTo>
                    <a:pt x="83762" y="83693"/>
                  </a:lnTo>
                  <a:lnTo>
                    <a:pt x="117058" y="55132"/>
                  </a:lnTo>
                  <a:lnTo>
                    <a:pt x="154499" y="31894"/>
                  </a:lnTo>
                  <a:lnTo>
                    <a:pt x="195498" y="14567"/>
                  </a:lnTo>
                  <a:lnTo>
                    <a:pt x="239467" y="3740"/>
                  </a:lnTo>
                  <a:lnTo>
                    <a:pt x="285816" y="0"/>
                  </a:lnTo>
                  <a:lnTo>
                    <a:pt x="15766782" y="0"/>
                  </a:lnTo>
                  <a:lnTo>
                    <a:pt x="15813132" y="3739"/>
                  </a:lnTo>
                  <a:lnTo>
                    <a:pt x="15857101" y="14567"/>
                  </a:lnTo>
                  <a:lnTo>
                    <a:pt x="15898100" y="31894"/>
                  </a:lnTo>
                  <a:lnTo>
                    <a:pt x="15935542" y="55132"/>
                  </a:lnTo>
                  <a:lnTo>
                    <a:pt x="15968837" y="83693"/>
                  </a:lnTo>
                  <a:lnTo>
                    <a:pt x="15997398" y="116988"/>
                  </a:lnTo>
                  <a:lnTo>
                    <a:pt x="16020636" y="154429"/>
                  </a:lnTo>
                  <a:lnTo>
                    <a:pt x="16037963" y="195429"/>
                  </a:lnTo>
                  <a:lnTo>
                    <a:pt x="16048790" y="239397"/>
                  </a:lnTo>
                  <a:lnTo>
                    <a:pt x="16049623" y="24972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1943" y="2555754"/>
              <a:ext cx="123824" cy="1238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1943" y="3032004"/>
              <a:ext cx="123824" cy="1238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1943" y="3508254"/>
              <a:ext cx="123824" cy="1238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61943" y="4460754"/>
              <a:ext cx="123824" cy="1238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52102" y="0"/>
              <a:ext cx="4535897" cy="4549574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61943" y="6919621"/>
            <a:ext cx="133349" cy="1333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61943" y="7405396"/>
            <a:ext cx="133349" cy="1333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61943" y="7891171"/>
            <a:ext cx="133349" cy="1333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61943" y="8376946"/>
            <a:ext cx="133349" cy="1333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61943" y="8862721"/>
            <a:ext cx="133349" cy="13334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23726" y="2321426"/>
            <a:ext cx="16057880" cy="7316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9350" marR="1273810">
              <a:lnSpc>
                <a:spcPct val="107800"/>
              </a:lnSpc>
              <a:spcBef>
                <a:spcPts val="95"/>
              </a:spcBef>
            </a:pPr>
            <a:r>
              <a:rPr sz="2900" spc="-35" dirty="0">
                <a:solidFill>
                  <a:srgbClr val="2E6D6D"/>
                </a:solidFill>
                <a:latin typeface="Lucida Sans Unicode"/>
                <a:cs typeface="Lucida Sans Unicode"/>
              </a:rPr>
              <a:t>Learning</a:t>
            </a:r>
            <a:r>
              <a:rPr sz="2900" spc="-14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new</a:t>
            </a:r>
            <a:r>
              <a:rPr sz="2900" spc="-14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spc="-75" dirty="0">
                <a:solidFill>
                  <a:srgbClr val="2E6D6D"/>
                </a:solidFill>
                <a:latin typeface="Lucida Sans Unicode"/>
                <a:cs typeface="Lucida Sans Unicode"/>
              </a:rPr>
              <a:t>skills</a:t>
            </a:r>
            <a:r>
              <a:rPr sz="2900" spc="-14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spc="-65" dirty="0">
                <a:solidFill>
                  <a:srgbClr val="2E6D6D"/>
                </a:solidFill>
                <a:latin typeface="Lucida Sans Unicode"/>
                <a:cs typeface="Lucida Sans Unicode"/>
              </a:rPr>
              <a:t>is</a:t>
            </a:r>
            <a:r>
              <a:rPr sz="2900" spc="-14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essential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for</a:t>
            </a:r>
            <a:r>
              <a:rPr sz="2900" spc="-14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academic</a:t>
            </a:r>
            <a:r>
              <a:rPr sz="2900" spc="-14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success</a:t>
            </a:r>
            <a:r>
              <a:rPr sz="2900" spc="-14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and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career</a:t>
            </a:r>
            <a:r>
              <a:rPr sz="2900" spc="-14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spc="-10" dirty="0">
                <a:solidFill>
                  <a:srgbClr val="2E6D6D"/>
                </a:solidFill>
                <a:latin typeface="Lucida Sans Unicode"/>
                <a:cs typeface="Lucida Sans Unicode"/>
              </a:rPr>
              <a:t>growth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However,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many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students</a:t>
            </a:r>
            <a:r>
              <a:rPr sz="2900" spc="-13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and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spc="-40" dirty="0">
                <a:solidFill>
                  <a:srgbClr val="2E6D6D"/>
                </a:solidFill>
                <a:latin typeface="Lucida Sans Unicode"/>
                <a:cs typeface="Lucida Sans Unicode"/>
              </a:rPr>
              <a:t>young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spc="-10" dirty="0">
                <a:solidFill>
                  <a:srgbClr val="2E6D6D"/>
                </a:solidFill>
                <a:latin typeface="Lucida Sans Unicode"/>
                <a:cs typeface="Lucida Sans Unicode"/>
              </a:rPr>
              <a:t>professionals</a:t>
            </a:r>
            <a:r>
              <a:rPr sz="2900" spc="-13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spc="-55" dirty="0">
                <a:solidFill>
                  <a:srgbClr val="2E6D6D"/>
                </a:solidFill>
                <a:latin typeface="Lucida Sans Unicode"/>
                <a:cs typeface="Lucida Sans Unicode"/>
              </a:rPr>
              <a:t>struggle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to</a:t>
            </a:r>
            <a:r>
              <a:rPr sz="2900" spc="-13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stay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spc="-10" dirty="0">
                <a:solidFill>
                  <a:srgbClr val="2E6D6D"/>
                </a:solidFill>
                <a:latin typeface="Lucida Sans Unicode"/>
                <a:cs typeface="Lucida Sans Unicode"/>
              </a:rPr>
              <a:t>consistent </a:t>
            </a:r>
            <a:r>
              <a:rPr sz="2900" spc="-65" dirty="0">
                <a:solidFill>
                  <a:srgbClr val="2E6D6D"/>
                </a:solidFill>
                <a:latin typeface="Lucida Sans Unicode"/>
                <a:cs typeface="Lucida Sans Unicode"/>
              </a:rPr>
              <a:t>Existing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spc="-40" dirty="0">
                <a:solidFill>
                  <a:srgbClr val="2E6D6D"/>
                </a:solidFill>
                <a:latin typeface="Lucida Sans Unicode"/>
                <a:cs typeface="Lucida Sans Unicode"/>
              </a:rPr>
              <a:t>learning</a:t>
            </a:r>
            <a:r>
              <a:rPr sz="2900" spc="-13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platforms</a:t>
            </a:r>
            <a:r>
              <a:rPr sz="2900" spc="-13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focus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spc="-10" dirty="0">
                <a:solidFill>
                  <a:srgbClr val="2E6D6D"/>
                </a:solidFill>
                <a:latin typeface="Lucida Sans Unicode"/>
                <a:cs typeface="Lucida Sans Unicode"/>
              </a:rPr>
              <a:t>mainly</a:t>
            </a:r>
            <a:r>
              <a:rPr sz="2900" spc="-13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spc="-10" dirty="0">
                <a:solidFill>
                  <a:srgbClr val="2E6D6D"/>
                </a:solidFill>
                <a:latin typeface="Lucida Sans Unicode"/>
                <a:cs typeface="Lucida Sans Unicode"/>
              </a:rPr>
              <a:t>on</a:t>
            </a:r>
            <a:r>
              <a:rPr sz="2900" spc="-13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content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delivery,</a:t>
            </a:r>
            <a:r>
              <a:rPr sz="2900" spc="-13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not</a:t>
            </a:r>
            <a:r>
              <a:rPr sz="2900" spc="-13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spc="-10" dirty="0">
                <a:solidFill>
                  <a:srgbClr val="2E6D6D"/>
                </a:solidFill>
                <a:latin typeface="Lucida Sans Unicode"/>
                <a:cs typeface="Lucida Sans Unicode"/>
              </a:rPr>
              <a:t>on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spc="-10" dirty="0">
                <a:solidFill>
                  <a:srgbClr val="2E6D6D"/>
                </a:solidFill>
                <a:latin typeface="Lucida Sans Unicode"/>
                <a:cs typeface="Lucida Sans Unicode"/>
              </a:rPr>
              <a:t>learning habits</a:t>
            </a:r>
            <a:endParaRPr sz="2900">
              <a:latin typeface="Lucida Sans Unicode"/>
              <a:cs typeface="Lucida Sans Unicode"/>
            </a:endParaRPr>
          </a:p>
          <a:p>
            <a:pPr marL="1149350" marR="1419860">
              <a:lnSpc>
                <a:spcPts val="3750"/>
              </a:lnSpc>
              <a:spcBef>
                <a:spcPts val="170"/>
              </a:spcBef>
            </a:pPr>
            <a:r>
              <a:rPr sz="2900" spc="-20" dirty="0">
                <a:solidFill>
                  <a:srgbClr val="2E6D6D"/>
                </a:solidFill>
                <a:latin typeface="Lucida Sans Unicode"/>
                <a:cs typeface="Lucida Sans Unicode"/>
              </a:rPr>
              <a:t>Lack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of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spc="-10" dirty="0">
                <a:solidFill>
                  <a:srgbClr val="2E6D6D"/>
                </a:solidFill>
                <a:latin typeface="Lucida Sans Unicode"/>
                <a:cs typeface="Lucida Sans Unicode"/>
              </a:rPr>
              <a:t>motivation,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spc="-40" dirty="0">
                <a:solidFill>
                  <a:srgbClr val="2E6D6D"/>
                </a:solidFill>
                <a:latin typeface="Lucida Sans Unicode"/>
                <a:cs typeface="Lucida Sans Unicode"/>
              </a:rPr>
              <a:t>personalization,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practice,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and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peer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support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leads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to</a:t>
            </a:r>
            <a:r>
              <a:rPr sz="2900" spc="-14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spc="-20" dirty="0">
                <a:solidFill>
                  <a:srgbClr val="2E6D6D"/>
                </a:solidFill>
                <a:latin typeface="Lucida Sans Unicode"/>
                <a:cs typeface="Lucida Sans Unicode"/>
              </a:rPr>
              <a:t>high </a:t>
            </a:r>
            <a:r>
              <a:rPr sz="2900" dirty="0">
                <a:solidFill>
                  <a:srgbClr val="2E6D6D"/>
                </a:solidFill>
                <a:latin typeface="Lucida Sans Unicode"/>
                <a:cs typeface="Lucida Sans Unicode"/>
              </a:rPr>
              <a:t>drop‑out</a:t>
            </a:r>
            <a:r>
              <a:rPr sz="2900" spc="-11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2900" spc="-20" dirty="0">
                <a:solidFill>
                  <a:srgbClr val="2E6D6D"/>
                </a:solidFill>
                <a:latin typeface="Lucida Sans Unicode"/>
                <a:cs typeface="Lucida Sans Unicode"/>
              </a:rPr>
              <a:t>rates</a:t>
            </a:r>
            <a:endParaRPr sz="2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719"/>
              </a:spcBef>
            </a:pPr>
            <a:r>
              <a:rPr sz="3300" b="1" i="1" dirty="0">
                <a:solidFill>
                  <a:srgbClr val="327083"/>
                </a:solidFill>
                <a:latin typeface="Arial"/>
                <a:cs typeface="Arial"/>
              </a:rPr>
              <a:t>LearnLoop</a:t>
            </a:r>
            <a:r>
              <a:rPr sz="3300" b="1" i="1" spc="-55" dirty="0">
                <a:solidFill>
                  <a:srgbClr val="327083"/>
                </a:solidFill>
                <a:latin typeface="Arial"/>
                <a:cs typeface="Arial"/>
              </a:rPr>
              <a:t> </a:t>
            </a:r>
            <a:r>
              <a:rPr sz="3300" b="1" i="1" spc="-90" dirty="0">
                <a:solidFill>
                  <a:srgbClr val="327083"/>
                </a:solidFill>
                <a:latin typeface="Arial"/>
                <a:cs typeface="Arial"/>
              </a:rPr>
              <a:t>is</a:t>
            </a:r>
            <a:r>
              <a:rPr sz="3300" b="1" i="1" spc="-50" dirty="0">
                <a:solidFill>
                  <a:srgbClr val="327083"/>
                </a:solidFill>
                <a:latin typeface="Arial"/>
                <a:cs typeface="Arial"/>
              </a:rPr>
              <a:t> </a:t>
            </a:r>
            <a:r>
              <a:rPr sz="3300" b="1" i="1" spc="165" dirty="0">
                <a:solidFill>
                  <a:srgbClr val="327083"/>
                </a:solidFill>
                <a:latin typeface="Arial"/>
                <a:cs typeface="Arial"/>
              </a:rPr>
              <a:t>an</a:t>
            </a:r>
            <a:r>
              <a:rPr sz="3300" b="1" i="1" spc="-50" dirty="0">
                <a:solidFill>
                  <a:srgbClr val="327083"/>
                </a:solidFill>
                <a:latin typeface="Arial"/>
                <a:cs typeface="Arial"/>
              </a:rPr>
              <a:t> </a:t>
            </a:r>
            <a:r>
              <a:rPr sz="3300" b="1" i="1" dirty="0">
                <a:solidFill>
                  <a:srgbClr val="327083"/>
                </a:solidFill>
                <a:latin typeface="Arial"/>
                <a:cs typeface="Arial"/>
              </a:rPr>
              <a:t>AI</a:t>
            </a:r>
            <a:r>
              <a:rPr sz="3300" b="1" i="1" dirty="0">
                <a:solidFill>
                  <a:srgbClr val="327083"/>
                </a:solidFill>
                <a:latin typeface="Palatino Linotype"/>
                <a:cs typeface="Palatino Linotype"/>
              </a:rPr>
              <a:t>‑</a:t>
            </a:r>
            <a:r>
              <a:rPr sz="3300" b="1" i="1" dirty="0">
                <a:solidFill>
                  <a:srgbClr val="327083"/>
                </a:solidFill>
                <a:latin typeface="Arial"/>
                <a:cs typeface="Arial"/>
              </a:rPr>
              <a:t>powered</a:t>
            </a:r>
            <a:r>
              <a:rPr sz="3300" b="1" i="1" spc="-55" dirty="0">
                <a:solidFill>
                  <a:srgbClr val="327083"/>
                </a:solidFill>
                <a:latin typeface="Arial"/>
                <a:cs typeface="Arial"/>
              </a:rPr>
              <a:t> </a:t>
            </a:r>
            <a:r>
              <a:rPr sz="3300" b="1" i="1" spc="60" dirty="0">
                <a:solidFill>
                  <a:srgbClr val="327083"/>
                </a:solidFill>
                <a:latin typeface="Arial"/>
                <a:cs typeface="Arial"/>
              </a:rPr>
              <a:t>learning</a:t>
            </a:r>
            <a:r>
              <a:rPr sz="3300" b="1" i="1" spc="-50" dirty="0">
                <a:solidFill>
                  <a:srgbClr val="327083"/>
                </a:solidFill>
                <a:latin typeface="Arial"/>
                <a:cs typeface="Arial"/>
              </a:rPr>
              <a:t> </a:t>
            </a:r>
            <a:r>
              <a:rPr sz="3300" b="1" i="1" spc="60" dirty="0">
                <a:solidFill>
                  <a:srgbClr val="327083"/>
                </a:solidFill>
                <a:latin typeface="Arial"/>
                <a:cs typeface="Arial"/>
              </a:rPr>
              <a:t>support</a:t>
            </a:r>
            <a:r>
              <a:rPr sz="3300" b="1" i="1" spc="-50" dirty="0">
                <a:solidFill>
                  <a:srgbClr val="327083"/>
                </a:solidFill>
                <a:latin typeface="Arial"/>
                <a:cs typeface="Arial"/>
              </a:rPr>
              <a:t> </a:t>
            </a:r>
            <a:r>
              <a:rPr sz="3300" b="1" i="1" spc="140" dirty="0">
                <a:solidFill>
                  <a:srgbClr val="327083"/>
                </a:solidFill>
                <a:latin typeface="Arial"/>
                <a:cs typeface="Arial"/>
              </a:rPr>
              <a:t>platform</a:t>
            </a:r>
            <a:r>
              <a:rPr sz="3300" b="1" i="1" spc="-50" dirty="0">
                <a:solidFill>
                  <a:srgbClr val="327083"/>
                </a:solidFill>
                <a:latin typeface="Arial"/>
                <a:cs typeface="Arial"/>
              </a:rPr>
              <a:t> </a:t>
            </a:r>
            <a:r>
              <a:rPr sz="3300" b="1" i="1" dirty="0">
                <a:solidFill>
                  <a:srgbClr val="327083"/>
                </a:solidFill>
                <a:latin typeface="Arial"/>
                <a:cs typeface="Arial"/>
              </a:rPr>
              <a:t>designed</a:t>
            </a:r>
            <a:r>
              <a:rPr sz="3300" b="1" i="1" spc="-55" dirty="0">
                <a:solidFill>
                  <a:srgbClr val="327083"/>
                </a:solidFill>
                <a:latin typeface="Arial"/>
                <a:cs typeface="Arial"/>
              </a:rPr>
              <a:t> </a:t>
            </a:r>
            <a:r>
              <a:rPr sz="3300" b="1" i="1" spc="145" dirty="0">
                <a:solidFill>
                  <a:srgbClr val="327083"/>
                </a:solidFill>
                <a:latin typeface="Arial"/>
                <a:cs typeface="Arial"/>
              </a:rPr>
              <a:t>to</a:t>
            </a:r>
            <a:r>
              <a:rPr sz="3300" b="1" i="1" spc="-50" dirty="0">
                <a:solidFill>
                  <a:srgbClr val="327083"/>
                </a:solidFill>
                <a:latin typeface="Arial"/>
                <a:cs typeface="Arial"/>
              </a:rPr>
              <a:t> </a:t>
            </a:r>
            <a:r>
              <a:rPr sz="3300" b="1" i="1" spc="80" dirty="0">
                <a:solidFill>
                  <a:srgbClr val="327083"/>
                </a:solidFill>
                <a:latin typeface="Arial"/>
                <a:cs typeface="Arial"/>
              </a:rPr>
              <a:t>help</a:t>
            </a:r>
            <a:r>
              <a:rPr sz="3300" b="1" i="1" spc="-50" dirty="0">
                <a:solidFill>
                  <a:srgbClr val="327083"/>
                </a:solidFill>
                <a:latin typeface="Arial"/>
                <a:cs typeface="Arial"/>
              </a:rPr>
              <a:t> </a:t>
            </a:r>
            <a:r>
              <a:rPr sz="3300" b="1" i="1" spc="-10" dirty="0">
                <a:solidFill>
                  <a:srgbClr val="327083"/>
                </a:solidFill>
                <a:latin typeface="Arial"/>
                <a:cs typeface="Arial"/>
              </a:rPr>
              <a:t>users: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3300">
              <a:latin typeface="Arial"/>
              <a:cs typeface="Arial"/>
            </a:endParaRPr>
          </a:p>
          <a:p>
            <a:pPr marL="1170940" marR="9028430">
              <a:lnSpc>
                <a:spcPct val="106300"/>
              </a:lnSpc>
            </a:pPr>
            <a:r>
              <a:rPr sz="3000" dirty="0">
                <a:solidFill>
                  <a:srgbClr val="2E6D6D"/>
                </a:solidFill>
                <a:latin typeface="Lucida Sans Unicode"/>
                <a:cs typeface="Lucida Sans Unicode"/>
              </a:rPr>
              <a:t>Build</a:t>
            </a:r>
            <a:r>
              <a:rPr sz="3000" spc="-114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spc="-35" dirty="0">
                <a:solidFill>
                  <a:srgbClr val="2E6D6D"/>
                </a:solidFill>
                <a:latin typeface="Lucida Sans Unicode"/>
                <a:cs typeface="Lucida Sans Unicode"/>
              </a:rPr>
              <a:t>strong</a:t>
            </a:r>
            <a:r>
              <a:rPr sz="3000" spc="-114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spc="-45" dirty="0">
                <a:solidFill>
                  <a:srgbClr val="2E6D6D"/>
                </a:solidFill>
                <a:latin typeface="Lucida Sans Unicode"/>
                <a:cs typeface="Lucida Sans Unicode"/>
              </a:rPr>
              <a:t>learning</a:t>
            </a:r>
            <a:r>
              <a:rPr sz="3000" spc="-11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spc="-10" dirty="0">
                <a:solidFill>
                  <a:srgbClr val="2E6D6D"/>
                </a:solidFill>
                <a:latin typeface="Lucida Sans Unicode"/>
                <a:cs typeface="Lucida Sans Unicode"/>
              </a:rPr>
              <a:t>habits </a:t>
            </a:r>
            <a:r>
              <a:rPr sz="3000" spc="105" dirty="0">
                <a:solidFill>
                  <a:srgbClr val="2E6D6D"/>
                </a:solidFill>
                <a:latin typeface="Lucida Sans Unicode"/>
                <a:cs typeface="Lucida Sans Unicode"/>
              </a:rPr>
              <a:t>Stay</a:t>
            </a:r>
            <a:r>
              <a:rPr sz="3000" spc="-12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2E6D6D"/>
                </a:solidFill>
                <a:latin typeface="Lucida Sans Unicode"/>
                <a:cs typeface="Lucida Sans Unicode"/>
              </a:rPr>
              <a:t>motivated</a:t>
            </a:r>
            <a:r>
              <a:rPr sz="3000" spc="-12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2E6D6D"/>
                </a:solidFill>
                <a:latin typeface="Lucida Sans Unicode"/>
                <a:cs typeface="Lucida Sans Unicode"/>
              </a:rPr>
              <a:t>and</a:t>
            </a:r>
            <a:r>
              <a:rPr sz="3000" spc="-12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spc="-10" dirty="0">
                <a:solidFill>
                  <a:srgbClr val="2E6D6D"/>
                </a:solidFill>
                <a:latin typeface="Lucida Sans Unicode"/>
                <a:cs typeface="Lucida Sans Unicode"/>
              </a:rPr>
              <a:t>consistent </a:t>
            </a:r>
            <a:r>
              <a:rPr sz="3000" dirty="0">
                <a:solidFill>
                  <a:srgbClr val="2E6D6D"/>
                </a:solidFill>
                <a:latin typeface="Lucida Sans Unicode"/>
                <a:cs typeface="Lucida Sans Unicode"/>
              </a:rPr>
              <a:t>Learn</a:t>
            </a:r>
            <a:r>
              <a:rPr sz="3000" spc="-13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2E6D6D"/>
                </a:solidFill>
                <a:latin typeface="Lucida Sans Unicode"/>
                <a:cs typeface="Lucida Sans Unicode"/>
              </a:rPr>
              <a:t>at</a:t>
            </a:r>
            <a:r>
              <a:rPr sz="3000" spc="-13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2E6D6D"/>
                </a:solidFill>
                <a:latin typeface="Lucida Sans Unicode"/>
                <a:cs typeface="Lucida Sans Unicode"/>
              </a:rPr>
              <a:t>the</a:t>
            </a:r>
            <a:r>
              <a:rPr sz="3000" spc="-13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spc="-45" dirty="0">
                <a:solidFill>
                  <a:srgbClr val="2E6D6D"/>
                </a:solidFill>
                <a:latin typeface="Lucida Sans Unicode"/>
                <a:cs typeface="Lucida Sans Unicode"/>
              </a:rPr>
              <a:t>right</a:t>
            </a:r>
            <a:r>
              <a:rPr sz="3000" spc="-13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2E6D6D"/>
                </a:solidFill>
                <a:latin typeface="Lucida Sans Unicode"/>
                <a:cs typeface="Lucida Sans Unicode"/>
              </a:rPr>
              <a:t>pace</a:t>
            </a:r>
            <a:r>
              <a:rPr sz="3000" spc="-13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2E6D6D"/>
                </a:solidFill>
                <a:latin typeface="Lucida Sans Unicode"/>
                <a:cs typeface="Lucida Sans Unicode"/>
              </a:rPr>
              <a:t>and</a:t>
            </a:r>
            <a:r>
              <a:rPr sz="3000" spc="-13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spc="-20" dirty="0">
                <a:solidFill>
                  <a:srgbClr val="2E6D6D"/>
                </a:solidFill>
                <a:latin typeface="Lucida Sans Unicode"/>
                <a:cs typeface="Lucida Sans Unicode"/>
              </a:rPr>
              <a:t>time</a:t>
            </a:r>
            <a:endParaRPr sz="3000">
              <a:latin typeface="Lucida Sans Unicode"/>
              <a:cs typeface="Lucida Sans Unicode"/>
            </a:endParaRPr>
          </a:p>
          <a:p>
            <a:pPr marL="1170940">
              <a:lnSpc>
                <a:spcPct val="100000"/>
              </a:lnSpc>
              <a:spcBef>
                <a:spcPts val="225"/>
              </a:spcBef>
            </a:pPr>
            <a:r>
              <a:rPr sz="3000" dirty="0">
                <a:solidFill>
                  <a:srgbClr val="2E6D6D"/>
                </a:solidFill>
                <a:latin typeface="Lucida Sans Unicode"/>
                <a:cs typeface="Lucida Sans Unicode"/>
              </a:rPr>
              <a:t>Achieve</a:t>
            </a:r>
            <a:r>
              <a:rPr sz="3000" spc="-12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spc="-45" dirty="0">
                <a:solidFill>
                  <a:srgbClr val="2E6D6D"/>
                </a:solidFill>
                <a:latin typeface="Lucida Sans Unicode"/>
                <a:cs typeface="Lucida Sans Unicode"/>
              </a:rPr>
              <a:t>meaningful</a:t>
            </a:r>
            <a:r>
              <a:rPr sz="3000" spc="-12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spc="-45" dirty="0">
                <a:solidFill>
                  <a:srgbClr val="2E6D6D"/>
                </a:solidFill>
                <a:latin typeface="Lucida Sans Unicode"/>
                <a:cs typeface="Lucida Sans Unicode"/>
              </a:rPr>
              <a:t>learning</a:t>
            </a:r>
            <a:r>
              <a:rPr sz="3000" spc="-12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2E6D6D"/>
                </a:solidFill>
                <a:latin typeface="Lucida Sans Unicode"/>
                <a:cs typeface="Lucida Sans Unicode"/>
              </a:rPr>
              <a:t>and</a:t>
            </a:r>
            <a:r>
              <a:rPr sz="3000" spc="-12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2E6D6D"/>
                </a:solidFill>
                <a:latin typeface="Lucida Sans Unicode"/>
                <a:cs typeface="Lucida Sans Unicode"/>
              </a:rPr>
              <a:t>career</a:t>
            </a:r>
            <a:r>
              <a:rPr sz="3000" spc="-12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spc="-10" dirty="0">
                <a:solidFill>
                  <a:srgbClr val="2E6D6D"/>
                </a:solidFill>
                <a:latin typeface="Lucida Sans Unicode"/>
                <a:cs typeface="Lucida Sans Unicode"/>
              </a:rPr>
              <a:t>outcomes</a:t>
            </a:r>
            <a:endParaRPr sz="3000">
              <a:latin typeface="Lucida Sans Unicode"/>
              <a:cs typeface="Lucida Sans Unicode"/>
            </a:endParaRPr>
          </a:p>
          <a:p>
            <a:pPr marL="1170940" marR="1044575">
              <a:lnSpc>
                <a:spcPts val="3829"/>
              </a:lnSpc>
              <a:spcBef>
                <a:spcPts val="90"/>
              </a:spcBef>
            </a:pPr>
            <a:r>
              <a:rPr sz="3000" dirty="0">
                <a:solidFill>
                  <a:srgbClr val="2E6D6D"/>
                </a:solidFill>
                <a:latin typeface="Lucida Sans Unicode"/>
                <a:cs typeface="Lucida Sans Unicode"/>
              </a:rPr>
              <a:t>LearnLoop</a:t>
            </a:r>
            <a:r>
              <a:rPr sz="3000" spc="-175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spc="-10" dirty="0">
                <a:solidFill>
                  <a:srgbClr val="2E6D6D"/>
                </a:solidFill>
                <a:latin typeface="Lucida Sans Unicode"/>
                <a:cs typeface="Lucida Sans Unicode"/>
              </a:rPr>
              <a:t>transforms</a:t>
            </a:r>
            <a:r>
              <a:rPr sz="3000" spc="-17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spc="-45" dirty="0">
                <a:solidFill>
                  <a:srgbClr val="2E6D6D"/>
                </a:solidFill>
                <a:latin typeface="Lucida Sans Unicode"/>
                <a:cs typeface="Lucida Sans Unicode"/>
              </a:rPr>
              <a:t>learning</a:t>
            </a:r>
            <a:r>
              <a:rPr sz="3000" spc="-17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2E6D6D"/>
                </a:solidFill>
                <a:latin typeface="Lucida Sans Unicode"/>
                <a:cs typeface="Lucida Sans Unicode"/>
              </a:rPr>
              <a:t>from</a:t>
            </a:r>
            <a:r>
              <a:rPr sz="3000" spc="-17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2E6D6D"/>
                </a:solidFill>
                <a:latin typeface="Lucida Sans Unicode"/>
                <a:cs typeface="Lucida Sans Unicode"/>
              </a:rPr>
              <a:t>a</a:t>
            </a:r>
            <a:r>
              <a:rPr sz="3000" spc="-17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2E6D6D"/>
                </a:solidFill>
                <a:latin typeface="Lucida Sans Unicode"/>
                <a:cs typeface="Lucida Sans Unicode"/>
              </a:rPr>
              <a:t>short‑term</a:t>
            </a:r>
            <a:r>
              <a:rPr sz="3000" spc="-17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spc="55" dirty="0">
                <a:solidFill>
                  <a:srgbClr val="2E6D6D"/>
                </a:solidFill>
                <a:latin typeface="Lucida Sans Unicode"/>
                <a:cs typeface="Lucida Sans Unicode"/>
              </a:rPr>
              <a:t>activity</a:t>
            </a:r>
            <a:r>
              <a:rPr sz="3000" spc="-17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2E6D6D"/>
                </a:solidFill>
                <a:latin typeface="Lucida Sans Unicode"/>
                <a:cs typeface="Lucida Sans Unicode"/>
              </a:rPr>
              <a:t>into</a:t>
            </a:r>
            <a:r>
              <a:rPr sz="3000" spc="-17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2E6D6D"/>
                </a:solidFill>
                <a:latin typeface="Lucida Sans Unicode"/>
                <a:cs typeface="Lucida Sans Unicode"/>
              </a:rPr>
              <a:t>a</a:t>
            </a:r>
            <a:r>
              <a:rPr sz="3000" spc="-170" dirty="0">
                <a:solidFill>
                  <a:srgbClr val="2E6D6D"/>
                </a:solidFill>
                <a:latin typeface="Lucida Sans Unicode"/>
                <a:cs typeface="Lucida Sans Unicode"/>
              </a:rPr>
              <a:t> </a:t>
            </a:r>
            <a:r>
              <a:rPr sz="3000" spc="-10" dirty="0">
                <a:solidFill>
                  <a:srgbClr val="2E6D6D"/>
                </a:solidFill>
                <a:latin typeface="Lucida Sans Unicode"/>
                <a:cs typeface="Lucida Sans Unicode"/>
              </a:rPr>
              <a:t>sustainable habit.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1122386" y="350580"/>
            <a:ext cx="7522209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6973" y="5965083"/>
            <a:ext cx="7858125" cy="3549015"/>
            <a:chOff x="696973" y="5965083"/>
            <a:chExt cx="7858125" cy="3549015"/>
          </a:xfrm>
        </p:grpSpPr>
        <p:sp>
          <p:nvSpPr>
            <p:cNvPr id="3" name="object 3"/>
            <p:cNvSpPr/>
            <p:nvPr/>
          </p:nvSpPr>
          <p:spPr>
            <a:xfrm>
              <a:off x="716023" y="5984134"/>
              <a:ext cx="7816215" cy="3510915"/>
            </a:xfrm>
            <a:custGeom>
              <a:avLst/>
              <a:gdLst/>
              <a:ahLst/>
              <a:cxnLst/>
              <a:rect l="l" t="t" r="r" b="b"/>
              <a:pathLst>
                <a:path w="7816215" h="3510915">
                  <a:moveTo>
                    <a:pt x="7534458" y="3510303"/>
                  </a:moveTo>
                  <a:lnTo>
                    <a:pt x="285750" y="3510303"/>
                  </a:lnTo>
                  <a:lnTo>
                    <a:pt x="239399" y="3506564"/>
                  </a:lnTo>
                  <a:lnTo>
                    <a:pt x="195430" y="3495736"/>
                  </a:lnTo>
                  <a:lnTo>
                    <a:pt x="154431" y="3478409"/>
                  </a:lnTo>
                  <a:lnTo>
                    <a:pt x="116989" y="3455171"/>
                  </a:lnTo>
                  <a:lnTo>
                    <a:pt x="83694" y="3426610"/>
                  </a:lnTo>
                  <a:lnTo>
                    <a:pt x="55133" y="3393314"/>
                  </a:lnTo>
                  <a:lnTo>
                    <a:pt x="31894" y="3355872"/>
                  </a:lnTo>
                  <a:lnTo>
                    <a:pt x="14567" y="3314873"/>
                  </a:lnTo>
                  <a:lnTo>
                    <a:pt x="3739" y="3270904"/>
                  </a:lnTo>
                  <a:lnTo>
                    <a:pt x="0" y="3224554"/>
                  </a:lnTo>
                  <a:lnTo>
                    <a:pt x="0" y="285749"/>
                  </a:lnTo>
                  <a:lnTo>
                    <a:pt x="3739" y="239399"/>
                  </a:lnTo>
                  <a:lnTo>
                    <a:pt x="14567" y="195430"/>
                  </a:lnTo>
                  <a:lnTo>
                    <a:pt x="31894" y="154431"/>
                  </a:lnTo>
                  <a:lnTo>
                    <a:pt x="55133" y="116989"/>
                  </a:lnTo>
                  <a:lnTo>
                    <a:pt x="83694" y="83694"/>
                  </a:lnTo>
                  <a:lnTo>
                    <a:pt x="116989" y="55133"/>
                  </a:lnTo>
                  <a:lnTo>
                    <a:pt x="154431" y="31895"/>
                  </a:lnTo>
                  <a:lnTo>
                    <a:pt x="195430" y="14567"/>
                  </a:lnTo>
                  <a:lnTo>
                    <a:pt x="239399" y="3740"/>
                  </a:lnTo>
                  <a:lnTo>
                    <a:pt x="285750" y="0"/>
                  </a:lnTo>
                  <a:lnTo>
                    <a:pt x="7534458" y="0"/>
                  </a:lnTo>
                  <a:lnTo>
                    <a:pt x="7580808" y="3740"/>
                  </a:lnTo>
                  <a:lnTo>
                    <a:pt x="7624777" y="14567"/>
                  </a:lnTo>
                  <a:lnTo>
                    <a:pt x="7665777" y="31895"/>
                  </a:lnTo>
                  <a:lnTo>
                    <a:pt x="7703218" y="55133"/>
                  </a:lnTo>
                  <a:lnTo>
                    <a:pt x="7736514" y="83694"/>
                  </a:lnTo>
                  <a:lnTo>
                    <a:pt x="7765075" y="116989"/>
                  </a:lnTo>
                  <a:lnTo>
                    <a:pt x="7788313" y="154431"/>
                  </a:lnTo>
                  <a:lnTo>
                    <a:pt x="7805640" y="195430"/>
                  </a:lnTo>
                  <a:lnTo>
                    <a:pt x="7815911" y="237135"/>
                  </a:lnTo>
                  <a:lnTo>
                    <a:pt x="7815911" y="3273168"/>
                  </a:lnTo>
                  <a:lnTo>
                    <a:pt x="7805640" y="3314873"/>
                  </a:lnTo>
                  <a:lnTo>
                    <a:pt x="7788313" y="3355872"/>
                  </a:lnTo>
                  <a:lnTo>
                    <a:pt x="7765075" y="3393314"/>
                  </a:lnTo>
                  <a:lnTo>
                    <a:pt x="7736514" y="3426610"/>
                  </a:lnTo>
                  <a:lnTo>
                    <a:pt x="7703218" y="3455171"/>
                  </a:lnTo>
                  <a:lnTo>
                    <a:pt x="7665777" y="3478409"/>
                  </a:lnTo>
                  <a:lnTo>
                    <a:pt x="7624777" y="3495736"/>
                  </a:lnTo>
                  <a:lnTo>
                    <a:pt x="7580808" y="3506564"/>
                  </a:lnTo>
                  <a:lnTo>
                    <a:pt x="7534458" y="3510303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6023" y="5984133"/>
              <a:ext cx="7820025" cy="3510915"/>
            </a:xfrm>
            <a:custGeom>
              <a:avLst/>
              <a:gdLst/>
              <a:ahLst/>
              <a:cxnLst/>
              <a:rect l="l" t="t" r="r" b="b"/>
              <a:pathLst>
                <a:path w="7820025" h="3510915">
                  <a:moveTo>
                    <a:pt x="285778" y="2"/>
                  </a:moveTo>
                  <a:lnTo>
                    <a:pt x="7534395" y="2"/>
                  </a:lnTo>
                  <a:lnTo>
                    <a:pt x="7580748" y="3727"/>
                  </a:lnTo>
                  <a:lnTo>
                    <a:pt x="7624722" y="14546"/>
                  </a:lnTo>
                  <a:lnTo>
                    <a:pt x="7665729" y="31868"/>
                  </a:lnTo>
                  <a:lnTo>
                    <a:pt x="7703180" y="55102"/>
                  </a:lnTo>
                  <a:lnTo>
                    <a:pt x="7736485" y="83663"/>
                  </a:lnTo>
                  <a:lnTo>
                    <a:pt x="7765056" y="116961"/>
                  </a:lnTo>
                  <a:lnTo>
                    <a:pt x="7788302" y="154408"/>
                  </a:lnTo>
                  <a:lnTo>
                    <a:pt x="7805636" y="195415"/>
                  </a:lnTo>
                  <a:lnTo>
                    <a:pt x="7816467" y="239393"/>
                  </a:lnTo>
                  <a:lnTo>
                    <a:pt x="7820024" y="285748"/>
                  </a:lnTo>
                  <a:lnTo>
                    <a:pt x="7820024" y="3224515"/>
                  </a:lnTo>
                  <a:lnTo>
                    <a:pt x="7816473" y="3270883"/>
                  </a:lnTo>
                  <a:lnTo>
                    <a:pt x="7805645" y="3314863"/>
                  </a:lnTo>
                  <a:lnTo>
                    <a:pt x="7788313" y="3355873"/>
                  </a:lnTo>
                  <a:lnTo>
                    <a:pt x="7765068" y="3393324"/>
                  </a:lnTo>
                  <a:lnTo>
                    <a:pt x="7736497" y="3426625"/>
                  </a:lnTo>
                  <a:lnTo>
                    <a:pt x="7703190" y="3455189"/>
                  </a:lnTo>
                  <a:lnTo>
                    <a:pt x="7665737" y="3478427"/>
                  </a:lnTo>
                  <a:lnTo>
                    <a:pt x="7624727" y="3495750"/>
                  </a:lnTo>
                  <a:lnTo>
                    <a:pt x="7580748" y="3506570"/>
                  </a:lnTo>
                  <a:lnTo>
                    <a:pt x="7534395" y="3510306"/>
                  </a:lnTo>
                  <a:lnTo>
                    <a:pt x="285774" y="3510308"/>
                  </a:lnTo>
                  <a:lnTo>
                    <a:pt x="239416" y="3506570"/>
                  </a:lnTo>
                  <a:lnTo>
                    <a:pt x="195439" y="3495742"/>
                  </a:lnTo>
                  <a:lnTo>
                    <a:pt x="154433" y="3478412"/>
                  </a:lnTo>
                  <a:lnTo>
                    <a:pt x="116985" y="3455169"/>
                  </a:lnTo>
                  <a:lnTo>
                    <a:pt x="83685" y="3426602"/>
                  </a:lnTo>
                  <a:lnTo>
                    <a:pt x="55122" y="3393299"/>
                  </a:lnTo>
                  <a:lnTo>
                    <a:pt x="31884" y="3355850"/>
                  </a:lnTo>
                  <a:lnTo>
                    <a:pt x="14559" y="3314843"/>
                  </a:lnTo>
                  <a:lnTo>
                    <a:pt x="3736" y="3270868"/>
                  </a:lnTo>
                  <a:lnTo>
                    <a:pt x="0" y="3224515"/>
                  </a:lnTo>
                  <a:lnTo>
                    <a:pt x="0" y="285746"/>
                  </a:lnTo>
                  <a:lnTo>
                    <a:pt x="3742" y="239391"/>
                  </a:lnTo>
                  <a:lnTo>
                    <a:pt x="14573" y="195419"/>
                  </a:lnTo>
                  <a:lnTo>
                    <a:pt x="31904" y="154418"/>
                  </a:lnTo>
                  <a:lnTo>
                    <a:pt x="55146" y="116975"/>
                  </a:lnTo>
                  <a:lnTo>
                    <a:pt x="83712" y="83680"/>
                  </a:lnTo>
                  <a:lnTo>
                    <a:pt x="117011" y="55121"/>
                  </a:lnTo>
                  <a:lnTo>
                    <a:pt x="154456" y="31886"/>
                  </a:lnTo>
                  <a:lnTo>
                    <a:pt x="195458" y="14563"/>
                  </a:lnTo>
                  <a:lnTo>
                    <a:pt x="239428" y="3739"/>
                  </a:lnTo>
                  <a:lnTo>
                    <a:pt x="285778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696973" y="3707319"/>
            <a:ext cx="7858125" cy="1751964"/>
            <a:chOff x="696973" y="3707319"/>
            <a:chExt cx="7858125" cy="1751964"/>
          </a:xfrm>
        </p:grpSpPr>
        <p:sp>
          <p:nvSpPr>
            <p:cNvPr id="6" name="object 6"/>
            <p:cNvSpPr/>
            <p:nvPr/>
          </p:nvSpPr>
          <p:spPr>
            <a:xfrm>
              <a:off x="716023" y="3726375"/>
              <a:ext cx="7818755" cy="1713864"/>
            </a:xfrm>
            <a:custGeom>
              <a:avLst/>
              <a:gdLst/>
              <a:ahLst/>
              <a:cxnLst/>
              <a:rect l="l" t="t" r="r" b="b"/>
              <a:pathLst>
                <a:path w="7818755" h="1713864">
                  <a:moveTo>
                    <a:pt x="7534458" y="1713652"/>
                  </a:moveTo>
                  <a:lnTo>
                    <a:pt x="285749" y="1713652"/>
                  </a:lnTo>
                  <a:lnTo>
                    <a:pt x="239399" y="1709912"/>
                  </a:lnTo>
                  <a:lnTo>
                    <a:pt x="195430" y="1699084"/>
                  </a:lnTo>
                  <a:lnTo>
                    <a:pt x="154431" y="1681757"/>
                  </a:lnTo>
                  <a:lnTo>
                    <a:pt x="116989" y="1658518"/>
                  </a:lnTo>
                  <a:lnTo>
                    <a:pt x="83694" y="1629957"/>
                  </a:lnTo>
                  <a:lnTo>
                    <a:pt x="55133" y="1596662"/>
                  </a:lnTo>
                  <a:lnTo>
                    <a:pt x="31894" y="1559220"/>
                  </a:lnTo>
                  <a:lnTo>
                    <a:pt x="14567" y="1518221"/>
                  </a:lnTo>
                  <a:lnTo>
                    <a:pt x="3739" y="1474252"/>
                  </a:lnTo>
                  <a:lnTo>
                    <a:pt x="0" y="1427902"/>
                  </a:lnTo>
                  <a:lnTo>
                    <a:pt x="0" y="285750"/>
                  </a:lnTo>
                  <a:lnTo>
                    <a:pt x="3739" y="239399"/>
                  </a:lnTo>
                  <a:lnTo>
                    <a:pt x="14567" y="195430"/>
                  </a:lnTo>
                  <a:lnTo>
                    <a:pt x="31894" y="154431"/>
                  </a:lnTo>
                  <a:lnTo>
                    <a:pt x="55133" y="116989"/>
                  </a:lnTo>
                  <a:lnTo>
                    <a:pt x="83694" y="83694"/>
                  </a:lnTo>
                  <a:lnTo>
                    <a:pt x="116989" y="55133"/>
                  </a:lnTo>
                  <a:lnTo>
                    <a:pt x="154431" y="31894"/>
                  </a:lnTo>
                  <a:lnTo>
                    <a:pt x="195430" y="14567"/>
                  </a:lnTo>
                  <a:lnTo>
                    <a:pt x="239399" y="3740"/>
                  </a:lnTo>
                  <a:lnTo>
                    <a:pt x="285749" y="0"/>
                  </a:lnTo>
                  <a:lnTo>
                    <a:pt x="7534458" y="0"/>
                  </a:lnTo>
                  <a:lnTo>
                    <a:pt x="7580808" y="3740"/>
                  </a:lnTo>
                  <a:lnTo>
                    <a:pt x="7624777" y="14567"/>
                  </a:lnTo>
                  <a:lnTo>
                    <a:pt x="7665776" y="31894"/>
                  </a:lnTo>
                  <a:lnTo>
                    <a:pt x="7703218" y="55133"/>
                  </a:lnTo>
                  <a:lnTo>
                    <a:pt x="7736514" y="83694"/>
                  </a:lnTo>
                  <a:lnTo>
                    <a:pt x="7765075" y="116989"/>
                  </a:lnTo>
                  <a:lnTo>
                    <a:pt x="7788313" y="154431"/>
                  </a:lnTo>
                  <a:lnTo>
                    <a:pt x="7805641" y="195430"/>
                  </a:lnTo>
                  <a:lnTo>
                    <a:pt x="7816468" y="239399"/>
                  </a:lnTo>
                  <a:lnTo>
                    <a:pt x="7818537" y="265039"/>
                  </a:lnTo>
                  <a:lnTo>
                    <a:pt x="7818537" y="1448612"/>
                  </a:lnTo>
                  <a:lnTo>
                    <a:pt x="7805641" y="1518221"/>
                  </a:lnTo>
                  <a:lnTo>
                    <a:pt x="7788313" y="1559220"/>
                  </a:lnTo>
                  <a:lnTo>
                    <a:pt x="7765075" y="1596662"/>
                  </a:lnTo>
                  <a:lnTo>
                    <a:pt x="7736514" y="1629957"/>
                  </a:lnTo>
                  <a:lnTo>
                    <a:pt x="7703218" y="1658518"/>
                  </a:lnTo>
                  <a:lnTo>
                    <a:pt x="7665776" y="1681757"/>
                  </a:lnTo>
                  <a:lnTo>
                    <a:pt x="7624777" y="1699084"/>
                  </a:lnTo>
                  <a:lnTo>
                    <a:pt x="7580808" y="1709912"/>
                  </a:lnTo>
                  <a:lnTo>
                    <a:pt x="7534458" y="1713652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6023" y="3726369"/>
              <a:ext cx="7820025" cy="1713864"/>
            </a:xfrm>
            <a:custGeom>
              <a:avLst/>
              <a:gdLst/>
              <a:ahLst/>
              <a:cxnLst/>
              <a:rect l="l" t="t" r="r" b="b"/>
              <a:pathLst>
                <a:path w="7820025" h="1713864">
                  <a:moveTo>
                    <a:pt x="285828" y="6"/>
                  </a:moveTo>
                  <a:lnTo>
                    <a:pt x="7534345" y="6"/>
                  </a:lnTo>
                  <a:lnTo>
                    <a:pt x="7580700" y="3719"/>
                  </a:lnTo>
                  <a:lnTo>
                    <a:pt x="7624679" y="14532"/>
                  </a:lnTo>
                  <a:lnTo>
                    <a:pt x="7665692" y="31848"/>
                  </a:lnTo>
                  <a:lnTo>
                    <a:pt x="7703150" y="55080"/>
                  </a:lnTo>
                  <a:lnTo>
                    <a:pt x="7736462" y="83640"/>
                  </a:lnTo>
                  <a:lnTo>
                    <a:pt x="7765040" y="116940"/>
                  </a:lnTo>
                  <a:lnTo>
                    <a:pt x="7788294" y="154390"/>
                  </a:lnTo>
                  <a:lnTo>
                    <a:pt x="7805632" y="195404"/>
                  </a:lnTo>
                  <a:lnTo>
                    <a:pt x="7816467" y="239390"/>
                  </a:lnTo>
                  <a:lnTo>
                    <a:pt x="7820024" y="285748"/>
                  </a:lnTo>
                  <a:lnTo>
                    <a:pt x="7820024" y="1427870"/>
                  </a:lnTo>
                  <a:lnTo>
                    <a:pt x="7816470" y="1474249"/>
                  </a:lnTo>
                  <a:lnTo>
                    <a:pt x="7805637" y="1518236"/>
                  </a:lnTo>
                  <a:lnTo>
                    <a:pt x="7788298" y="1559251"/>
                  </a:lnTo>
                  <a:lnTo>
                    <a:pt x="7765045" y="1596703"/>
                  </a:lnTo>
                  <a:lnTo>
                    <a:pt x="7736467" y="1630004"/>
                  </a:lnTo>
                  <a:lnTo>
                    <a:pt x="7703153" y="1658565"/>
                  </a:lnTo>
                  <a:lnTo>
                    <a:pt x="7665693" y="1681798"/>
                  </a:lnTo>
                  <a:lnTo>
                    <a:pt x="7624678" y="1699114"/>
                  </a:lnTo>
                  <a:lnTo>
                    <a:pt x="7580698" y="1709927"/>
                  </a:lnTo>
                  <a:lnTo>
                    <a:pt x="7534345" y="1713658"/>
                  </a:lnTo>
                  <a:lnTo>
                    <a:pt x="285824" y="1713664"/>
                  </a:lnTo>
                  <a:lnTo>
                    <a:pt x="239464" y="1709934"/>
                  </a:lnTo>
                  <a:lnTo>
                    <a:pt x="195483" y="1699112"/>
                  </a:lnTo>
                  <a:lnTo>
                    <a:pt x="154470" y="1681787"/>
                  </a:lnTo>
                  <a:lnTo>
                    <a:pt x="117015" y="1658547"/>
                  </a:lnTo>
                  <a:lnTo>
                    <a:pt x="83708" y="1629980"/>
                  </a:lnTo>
                  <a:lnTo>
                    <a:pt x="55137" y="1596675"/>
                  </a:lnTo>
                  <a:lnTo>
                    <a:pt x="31892" y="1559222"/>
                  </a:lnTo>
                  <a:lnTo>
                    <a:pt x="14563" y="1518209"/>
                  </a:lnTo>
                  <a:lnTo>
                    <a:pt x="3737" y="1474226"/>
                  </a:lnTo>
                  <a:lnTo>
                    <a:pt x="0" y="1427870"/>
                  </a:lnTo>
                  <a:lnTo>
                    <a:pt x="1" y="285741"/>
                  </a:lnTo>
                  <a:lnTo>
                    <a:pt x="3746" y="239380"/>
                  </a:lnTo>
                  <a:lnTo>
                    <a:pt x="14582" y="195402"/>
                  </a:lnTo>
                  <a:lnTo>
                    <a:pt x="31920" y="154396"/>
                  </a:lnTo>
                  <a:lnTo>
                    <a:pt x="55170" y="116952"/>
                  </a:lnTo>
                  <a:lnTo>
                    <a:pt x="83743" y="83658"/>
                  </a:lnTo>
                  <a:lnTo>
                    <a:pt x="117050" y="55101"/>
                  </a:lnTo>
                  <a:lnTo>
                    <a:pt x="154501" y="31871"/>
                  </a:lnTo>
                  <a:lnTo>
                    <a:pt x="195506" y="14555"/>
                  </a:lnTo>
                  <a:lnTo>
                    <a:pt x="239478" y="3739"/>
                  </a:lnTo>
                  <a:lnTo>
                    <a:pt x="285828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0454863" y="3707325"/>
            <a:ext cx="5808980" cy="1751964"/>
            <a:chOff x="10454863" y="3707325"/>
            <a:chExt cx="5808980" cy="1751964"/>
          </a:xfrm>
        </p:grpSpPr>
        <p:sp>
          <p:nvSpPr>
            <p:cNvPr id="9" name="object 9"/>
            <p:cNvSpPr/>
            <p:nvPr/>
          </p:nvSpPr>
          <p:spPr>
            <a:xfrm>
              <a:off x="10473907" y="3726375"/>
              <a:ext cx="5770245" cy="1713864"/>
            </a:xfrm>
            <a:custGeom>
              <a:avLst/>
              <a:gdLst/>
              <a:ahLst/>
              <a:cxnLst/>
              <a:rect l="l" t="t" r="r" b="b"/>
              <a:pathLst>
                <a:path w="5770244" h="1713864">
                  <a:moveTo>
                    <a:pt x="5485202" y="1713652"/>
                  </a:moveTo>
                  <a:lnTo>
                    <a:pt x="285750" y="1713652"/>
                  </a:lnTo>
                  <a:lnTo>
                    <a:pt x="239400" y="1709912"/>
                  </a:lnTo>
                  <a:lnTo>
                    <a:pt x="195431" y="1699084"/>
                  </a:lnTo>
                  <a:lnTo>
                    <a:pt x="154431" y="1681757"/>
                  </a:lnTo>
                  <a:lnTo>
                    <a:pt x="116989" y="1658518"/>
                  </a:lnTo>
                  <a:lnTo>
                    <a:pt x="83694" y="1629957"/>
                  </a:lnTo>
                  <a:lnTo>
                    <a:pt x="55133" y="1596662"/>
                  </a:lnTo>
                  <a:lnTo>
                    <a:pt x="31895" y="1559220"/>
                  </a:lnTo>
                  <a:lnTo>
                    <a:pt x="14567" y="1518221"/>
                  </a:lnTo>
                  <a:lnTo>
                    <a:pt x="3740" y="1474252"/>
                  </a:lnTo>
                  <a:lnTo>
                    <a:pt x="0" y="1427902"/>
                  </a:lnTo>
                  <a:lnTo>
                    <a:pt x="0" y="285750"/>
                  </a:lnTo>
                  <a:lnTo>
                    <a:pt x="3740" y="239399"/>
                  </a:lnTo>
                  <a:lnTo>
                    <a:pt x="14567" y="195430"/>
                  </a:lnTo>
                  <a:lnTo>
                    <a:pt x="31895" y="154431"/>
                  </a:lnTo>
                  <a:lnTo>
                    <a:pt x="55133" y="116989"/>
                  </a:lnTo>
                  <a:lnTo>
                    <a:pt x="83694" y="83694"/>
                  </a:lnTo>
                  <a:lnTo>
                    <a:pt x="116989" y="55133"/>
                  </a:lnTo>
                  <a:lnTo>
                    <a:pt x="154431" y="31894"/>
                  </a:lnTo>
                  <a:lnTo>
                    <a:pt x="195431" y="14567"/>
                  </a:lnTo>
                  <a:lnTo>
                    <a:pt x="239400" y="3740"/>
                  </a:lnTo>
                  <a:lnTo>
                    <a:pt x="285750" y="0"/>
                  </a:lnTo>
                  <a:lnTo>
                    <a:pt x="5485202" y="0"/>
                  </a:lnTo>
                  <a:lnTo>
                    <a:pt x="5531552" y="3740"/>
                  </a:lnTo>
                  <a:lnTo>
                    <a:pt x="5575521" y="14567"/>
                  </a:lnTo>
                  <a:lnTo>
                    <a:pt x="5616520" y="31894"/>
                  </a:lnTo>
                  <a:lnTo>
                    <a:pt x="5653962" y="55133"/>
                  </a:lnTo>
                  <a:lnTo>
                    <a:pt x="5687257" y="83694"/>
                  </a:lnTo>
                  <a:lnTo>
                    <a:pt x="5715819" y="116989"/>
                  </a:lnTo>
                  <a:lnTo>
                    <a:pt x="5739057" y="154431"/>
                  </a:lnTo>
                  <a:lnTo>
                    <a:pt x="5756384" y="195430"/>
                  </a:lnTo>
                  <a:lnTo>
                    <a:pt x="5767212" y="239399"/>
                  </a:lnTo>
                  <a:lnTo>
                    <a:pt x="5770188" y="276275"/>
                  </a:lnTo>
                  <a:lnTo>
                    <a:pt x="5770188" y="1437376"/>
                  </a:lnTo>
                  <a:lnTo>
                    <a:pt x="5756384" y="1518221"/>
                  </a:lnTo>
                  <a:lnTo>
                    <a:pt x="5739057" y="1559220"/>
                  </a:lnTo>
                  <a:lnTo>
                    <a:pt x="5715819" y="1596662"/>
                  </a:lnTo>
                  <a:lnTo>
                    <a:pt x="5687257" y="1629957"/>
                  </a:lnTo>
                  <a:lnTo>
                    <a:pt x="5653962" y="1658518"/>
                  </a:lnTo>
                  <a:lnTo>
                    <a:pt x="5616520" y="1681757"/>
                  </a:lnTo>
                  <a:lnTo>
                    <a:pt x="5575521" y="1699084"/>
                  </a:lnTo>
                  <a:lnTo>
                    <a:pt x="5531552" y="1709912"/>
                  </a:lnTo>
                  <a:lnTo>
                    <a:pt x="5485202" y="1713652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473913" y="3726375"/>
              <a:ext cx="5770880" cy="1713864"/>
            </a:xfrm>
            <a:custGeom>
              <a:avLst/>
              <a:gdLst/>
              <a:ahLst/>
              <a:cxnLst/>
              <a:rect l="l" t="t" r="r" b="b"/>
              <a:pathLst>
                <a:path w="5770880" h="1713864">
                  <a:moveTo>
                    <a:pt x="285742" y="0"/>
                  </a:moveTo>
                  <a:lnTo>
                    <a:pt x="5485056" y="0"/>
                  </a:lnTo>
                  <a:lnTo>
                    <a:pt x="5531405" y="3739"/>
                  </a:lnTo>
                  <a:lnTo>
                    <a:pt x="5575373" y="14566"/>
                  </a:lnTo>
                  <a:lnTo>
                    <a:pt x="5616371" y="31893"/>
                  </a:lnTo>
                  <a:lnTo>
                    <a:pt x="5653812" y="55131"/>
                  </a:lnTo>
                  <a:lnTo>
                    <a:pt x="5687106" y="83691"/>
                  </a:lnTo>
                  <a:lnTo>
                    <a:pt x="5715667" y="116986"/>
                  </a:lnTo>
                  <a:lnTo>
                    <a:pt x="5738904" y="154427"/>
                  </a:lnTo>
                  <a:lnTo>
                    <a:pt x="5756231" y="195425"/>
                  </a:lnTo>
                  <a:lnTo>
                    <a:pt x="5767058" y="239393"/>
                  </a:lnTo>
                  <a:lnTo>
                    <a:pt x="5770798" y="285742"/>
                  </a:lnTo>
                  <a:lnTo>
                    <a:pt x="5770798" y="1427864"/>
                  </a:lnTo>
                  <a:lnTo>
                    <a:pt x="5767058" y="1474213"/>
                  </a:lnTo>
                  <a:lnTo>
                    <a:pt x="5756231" y="1518180"/>
                  </a:lnTo>
                  <a:lnTo>
                    <a:pt x="5738904" y="1559179"/>
                  </a:lnTo>
                  <a:lnTo>
                    <a:pt x="5715667" y="1596620"/>
                  </a:lnTo>
                  <a:lnTo>
                    <a:pt x="5687106" y="1629914"/>
                  </a:lnTo>
                  <a:lnTo>
                    <a:pt x="5653812" y="1658475"/>
                  </a:lnTo>
                  <a:lnTo>
                    <a:pt x="5616371" y="1681713"/>
                  </a:lnTo>
                  <a:lnTo>
                    <a:pt x="5575372" y="1699039"/>
                  </a:lnTo>
                  <a:lnTo>
                    <a:pt x="5531405" y="1709867"/>
                  </a:lnTo>
                  <a:lnTo>
                    <a:pt x="5485056" y="1713606"/>
                  </a:lnTo>
                  <a:lnTo>
                    <a:pt x="285742" y="1713606"/>
                  </a:lnTo>
                  <a:lnTo>
                    <a:pt x="239393" y="1709866"/>
                  </a:lnTo>
                  <a:lnTo>
                    <a:pt x="195425" y="1699039"/>
                  </a:lnTo>
                  <a:lnTo>
                    <a:pt x="154427" y="1681712"/>
                  </a:lnTo>
                  <a:lnTo>
                    <a:pt x="116986" y="1658474"/>
                  </a:lnTo>
                  <a:lnTo>
                    <a:pt x="83691" y="1629914"/>
                  </a:lnTo>
                  <a:lnTo>
                    <a:pt x="55131" y="1596619"/>
                  </a:lnTo>
                  <a:lnTo>
                    <a:pt x="31894" y="1559179"/>
                  </a:lnTo>
                  <a:lnTo>
                    <a:pt x="14567" y="1518180"/>
                  </a:lnTo>
                  <a:lnTo>
                    <a:pt x="3739" y="1474213"/>
                  </a:lnTo>
                  <a:lnTo>
                    <a:pt x="0" y="1427864"/>
                  </a:lnTo>
                  <a:lnTo>
                    <a:pt x="0" y="285742"/>
                  </a:lnTo>
                  <a:lnTo>
                    <a:pt x="3739" y="239393"/>
                  </a:lnTo>
                  <a:lnTo>
                    <a:pt x="14567" y="195425"/>
                  </a:lnTo>
                  <a:lnTo>
                    <a:pt x="31894" y="154427"/>
                  </a:lnTo>
                  <a:lnTo>
                    <a:pt x="55131" y="116986"/>
                  </a:lnTo>
                  <a:lnTo>
                    <a:pt x="83691" y="83692"/>
                  </a:lnTo>
                  <a:lnTo>
                    <a:pt x="116986" y="55131"/>
                  </a:lnTo>
                  <a:lnTo>
                    <a:pt x="154427" y="31894"/>
                  </a:lnTo>
                  <a:lnTo>
                    <a:pt x="195425" y="14567"/>
                  </a:lnTo>
                  <a:lnTo>
                    <a:pt x="239393" y="3739"/>
                  </a:lnTo>
                  <a:lnTo>
                    <a:pt x="285742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6699" y="4460513"/>
              <a:ext cx="85725" cy="85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6699" y="4812938"/>
              <a:ext cx="85725" cy="85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6699" y="5165363"/>
              <a:ext cx="85725" cy="85724"/>
            </a:xfrm>
            <a:prstGeom prst="rect">
              <a:avLst/>
            </a:prstGeom>
          </p:spPr>
        </p:pic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3380" rIns="0" bIns="0" rtlCol="0">
            <a:spAutoFit/>
          </a:bodyPr>
          <a:lstStyle/>
          <a:p>
            <a:pPr marL="12700" marR="5080">
              <a:lnSpc>
                <a:spcPct val="76300"/>
              </a:lnSpc>
              <a:spcBef>
                <a:spcPts val="2940"/>
              </a:spcBef>
            </a:pPr>
            <a:r>
              <a:rPr spc="125" dirty="0"/>
              <a:t>Problem </a:t>
            </a:r>
            <a:r>
              <a:rPr spc="-10" dirty="0"/>
              <a:t>Identification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1097859" y="4460513"/>
            <a:ext cx="85725" cy="438150"/>
            <a:chOff x="1097859" y="4460513"/>
            <a:chExt cx="85725" cy="43815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7859" y="4460513"/>
              <a:ext cx="85725" cy="857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7859" y="4812938"/>
              <a:ext cx="85725" cy="8572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94659" y="3917575"/>
            <a:ext cx="7462520" cy="108267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000" spc="-135" dirty="0">
                <a:solidFill>
                  <a:srgbClr val="377272"/>
                </a:solidFill>
                <a:latin typeface="Arial Black"/>
                <a:cs typeface="Arial Black"/>
              </a:rPr>
              <a:t>What</a:t>
            </a:r>
            <a:r>
              <a:rPr sz="2000" spc="-18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2000" spc="-190" dirty="0">
                <a:solidFill>
                  <a:srgbClr val="377272"/>
                </a:solidFill>
                <a:latin typeface="Arial Black"/>
                <a:cs typeface="Arial Black"/>
              </a:rPr>
              <a:t>Is</a:t>
            </a:r>
            <a:r>
              <a:rPr sz="2000" spc="-17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2000" spc="-114" dirty="0">
                <a:solidFill>
                  <a:srgbClr val="377272"/>
                </a:solidFill>
                <a:latin typeface="Arial Black"/>
                <a:cs typeface="Arial Black"/>
              </a:rPr>
              <a:t>the</a:t>
            </a:r>
            <a:r>
              <a:rPr sz="2000" spc="-17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377272"/>
                </a:solidFill>
                <a:latin typeface="Arial Black"/>
                <a:cs typeface="Arial Black"/>
              </a:rPr>
              <a:t>Problem:</a:t>
            </a:r>
            <a:endParaRPr sz="2000">
              <a:latin typeface="Arial Black"/>
              <a:cs typeface="Arial Black"/>
            </a:endParaRPr>
          </a:p>
          <a:p>
            <a:pPr marL="443865">
              <a:lnSpc>
                <a:spcPct val="100000"/>
              </a:lnSpc>
              <a:spcBef>
                <a:spcPts val="375"/>
              </a:spcBef>
            </a:pP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Learners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start</a:t>
            </a:r>
            <a:r>
              <a:rPr sz="20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courses</a:t>
            </a:r>
            <a:r>
              <a:rPr sz="20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but</a:t>
            </a:r>
            <a:r>
              <a:rPr sz="20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fail</a:t>
            </a:r>
            <a:r>
              <a:rPr sz="20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to</a:t>
            </a:r>
            <a:r>
              <a:rPr sz="20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stay</a:t>
            </a:r>
            <a:r>
              <a:rPr sz="20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consistent</a:t>
            </a:r>
            <a:endParaRPr sz="2000">
              <a:latin typeface="Lucida Sans Unicode"/>
              <a:cs typeface="Lucida Sans Unicode"/>
            </a:endParaRPr>
          </a:p>
          <a:p>
            <a:pPr marL="443865">
              <a:lnSpc>
                <a:spcPct val="100000"/>
              </a:lnSpc>
              <a:spcBef>
                <a:spcPts val="375"/>
              </a:spcBef>
            </a:pPr>
            <a:r>
              <a:rPr sz="20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High</a:t>
            </a:r>
            <a:r>
              <a:rPr sz="20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drop‑out</a:t>
            </a:r>
            <a:r>
              <a:rPr sz="20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rates</a:t>
            </a:r>
            <a:r>
              <a:rPr sz="20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despite</a:t>
            </a:r>
            <a:r>
              <a:rPr sz="20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availability</a:t>
            </a:r>
            <a:r>
              <a:rPr sz="20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of</a:t>
            </a:r>
            <a:r>
              <a:rPr sz="20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quality</a:t>
            </a:r>
            <a:r>
              <a:rPr sz="20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content</a:t>
            </a:r>
            <a:endParaRPr sz="200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97859" y="6607175"/>
            <a:ext cx="85725" cy="790575"/>
            <a:chOff x="1097859" y="6607175"/>
            <a:chExt cx="85725" cy="79057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7859" y="6607175"/>
              <a:ext cx="85725" cy="857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7859" y="6959599"/>
              <a:ext cx="85725" cy="857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7859" y="7312024"/>
              <a:ext cx="85725" cy="85724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859" y="7664449"/>
            <a:ext cx="85725" cy="8572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859" y="8016874"/>
            <a:ext cx="85725" cy="8572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859" y="8369299"/>
            <a:ext cx="85725" cy="8572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859" y="9074149"/>
            <a:ext cx="85725" cy="85724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894659" y="6064236"/>
            <a:ext cx="6910705" cy="31972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000" spc="-110" dirty="0">
                <a:solidFill>
                  <a:srgbClr val="377272"/>
                </a:solidFill>
                <a:latin typeface="Arial Black"/>
                <a:cs typeface="Arial Black"/>
              </a:rPr>
              <a:t>Why</a:t>
            </a:r>
            <a:r>
              <a:rPr sz="2000" spc="-180" dirty="0">
                <a:solidFill>
                  <a:srgbClr val="377272"/>
                </a:solidFill>
                <a:latin typeface="Arial Black"/>
                <a:cs typeface="Arial Black"/>
              </a:rPr>
              <a:t> This</a:t>
            </a:r>
            <a:r>
              <a:rPr sz="2000" spc="-17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377272"/>
                </a:solidFill>
                <a:latin typeface="Arial Black"/>
                <a:cs typeface="Arial Black"/>
              </a:rPr>
              <a:t>Happens:</a:t>
            </a:r>
            <a:endParaRPr sz="2000">
              <a:latin typeface="Arial Black"/>
              <a:cs typeface="Arial Black"/>
            </a:endParaRPr>
          </a:p>
          <a:p>
            <a:pPr marL="443865" marR="787400">
              <a:lnSpc>
                <a:spcPct val="115599"/>
              </a:lnSpc>
            </a:pPr>
            <a:r>
              <a:rPr sz="20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Lack</a:t>
            </a:r>
            <a:r>
              <a:rPr sz="20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of</a:t>
            </a:r>
            <a:r>
              <a:rPr sz="20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motivation</a:t>
            </a:r>
            <a:r>
              <a:rPr sz="20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20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personalized</a:t>
            </a:r>
            <a:r>
              <a:rPr sz="20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guidance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Content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not</a:t>
            </a:r>
            <a:r>
              <a:rPr sz="2000" spc="-9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aligned</a:t>
            </a:r>
            <a:r>
              <a:rPr sz="2000" spc="-9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with</a:t>
            </a:r>
            <a:r>
              <a:rPr sz="2000" spc="-9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personal</a:t>
            </a:r>
            <a:r>
              <a:rPr sz="2000" spc="-9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goals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Difficulty</a:t>
            </a:r>
            <a:r>
              <a:rPr sz="20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level</a:t>
            </a:r>
            <a:r>
              <a:rPr sz="20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not</a:t>
            </a:r>
            <a:r>
              <a:rPr sz="20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adapted</a:t>
            </a:r>
            <a:r>
              <a:rPr sz="20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to</a:t>
            </a:r>
            <a:r>
              <a:rPr sz="20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learner</a:t>
            </a:r>
            <a:r>
              <a:rPr sz="20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ability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Limited</a:t>
            </a:r>
            <a:r>
              <a:rPr sz="20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practice</a:t>
            </a:r>
            <a:r>
              <a:rPr sz="20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20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assessments</a:t>
            </a:r>
            <a:r>
              <a:rPr sz="20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after</a:t>
            </a:r>
            <a:r>
              <a:rPr sz="20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theory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No</a:t>
            </a:r>
            <a:r>
              <a:rPr sz="20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incentives</a:t>
            </a:r>
            <a:r>
              <a:rPr sz="20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or</a:t>
            </a:r>
            <a:r>
              <a:rPr sz="20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rewards</a:t>
            </a:r>
            <a:r>
              <a:rPr sz="20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for</a:t>
            </a:r>
            <a:r>
              <a:rPr sz="20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task</a:t>
            </a:r>
            <a:r>
              <a:rPr sz="20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completion</a:t>
            </a:r>
            <a:endParaRPr sz="2000">
              <a:latin typeface="Lucida Sans Unicode"/>
              <a:cs typeface="Lucida Sans Unicode"/>
            </a:endParaRPr>
          </a:p>
          <a:p>
            <a:pPr marL="443865" marR="5080">
              <a:lnSpc>
                <a:spcPct val="115599"/>
              </a:lnSpc>
            </a:pP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No</a:t>
            </a:r>
            <a:r>
              <a:rPr sz="2000" spc="-12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35" dirty="0">
                <a:solidFill>
                  <a:srgbClr val="377272"/>
                </a:solidFill>
                <a:latin typeface="Lucida Sans Unicode"/>
                <a:cs typeface="Lucida Sans Unicode"/>
              </a:rPr>
              <a:t>tracking</a:t>
            </a:r>
            <a:r>
              <a:rPr sz="2000" spc="-12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of</a:t>
            </a:r>
            <a:r>
              <a:rPr sz="20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2000" spc="-12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habits</a:t>
            </a:r>
            <a:r>
              <a:rPr sz="20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(focus</a:t>
            </a:r>
            <a:r>
              <a:rPr sz="2000" spc="-12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35" dirty="0">
                <a:solidFill>
                  <a:srgbClr val="377272"/>
                </a:solidFill>
                <a:latin typeface="Lucida Sans Unicode"/>
                <a:cs typeface="Lucida Sans Unicode"/>
              </a:rPr>
              <a:t>hours,</a:t>
            </a:r>
            <a:r>
              <a:rPr sz="20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accuracy, consistency)</a:t>
            </a:r>
            <a:endParaRPr sz="2000">
              <a:latin typeface="Lucida Sans Unicode"/>
              <a:cs typeface="Lucida Sans Unicode"/>
            </a:endParaRPr>
          </a:p>
          <a:p>
            <a:pPr marL="443865">
              <a:lnSpc>
                <a:spcPct val="100000"/>
              </a:lnSpc>
              <a:spcBef>
                <a:spcPts val="375"/>
              </a:spcBef>
            </a:pPr>
            <a:r>
              <a:rPr sz="20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Lack</a:t>
            </a:r>
            <a:r>
              <a:rPr sz="20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of</a:t>
            </a:r>
            <a:r>
              <a:rPr sz="20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peer</a:t>
            </a:r>
            <a:r>
              <a:rPr sz="20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support</a:t>
            </a:r>
            <a:r>
              <a:rPr sz="20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20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accountability</a:t>
            </a:r>
            <a:endParaRPr sz="2000">
              <a:latin typeface="Lucida Sans Unicode"/>
              <a:cs typeface="Lucida Sans Unicode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0454857" y="5965085"/>
            <a:ext cx="5808980" cy="2158365"/>
            <a:chOff x="10454857" y="5965085"/>
            <a:chExt cx="5808980" cy="2158365"/>
          </a:xfrm>
        </p:grpSpPr>
        <p:sp>
          <p:nvSpPr>
            <p:cNvPr id="29" name="object 29"/>
            <p:cNvSpPr/>
            <p:nvPr/>
          </p:nvSpPr>
          <p:spPr>
            <a:xfrm>
              <a:off x="10473907" y="5984135"/>
              <a:ext cx="5771515" cy="2120265"/>
            </a:xfrm>
            <a:custGeom>
              <a:avLst/>
              <a:gdLst/>
              <a:ahLst/>
              <a:cxnLst/>
              <a:rect l="l" t="t" r="r" b="b"/>
              <a:pathLst>
                <a:path w="5771515" h="2120265">
                  <a:moveTo>
                    <a:pt x="5485202" y="2119785"/>
                  </a:moveTo>
                  <a:lnTo>
                    <a:pt x="285749" y="2119785"/>
                  </a:lnTo>
                  <a:lnTo>
                    <a:pt x="239399" y="2116045"/>
                  </a:lnTo>
                  <a:lnTo>
                    <a:pt x="195430" y="2105218"/>
                  </a:lnTo>
                  <a:lnTo>
                    <a:pt x="154431" y="2087890"/>
                  </a:lnTo>
                  <a:lnTo>
                    <a:pt x="116989" y="2064652"/>
                  </a:lnTo>
                  <a:lnTo>
                    <a:pt x="83694" y="2036091"/>
                  </a:lnTo>
                  <a:lnTo>
                    <a:pt x="55133" y="2002795"/>
                  </a:lnTo>
                  <a:lnTo>
                    <a:pt x="31894" y="1965354"/>
                  </a:lnTo>
                  <a:lnTo>
                    <a:pt x="14567" y="1924354"/>
                  </a:lnTo>
                  <a:lnTo>
                    <a:pt x="3739" y="1880385"/>
                  </a:lnTo>
                  <a:lnTo>
                    <a:pt x="0" y="1834035"/>
                  </a:lnTo>
                  <a:lnTo>
                    <a:pt x="0" y="285750"/>
                  </a:lnTo>
                  <a:lnTo>
                    <a:pt x="3739" y="239399"/>
                  </a:lnTo>
                  <a:lnTo>
                    <a:pt x="14567" y="195430"/>
                  </a:lnTo>
                  <a:lnTo>
                    <a:pt x="31894" y="154431"/>
                  </a:lnTo>
                  <a:lnTo>
                    <a:pt x="55133" y="116989"/>
                  </a:lnTo>
                  <a:lnTo>
                    <a:pt x="83694" y="83694"/>
                  </a:lnTo>
                  <a:lnTo>
                    <a:pt x="116989" y="55133"/>
                  </a:lnTo>
                  <a:lnTo>
                    <a:pt x="154431" y="31894"/>
                  </a:lnTo>
                  <a:lnTo>
                    <a:pt x="195430" y="14567"/>
                  </a:lnTo>
                  <a:lnTo>
                    <a:pt x="239399" y="3739"/>
                  </a:lnTo>
                  <a:lnTo>
                    <a:pt x="285749" y="0"/>
                  </a:lnTo>
                  <a:lnTo>
                    <a:pt x="5485202" y="0"/>
                  </a:lnTo>
                  <a:lnTo>
                    <a:pt x="5531552" y="3739"/>
                  </a:lnTo>
                  <a:lnTo>
                    <a:pt x="5575521" y="14567"/>
                  </a:lnTo>
                  <a:lnTo>
                    <a:pt x="5616520" y="31894"/>
                  </a:lnTo>
                  <a:lnTo>
                    <a:pt x="5653961" y="55133"/>
                  </a:lnTo>
                  <a:lnTo>
                    <a:pt x="5687257" y="83694"/>
                  </a:lnTo>
                  <a:lnTo>
                    <a:pt x="5715817" y="116989"/>
                  </a:lnTo>
                  <a:lnTo>
                    <a:pt x="5739056" y="154431"/>
                  </a:lnTo>
                  <a:lnTo>
                    <a:pt x="5756383" y="195430"/>
                  </a:lnTo>
                  <a:lnTo>
                    <a:pt x="5767210" y="239399"/>
                  </a:lnTo>
                  <a:lnTo>
                    <a:pt x="5770950" y="285750"/>
                  </a:lnTo>
                  <a:lnTo>
                    <a:pt x="5770950" y="1834035"/>
                  </a:lnTo>
                  <a:lnTo>
                    <a:pt x="5767210" y="1880385"/>
                  </a:lnTo>
                  <a:lnTo>
                    <a:pt x="5756383" y="1924354"/>
                  </a:lnTo>
                  <a:lnTo>
                    <a:pt x="5739056" y="1965354"/>
                  </a:lnTo>
                  <a:lnTo>
                    <a:pt x="5715817" y="2002795"/>
                  </a:lnTo>
                  <a:lnTo>
                    <a:pt x="5687257" y="2036091"/>
                  </a:lnTo>
                  <a:lnTo>
                    <a:pt x="5653961" y="2064652"/>
                  </a:lnTo>
                  <a:lnTo>
                    <a:pt x="5616520" y="2087890"/>
                  </a:lnTo>
                  <a:lnTo>
                    <a:pt x="5575521" y="2105218"/>
                  </a:lnTo>
                  <a:lnTo>
                    <a:pt x="5531552" y="2116045"/>
                  </a:lnTo>
                  <a:lnTo>
                    <a:pt x="5485202" y="2119785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473907" y="5984135"/>
              <a:ext cx="5770880" cy="2120265"/>
            </a:xfrm>
            <a:custGeom>
              <a:avLst/>
              <a:gdLst/>
              <a:ahLst/>
              <a:cxnLst/>
              <a:rect l="l" t="t" r="r" b="b"/>
              <a:pathLst>
                <a:path w="5770880" h="2120265">
                  <a:moveTo>
                    <a:pt x="285742" y="0"/>
                  </a:moveTo>
                  <a:lnTo>
                    <a:pt x="5485066" y="10"/>
                  </a:lnTo>
                  <a:lnTo>
                    <a:pt x="5531415" y="3751"/>
                  </a:lnTo>
                  <a:lnTo>
                    <a:pt x="5575383" y="14578"/>
                  </a:lnTo>
                  <a:lnTo>
                    <a:pt x="5616382" y="31905"/>
                  </a:lnTo>
                  <a:lnTo>
                    <a:pt x="5653823" y="55143"/>
                  </a:lnTo>
                  <a:lnTo>
                    <a:pt x="5687117" y="83703"/>
                  </a:lnTo>
                  <a:lnTo>
                    <a:pt x="5715678" y="116998"/>
                  </a:lnTo>
                  <a:lnTo>
                    <a:pt x="5738915" y="154439"/>
                  </a:lnTo>
                  <a:lnTo>
                    <a:pt x="5756242" y="195437"/>
                  </a:lnTo>
                  <a:lnTo>
                    <a:pt x="5767069" y="239405"/>
                  </a:lnTo>
                  <a:lnTo>
                    <a:pt x="5770809" y="285754"/>
                  </a:lnTo>
                  <a:lnTo>
                    <a:pt x="5770809" y="1834002"/>
                  </a:lnTo>
                  <a:lnTo>
                    <a:pt x="5767069" y="1880351"/>
                  </a:lnTo>
                  <a:lnTo>
                    <a:pt x="5756242" y="1924319"/>
                  </a:lnTo>
                  <a:lnTo>
                    <a:pt x="5738915" y="1965318"/>
                  </a:lnTo>
                  <a:lnTo>
                    <a:pt x="5715678" y="2002759"/>
                  </a:lnTo>
                  <a:lnTo>
                    <a:pt x="5687117" y="2036053"/>
                  </a:lnTo>
                  <a:lnTo>
                    <a:pt x="5653823" y="2064614"/>
                  </a:lnTo>
                  <a:lnTo>
                    <a:pt x="5616382" y="2087851"/>
                  </a:lnTo>
                  <a:lnTo>
                    <a:pt x="5575383" y="2105178"/>
                  </a:lnTo>
                  <a:lnTo>
                    <a:pt x="5531415" y="2116005"/>
                  </a:lnTo>
                  <a:lnTo>
                    <a:pt x="5485066" y="2119745"/>
                  </a:lnTo>
                  <a:lnTo>
                    <a:pt x="285742" y="2119745"/>
                  </a:lnTo>
                  <a:lnTo>
                    <a:pt x="239393" y="2116005"/>
                  </a:lnTo>
                  <a:lnTo>
                    <a:pt x="195425" y="2105178"/>
                  </a:lnTo>
                  <a:lnTo>
                    <a:pt x="154427" y="2087851"/>
                  </a:lnTo>
                  <a:lnTo>
                    <a:pt x="116986" y="2064613"/>
                  </a:lnTo>
                  <a:lnTo>
                    <a:pt x="83691" y="2036053"/>
                  </a:lnTo>
                  <a:lnTo>
                    <a:pt x="55131" y="2002758"/>
                  </a:lnTo>
                  <a:lnTo>
                    <a:pt x="31893" y="1965318"/>
                  </a:lnTo>
                  <a:lnTo>
                    <a:pt x="14567" y="1924319"/>
                  </a:lnTo>
                  <a:lnTo>
                    <a:pt x="3739" y="1880351"/>
                  </a:lnTo>
                  <a:lnTo>
                    <a:pt x="0" y="1834002"/>
                  </a:lnTo>
                  <a:lnTo>
                    <a:pt x="0" y="285754"/>
                  </a:lnTo>
                  <a:lnTo>
                    <a:pt x="3739" y="239405"/>
                  </a:lnTo>
                  <a:lnTo>
                    <a:pt x="14567" y="195437"/>
                  </a:lnTo>
                  <a:lnTo>
                    <a:pt x="31894" y="154439"/>
                  </a:lnTo>
                  <a:lnTo>
                    <a:pt x="55131" y="116998"/>
                  </a:lnTo>
                  <a:lnTo>
                    <a:pt x="83692" y="83703"/>
                  </a:lnTo>
                  <a:lnTo>
                    <a:pt x="116986" y="55143"/>
                  </a:lnTo>
                  <a:lnTo>
                    <a:pt x="154427" y="31905"/>
                  </a:lnTo>
                  <a:lnTo>
                    <a:pt x="195425" y="14579"/>
                  </a:lnTo>
                  <a:lnTo>
                    <a:pt x="239393" y="3751"/>
                  </a:lnTo>
                  <a:lnTo>
                    <a:pt x="285742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6699" y="6607174"/>
              <a:ext cx="85725" cy="8572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6699" y="6959599"/>
              <a:ext cx="85725" cy="8572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6699" y="7312024"/>
              <a:ext cx="85725" cy="8572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6699" y="7664449"/>
              <a:ext cx="85725" cy="85724"/>
            </a:xfrm>
            <a:prstGeom prst="rect">
              <a:avLst/>
            </a:prstGeom>
          </p:spPr>
        </p:pic>
      </p:grpSp>
      <p:sp>
        <p:nvSpPr>
          <p:cNvPr id="35" name="object 35"/>
          <p:cNvSpPr/>
          <p:nvPr/>
        </p:nvSpPr>
        <p:spPr>
          <a:xfrm>
            <a:off x="0" y="0"/>
            <a:ext cx="2941955" cy="7334884"/>
          </a:xfrm>
          <a:custGeom>
            <a:avLst/>
            <a:gdLst/>
            <a:ahLst/>
            <a:cxnLst/>
            <a:rect l="l" t="t" r="r" b="b"/>
            <a:pathLst>
              <a:path w="2941955" h="7334884">
                <a:moveTo>
                  <a:pt x="2591171" y="40527"/>
                </a:moveTo>
                <a:lnTo>
                  <a:pt x="2595276" y="43034"/>
                </a:lnTo>
                <a:lnTo>
                  <a:pt x="2592778" y="47123"/>
                </a:lnTo>
                <a:lnTo>
                  <a:pt x="2588678" y="44622"/>
                </a:lnTo>
                <a:lnTo>
                  <a:pt x="2591171" y="40527"/>
                </a:lnTo>
                <a:close/>
              </a:path>
              <a:path w="2941955" h="7334884">
                <a:moveTo>
                  <a:pt x="2765492" y="147828"/>
                </a:moveTo>
                <a:lnTo>
                  <a:pt x="2768221" y="149498"/>
                </a:lnTo>
                <a:lnTo>
                  <a:pt x="2766555" y="152234"/>
                </a:lnTo>
                <a:lnTo>
                  <a:pt x="2763826" y="150563"/>
                </a:lnTo>
                <a:lnTo>
                  <a:pt x="2765492" y="147828"/>
                </a:lnTo>
                <a:close/>
              </a:path>
              <a:path w="2941955" h="7334884">
                <a:moveTo>
                  <a:pt x="2939679" y="254596"/>
                </a:moveTo>
                <a:lnTo>
                  <a:pt x="2941718" y="255844"/>
                </a:lnTo>
                <a:lnTo>
                  <a:pt x="2940471" y="257883"/>
                </a:lnTo>
                <a:lnTo>
                  <a:pt x="2938431" y="256636"/>
                </a:lnTo>
                <a:lnTo>
                  <a:pt x="2939679" y="254596"/>
                </a:lnTo>
                <a:close/>
              </a:path>
              <a:path w="2941955" h="7334884">
                <a:moveTo>
                  <a:pt x="2136339" y="0"/>
                </a:moveTo>
                <a:lnTo>
                  <a:pt x="2143164" y="4121"/>
                </a:lnTo>
                <a:lnTo>
                  <a:pt x="2139000" y="10946"/>
                </a:lnTo>
                <a:lnTo>
                  <a:pt x="2132175" y="6782"/>
                </a:lnTo>
                <a:lnTo>
                  <a:pt x="2136339" y="0"/>
                </a:lnTo>
                <a:close/>
              </a:path>
              <a:path w="2941955" h="7334884">
                <a:moveTo>
                  <a:pt x="2310522" y="106719"/>
                </a:moveTo>
                <a:lnTo>
                  <a:pt x="2316665" y="110475"/>
                </a:lnTo>
                <a:lnTo>
                  <a:pt x="2312916" y="116614"/>
                </a:lnTo>
                <a:lnTo>
                  <a:pt x="2306777" y="112865"/>
                </a:lnTo>
                <a:lnTo>
                  <a:pt x="2310522" y="106719"/>
                </a:lnTo>
                <a:close/>
              </a:path>
              <a:path w="2941955" h="7334884">
                <a:moveTo>
                  <a:pt x="2484835" y="214024"/>
                </a:moveTo>
                <a:lnTo>
                  <a:pt x="2489610" y="216938"/>
                </a:lnTo>
                <a:lnTo>
                  <a:pt x="2486694" y="221724"/>
                </a:lnTo>
                <a:lnTo>
                  <a:pt x="2481919" y="218810"/>
                </a:lnTo>
                <a:lnTo>
                  <a:pt x="2484835" y="214024"/>
                </a:lnTo>
                <a:close/>
              </a:path>
              <a:path w="2941955" h="7334884">
                <a:moveTo>
                  <a:pt x="2659153" y="321337"/>
                </a:moveTo>
                <a:lnTo>
                  <a:pt x="2662564" y="323416"/>
                </a:lnTo>
                <a:lnTo>
                  <a:pt x="2660485" y="326827"/>
                </a:lnTo>
                <a:lnTo>
                  <a:pt x="2657075" y="324748"/>
                </a:lnTo>
                <a:lnTo>
                  <a:pt x="2659153" y="321337"/>
                </a:lnTo>
                <a:close/>
              </a:path>
              <a:path w="2941955" h="7334884">
                <a:moveTo>
                  <a:pt x="2833332" y="428092"/>
                </a:moveTo>
                <a:lnTo>
                  <a:pt x="2836068" y="429759"/>
                </a:lnTo>
                <a:lnTo>
                  <a:pt x="2834398" y="432488"/>
                </a:lnTo>
                <a:lnTo>
                  <a:pt x="2831662" y="430821"/>
                </a:lnTo>
                <a:lnTo>
                  <a:pt x="2833332" y="428092"/>
                </a:lnTo>
                <a:close/>
              </a:path>
              <a:path w="2941955" h="7334884">
                <a:moveTo>
                  <a:pt x="1855549" y="65604"/>
                </a:moveTo>
                <a:lnTo>
                  <a:pt x="1865102" y="71439"/>
                </a:lnTo>
                <a:lnTo>
                  <a:pt x="1859272" y="80999"/>
                </a:lnTo>
                <a:lnTo>
                  <a:pt x="1849719" y="75165"/>
                </a:lnTo>
                <a:lnTo>
                  <a:pt x="1855549" y="65604"/>
                </a:lnTo>
                <a:close/>
              </a:path>
              <a:path w="2941955" h="7334884">
                <a:moveTo>
                  <a:pt x="2029866" y="172917"/>
                </a:moveTo>
                <a:lnTo>
                  <a:pt x="2038063" y="177912"/>
                </a:lnTo>
                <a:lnTo>
                  <a:pt x="2033063" y="186102"/>
                </a:lnTo>
                <a:lnTo>
                  <a:pt x="2024874" y="181103"/>
                </a:lnTo>
                <a:lnTo>
                  <a:pt x="2029866" y="172917"/>
                </a:lnTo>
                <a:close/>
              </a:path>
              <a:path w="2941955" h="7334884">
                <a:moveTo>
                  <a:pt x="2204180" y="280223"/>
                </a:moveTo>
                <a:lnTo>
                  <a:pt x="2211005" y="284387"/>
                </a:lnTo>
                <a:lnTo>
                  <a:pt x="2206841" y="291212"/>
                </a:lnTo>
                <a:lnTo>
                  <a:pt x="2200016" y="287047"/>
                </a:lnTo>
                <a:lnTo>
                  <a:pt x="2204180" y="280223"/>
                </a:lnTo>
                <a:close/>
              </a:path>
              <a:path w="2941955" h="7334884">
                <a:moveTo>
                  <a:pt x="2378501" y="387524"/>
                </a:moveTo>
                <a:lnTo>
                  <a:pt x="2383962" y="390853"/>
                </a:lnTo>
                <a:lnTo>
                  <a:pt x="2380625" y="396318"/>
                </a:lnTo>
                <a:lnTo>
                  <a:pt x="2375165" y="392988"/>
                </a:lnTo>
                <a:lnTo>
                  <a:pt x="2378501" y="387524"/>
                </a:lnTo>
                <a:close/>
              </a:path>
              <a:path w="2941955" h="7334884">
                <a:moveTo>
                  <a:pt x="2552806" y="494834"/>
                </a:moveTo>
                <a:lnTo>
                  <a:pt x="2556907" y="497335"/>
                </a:lnTo>
                <a:lnTo>
                  <a:pt x="2554402" y="501428"/>
                </a:lnTo>
                <a:lnTo>
                  <a:pt x="2550313" y="498930"/>
                </a:lnTo>
                <a:lnTo>
                  <a:pt x="2552806" y="494834"/>
                </a:lnTo>
                <a:close/>
              </a:path>
              <a:path w="2941955" h="7334884">
                <a:moveTo>
                  <a:pt x="2727121" y="602139"/>
                </a:moveTo>
                <a:lnTo>
                  <a:pt x="2729857" y="603805"/>
                </a:lnTo>
                <a:lnTo>
                  <a:pt x="2728191" y="606541"/>
                </a:lnTo>
                <a:lnTo>
                  <a:pt x="2725462" y="604871"/>
                </a:lnTo>
                <a:lnTo>
                  <a:pt x="2727121" y="602139"/>
                </a:lnTo>
                <a:close/>
              </a:path>
              <a:path w="2941955" h="7334884">
                <a:moveTo>
                  <a:pt x="2901307" y="708890"/>
                </a:moveTo>
                <a:lnTo>
                  <a:pt x="2903357" y="710141"/>
                </a:lnTo>
                <a:lnTo>
                  <a:pt x="2902106" y="712191"/>
                </a:lnTo>
                <a:lnTo>
                  <a:pt x="2900056" y="710940"/>
                </a:lnTo>
                <a:lnTo>
                  <a:pt x="2901307" y="708890"/>
                </a:lnTo>
                <a:close/>
              </a:path>
              <a:path w="2941955" h="7334884">
                <a:moveTo>
                  <a:pt x="1400587" y="24492"/>
                </a:moveTo>
                <a:lnTo>
                  <a:pt x="1413558" y="32401"/>
                </a:lnTo>
                <a:lnTo>
                  <a:pt x="1405642" y="45376"/>
                </a:lnTo>
                <a:lnTo>
                  <a:pt x="1392674" y="37456"/>
                </a:lnTo>
                <a:lnTo>
                  <a:pt x="1400587" y="24492"/>
                </a:lnTo>
                <a:close/>
              </a:path>
              <a:path w="2941955" h="7334884">
                <a:moveTo>
                  <a:pt x="1574900" y="131797"/>
                </a:moveTo>
                <a:lnTo>
                  <a:pt x="1586504" y="138882"/>
                </a:lnTo>
                <a:lnTo>
                  <a:pt x="1579419" y="150485"/>
                </a:lnTo>
                <a:lnTo>
                  <a:pt x="1567816" y="143400"/>
                </a:lnTo>
                <a:lnTo>
                  <a:pt x="1574900" y="131797"/>
                </a:lnTo>
                <a:close/>
              </a:path>
              <a:path w="2941955" h="7334884">
                <a:moveTo>
                  <a:pt x="1749214" y="239103"/>
                </a:moveTo>
                <a:lnTo>
                  <a:pt x="1759453" y="245352"/>
                </a:lnTo>
                <a:lnTo>
                  <a:pt x="1753203" y="255592"/>
                </a:lnTo>
                <a:lnTo>
                  <a:pt x="1742964" y="249342"/>
                </a:lnTo>
                <a:lnTo>
                  <a:pt x="1749214" y="239103"/>
                </a:lnTo>
                <a:close/>
              </a:path>
              <a:path w="2941955" h="7334884">
                <a:moveTo>
                  <a:pt x="1923532" y="346415"/>
                </a:moveTo>
                <a:lnTo>
                  <a:pt x="1932403" y="351823"/>
                </a:lnTo>
                <a:lnTo>
                  <a:pt x="1926981" y="360702"/>
                </a:lnTo>
                <a:lnTo>
                  <a:pt x="1918117" y="355290"/>
                </a:lnTo>
                <a:lnTo>
                  <a:pt x="1923532" y="346415"/>
                </a:lnTo>
                <a:close/>
              </a:path>
              <a:path w="2941955" h="7334884">
                <a:moveTo>
                  <a:pt x="2097845" y="453721"/>
                </a:moveTo>
                <a:lnTo>
                  <a:pt x="2105353" y="458294"/>
                </a:lnTo>
                <a:lnTo>
                  <a:pt x="2100773" y="465804"/>
                </a:lnTo>
                <a:lnTo>
                  <a:pt x="2093269" y="461221"/>
                </a:lnTo>
                <a:lnTo>
                  <a:pt x="2097845" y="453721"/>
                </a:lnTo>
                <a:close/>
              </a:path>
              <a:path w="2941955" h="7334884">
                <a:moveTo>
                  <a:pt x="2272165" y="561023"/>
                </a:moveTo>
                <a:lnTo>
                  <a:pt x="2278302" y="564764"/>
                </a:lnTo>
                <a:lnTo>
                  <a:pt x="2274549" y="570914"/>
                </a:lnTo>
                <a:lnTo>
                  <a:pt x="2268410" y="567165"/>
                </a:lnTo>
                <a:lnTo>
                  <a:pt x="2272165" y="561023"/>
                </a:lnTo>
                <a:close/>
              </a:path>
              <a:path w="2941955" h="7334884">
                <a:moveTo>
                  <a:pt x="2446469" y="668325"/>
                </a:moveTo>
                <a:lnTo>
                  <a:pt x="2451248" y="671245"/>
                </a:lnTo>
                <a:lnTo>
                  <a:pt x="2448334" y="676020"/>
                </a:lnTo>
                <a:lnTo>
                  <a:pt x="2443556" y="673099"/>
                </a:lnTo>
                <a:lnTo>
                  <a:pt x="2446469" y="668325"/>
                </a:lnTo>
                <a:close/>
              </a:path>
              <a:path w="2941955" h="7334884">
                <a:moveTo>
                  <a:pt x="2620787" y="775638"/>
                </a:moveTo>
                <a:lnTo>
                  <a:pt x="2624197" y="777716"/>
                </a:lnTo>
                <a:lnTo>
                  <a:pt x="2622112" y="781131"/>
                </a:lnTo>
                <a:lnTo>
                  <a:pt x="2618702" y="779052"/>
                </a:lnTo>
                <a:lnTo>
                  <a:pt x="2620787" y="775638"/>
                </a:lnTo>
                <a:close/>
              </a:path>
              <a:path w="2941955" h="7334884">
                <a:moveTo>
                  <a:pt x="2794973" y="882390"/>
                </a:moveTo>
                <a:lnTo>
                  <a:pt x="2797702" y="884059"/>
                </a:lnTo>
                <a:lnTo>
                  <a:pt x="2796039" y="886785"/>
                </a:lnTo>
                <a:lnTo>
                  <a:pt x="2793307" y="885126"/>
                </a:lnTo>
                <a:lnTo>
                  <a:pt x="2794973" y="882390"/>
                </a:lnTo>
                <a:close/>
              </a:path>
              <a:path w="2941955" h="7334884">
                <a:moveTo>
                  <a:pt x="933972" y="156"/>
                </a:moveTo>
                <a:lnTo>
                  <a:pt x="934258" y="0"/>
                </a:lnTo>
                <a:lnTo>
                  <a:pt x="959357" y="0"/>
                </a:lnTo>
                <a:lnTo>
                  <a:pt x="952400" y="11405"/>
                </a:lnTo>
                <a:lnTo>
                  <a:pt x="933972" y="156"/>
                </a:lnTo>
                <a:close/>
              </a:path>
              <a:path w="2941955" h="7334884">
                <a:moveTo>
                  <a:pt x="1119669" y="89583"/>
                </a:moveTo>
                <a:lnTo>
                  <a:pt x="1136048" y="99582"/>
                </a:lnTo>
                <a:lnTo>
                  <a:pt x="1126049" y="115961"/>
                </a:lnTo>
                <a:lnTo>
                  <a:pt x="1109671" y="105962"/>
                </a:lnTo>
                <a:lnTo>
                  <a:pt x="1119669" y="89583"/>
                </a:lnTo>
                <a:close/>
              </a:path>
              <a:path w="2941955" h="7334884">
                <a:moveTo>
                  <a:pt x="1294107" y="197436"/>
                </a:moveTo>
                <a:lnTo>
                  <a:pt x="1308446" y="206187"/>
                </a:lnTo>
                <a:lnTo>
                  <a:pt x="1299702" y="220522"/>
                </a:lnTo>
                <a:lnTo>
                  <a:pt x="1285363" y="211772"/>
                </a:lnTo>
                <a:lnTo>
                  <a:pt x="1294107" y="197436"/>
                </a:lnTo>
                <a:close/>
              </a:path>
              <a:path w="2941955" h="7334884">
                <a:moveTo>
                  <a:pt x="1468560" y="305300"/>
                </a:moveTo>
                <a:lnTo>
                  <a:pt x="1480845" y="312793"/>
                </a:lnTo>
                <a:lnTo>
                  <a:pt x="1473352" y="325078"/>
                </a:lnTo>
                <a:lnTo>
                  <a:pt x="1461063" y="317578"/>
                </a:lnTo>
                <a:lnTo>
                  <a:pt x="1468560" y="305300"/>
                </a:lnTo>
                <a:close/>
              </a:path>
              <a:path w="2941955" h="7334884">
                <a:moveTo>
                  <a:pt x="1642874" y="412606"/>
                </a:moveTo>
                <a:lnTo>
                  <a:pt x="1653795" y="419263"/>
                </a:lnTo>
                <a:lnTo>
                  <a:pt x="1647129" y="430189"/>
                </a:lnTo>
                <a:lnTo>
                  <a:pt x="1636211" y="423519"/>
                </a:lnTo>
                <a:lnTo>
                  <a:pt x="1642874" y="412606"/>
                </a:lnTo>
                <a:close/>
              </a:path>
              <a:path w="2941955" h="7334884">
                <a:moveTo>
                  <a:pt x="1817194" y="519907"/>
                </a:moveTo>
                <a:lnTo>
                  <a:pt x="1826748" y="525741"/>
                </a:lnTo>
                <a:lnTo>
                  <a:pt x="1820914" y="535295"/>
                </a:lnTo>
                <a:lnTo>
                  <a:pt x="1811360" y="529460"/>
                </a:lnTo>
                <a:lnTo>
                  <a:pt x="1817194" y="519907"/>
                </a:lnTo>
                <a:close/>
              </a:path>
              <a:path w="2941955" h="7334884">
                <a:moveTo>
                  <a:pt x="1991508" y="627212"/>
                </a:moveTo>
                <a:lnTo>
                  <a:pt x="1999693" y="632204"/>
                </a:lnTo>
                <a:lnTo>
                  <a:pt x="1994691" y="640404"/>
                </a:lnTo>
                <a:lnTo>
                  <a:pt x="1986502" y="635405"/>
                </a:lnTo>
                <a:lnTo>
                  <a:pt x="1991508" y="627212"/>
                </a:lnTo>
                <a:close/>
              </a:path>
              <a:path w="2941955" h="7334884">
                <a:moveTo>
                  <a:pt x="2165814" y="734521"/>
                </a:moveTo>
                <a:lnTo>
                  <a:pt x="2172643" y="738692"/>
                </a:lnTo>
                <a:lnTo>
                  <a:pt x="2168479" y="745517"/>
                </a:lnTo>
                <a:lnTo>
                  <a:pt x="2161650" y="741346"/>
                </a:lnTo>
                <a:lnTo>
                  <a:pt x="2165814" y="734521"/>
                </a:lnTo>
                <a:close/>
              </a:path>
              <a:path w="2941955" h="7334884">
                <a:moveTo>
                  <a:pt x="2340132" y="841834"/>
                </a:moveTo>
                <a:lnTo>
                  <a:pt x="2345593" y="845163"/>
                </a:lnTo>
                <a:lnTo>
                  <a:pt x="2342271" y="850620"/>
                </a:lnTo>
                <a:lnTo>
                  <a:pt x="2336806" y="847284"/>
                </a:lnTo>
                <a:lnTo>
                  <a:pt x="2340132" y="841834"/>
                </a:lnTo>
                <a:close/>
              </a:path>
              <a:path w="2941955" h="7334884">
                <a:moveTo>
                  <a:pt x="2514453" y="949136"/>
                </a:moveTo>
                <a:lnTo>
                  <a:pt x="2518542" y="951634"/>
                </a:lnTo>
                <a:lnTo>
                  <a:pt x="2516044" y="955723"/>
                </a:lnTo>
                <a:lnTo>
                  <a:pt x="2511948" y="953228"/>
                </a:lnTo>
                <a:lnTo>
                  <a:pt x="2514453" y="949136"/>
                </a:lnTo>
                <a:close/>
              </a:path>
              <a:path w="2941955" h="7334884">
                <a:moveTo>
                  <a:pt x="2688765" y="1056442"/>
                </a:moveTo>
                <a:lnTo>
                  <a:pt x="2691498" y="1058100"/>
                </a:lnTo>
                <a:lnTo>
                  <a:pt x="2689832" y="1060836"/>
                </a:lnTo>
                <a:lnTo>
                  <a:pt x="2687096" y="1059169"/>
                </a:lnTo>
                <a:lnTo>
                  <a:pt x="2688765" y="1056442"/>
                </a:lnTo>
                <a:close/>
              </a:path>
              <a:path w="2941955" h="7334884">
                <a:moveTo>
                  <a:pt x="2862945" y="1163196"/>
                </a:moveTo>
                <a:lnTo>
                  <a:pt x="2864995" y="1164447"/>
                </a:lnTo>
                <a:lnTo>
                  <a:pt x="2863752" y="1166493"/>
                </a:lnTo>
                <a:lnTo>
                  <a:pt x="2861698" y="1165236"/>
                </a:lnTo>
                <a:lnTo>
                  <a:pt x="2862945" y="1163196"/>
                </a:lnTo>
                <a:close/>
              </a:path>
              <a:path w="2941955" h="7334884">
                <a:moveTo>
                  <a:pt x="664429" y="47374"/>
                </a:moveTo>
                <a:lnTo>
                  <a:pt x="685582" y="60286"/>
                </a:lnTo>
                <a:lnTo>
                  <a:pt x="672670" y="81439"/>
                </a:lnTo>
                <a:lnTo>
                  <a:pt x="651517" y="68527"/>
                </a:lnTo>
                <a:lnTo>
                  <a:pt x="664429" y="47374"/>
                </a:lnTo>
                <a:close/>
              </a:path>
              <a:path w="2941955" h="7334884">
                <a:moveTo>
                  <a:pt x="838878" y="155230"/>
                </a:moveTo>
                <a:lnTo>
                  <a:pt x="857981" y="166891"/>
                </a:lnTo>
                <a:lnTo>
                  <a:pt x="846320" y="185995"/>
                </a:lnTo>
                <a:lnTo>
                  <a:pt x="827217" y="174333"/>
                </a:lnTo>
                <a:lnTo>
                  <a:pt x="838878" y="155230"/>
                </a:lnTo>
                <a:close/>
              </a:path>
              <a:path w="2941955" h="7334884">
                <a:moveTo>
                  <a:pt x="1013192" y="262536"/>
                </a:moveTo>
                <a:lnTo>
                  <a:pt x="1030938" y="273358"/>
                </a:lnTo>
                <a:lnTo>
                  <a:pt x="1020108" y="291108"/>
                </a:lnTo>
                <a:lnTo>
                  <a:pt x="1002366" y="280275"/>
                </a:lnTo>
                <a:lnTo>
                  <a:pt x="1013192" y="262536"/>
                </a:lnTo>
                <a:close/>
              </a:path>
              <a:path w="2941955" h="7334884">
                <a:moveTo>
                  <a:pt x="1187630" y="370388"/>
                </a:moveTo>
                <a:lnTo>
                  <a:pt x="1203333" y="379974"/>
                </a:lnTo>
                <a:lnTo>
                  <a:pt x="1193758" y="395663"/>
                </a:lnTo>
                <a:lnTo>
                  <a:pt x="1178058" y="386084"/>
                </a:lnTo>
                <a:lnTo>
                  <a:pt x="1187630" y="370388"/>
                </a:lnTo>
                <a:close/>
              </a:path>
              <a:path w="2941955" h="7334884">
                <a:moveTo>
                  <a:pt x="1362086" y="478241"/>
                </a:moveTo>
                <a:lnTo>
                  <a:pt x="1375739" y="486577"/>
                </a:lnTo>
                <a:lnTo>
                  <a:pt x="1367411" y="500226"/>
                </a:lnTo>
                <a:lnTo>
                  <a:pt x="1353757" y="491891"/>
                </a:lnTo>
                <a:lnTo>
                  <a:pt x="1362086" y="478241"/>
                </a:lnTo>
                <a:close/>
              </a:path>
              <a:path w="2941955" h="7334884">
                <a:moveTo>
                  <a:pt x="1536535" y="586097"/>
                </a:moveTo>
                <a:lnTo>
                  <a:pt x="1548138" y="593182"/>
                </a:lnTo>
                <a:lnTo>
                  <a:pt x="1541054" y="604786"/>
                </a:lnTo>
                <a:lnTo>
                  <a:pt x="1529450" y="597701"/>
                </a:lnTo>
                <a:lnTo>
                  <a:pt x="1536535" y="586097"/>
                </a:lnTo>
                <a:close/>
              </a:path>
              <a:path w="2941955" h="7334884">
                <a:moveTo>
                  <a:pt x="1710848" y="693403"/>
                </a:moveTo>
                <a:lnTo>
                  <a:pt x="1721087" y="699652"/>
                </a:lnTo>
                <a:lnTo>
                  <a:pt x="1714838" y="709892"/>
                </a:lnTo>
                <a:lnTo>
                  <a:pt x="1704599" y="703642"/>
                </a:lnTo>
                <a:lnTo>
                  <a:pt x="1710848" y="693403"/>
                </a:lnTo>
                <a:close/>
              </a:path>
              <a:path w="2941955" h="7334884">
                <a:moveTo>
                  <a:pt x="1885031" y="800165"/>
                </a:moveTo>
                <a:lnTo>
                  <a:pt x="1894592" y="805995"/>
                </a:lnTo>
                <a:lnTo>
                  <a:pt x="1888761" y="815556"/>
                </a:lnTo>
                <a:lnTo>
                  <a:pt x="1879201" y="809725"/>
                </a:lnTo>
                <a:lnTo>
                  <a:pt x="1885031" y="800165"/>
                </a:lnTo>
                <a:close/>
              </a:path>
              <a:path w="2941955" h="7334884">
                <a:moveTo>
                  <a:pt x="2059480" y="908021"/>
                </a:moveTo>
                <a:lnTo>
                  <a:pt x="2066990" y="912601"/>
                </a:lnTo>
                <a:lnTo>
                  <a:pt x="2062410" y="920112"/>
                </a:lnTo>
                <a:lnTo>
                  <a:pt x="2054896" y="915525"/>
                </a:lnTo>
                <a:lnTo>
                  <a:pt x="2059480" y="908021"/>
                </a:lnTo>
                <a:close/>
              </a:path>
              <a:path w="2941955" h="7334884">
                <a:moveTo>
                  <a:pt x="2233793" y="1015327"/>
                </a:moveTo>
                <a:lnTo>
                  <a:pt x="2239933" y="1019076"/>
                </a:lnTo>
                <a:lnTo>
                  <a:pt x="2236188" y="1025222"/>
                </a:lnTo>
                <a:lnTo>
                  <a:pt x="2230045" y="1021466"/>
                </a:lnTo>
                <a:lnTo>
                  <a:pt x="2233793" y="1015327"/>
                </a:lnTo>
                <a:close/>
              </a:path>
              <a:path w="2941955" h="7334884">
                <a:moveTo>
                  <a:pt x="2408107" y="1122632"/>
                </a:moveTo>
                <a:lnTo>
                  <a:pt x="2412893" y="1125549"/>
                </a:lnTo>
                <a:lnTo>
                  <a:pt x="2409972" y="1130327"/>
                </a:lnTo>
                <a:lnTo>
                  <a:pt x="2405186" y="1127411"/>
                </a:lnTo>
                <a:lnTo>
                  <a:pt x="2408107" y="1122632"/>
                </a:lnTo>
                <a:close/>
              </a:path>
              <a:path w="2941955" h="7334884">
                <a:moveTo>
                  <a:pt x="2582421" y="1229938"/>
                </a:moveTo>
                <a:lnTo>
                  <a:pt x="2585831" y="1232016"/>
                </a:lnTo>
                <a:lnTo>
                  <a:pt x="2583753" y="1235427"/>
                </a:lnTo>
                <a:lnTo>
                  <a:pt x="2580342" y="1233348"/>
                </a:lnTo>
                <a:lnTo>
                  <a:pt x="2582421" y="1229938"/>
                </a:lnTo>
                <a:close/>
              </a:path>
              <a:path w="2941955" h="7334884">
                <a:moveTo>
                  <a:pt x="2756734" y="1337243"/>
                </a:moveTo>
                <a:lnTo>
                  <a:pt x="2758788" y="1338500"/>
                </a:lnTo>
                <a:lnTo>
                  <a:pt x="2757541" y="1340540"/>
                </a:lnTo>
                <a:lnTo>
                  <a:pt x="2755491" y="1339289"/>
                </a:lnTo>
                <a:lnTo>
                  <a:pt x="2756734" y="1337243"/>
                </a:lnTo>
                <a:close/>
              </a:path>
              <a:path w="2941955" h="7334884">
                <a:moveTo>
                  <a:pt x="209060" y="4608"/>
                </a:moveTo>
                <a:lnTo>
                  <a:pt x="235678" y="20856"/>
                </a:lnTo>
                <a:lnTo>
                  <a:pt x="219436" y="47470"/>
                </a:lnTo>
                <a:lnTo>
                  <a:pt x="192812" y="31226"/>
                </a:lnTo>
                <a:lnTo>
                  <a:pt x="209060" y="4608"/>
                </a:lnTo>
                <a:close/>
              </a:path>
              <a:path w="2941955" h="7334884">
                <a:moveTo>
                  <a:pt x="383498" y="112461"/>
                </a:moveTo>
                <a:lnTo>
                  <a:pt x="408077" y="127462"/>
                </a:lnTo>
                <a:lnTo>
                  <a:pt x="393086" y="152026"/>
                </a:lnTo>
                <a:lnTo>
                  <a:pt x="368512" y="137032"/>
                </a:lnTo>
                <a:lnTo>
                  <a:pt x="383498" y="112461"/>
                </a:lnTo>
                <a:close/>
              </a:path>
              <a:path w="2941955" h="7334884">
                <a:moveTo>
                  <a:pt x="557954" y="220314"/>
                </a:moveTo>
                <a:lnTo>
                  <a:pt x="580483" y="234064"/>
                </a:lnTo>
                <a:lnTo>
                  <a:pt x="566740" y="256589"/>
                </a:lnTo>
                <a:lnTo>
                  <a:pt x="544211" y="242838"/>
                </a:lnTo>
                <a:lnTo>
                  <a:pt x="557954" y="220314"/>
                </a:lnTo>
                <a:close/>
              </a:path>
              <a:path w="2941955" h="7334884">
                <a:moveTo>
                  <a:pt x="732407" y="328177"/>
                </a:moveTo>
                <a:lnTo>
                  <a:pt x="752881" y="340669"/>
                </a:lnTo>
                <a:lnTo>
                  <a:pt x="740389" y="361144"/>
                </a:lnTo>
                <a:lnTo>
                  <a:pt x="719914" y="348652"/>
                </a:lnTo>
                <a:lnTo>
                  <a:pt x="732407" y="328177"/>
                </a:lnTo>
                <a:close/>
              </a:path>
              <a:path w="2941955" h="7334884">
                <a:moveTo>
                  <a:pt x="906845" y="436030"/>
                </a:moveTo>
                <a:lnTo>
                  <a:pt x="925280" y="447275"/>
                </a:lnTo>
                <a:lnTo>
                  <a:pt x="914038" y="465699"/>
                </a:lnTo>
                <a:lnTo>
                  <a:pt x="895603" y="454454"/>
                </a:lnTo>
                <a:lnTo>
                  <a:pt x="906845" y="436030"/>
                </a:lnTo>
                <a:close/>
              </a:path>
              <a:path w="2941955" h="7334884">
                <a:moveTo>
                  <a:pt x="1081165" y="543331"/>
                </a:moveTo>
                <a:lnTo>
                  <a:pt x="1098230" y="553746"/>
                </a:lnTo>
                <a:lnTo>
                  <a:pt x="1087816" y="570810"/>
                </a:lnTo>
                <a:lnTo>
                  <a:pt x="1070752" y="560396"/>
                </a:lnTo>
                <a:lnTo>
                  <a:pt x="1081165" y="543331"/>
                </a:lnTo>
                <a:close/>
              </a:path>
              <a:path w="2941955" h="7334884">
                <a:moveTo>
                  <a:pt x="1255742" y="651742"/>
                </a:moveTo>
                <a:lnTo>
                  <a:pt x="1270081" y="660493"/>
                </a:lnTo>
                <a:lnTo>
                  <a:pt x="1261334" y="674822"/>
                </a:lnTo>
                <a:lnTo>
                  <a:pt x="1246998" y="666078"/>
                </a:lnTo>
                <a:lnTo>
                  <a:pt x="1255742" y="651742"/>
                </a:lnTo>
                <a:close/>
              </a:path>
              <a:path w="2941955" h="7334884">
                <a:moveTo>
                  <a:pt x="1430198" y="759595"/>
                </a:moveTo>
                <a:lnTo>
                  <a:pt x="1442477" y="767092"/>
                </a:lnTo>
                <a:lnTo>
                  <a:pt x="1434976" y="779381"/>
                </a:lnTo>
                <a:lnTo>
                  <a:pt x="1422698" y="771884"/>
                </a:lnTo>
                <a:lnTo>
                  <a:pt x="1430198" y="759595"/>
                </a:lnTo>
                <a:close/>
              </a:path>
              <a:path w="2941955" h="7334884">
                <a:moveTo>
                  <a:pt x="1604509" y="866912"/>
                </a:moveTo>
                <a:lnTo>
                  <a:pt x="1615430" y="873570"/>
                </a:lnTo>
                <a:lnTo>
                  <a:pt x="1608761" y="884488"/>
                </a:lnTo>
                <a:lnTo>
                  <a:pt x="1597847" y="877826"/>
                </a:lnTo>
                <a:lnTo>
                  <a:pt x="1604509" y="866912"/>
                </a:lnTo>
                <a:close/>
              </a:path>
              <a:path w="2941955" h="7334884">
                <a:moveTo>
                  <a:pt x="1778823" y="974217"/>
                </a:moveTo>
                <a:lnTo>
                  <a:pt x="1788384" y="980048"/>
                </a:lnTo>
                <a:lnTo>
                  <a:pt x="1782550" y="989601"/>
                </a:lnTo>
                <a:lnTo>
                  <a:pt x="1772989" y="983771"/>
                </a:lnTo>
                <a:lnTo>
                  <a:pt x="1778823" y="974217"/>
                </a:lnTo>
                <a:close/>
              </a:path>
              <a:path w="2941955" h="7334884">
                <a:moveTo>
                  <a:pt x="1953143" y="1081519"/>
                </a:moveTo>
                <a:lnTo>
                  <a:pt x="1961329" y="1086511"/>
                </a:lnTo>
                <a:lnTo>
                  <a:pt x="1956330" y="1094700"/>
                </a:lnTo>
                <a:lnTo>
                  <a:pt x="1948144" y="1089708"/>
                </a:lnTo>
                <a:lnTo>
                  <a:pt x="1953143" y="1081519"/>
                </a:lnTo>
                <a:close/>
              </a:path>
              <a:path w="2941955" h="7334884">
                <a:moveTo>
                  <a:pt x="2127457" y="1188824"/>
                </a:moveTo>
                <a:lnTo>
                  <a:pt x="2134282" y="1192988"/>
                </a:lnTo>
                <a:lnTo>
                  <a:pt x="2130118" y="1199813"/>
                </a:lnTo>
                <a:lnTo>
                  <a:pt x="2123293" y="1195649"/>
                </a:lnTo>
                <a:lnTo>
                  <a:pt x="2127457" y="1188824"/>
                </a:lnTo>
                <a:close/>
              </a:path>
              <a:path w="2941955" h="7334884">
                <a:moveTo>
                  <a:pt x="2301771" y="1296129"/>
                </a:moveTo>
                <a:lnTo>
                  <a:pt x="2307231" y="1299459"/>
                </a:lnTo>
                <a:lnTo>
                  <a:pt x="2303895" y="1304923"/>
                </a:lnTo>
                <a:lnTo>
                  <a:pt x="2298442" y="1301590"/>
                </a:lnTo>
                <a:lnTo>
                  <a:pt x="2301771" y="1296129"/>
                </a:lnTo>
                <a:close/>
              </a:path>
              <a:path w="2941955" h="7334884">
                <a:moveTo>
                  <a:pt x="2476084" y="1403435"/>
                </a:moveTo>
                <a:lnTo>
                  <a:pt x="2480178" y="1405940"/>
                </a:lnTo>
                <a:lnTo>
                  <a:pt x="2477680" y="1410029"/>
                </a:lnTo>
                <a:lnTo>
                  <a:pt x="2473583" y="1407534"/>
                </a:lnTo>
                <a:lnTo>
                  <a:pt x="2476084" y="1403435"/>
                </a:lnTo>
                <a:close/>
              </a:path>
              <a:path w="2941955" h="7334884">
                <a:moveTo>
                  <a:pt x="2650402" y="1510747"/>
                </a:moveTo>
                <a:lnTo>
                  <a:pt x="2653123" y="1512403"/>
                </a:lnTo>
                <a:lnTo>
                  <a:pt x="2651457" y="1515139"/>
                </a:lnTo>
                <a:lnTo>
                  <a:pt x="2648732" y="1513476"/>
                </a:lnTo>
                <a:lnTo>
                  <a:pt x="2650402" y="1510747"/>
                </a:lnTo>
                <a:close/>
              </a:path>
              <a:path w="2941955" h="7334884">
                <a:moveTo>
                  <a:pt x="2824716" y="1618053"/>
                </a:moveTo>
                <a:lnTo>
                  <a:pt x="2826077" y="1618881"/>
                </a:lnTo>
                <a:lnTo>
                  <a:pt x="2825249" y="1620242"/>
                </a:lnTo>
                <a:lnTo>
                  <a:pt x="2823888" y="1619414"/>
                </a:lnTo>
                <a:lnTo>
                  <a:pt x="2824716" y="1618053"/>
                </a:lnTo>
                <a:close/>
              </a:path>
              <a:path w="2941955" h="7334884">
                <a:moveTo>
                  <a:pt x="102590" y="177558"/>
                </a:moveTo>
                <a:lnTo>
                  <a:pt x="130575" y="194630"/>
                </a:lnTo>
                <a:lnTo>
                  <a:pt x="113496" y="222619"/>
                </a:lnTo>
                <a:lnTo>
                  <a:pt x="85511" y="205547"/>
                </a:lnTo>
                <a:lnTo>
                  <a:pt x="102590" y="177558"/>
                </a:lnTo>
                <a:close/>
              </a:path>
              <a:path w="2941955" h="7334884">
                <a:moveTo>
                  <a:pt x="277028" y="285411"/>
                </a:moveTo>
                <a:lnTo>
                  <a:pt x="302967" y="301240"/>
                </a:lnTo>
                <a:lnTo>
                  <a:pt x="287145" y="327175"/>
                </a:lnTo>
                <a:lnTo>
                  <a:pt x="261206" y="311346"/>
                </a:lnTo>
                <a:lnTo>
                  <a:pt x="277028" y="285411"/>
                </a:lnTo>
                <a:close/>
              </a:path>
              <a:path w="2941955" h="7334884">
                <a:moveTo>
                  <a:pt x="451481" y="393275"/>
                </a:moveTo>
                <a:lnTo>
                  <a:pt x="475365" y="407845"/>
                </a:lnTo>
                <a:lnTo>
                  <a:pt x="460794" y="431731"/>
                </a:lnTo>
                <a:lnTo>
                  <a:pt x="436910" y="417160"/>
                </a:lnTo>
                <a:lnTo>
                  <a:pt x="451481" y="393275"/>
                </a:lnTo>
                <a:close/>
              </a:path>
              <a:path w="2941955" h="7334884">
                <a:moveTo>
                  <a:pt x="625926" y="501123"/>
                </a:moveTo>
                <a:lnTo>
                  <a:pt x="647768" y="514458"/>
                </a:lnTo>
                <a:lnTo>
                  <a:pt x="634448" y="536293"/>
                </a:lnTo>
                <a:lnTo>
                  <a:pt x="612598" y="522962"/>
                </a:lnTo>
                <a:lnTo>
                  <a:pt x="625926" y="501123"/>
                </a:lnTo>
                <a:close/>
              </a:path>
              <a:path w="2941955" h="7334884">
                <a:moveTo>
                  <a:pt x="800381" y="608976"/>
                </a:moveTo>
                <a:lnTo>
                  <a:pt x="820170" y="621053"/>
                </a:lnTo>
                <a:lnTo>
                  <a:pt x="808097" y="640849"/>
                </a:lnTo>
                <a:lnTo>
                  <a:pt x="788297" y="628769"/>
                </a:lnTo>
                <a:lnTo>
                  <a:pt x="800381" y="608976"/>
                </a:lnTo>
                <a:close/>
              </a:path>
              <a:path w="2941955" h="7334884">
                <a:moveTo>
                  <a:pt x="974819" y="716829"/>
                </a:moveTo>
                <a:lnTo>
                  <a:pt x="992573" y="727665"/>
                </a:lnTo>
                <a:lnTo>
                  <a:pt x="981743" y="745415"/>
                </a:lnTo>
                <a:lnTo>
                  <a:pt x="963990" y="734579"/>
                </a:lnTo>
                <a:lnTo>
                  <a:pt x="974819" y="716829"/>
                </a:lnTo>
                <a:close/>
              </a:path>
              <a:path w="2941955" h="7334884">
                <a:moveTo>
                  <a:pt x="1149272" y="824692"/>
                </a:moveTo>
                <a:lnTo>
                  <a:pt x="1164972" y="834271"/>
                </a:lnTo>
                <a:lnTo>
                  <a:pt x="1155393" y="849971"/>
                </a:lnTo>
                <a:lnTo>
                  <a:pt x="1139693" y="840392"/>
                </a:lnTo>
                <a:lnTo>
                  <a:pt x="1149272" y="824692"/>
                </a:lnTo>
                <a:close/>
              </a:path>
              <a:path w="2941955" h="7334884">
                <a:moveTo>
                  <a:pt x="1323721" y="932549"/>
                </a:moveTo>
                <a:lnTo>
                  <a:pt x="1337370" y="940877"/>
                </a:lnTo>
                <a:lnTo>
                  <a:pt x="1329042" y="954527"/>
                </a:lnTo>
                <a:lnTo>
                  <a:pt x="1315392" y="946199"/>
                </a:lnTo>
                <a:lnTo>
                  <a:pt x="1323721" y="932549"/>
                </a:lnTo>
                <a:close/>
              </a:path>
              <a:path w="2941955" h="7334884">
                <a:moveTo>
                  <a:pt x="1498170" y="1040405"/>
                </a:moveTo>
                <a:lnTo>
                  <a:pt x="1509774" y="1047490"/>
                </a:lnTo>
                <a:lnTo>
                  <a:pt x="1502696" y="1059090"/>
                </a:lnTo>
                <a:lnTo>
                  <a:pt x="1491085" y="1052009"/>
                </a:lnTo>
                <a:lnTo>
                  <a:pt x="1498170" y="1040405"/>
                </a:lnTo>
                <a:close/>
              </a:path>
              <a:path w="2941955" h="7334884">
                <a:moveTo>
                  <a:pt x="1672484" y="1147711"/>
                </a:moveTo>
                <a:lnTo>
                  <a:pt x="1682719" y="1153953"/>
                </a:lnTo>
                <a:lnTo>
                  <a:pt x="1676469" y="1164193"/>
                </a:lnTo>
                <a:lnTo>
                  <a:pt x="1666234" y="1157950"/>
                </a:lnTo>
                <a:lnTo>
                  <a:pt x="1672484" y="1147711"/>
                </a:lnTo>
                <a:close/>
              </a:path>
              <a:path w="2941955" h="7334884">
                <a:moveTo>
                  <a:pt x="1846797" y="1255016"/>
                </a:moveTo>
                <a:lnTo>
                  <a:pt x="1855672" y="1260431"/>
                </a:lnTo>
                <a:lnTo>
                  <a:pt x="1850258" y="1269306"/>
                </a:lnTo>
                <a:lnTo>
                  <a:pt x="1841383" y="1263891"/>
                </a:lnTo>
                <a:lnTo>
                  <a:pt x="1846797" y="1255016"/>
                </a:lnTo>
                <a:close/>
              </a:path>
              <a:path w="2941955" h="7334884">
                <a:moveTo>
                  <a:pt x="2021111" y="1362322"/>
                </a:moveTo>
                <a:lnTo>
                  <a:pt x="2028622" y="1366901"/>
                </a:lnTo>
                <a:lnTo>
                  <a:pt x="2024035" y="1374416"/>
                </a:lnTo>
                <a:lnTo>
                  <a:pt x="2016531" y="1369832"/>
                </a:lnTo>
                <a:lnTo>
                  <a:pt x="2021111" y="1362322"/>
                </a:lnTo>
                <a:close/>
              </a:path>
              <a:path w="2941955" h="7334884">
                <a:moveTo>
                  <a:pt x="2195428" y="1469635"/>
                </a:moveTo>
                <a:lnTo>
                  <a:pt x="2201568" y="1473383"/>
                </a:lnTo>
                <a:lnTo>
                  <a:pt x="2197826" y="1479519"/>
                </a:lnTo>
                <a:lnTo>
                  <a:pt x="2191680" y="1475774"/>
                </a:lnTo>
                <a:lnTo>
                  <a:pt x="2195428" y="1469635"/>
                </a:lnTo>
                <a:close/>
              </a:path>
              <a:path w="2941955" h="7334884">
                <a:moveTo>
                  <a:pt x="2369742" y="1576940"/>
                </a:moveTo>
                <a:lnTo>
                  <a:pt x="2374517" y="1579853"/>
                </a:lnTo>
                <a:lnTo>
                  <a:pt x="2371604" y="1584628"/>
                </a:lnTo>
                <a:lnTo>
                  <a:pt x="2366829" y="1581714"/>
                </a:lnTo>
                <a:lnTo>
                  <a:pt x="2369742" y="1576940"/>
                </a:lnTo>
                <a:close/>
              </a:path>
              <a:path w="2941955" h="7334884">
                <a:moveTo>
                  <a:pt x="2544056" y="1684246"/>
                </a:moveTo>
                <a:lnTo>
                  <a:pt x="2547467" y="1686324"/>
                </a:lnTo>
                <a:lnTo>
                  <a:pt x="2545388" y="1689735"/>
                </a:lnTo>
                <a:lnTo>
                  <a:pt x="2541978" y="1687656"/>
                </a:lnTo>
                <a:lnTo>
                  <a:pt x="2544056" y="1684246"/>
                </a:lnTo>
                <a:close/>
              </a:path>
              <a:path w="2941955" h="7334884">
                <a:moveTo>
                  <a:pt x="2718377" y="1791548"/>
                </a:moveTo>
                <a:lnTo>
                  <a:pt x="2720427" y="1792798"/>
                </a:lnTo>
                <a:lnTo>
                  <a:pt x="2719170" y="1794852"/>
                </a:lnTo>
                <a:lnTo>
                  <a:pt x="2717120" y="1793602"/>
                </a:lnTo>
                <a:lnTo>
                  <a:pt x="2718377" y="1791548"/>
                </a:lnTo>
                <a:close/>
              </a:path>
              <a:path w="2941955" h="7334884">
                <a:moveTo>
                  <a:pt x="0" y="352879"/>
                </a:moveTo>
                <a:lnTo>
                  <a:pt x="25462" y="368419"/>
                </a:lnTo>
                <a:lnTo>
                  <a:pt x="7547" y="397773"/>
                </a:lnTo>
                <a:lnTo>
                  <a:pt x="0" y="393166"/>
                </a:lnTo>
                <a:lnTo>
                  <a:pt x="0" y="352879"/>
                </a:lnTo>
                <a:close/>
              </a:path>
              <a:path w="2941955" h="7334884">
                <a:moveTo>
                  <a:pt x="170558" y="458361"/>
                </a:moveTo>
                <a:lnTo>
                  <a:pt x="197861" y="475025"/>
                </a:lnTo>
                <a:lnTo>
                  <a:pt x="181197" y="502328"/>
                </a:lnTo>
                <a:lnTo>
                  <a:pt x="153894" y="485664"/>
                </a:lnTo>
                <a:lnTo>
                  <a:pt x="170558" y="458361"/>
                </a:lnTo>
                <a:close/>
              </a:path>
              <a:path w="2941955" h="7334884">
                <a:moveTo>
                  <a:pt x="345141" y="566769"/>
                </a:moveTo>
                <a:lnTo>
                  <a:pt x="369705" y="581759"/>
                </a:lnTo>
                <a:lnTo>
                  <a:pt x="354718" y="606330"/>
                </a:lnTo>
                <a:lnTo>
                  <a:pt x="330143" y="591336"/>
                </a:lnTo>
                <a:lnTo>
                  <a:pt x="345141" y="566769"/>
                </a:lnTo>
                <a:close/>
              </a:path>
              <a:path w="2941955" h="7334884">
                <a:moveTo>
                  <a:pt x="519591" y="674624"/>
                </a:moveTo>
                <a:lnTo>
                  <a:pt x="542108" y="688371"/>
                </a:lnTo>
                <a:lnTo>
                  <a:pt x="528365" y="710896"/>
                </a:lnTo>
                <a:lnTo>
                  <a:pt x="505841" y="697153"/>
                </a:lnTo>
                <a:lnTo>
                  <a:pt x="519591" y="674624"/>
                </a:lnTo>
                <a:close/>
              </a:path>
              <a:path w="2941955" h="7334884">
                <a:moveTo>
                  <a:pt x="694033" y="782485"/>
                </a:moveTo>
                <a:lnTo>
                  <a:pt x="714507" y="794977"/>
                </a:lnTo>
                <a:lnTo>
                  <a:pt x="702014" y="815452"/>
                </a:lnTo>
                <a:lnTo>
                  <a:pt x="681540" y="802959"/>
                </a:lnTo>
                <a:lnTo>
                  <a:pt x="694033" y="782485"/>
                </a:lnTo>
                <a:close/>
              </a:path>
              <a:path w="2941955" h="7334884">
                <a:moveTo>
                  <a:pt x="868489" y="890337"/>
                </a:moveTo>
                <a:lnTo>
                  <a:pt x="886914" y="901580"/>
                </a:lnTo>
                <a:lnTo>
                  <a:pt x="875664" y="920008"/>
                </a:lnTo>
                <a:lnTo>
                  <a:pt x="857239" y="908766"/>
                </a:lnTo>
                <a:lnTo>
                  <a:pt x="868489" y="890337"/>
                </a:lnTo>
                <a:close/>
              </a:path>
              <a:path w="2941955" h="7334884">
                <a:moveTo>
                  <a:pt x="1042802" y="997643"/>
                </a:moveTo>
                <a:lnTo>
                  <a:pt x="1059867" y="1008057"/>
                </a:lnTo>
                <a:lnTo>
                  <a:pt x="1049453" y="1025121"/>
                </a:lnTo>
                <a:lnTo>
                  <a:pt x="1032389" y="1014707"/>
                </a:lnTo>
                <a:lnTo>
                  <a:pt x="1042802" y="997643"/>
                </a:lnTo>
                <a:close/>
              </a:path>
              <a:path w="2941955" h="7334884">
                <a:moveTo>
                  <a:pt x="1217382" y="1106043"/>
                </a:moveTo>
                <a:lnTo>
                  <a:pt x="1231711" y="1114791"/>
                </a:lnTo>
                <a:lnTo>
                  <a:pt x="1222967" y="1129126"/>
                </a:lnTo>
                <a:lnTo>
                  <a:pt x="1208638" y="1120378"/>
                </a:lnTo>
                <a:lnTo>
                  <a:pt x="1217382" y="1106043"/>
                </a:lnTo>
                <a:close/>
              </a:path>
              <a:path w="2941955" h="7334884">
                <a:moveTo>
                  <a:pt x="1391835" y="1213906"/>
                </a:moveTo>
                <a:lnTo>
                  <a:pt x="1404113" y="1221404"/>
                </a:lnTo>
                <a:lnTo>
                  <a:pt x="1396613" y="1233693"/>
                </a:lnTo>
                <a:lnTo>
                  <a:pt x="1384334" y="1226195"/>
                </a:lnTo>
                <a:lnTo>
                  <a:pt x="1391835" y="1213906"/>
                </a:lnTo>
                <a:close/>
              </a:path>
              <a:path w="2941955" h="7334884">
                <a:moveTo>
                  <a:pt x="1566149" y="1321212"/>
                </a:moveTo>
                <a:lnTo>
                  <a:pt x="1577063" y="1327874"/>
                </a:lnTo>
                <a:lnTo>
                  <a:pt x="1570405" y="1338795"/>
                </a:lnTo>
                <a:lnTo>
                  <a:pt x="1559480" y="1332130"/>
                </a:lnTo>
                <a:lnTo>
                  <a:pt x="1566149" y="1321212"/>
                </a:lnTo>
                <a:close/>
              </a:path>
              <a:path w="2941955" h="7334884">
                <a:moveTo>
                  <a:pt x="1740461" y="1428518"/>
                </a:moveTo>
                <a:lnTo>
                  <a:pt x="1750012" y="1434344"/>
                </a:lnTo>
                <a:lnTo>
                  <a:pt x="1744182" y="1443905"/>
                </a:lnTo>
                <a:lnTo>
                  <a:pt x="1734628" y="1438070"/>
                </a:lnTo>
                <a:lnTo>
                  <a:pt x="1740461" y="1428518"/>
                </a:lnTo>
                <a:close/>
              </a:path>
              <a:path w="2941955" h="7334884">
                <a:moveTo>
                  <a:pt x="1914773" y="1535816"/>
                </a:moveTo>
                <a:lnTo>
                  <a:pt x="1922966" y="1540822"/>
                </a:lnTo>
                <a:lnTo>
                  <a:pt x="1917967" y="1549011"/>
                </a:lnTo>
                <a:lnTo>
                  <a:pt x="1909770" y="1544016"/>
                </a:lnTo>
                <a:lnTo>
                  <a:pt x="1914773" y="1535816"/>
                </a:lnTo>
                <a:close/>
              </a:path>
              <a:path w="2941955" h="7334884">
                <a:moveTo>
                  <a:pt x="2089225" y="1643679"/>
                </a:moveTo>
                <a:lnTo>
                  <a:pt x="2095364" y="1647428"/>
                </a:lnTo>
                <a:lnTo>
                  <a:pt x="2091616" y="1653567"/>
                </a:lnTo>
                <a:lnTo>
                  <a:pt x="2085469" y="1649822"/>
                </a:lnTo>
                <a:lnTo>
                  <a:pt x="2089225" y="1643679"/>
                </a:lnTo>
                <a:close/>
              </a:path>
              <a:path w="2941955" h="7334884">
                <a:moveTo>
                  <a:pt x="2263397" y="1750438"/>
                </a:moveTo>
                <a:lnTo>
                  <a:pt x="2268857" y="1753767"/>
                </a:lnTo>
                <a:lnTo>
                  <a:pt x="2265528" y="1759228"/>
                </a:lnTo>
                <a:lnTo>
                  <a:pt x="2260068" y="1755899"/>
                </a:lnTo>
                <a:lnTo>
                  <a:pt x="2263397" y="1750438"/>
                </a:lnTo>
                <a:close/>
              </a:path>
              <a:path w="2941955" h="7334884">
                <a:moveTo>
                  <a:pt x="2437718" y="1857740"/>
                </a:moveTo>
                <a:lnTo>
                  <a:pt x="2441818" y="1860241"/>
                </a:lnTo>
                <a:lnTo>
                  <a:pt x="2439316" y="1864341"/>
                </a:lnTo>
                <a:lnTo>
                  <a:pt x="2435212" y="1861833"/>
                </a:lnTo>
                <a:lnTo>
                  <a:pt x="2437718" y="1857740"/>
                </a:lnTo>
                <a:close/>
              </a:path>
              <a:path w="2941955" h="7334884">
                <a:moveTo>
                  <a:pt x="2612031" y="1965046"/>
                </a:moveTo>
                <a:lnTo>
                  <a:pt x="2614767" y="1966712"/>
                </a:lnTo>
                <a:lnTo>
                  <a:pt x="2613097" y="1969440"/>
                </a:lnTo>
                <a:lnTo>
                  <a:pt x="2610365" y="1967781"/>
                </a:lnTo>
                <a:lnTo>
                  <a:pt x="2612031" y="1965046"/>
                </a:lnTo>
                <a:close/>
              </a:path>
              <a:path w="2941955" h="7334884">
                <a:moveTo>
                  <a:pt x="2786341" y="2072362"/>
                </a:moveTo>
                <a:lnTo>
                  <a:pt x="2787713" y="2073193"/>
                </a:lnTo>
                <a:lnTo>
                  <a:pt x="2786878" y="2074558"/>
                </a:lnTo>
                <a:lnTo>
                  <a:pt x="2785514" y="2073723"/>
                </a:lnTo>
                <a:lnTo>
                  <a:pt x="2786341" y="2072362"/>
                </a:lnTo>
                <a:close/>
              </a:path>
              <a:path w="2941955" h="7334884">
                <a:moveTo>
                  <a:pt x="64216" y="631867"/>
                </a:moveTo>
                <a:lnTo>
                  <a:pt x="92205" y="648947"/>
                </a:lnTo>
                <a:lnTo>
                  <a:pt x="75129" y="676925"/>
                </a:lnTo>
                <a:lnTo>
                  <a:pt x="47140" y="659845"/>
                </a:lnTo>
                <a:lnTo>
                  <a:pt x="64216" y="631867"/>
                </a:lnTo>
                <a:close/>
              </a:path>
              <a:path w="2941955" h="7334884">
                <a:moveTo>
                  <a:pt x="238665" y="739724"/>
                </a:moveTo>
                <a:lnTo>
                  <a:pt x="264604" y="755552"/>
                </a:lnTo>
                <a:lnTo>
                  <a:pt x="248778" y="781480"/>
                </a:lnTo>
                <a:lnTo>
                  <a:pt x="222844" y="765659"/>
                </a:lnTo>
                <a:lnTo>
                  <a:pt x="238665" y="739724"/>
                </a:lnTo>
                <a:close/>
              </a:path>
              <a:path w="2941955" h="7334884">
                <a:moveTo>
                  <a:pt x="413121" y="847576"/>
                </a:moveTo>
                <a:lnTo>
                  <a:pt x="437010" y="862154"/>
                </a:lnTo>
                <a:lnTo>
                  <a:pt x="422425" y="886047"/>
                </a:lnTo>
                <a:lnTo>
                  <a:pt x="398536" y="871469"/>
                </a:lnTo>
                <a:lnTo>
                  <a:pt x="413121" y="847576"/>
                </a:lnTo>
                <a:close/>
              </a:path>
              <a:path w="2941955" h="7334884">
                <a:moveTo>
                  <a:pt x="587566" y="955425"/>
                </a:moveTo>
                <a:lnTo>
                  <a:pt x="609409" y="968759"/>
                </a:lnTo>
                <a:lnTo>
                  <a:pt x="596078" y="990609"/>
                </a:lnTo>
                <a:lnTo>
                  <a:pt x="574235" y="977274"/>
                </a:lnTo>
                <a:lnTo>
                  <a:pt x="587566" y="955425"/>
                </a:lnTo>
                <a:close/>
              </a:path>
              <a:path w="2941955" h="7334884">
                <a:moveTo>
                  <a:pt x="762143" y="1063835"/>
                </a:moveTo>
                <a:lnTo>
                  <a:pt x="781257" y="1075500"/>
                </a:lnTo>
                <a:lnTo>
                  <a:pt x="769599" y="1094610"/>
                </a:lnTo>
                <a:lnTo>
                  <a:pt x="750485" y="1082945"/>
                </a:lnTo>
                <a:lnTo>
                  <a:pt x="762143" y="1063835"/>
                </a:lnTo>
                <a:close/>
              </a:path>
              <a:path w="2941955" h="7334884">
                <a:moveTo>
                  <a:pt x="936455" y="1171141"/>
                </a:moveTo>
                <a:lnTo>
                  <a:pt x="954210" y="1181977"/>
                </a:lnTo>
                <a:lnTo>
                  <a:pt x="943384" y="1199716"/>
                </a:lnTo>
                <a:lnTo>
                  <a:pt x="925634" y="1188886"/>
                </a:lnTo>
                <a:lnTo>
                  <a:pt x="936455" y="1171141"/>
                </a:lnTo>
                <a:close/>
              </a:path>
              <a:path w="2941955" h="7334884">
                <a:moveTo>
                  <a:pt x="1110909" y="1279004"/>
                </a:moveTo>
                <a:lnTo>
                  <a:pt x="1126598" y="1288580"/>
                </a:lnTo>
                <a:lnTo>
                  <a:pt x="1117026" y="1304276"/>
                </a:lnTo>
                <a:lnTo>
                  <a:pt x="1101334" y="1294693"/>
                </a:lnTo>
                <a:lnTo>
                  <a:pt x="1110909" y="1279004"/>
                </a:lnTo>
                <a:close/>
              </a:path>
              <a:path w="2941955" h="7334884">
                <a:moveTo>
                  <a:pt x="1285489" y="1387404"/>
                </a:moveTo>
                <a:lnTo>
                  <a:pt x="1298453" y="1395317"/>
                </a:lnTo>
                <a:lnTo>
                  <a:pt x="1290544" y="1408288"/>
                </a:lnTo>
                <a:lnTo>
                  <a:pt x="1277580" y="1400375"/>
                </a:lnTo>
                <a:lnTo>
                  <a:pt x="1285489" y="1387404"/>
                </a:lnTo>
                <a:close/>
              </a:path>
              <a:path w="2941955" h="7334884">
                <a:moveTo>
                  <a:pt x="1459803" y="1494710"/>
                </a:moveTo>
                <a:lnTo>
                  <a:pt x="1471403" y="1501787"/>
                </a:lnTo>
                <a:lnTo>
                  <a:pt x="1464322" y="1513398"/>
                </a:lnTo>
                <a:lnTo>
                  <a:pt x="1452722" y="1506321"/>
                </a:lnTo>
                <a:lnTo>
                  <a:pt x="1459803" y="1494710"/>
                </a:lnTo>
                <a:close/>
              </a:path>
              <a:path w="2941955" h="7334884">
                <a:moveTo>
                  <a:pt x="1634124" y="1602011"/>
                </a:moveTo>
                <a:lnTo>
                  <a:pt x="1644363" y="1608261"/>
                </a:lnTo>
                <a:lnTo>
                  <a:pt x="1638113" y="1618501"/>
                </a:lnTo>
                <a:lnTo>
                  <a:pt x="1627874" y="1612251"/>
                </a:lnTo>
                <a:lnTo>
                  <a:pt x="1634124" y="1602011"/>
                </a:lnTo>
                <a:close/>
              </a:path>
              <a:path w="2941955" h="7334884">
                <a:moveTo>
                  <a:pt x="1808434" y="1709328"/>
                </a:moveTo>
                <a:lnTo>
                  <a:pt x="1817309" y="1714743"/>
                </a:lnTo>
                <a:lnTo>
                  <a:pt x="1811898" y="1723607"/>
                </a:lnTo>
                <a:lnTo>
                  <a:pt x="1803023" y="1718193"/>
                </a:lnTo>
                <a:lnTo>
                  <a:pt x="1808434" y="1709328"/>
                </a:lnTo>
                <a:close/>
              </a:path>
              <a:path w="2941955" h="7334884">
                <a:moveTo>
                  <a:pt x="1982879" y="1817177"/>
                </a:moveTo>
                <a:lnTo>
                  <a:pt x="1989704" y="1821341"/>
                </a:lnTo>
                <a:lnTo>
                  <a:pt x="1985540" y="1828166"/>
                </a:lnTo>
                <a:lnTo>
                  <a:pt x="1978715" y="1824002"/>
                </a:lnTo>
                <a:lnTo>
                  <a:pt x="1982879" y="1817177"/>
                </a:lnTo>
                <a:close/>
              </a:path>
              <a:path w="2941955" h="7334884">
                <a:moveTo>
                  <a:pt x="2157192" y="1924483"/>
                </a:moveTo>
                <a:lnTo>
                  <a:pt x="2162657" y="1927819"/>
                </a:lnTo>
                <a:lnTo>
                  <a:pt x="2159324" y="1933273"/>
                </a:lnTo>
                <a:lnTo>
                  <a:pt x="2153864" y="1929943"/>
                </a:lnTo>
                <a:lnTo>
                  <a:pt x="2157192" y="1924483"/>
                </a:lnTo>
                <a:close/>
              </a:path>
              <a:path w="2941955" h="7334884">
                <a:moveTo>
                  <a:pt x="2331507" y="2031789"/>
                </a:moveTo>
                <a:lnTo>
                  <a:pt x="2335611" y="2034297"/>
                </a:lnTo>
                <a:lnTo>
                  <a:pt x="2333113" y="2038386"/>
                </a:lnTo>
                <a:lnTo>
                  <a:pt x="2329013" y="2035885"/>
                </a:lnTo>
                <a:lnTo>
                  <a:pt x="2331507" y="2031789"/>
                </a:lnTo>
                <a:close/>
              </a:path>
              <a:path w="2941955" h="7334884">
                <a:moveTo>
                  <a:pt x="2505696" y="2138547"/>
                </a:moveTo>
                <a:lnTo>
                  <a:pt x="2509111" y="2140632"/>
                </a:lnTo>
                <a:lnTo>
                  <a:pt x="2507025" y="2144047"/>
                </a:lnTo>
                <a:lnTo>
                  <a:pt x="2503611" y="2141961"/>
                </a:lnTo>
                <a:lnTo>
                  <a:pt x="2505696" y="2138547"/>
                </a:lnTo>
                <a:close/>
              </a:path>
              <a:path w="2941955" h="7334884">
                <a:moveTo>
                  <a:pt x="2680007" y="2245863"/>
                </a:moveTo>
                <a:lnTo>
                  <a:pt x="2682053" y="2247107"/>
                </a:lnTo>
                <a:lnTo>
                  <a:pt x="2680806" y="2249146"/>
                </a:lnTo>
                <a:lnTo>
                  <a:pt x="2678759" y="2247902"/>
                </a:lnTo>
                <a:lnTo>
                  <a:pt x="2680007" y="2245863"/>
                </a:lnTo>
                <a:close/>
              </a:path>
              <a:path w="2941955" h="7334884">
                <a:moveTo>
                  <a:pt x="132325" y="913216"/>
                </a:moveTo>
                <a:lnTo>
                  <a:pt x="158942" y="929464"/>
                </a:lnTo>
                <a:lnTo>
                  <a:pt x="142701" y="956078"/>
                </a:lnTo>
                <a:lnTo>
                  <a:pt x="116081" y="939841"/>
                </a:lnTo>
                <a:lnTo>
                  <a:pt x="132325" y="913216"/>
                </a:lnTo>
                <a:close/>
              </a:path>
              <a:path w="2941955" h="7334884">
                <a:moveTo>
                  <a:pt x="306778" y="1021081"/>
                </a:moveTo>
                <a:lnTo>
                  <a:pt x="331341" y="1036070"/>
                </a:lnTo>
                <a:lnTo>
                  <a:pt x="316355" y="1060641"/>
                </a:lnTo>
                <a:lnTo>
                  <a:pt x="291780" y="1045648"/>
                </a:lnTo>
                <a:lnTo>
                  <a:pt x="306778" y="1021081"/>
                </a:lnTo>
                <a:close/>
              </a:path>
              <a:path w="2941955" h="7334884">
                <a:moveTo>
                  <a:pt x="481223" y="1128928"/>
                </a:moveTo>
                <a:lnTo>
                  <a:pt x="503748" y="1142671"/>
                </a:lnTo>
                <a:lnTo>
                  <a:pt x="490005" y="1165196"/>
                </a:lnTo>
                <a:lnTo>
                  <a:pt x="467480" y="1151453"/>
                </a:lnTo>
                <a:lnTo>
                  <a:pt x="481223" y="1128928"/>
                </a:lnTo>
                <a:close/>
              </a:path>
              <a:path w="2941955" h="7334884">
                <a:moveTo>
                  <a:pt x="655672" y="1236785"/>
                </a:moveTo>
                <a:lnTo>
                  <a:pt x="676147" y="1249277"/>
                </a:lnTo>
                <a:lnTo>
                  <a:pt x="663654" y="1269751"/>
                </a:lnTo>
                <a:lnTo>
                  <a:pt x="643180" y="1257259"/>
                </a:lnTo>
                <a:lnTo>
                  <a:pt x="655672" y="1236785"/>
                </a:lnTo>
                <a:close/>
              </a:path>
              <a:path w="2941955" h="7334884">
                <a:moveTo>
                  <a:pt x="830122" y="1344641"/>
                </a:moveTo>
                <a:lnTo>
                  <a:pt x="848550" y="1355890"/>
                </a:lnTo>
                <a:lnTo>
                  <a:pt x="837307" y="1374315"/>
                </a:lnTo>
                <a:lnTo>
                  <a:pt x="818879" y="1363066"/>
                </a:lnTo>
                <a:lnTo>
                  <a:pt x="830122" y="1344641"/>
                </a:lnTo>
                <a:close/>
              </a:path>
              <a:path w="2941955" h="7334884">
                <a:moveTo>
                  <a:pt x="1004564" y="1452501"/>
                </a:moveTo>
                <a:lnTo>
                  <a:pt x="1020949" y="1462496"/>
                </a:lnTo>
                <a:lnTo>
                  <a:pt x="1010951" y="1478875"/>
                </a:lnTo>
                <a:lnTo>
                  <a:pt x="994565" y="1468880"/>
                </a:lnTo>
                <a:lnTo>
                  <a:pt x="1004564" y="1452501"/>
                </a:lnTo>
                <a:close/>
              </a:path>
              <a:path w="2941955" h="7334884">
                <a:moveTo>
                  <a:pt x="1179144" y="1560902"/>
                </a:moveTo>
                <a:lnTo>
                  <a:pt x="1192793" y="1569230"/>
                </a:lnTo>
                <a:lnTo>
                  <a:pt x="1184465" y="1582880"/>
                </a:lnTo>
                <a:lnTo>
                  <a:pt x="1170815" y="1574551"/>
                </a:lnTo>
                <a:lnTo>
                  <a:pt x="1179144" y="1560902"/>
                </a:lnTo>
                <a:close/>
              </a:path>
              <a:path w="2941955" h="7334884">
                <a:moveTo>
                  <a:pt x="1353464" y="1668203"/>
                </a:moveTo>
                <a:lnTo>
                  <a:pt x="1365753" y="1675703"/>
                </a:lnTo>
                <a:lnTo>
                  <a:pt x="1358253" y="1687993"/>
                </a:lnTo>
                <a:lnTo>
                  <a:pt x="1345963" y="1680492"/>
                </a:lnTo>
                <a:lnTo>
                  <a:pt x="1353464" y="1668203"/>
                </a:lnTo>
                <a:close/>
              </a:path>
              <a:path w="2941955" h="7334884">
                <a:moveTo>
                  <a:pt x="1527775" y="1775521"/>
                </a:moveTo>
                <a:lnTo>
                  <a:pt x="1538700" y="1782186"/>
                </a:lnTo>
                <a:lnTo>
                  <a:pt x="1532041" y="1793107"/>
                </a:lnTo>
                <a:lnTo>
                  <a:pt x="1521113" y="1786435"/>
                </a:lnTo>
                <a:lnTo>
                  <a:pt x="1527775" y="1775521"/>
                </a:lnTo>
                <a:close/>
              </a:path>
              <a:path w="2941955" h="7334884">
                <a:moveTo>
                  <a:pt x="1702088" y="1882826"/>
                </a:moveTo>
                <a:lnTo>
                  <a:pt x="1711649" y="1888656"/>
                </a:lnTo>
                <a:lnTo>
                  <a:pt x="1705815" y="1898210"/>
                </a:lnTo>
                <a:lnTo>
                  <a:pt x="1696255" y="1892379"/>
                </a:lnTo>
                <a:lnTo>
                  <a:pt x="1702088" y="1882826"/>
                </a:lnTo>
                <a:close/>
              </a:path>
              <a:path w="2941955" h="7334884">
                <a:moveTo>
                  <a:pt x="1876537" y="1990682"/>
                </a:moveTo>
                <a:lnTo>
                  <a:pt x="1884048" y="1995262"/>
                </a:lnTo>
                <a:lnTo>
                  <a:pt x="1879468" y="2002772"/>
                </a:lnTo>
                <a:lnTo>
                  <a:pt x="1871957" y="1998192"/>
                </a:lnTo>
                <a:lnTo>
                  <a:pt x="1876537" y="1990682"/>
                </a:lnTo>
                <a:close/>
              </a:path>
              <a:path w="2941955" h="7334884">
                <a:moveTo>
                  <a:pt x="2050858" y="2097984"/>
                </a:moveTo>
                <a:lnTo>
                  <a:pt x="2057001" y="2101740"/>
                </a:lnTo>
                <a:lnTo>
                  <a:pt x="2053252" y="2107879"/>
                </a:lnTo>
                <a:lnTo>
                  <a:pt x="2047106" y="2104134"/>
                </a:lnTo>
                <a:lnTo>
                  <a:pt x="2050858" y="2097984"/>
                </a:lnTo>
                <a:close/>
              </a:path>
              <a:path w="2941955" h="7334884">
                <a:moveTo>
                  <a:pt x="2225172" y="2205289"/>
                </a:moveTo>
                <a:lnTo>
                  <a:pt x="2229951" y="2208210"/>
                </a:lnTo>
                <a:lnTo>
                  <a:pt x="2227037" y="2212985"/>
                </a:lnTo>
                <a:lnTo>
                  <a:pt x="2222259" y="2210064"/>
                </a:lnTo>
                <a:lnTo>
                  <a:pt x="2225172" y="2205289"/>
                </a:lnTo>
                <a:close/>
              </a:path>
              <a:path w="2941955" h="7334884">
                <a:moveTo>
                  <a:pt x="2399490" y="2312602"/>
                </a:moveTo>
                <a:lnTo>
                  <a:pt x="2402900" y="2314681"/>
                </a:lnTo>
                <a:lnTo>
                  <a:pt x="2400821" y="2318091"/>
                </a:lnTo>
                <a:lnTo>
                  <a:pt x="2397411" y="2316013"/>
                </a:lnTo>
                <a:lnTo>
                  <a:pt x="2399490" y="2312602"/>
                </a:lnTo>
                <a:close/>
              </a:path>
              <a:path w="2941955" h="7334884">
                <a:moveTo>
                  <a:pt x="2573803" y="2419908"/>
                </a:moveTo>
                <a:lnTo>
                  <a:pt x="2575850" y="2421151"/>
                </a:lnTo>
                <a:lnTo>
                  <a:pt x="2574599" y="2423201"/>
                </a:lnTo>
                <a:lnTo>
                  <a:pt x="2572553" y="2421958"/>
                </a:lnTo>
                <a:lnTo>
                  <a:pt x="2573803" y="2419908"/>
                </a:lnTo>
                <a:close/>
              </a:path>
              <a:path w="2941955" h="7334884">
                <a:moveTo>
                  <a:pt x="25856" y="1086166"/>
                </a:moveTo>
                <a:lnTo>
                  <a:pt x="53834" y="1103243"/>
                </a:lnTo>
                <a:lnTo>
                  <a:pt x="36762" y="1131228"/>
                </a:lnTo>
                <a:lnTo>
                  <a:pt x="8777" y="1114155"/>
                </a:lnTo>
                <a:lnTo>
                  <a:pt x="25856" y="1086166"/>
                </a:lnTo>
                <a:close/>
              </a:path>
              <a:path w="2941955" h="7334884">
                <a:moveTo>
                  <a:pt x="200433" y="1194577"/>
                </a:moveTo>
                <a:lnTo>
                  <a:pt x="225693" y="1209987"/>
                </a:lnTo>
                <a:lnTo>
                  <a:pt x="210280" y="1235240"/>
                </a:lnTo>
                <a:lnTo>
                  <a:pt x="185027" y="1219826"/>
                </a:lnTo>
                <a:lnTo>
                  <a:pt x="200433" y="1194577"/>
                </a:lnTo>
                <a:close/>
              </a:path>
              <a:path w="2941955" h="7334884">
                <a:moveTo>
                  <a:pt x="374746" y="1301883"/>
                </a:moveTo>
                <a:lnTo>
                  <a:pt x="398636" y="1316461"/>
                </a:lnTo>
                <a:lnTo>
                  <a:pt x="384065" y="1340346"/>
                </a:lnTo>
                <a:lnTo>
                  <a:pt x="360176" y="1325768"/>
                </a:lnTo>
                <a:lnTo>
                  <a:pt x="374746" y="1301883"/>
                </a:lnTo>
                <a:close/>
              </a:path>
              <a:path w="2941955" h="7334884">
                <a:moveTo>
                  <a:pt x="549326" y="1410283"/>
                </a:moveTo>
                <a:lnTo>
                  <a:pt x="570490" y="1423198"/>
                </a:lnTo>
                <a:lnTo>
                  <a:pt x="557582" y="1444358"/>
                </a:lnTo>
                <a:lnTo>
                  <a:pt x="536418" y="1431443"/>
                </a:lnTo>
                <a:lnTo>
                  <a:pt x="549326" y="1410283"/>
                </a:lnTo>
                <a:close/>
              </a:path>
              <a:path w="2941955" h="7334884">
                <a:moveTo>
                  <a:pt x="723779" y="1518146"/>
                </a:moveTo>
                <a:lnTo>
                  <a:pt x="742889" y="1529804"/>
                </a:lnTo>
                <a:lnTo>
                  <a:pt x="731232" y="1548914"/>
                </a:lnTo>
                <a:lnTo>
                  <a:pt x="712122" y="1537256"/>
                </a:lnTo>
                <a:lnTo>
                  <a:pt x="723779" y="1518146"/>
                </a:lnTo>
                <a:close/>
              </a:path>
              <a:path w="2941955" h="7334884">
                <a:moveTo>
                  <a:pt x="898229" y="1626003"/>
                </a:moveTo>
                <a:lnTo>
                  <a:pt x="915293" y="1636417"/>
                </a:lnTo>
                <a:lnTo>
                  <a:pt x="904886" y="1653477"/>
                </a:lnTo>
                <a:lnTo>
                  <a:pt x="887822" y="1643063"/>
                </a:lnTo>
                <a:lnTo>
                  <a:pt x="898229" y="1626003"/>
                </a:lnTo>
                <a:close/>
              </a:path>
              <a:path w="2941955" h="7334884">
                <a:moveTo>
                  <a:pt x="1072674" y="1733851"/>
                </a:moveTo>
                <a:lnTo>
                  <a:pt x="1087692" y="1743022"/>
                </a:lnTo>
                <a:lnTo>
                  <a:pt x="1078536" y="1758032"/>
                </a:lnTo>
                <a:lnTo>
                  <a:pt x="1063511" y="1748865"/>
                </a:lnTo>
                <a:lnTo>
                  <a:pt x="1072674" y="1733851"/>
                </a:lnTo>
                <a:close/>
              </a:path>
              <a:path w="2941955" h="7334884">
                <a:moveTo>
                  <a:pt x="1247257" y="1842258"/>
                </a:moveTo>
                <a:lnTo>
                  <a:pt x="1259547" y="1849759"/>
                </a:lnTo>
                <a:lnTo>
                  <a:pt x="1252046" y="1862048"/>
                </a:lnTo>
                <a:lnTo>
                  <a:pt x="1239757" y="1854548"/>
                </a:lnTo>
                <a:lnTo>
                  <a:pt x="1247257" y="1842258"/>
                </a:lnTo>
                <a:close/>
              </a:path>
              <a:path w="2941955" h="7334884">
                <a:moveTo>
                  <a:pt x="1421571" y="1949564"/>
                </a:moveTo>
                <a:lnTo>
                  <a:pt x="1432496" y="1956229"/>
                </a:lnTo>
                <a:lnTo>
                  <a:pt x="1425831" y="1967155"/>
                </a:lnTo>
                <a:lnTo>
                  <a:pt x="1414906" y="1960489"/>
                </a:lnTo>
                <a:lnTo>
                  <a:pt x="1421571" y="1949564"/>
                </a:lnTo>
                <a:close/>
              </a:path>
              <a:path w="2941955" h="7334884">
                <a:moveTo>
                  <a:pt x="1595885" y="2056870"/>
                </a:moveTo>
                <a:lnTo>
                  <a:pt x="1605438" y="2062704"/>
                </a:lnTo>
                <a:lnTo>
                  <a:pt x="1599611" y="2072253"/>
                </a:lnTo>
                <a:lnTo>
                  <a:pt x="1590050" y="2066423"/>
                </a:lnTo>
                <a:lnTo>
                  <a:pt x="1595885" y="2056870"/>
                </a:lnTo>
                <a:close/>
              </a:path>
              <a:path w="2941955" h="7334884">
                <a:moveTo>
                  <a:pt x="1770203" y="2164182"/>
                </a:moveTo>
                <a:lnTo>
                  <a:pt x="1778392" y="2169181"/>
                </a:lnTo>
                <a:lnTo>
                  <a:pt x="1773400" y="2177367"/>
                </a:lnTo>
                <a:lnTo>
                  <a:pt x="1765204" y="2172371"/>
                </a:lnTo>
                <a:lnTo>
                  <a:pt x="1770203" y="2164182"/>
                </a:lnTo>
                <a:close/>
              </a:path>
              <a:path w="2941955" h="7334884">
                <a:moveTo>
                  <a:pt x="1944516" y="2271488"/>
                </a:moveTo>
                <a:lnTo>
                  <a:pt x="1951341" y="2275652"/>
                </a:lnTo>
                <a:lnTo>
                  <a:pt x="1947177" y="2282477"/>
                </a:lnTo>
                <a:lnTo>
                  <a:pt x="1940352" y="2278313"/>
                </a:lnTo>
                <a:lnTo>
                  <a:pt x="1944516" y="2271488"/>
                </a:lnTo>
                <a:close/>
              </a:path>
              <a:path w="2941955" h="7334884">
                <a:moveTo>
                  <a:pt x="2118830" y="2378794"/>
                </a:moveTo>
                <a:lnTo>
                  <a:pt x="2124291" y="2382123"/>
                </a:lnTo>
                <a:lnTo>
                  <a:pt x="2120962" y="2387583"/>
                </a:lnTo>
                <a:lnTo>
                  <a:pt x="2115501" y="2384254"/>
                </a:lnTo>
                <a:lnTo>
                  <a:pt x="2118830" y="2378794"/>
                </a:lnTo>
                <a:close/>
              </a:path>
              <a:path w="2941955" h="7334884">
                <a:moveTo>
                  <a:pt x="2293151" y="2486096"/>
                </a:moveTo>
                <a:lnTo>
                  <a:pt x="2297240" y="2488593"/>
                </a:lnTo>
                <a:lnTo>
                  <a:pt x="2294739" y="2492694"/>
                </a:lnTo>
                <a:lnTo>
                  <a:pt x="2290643" y="2490199"/>
                </a:lnTo>
                <a:lnTo>
                  <a:pt x="2293151" y="2486096"/>
                </a:lnTo>
                <a:close/>
              </a:path>
              <a:path w="2941955" h="7334884">
                <a:moveTo>
                  <a:pt x="2467458" y="2593405"/>
                </a:moveTo>
                <a:lnTo>
                  <a:pt x="2470186" y="2595075"/>
                </a:lnTo>
                <a:lnTo>
                  <a:pt x="2468531" y="2597796"/>
                </a:lnTo>
                <a:lnTo>
                  <a:pt x="2465795" y="2596130"/>
                </a:lnTo>
                <a:lnTo>
                  <a:pt x="2467458" y="2593405"/>
                </a:lnTo>
                <a:close/>
              </a:path>
              <a:path w="2941955" h="7334884">
                <a:moveTo>
                  <a:pt x="2641772" y="2700711"/>
                </a:moveTo>
                <a:lnTo>
                  <a:pt x="2643136" y="2701546"/>
                </a:lnTo>
                <a:lnTo>
                  <a:pt x="2642309" y="2702907"/>
                </a:lnTo>
                <a:lnTo>
                  <a:pt x="2640944" y="2702072"/>
                </a:lnTo>
                <a:lnTo>
                  <a:pt x="2641772" y="2700711"/>
                </a:lnTo>
                <a:close/>
              </a:path>
              <a:path w="2941955" h="7334884">
                <a:moveTo>
                  <a:pt x="93964" y="1367527"/>
                </a:moveTo>
                <a:lnTo>
                  <a:pt x="120584" y="1383764"/>
                </a:lnTo>
                <a:lnTo>
                  <a:pt x="104340" y="1410388"/>
                </a:lnTo>
                <a:lnTo>
                  <a:pt x="77722" y="1394140"/>
                </a:lnTo>
                <a:lnTo>
                  <a:pt x="93964" y="1367527"/>
                </a:lnTo>
                <a:close/>
              </a:path>
              <a:path w="2941955" h="7334884">
                <a:moveTo>
                  <a:pt x="268414" y="1475383"/>
                </a:moveTo>
                <a:lnTo>
                  <a:pt x="292988" y="1490377"/>
                </a:lnTo>
                <a:lnTo>
                  <a:pt x="277990" y="1514944"/>
                </a:lnTo>
                <a:lnTo>
                  <a:pt x="253423" y="1499946"/>
                </a:lnTo>
                <a:lnTo>
                  <a:pt x="268414" y="1475383"/>
                </a:lnTo>
                <a:close/>
              </a:path>
              <a:path w="2941955" h="7334884">
                <a:moveTo>
                  <a:pt x="442997" y="1583790"/>
                </a:moveTo>
                <a:lnTo>
                  <a:pt x="464836" y="1597118"/>
                </a:lnTo>
                <a:lnTo>
                  <a:pt x="451508" y="1618957"/>
                </a:lnTo>
                <a:lnTo>
                  <a:pt x="429669" y="1605629"/>
                </a:lnTo>
                <a:lnTo>
                  <a:pt x="442997" y="1583790"/>
                </a:lnTo>
                <a:close/>
              </a:path>
              <a:path w="2941955" h="7334884">
                <a:moveTo>
                  <a:pt x="617442" y="1691639"/>
                </a:moveTo>
                <a:lnTo>
                  <a:pt x="637231" y="1703716"/>
                </a:lnTo>
                <a:lnTo>
                  <a:pt x="625157" y="1723512"/>
                </a:lnTo>
                <a:lnTo>
                  <a:pt x="605358" y="1711432"/>
                </a:lnTo>
                <a:lnTo>
                  <a:pt x="617442" y="1691639"/>
                </a:lnTo>
                <a:close/>
              </a:path>
              <a:path w="2941955" h="7334884">
                <a:moveTo>
                  <a:pt x="791889" y="1799496"/>
                </a:moveTo>
                <a:lnTo>
                  <a:pt x="809633" y="1810329"/>
                </a:lnTo>
                <a:lnTo>
                  <a:pt x="798807" y="1828067"/>
                </a:lnTo>
                <a:lnTo>
                  <a:pt x="781061" y="1817245"/>
                </a:lnTo>
                <a:lnTo>
                  <a:pt x="791889" y="1799496"/>
                </a:lnTo>
                <a:close/>
              </a:path>
              <a:path w="2941955" h="7334884">
                <a:moveTo>
                  <a:pt x="966344" y="1907359"/>
                </a:moveTo>
                <a:lnTo>
                  <a:pt x="982033" y="1916934"/>
                </a:lnTo>
                <a:lnTo>
                  <a:pt x="972454" y="1932634"/>
                </a:lnTo>
                <a:lnTo>
                  <a:pt x="956765" y="1923058"/>
                </a:lnTo>
                <a:lnTo>
                  <a:pt x="966344" y="1907359"/>
                </a:lnTo>
                <a:close/>
              </a:path>
              <a:path w="2941955" h="7334884">
                <a:moveTo>
                  <a:pt x="1140924" y="2015759"/>
                </a:moveTo>
                <a:lnTo>
                  <a:pt x="1153888" y="2023672"/>
                </a:lnTo>
                <a:lnTo>
                  <a:pt x="1145979" y="2036643"/>
                </a:lnTo>
                <a:lnTo>
                  <a:pt x="1133004" y="2028727"/>
                </a:lnTo>
                <a:lnTo>
                  <a:pt x="1140924" y="2015759"/>
                </a:lnTo>
                <a:close/>
              </a:path>
              <a:path w="2941955" h="7334884">
                <a:moveTo>
                  <a:pt x="1315231" y="2123068"/>
                </a:moveTo>
                <a:lnTo>
                  <a:pt x="1326834" y="2130153"/>
                </a:lnTo>
                <a:lnTo>
                  <a:pt x="1319757" y="2141752"/>
                </a:lnTo>
                <a:lnTo>
                  <a:pt x="1308153" y="2134667"/>
                </a:lnTo>
                <a:lnTo>
                  <a:pt x="1315231" y="2123068"/>
                </a:lnTo>
                <a:close/>
              </a:path>
              <a:path w="2941955" h="7334884">
                <a:moveTo>
                  <a:pt x="1489548" y="2230380"/>
                </a:moveTo>
                <a:lnTo>
                  <a:pt x="1499784" y="2236623"/>
                </a:lnTo>
                <a:lnTo>
                  <a:pt x="1493541" y="2246858"/>
                </a:lnTo>
                <a:lnTo>
                  <a:pt x="1483306" y="2240616"/>
                </a:lnTo>
                <a:lnTo>
                  <a:pt x="1489548" y="2230380"/>
                </a:lnTo>
                <a:close/>
              </a:path>
              <a:path w="2941955" h="7334884">
                <a:moveTo>
                  <a:pt x="1663869" y="2337682"/>
                </a:moveTo>
                <a:lnTo>
                  <a:pt x="1672733" y="2343094"/>
                </a:lnTo>
                <a:lnTo>
                  <a:pt x="1667319" y="2351969"/>
                </a:lnTo>
                <a:lnTo>
                  <a:pt x="1658455" y="2346557"/>
                </a:lnTo>
                <a:lnTo>
                  <a:pt x="1663869" y="2337682"/>
                </a:lnTo>
                <a:close/>
              </a:path>
              <a:path w="2941955" h="7334884">
                <a:moveTo>
                  <a:pt x="1838307" y="2445536"/>
                </a:moveTo>
                <a:lnTo>
                  <a:pt x="1845132" y="2449700"/>
                </a:lnTo>
                <a:lnTo>
                  <a:pt x="1840968" y="2456524"/>
                </a:lnTo>
                <a:lnTo>
                  <a:pt x="1834143" y="2452360"/>
                </a:lnTo>
                <a:lnTo>
                  <a:pt x="1838307" y="2445536"/>
                </a:lnTo>
                <a:close/>
              </a:path>
              <a:path w="2941955" h="7334884">
                <a:moveTo>
                  <a:pt x="2012621" y="2552841"/>
                </a:moveTo>
                <a:lnTo>
                  <a:pt x="2018086" y="2556177"/>
                </a:lnTo>
                <a:lnTo>
                  <a:pt x="2014757" y="2561638"/>
                </a:lnTo>
                <a:lnTo>
                  <a:pt x="2009292" y="2558302"/>
                </a:lnTo>
                <a:lnTo>
                  <a:pt x="2012621" y="2552841"/>
                </a:lnTo>
                <a:close/>
              </a:path>
              <a:path w="2941955" h="7334884">
                <a:moveTo>
                  <a:pt x="2186943" y="2660143"/>
                </a:moveTo>
                <a:lnTo>
                  <a:pt x="2191035" y="2662648"/>
                </a:lnTo>
                <a:lnTo>
                  <a:pt x="2188537" y="2666738"/>
                </a:lnTo>
                <a:lnTo>
                  <a:pt x="2184441" y="2664243"/>
                </a:lnTo>
                <a:lnTo>
                  <a:pt x="2186943" y="2660143"/>
                </a:lnTo>
                <a:close/>
              </a:path>
              <a:path w="2941955" h="7334884">
                <a:moveTo>
                  <a:pt x="2361256" y="2767449"/>
                </a:moveTo>
                <a:lnTo>
                  <a:pt x="2363985" y="2769119"/>
                </a:lnTo>
                <a:lnTo>
                  <a:pt x="2362325" y="2771851"/>
                </a:lnTo>
                <a:lnTo>
                  <a:pt x="2359589" y="2770185"/>
                </a:lnTo>
                <a:lnTo>
                  <a:pt x="2361256" y="2767449"/>
                </a:lnTo>
                <a:close/>
              </a:path>
              <a:path w="2941955" h="7334884">
                <a:moveTo>
                  <a:pt x="2535438" y="2874211"/>
                </a:moveTo>
                <a:lnTo>
                  <a:pt x="2537489" y="2875461"/>
                </a:lnTo>
                <a:lnTo>
                  <a:pt x="2536238" y="2877512"/>
                </a:lnTo>
                <a:lnTo>
                  <a:pt x="2534188" y="2876261"/>
                </a:lnTo>
                <a:lnTo>
                  <a:pt x="2535438" y="2874211"/>
                </a:lnTo>
                <a:close/>
              </a:path>
              <a:path w="2941955" h="7334884">
                <a:moveTo>
                  <a:pt x="0" y="1548572"/>
                </a:moveTo>
                <a:lnTo>
                  <a:pt x="14930" y="1557682"/>
                </a:lnTo>
                <a:lnTo>
                  <a:pt x="0" y="1582157"/>
                </a:lnTo>
                <a:lnTo>
                  <a:pt x="0" y="1548572"/>
                </a:lnTo>
                <a:close/>
              </a:path>
              <a:path w="2941955" h="7334884">
                <a:moveTo>
                  <a:pt x="162076" y="1648874"/>
                </a:moveTo>
                <a:lnTo>
                  <a:pt x="187329" y="1664287"/>
                </a:lnTo>
                <a:lnTo>
                  <a:pt x="171920" y="1689548"/>
                </a:lnTo>
                <a:lnTo>
                  <a:pt x="146667" y="1674134"/>
                </a:lnTo>
                <a:lnTo>
                  <a:pt x="162076" y="1648874"/>
                </a:lnTo>
                <a:close/>
              </a:path>
              <a:path w="2941955" h="7334884">
                <a:moveTo>
                  <a:pt x="336529" y="1756737"/>
                </a:moveTo>
                <a:lnTo>
                  <a:pt x="359733" y="1770899"/>
                </a:lnTo>
                <a:lnTo>
                  <a:pt x="345570" y="1794103"/>
                </a:lnTo>
                <a:lnTo>
                  <a:pt x="322367" y="1779940"/>
                </a:lnTo>
                <a:lnTo>
                  <a:pt x="336529" y="1756737"/>
                </a:lnTo>
                <a:close/>
              </a:path>
              <a:path w="2941955" h="7334884">
                <a:moveTo>
                  <a:pt x="511108" y="1865138"/>
                </a:moveTo>
                <a:lnTo>
                  <a:pt x="531583" y="1877629"/>
                </a:lnTo>
                <a:lnTo>
                  <a:pt x="519087" y="1898115"/>
                </a:lnTo>
                <a:lnTo>
                  <a:pt x="498609" y="1885615"/>
                </a:lnTo>
                <a:lnTo>
                  <a:pt x="511108" y="1865138"/>
                </a:lnTo>
                <a:close/>
              </a:path>
              <a:path w="2941955" h="7334884">
                <a:moveTo>
                  <a:pt x="685547" y="1972990"/>
                </a:moveTo>
                <a:lnTo>
                  <a:pt x="703982" y="1984235"/>
                </a:lnTo>
                <a:lnTo>
                  <a:pt x="692737" y="2002671"/>
                </a:lnTo>
                <a:lnTo>
                  <a:pt x="674301" y="1991426"/>
                </a:lnTo>
                <a:lnTo>
                  <a:pt x="685547" y="1972990"/>
                </a:lnTo>
                <a:close/>
              </a:path>
              <a:path w="2941955" h="7334884">
                <a:moveTo>
                  <a:pt x="860000" y="2080853"/>
                </a:moveTo>
                <a:lnTo>
                  <a:pt x="876385" y="2090848"/>
                </a:lnTo>
                <a:lnTo>
                  <a:pt x="866387" y="2107226"/>
                </a:lnTo>
                <a:lnTo>
                  <a:pt x="850001" y="2097232"/>
                </a:lnTo>
                <a:lnTo>
                  <a:pt x="860000" y="2080853"/>
                </a:lnTo>
                <a:close/>
              </a:path>
              <a:path w="2941955" h="7334884">
                <a:moveTo>
                  <a:pt x="1034576" y="2189264"/>
                </a:moveTo>
                <a:lnTo>
                  <a:pt x="1048226" y="2197592"/>
                </a:lnTo>
                <a:lnTo>
                  <a:pt x="1039898" y="2211242"/>
                </a:lnTo>
                <a:lnTo>
                  <a:pt x="1026248" y="2202914"/>
                </a:lnTo>
                <a:lnTo>
                  <a:pt x="1034576" y="2189264"/>
                </a:lnTo>
                <a:close/>
              </a:path>
              <a:path w="2941955" h="7334884">
                <a:moveTo>
                  <a:pt x="1208897" y="2296566"/>
                </a:moveTo>
                <a:lnTo>
                  <a:pt x="1221182" y="2304059"/>
                </a:lnTo>
                <a:lnTo>
                  <a:pt x="1213689" y="2316345"/>
                </a:lnTo>
                <a:lnTo>
                  <a:pt x="1201400" y="2308844"/>
                </a:lnTo>
                <a:lnTo>
                  <a:pt x="1208897" y="2296566"/>
                </a:lnTo>
                <a:close/>
              </a:path>
              <a:path w="2941955" h="7334884">
                <a:moveTo>
                  <a:pt x="1383211" y="2403872"/>
                </a:moveTo>
                <a:lnTo>
                  <a:pt x="1394125" y="2410534"/>
                </a:lnTo>
                <a:lnTo>
                  <a:pt x="1387466" y="2421455"/>
                </a:lnTo>
                <a:lnTo>
                  <a:pt x="1376549" y="2414786"/>
                </a:lnTo>
                <a:lnTo>
                  <a:pt x="1383211" y="2403872"/>
                </a:lnTo>
                <a:close/>
              </a:path>
              <a:path w="2941955" h="7334884">
                <a:moveTo>
                  <a:pt x="1557525" y="2511178"/>
                </a:moveTo>
                <a:lnTo>
                  <a:pt x="1567086" y="2517008"/>
                </a:lnTo>
                <a:lnTo>
                  <a:pt x="1561251" y="2526561"/>
                </a:lnTo>
                <a:lnTo>
                  <a:pt x="1551691" y="2520731"/>
                </a:lnTo>
                <a:lnTo>
                  <a:pt x="1557525" y="2511178"/>
                </a:lnTo>
                <a:close/>
              </a:path>
              <a:path w="2941955" h="7334884">
                <a:moveTo>
                  <a:pt x="1731974" y="2619034"/>
                </a:moveTo>
                <a:lnTo>
                  <a:pt x="1739484" y="2623614"/>
                </a:lnTo>
                <a:lnTo>
                  <a:pt x="1734904" y="2631124"/>
                </a:lnTo>
                <a:lnTo>
                  <a:pt x="1727394" y="2626544"/>
                </a:lnTo>
                <a:lnTo>
                  <a:pt x="1731974" y="2619034"/>
                </a:lnTo>
                <a:close/>
              </a:path>
              <a:path w="2941955" h="7334884">
                <a:moveTo>
                  <a:pt x="1906287" y="2726340"/>
                </a:moveTo>
                <a:lnTo>
                  <a:pt x="1912427" y="2730088"/>
                </a:lnTo>
                <a:lnTo>
                  <a:pt x="1908678" y="2736227"/>
                </a:lnTo>
                <a:lnTo>
                  <a:pt x="1902543" y="2732485"/>
                </a:lnTo>
                <a:lnTo>
                  <a:pt x="1906287" y="2726340"/>
                </a:lnTo>
                <a:close/>
              </a:path>
              <a:path w="2941955" h="7334884">
                <a:moveTo>
                  <a:pt x="2080608" y="2833641"/>
                </a:moveTo>
                <a:lnTo>
                  <a:pt x="2085383" y="2836555"/>
                </a:lnTo>
                <a:lnTo>
                  <a:pt x="2082467" y="2841340"/>
                </a:lnTo>
                <a:lnTo>
                  <a:pt x="2077692" y="2838427"/>
                </a:lnTo>
                <a:lnTo>
                  <a:pt x="2080608" y="2833641"/>
                </a:lnTo>
                <a:close/>
              </a:path>
              <a:path w="2941955" h="7334884">
                <a:moveTo>
                  <a:pt x="2254919" y="2940958"/>
                </a:moveTo>
                <a:lnTo>
                  <a:pt x="2258329" y="2943037"/>
                </a:lnTo>
                <a:lnTo>
                  <a:pt x="2256251" y="2946447"/>
                </a:lnTo>
                <a:lnTo>
                  <a:pt x="2252840" y="2944368"/>
                </a:lnTo>
                <a:lnTo>
                  <a:pt x="2254919" y="2940958"/>
                </a:lnTo>
                <a:close/>
              </a:path>
              <a:path w="2941955" h="7334884">
                <a:moveTo>
                  <a:pt x="2429229" y="3048256"/>
                </a:moveTo>
                <a:lnTo>
                  <a:pt x="2431279" y="3049507"/>
                </a:lnTo>
                <a:lnTo>
                  <a:pt x="2430036" y="3051553"/>
                </a:lnTo>
                <a:lnTo>
                  <a:pt x="2427985" y="3050303"/>
                </a:lnTo>
                <a:lnTo>
                  <a:pt x="2429229" y="3048256"/>
                </a:lnTo>
                <a:close/>
              </a:path>
              <a:path w="2941955" h="7334884">
                <a:moveTo>
                  <a:pt x="55730" y="1822371"/>
                </a:moveTo>
                <a:lnTo>
                  <a:pt x="81668" y="1838200"/>
                </a:lnTo>
                <a:lnTo>
                  <a:pt x="65839" y="1864139"/>
                </a:lnTo>
                <a:lnTo>
                  <a:pt x="39900" y="1848310"/>
                </a:lnTo>
                <a:lnTo>
                  <a:pt x="55730" y="1822371"/>
                </a:lnTo>
                <a:close/>
              </a:path>
              <a:path w="2941955" h="7334884">
                <a:moveTo>
                  <a:pt x="230183" y="1930234"/>
                </a:moveTo>
                <a:lnTo>
                  <a:pt x="254072" y="1944813"/>
                </a:lnTo>
                <a:lnTo>
                  <a:pt x="239494" y="1968702"/>
                </a:lnTo>
                <a:lnTo>
                  <a:pt x="215604" y="1954124"/>
                </a:lnTo>
                <a:lnTo>
                  <a:pt x="230183" y="1930234"/>
                </a:lnTo>
                <a:close/>
              </a:path>
              <a:path w="2941955" h="7334884">
                <a:moveTo>
                  <a:pt x="404759" y="2038645"/>
                </a:moveTo>
                <a:lnTo>
                  <a:pt x="425920" y="2051553"/>
                </a:lnTo>
                <a:lnTo>
                  <a:pt x="413012" y="2072713"/>
                </a:lnTo>
                <a:lnTo>
                  <a:pt x="391848" y="2059799"/>
                </a:lnTo>
                <a:lnTo>
                  <a:pt x="404759" y="2038645"/>
                </a:lnTo>
                <a:close/>
              </a:path>
              <a:path w="2941955" h="7334884">
                <a:moveTo>
                  <a:pt x="579212" y="2146490"/>
                </a:moveTo>
                <a:lnTo>
                  <a:pt x="598321" y="2158148"/>
                </a:lnTo>
                <a:lnTo>
                  <a:pt x="586657" y="2177261"/>
                </a:lnTo>
                <a:lnTo>
                  <a:pt x="567547" y="2165604"/>
                </a:lnTo>
                <a:lnTo>
                  <a:pt x="579212" y="2146490"/>
                </a:lnTo>
                <a:close/>
              </a:path>
              <a:path w="2941955" h="7334884">
                <a:moveTo>
                  <a:pt x="753661" y="2254347"/>
                </a:moveTo>
                <a:lnTo>
                  <a:pt x="770725" y="2264761"/>
                </a:lnTo>
                <a:lnTo>
                  <a:pt x="760311" y="2281825"/>
                </a:lnTo>
                <a:lnTo>
                  <a:pt x="743247" y="2271411"/>
                </a:lnTo>
                <a:lnTo>
                  <a:pt x="753661" y="2254347"/>
                </a:lnTo>
                <a:close/>
              </a:path>
              <a:path w="2941955" h="7334884">
                <a:moveTo>
                  <a:pt x="928110" y="2362204"/>
                </a:moveTo>
                <a:lnTo>
                  <a:pt x="943124" y="2371367"/>
                </a:lnTo>
                <a:lnTo>
                  <a:pt x="933954" y="2386385"/>
                </a:lnTo>
                <a:lnTo>
                  <a:pt x="918944" y="2377229"/>
                </a:lnTo>
                <a:lnTo>
                  <a:pt x="928110" y="2362204"/>
                </a:lnTo>
                <a:close/>
              </a:path>
              <a:path w="2941955" h="7334884">
                <a:moveTo>
                  <a:pt x="1102694" y="2470610"/>
                </a:moveTo>
                <a:lnTo>
                  <a:pt x="1114979" y="2478103"/>
                </a:lnTo>
                <a:lnTo>
                  <a:pt x="1107479" y="2490393"/>
                </a:lnTo>
                <a:lnTo>
                  <a:pt x="1095194" y="2482899"/>
                </a:lnTo>
                <a:lnTo>
                  <a:pt x="1102694" y="2470610"/>
                </a:lnTo>
                <a:close/>
              </a:path>
              <a:path w="2941955" h="7334884">
                <a:moveTo>
                  <a:pt x="1277001" y="2577919"/>
                </a:moveTo>
                <a:lnTo>
                  <a:pt x="1287926" y="2584585"/>
                </a:lnTo>
                <a:lnTo>
                  <a:pt x="1281257" y="2595503"/>
                </a:lnTo>
                <a:lnTo>
                  <a:pt x="1270343" y="2588840"/>
                </a:lnTo>
                <a:lnTo>
                  <a:pt x="1277001" y="2577919"/>
                </a:lnTo>
                <a:close/>
              </a:path>
              <a:path w="2941955" h="7334884">
                <a:moveTo>
                  <a:pt x="1451315" y="2685225"/>
                </a:moveTo>
                <a:lnTo>
                  <a:pt x="1460875" y="2691055"/>
                </a:lnTo>
                <a:lnTo>
                  <a:pt x="1455045" y="2700616"/>
                </a:lnTo>
                <a:lnTo>
                  <a:pt x="1445484" y="2694786"/>
                </a:lnTo>
                <a:lnTo>
                  <a:pt x="1451315" y="2685225"/>
                </a:lnTo>
                <a:close/>
              </a:path>
              <a:path w="2941955" h="7334884">
                <a:moveTo>
                  <a:pt x="1625636" y="2792528"/>
                </a:moveTo>
                <a:lnTo>
                  <a:pt x="1633825" y="2797526"/>
                </a:lnTo>
                <a:lnTo>
                  <a:pt x="1628818" y="2805720"/>
                </a:lnTo>
                <a:lnTo>
                  <a:pt x="1620633" y="2800728"/>
                </a:lnTo>
                <a:lnTo>
                  <a:pt x="1625636" y="2792528"/>
                </a:lnTo>
                <a:close/>
              </a:path>
              <a:path w="2941955" h="7334884">
                <a:moveTo>
                  <a:pt x="1800088" y="2900391"/>
                </a:moveTo>
                <a:lnTo>
                  <a:pt x="1806223" y="2904132"/>
                </a:lnTo>
                <a:lnTo>
                  <a:pt x="1802472" y="2910283"/>
                </a:lnTo>
                <a:lnTo>
                  <a:pt x="1796332" y="2906534"/>
                </a:lnTo>
                <a:lnTo>
                  <a:pt x="1800088" y="2900391"/>
                </a:lnTo>
                <a:close/>
              </a:path>
              <a:path w="2941955" h="7334884">
                <a:moveTo>
                  <a:pt x="1974402" y="3007696"/>
                </a:moveTo>
                <a:lnTo>
                  <a:pt x="1979177" y="3010610"/>
                </a:lnTo>
                <a:lnTo>
                  <a:pt x="1976256" y="3015389"/>
                </a:lnTo>
                <a:lnTo>
                  <a:pt x="1971481" y="3012475"/>
                </a:lnTo>
                <a:lnTo>
                  <a:pt x="1974402" y="3007696"/>
                </a:lnTo>
                <a:close/>
              </a:path>
              <a:path w="2941955" h="7334884">
                <a:moveTo>
                  <a:pt x="2148716" y="3115002"/>
                </a:moveTo>
                <a:lnTo>
                  <a:pt x="2152126" y="3117081"/>
                </a:lnTo>
                <a:lnTo>
                  <a:pt x="2150048" y="3120491"/>
                </a:lnTo>
                <a:lnTo>
                  <a:pt x="2146637" y="3118413"/>
                </a:lnTo>
                <a:lnTo>
                  <a:pt x="2148716" y="3115002"/>
                </a:lnTo>
                <a:close/>
              </a:path>
              <a:path w="2941955" h="7334884">
                <a:moveTo>
                  <a:pt x="2323026" y="3222301"/>
                </a:moveTo>
                <a:lnTo>
                  <a:pt x="2325076" y="3223551"/>
                </a:lnTo>
                <a:lnTo>
                  <a:pt x="2323825" y="3225601"/>
                </a:lnTo>
                <a:lnTo>
                  <a:pt x="2321775" y="3224351"/>
                </a:lnTo>
                <a:lnTo>
                  <a:pt x="2323026" y="3222301"/>
                </a:lnTo>
                <a:close/>
              </a:path>
              <a:path w="2941955" h="7334884">
                <a:moveTo>
                  <a:pt x="123846" y="2103728"/>
                </a:moveTo>
                <a:lnTo>
                  <a:pt x="148420" y="2118721"/>
                </a:lnTo>
                <a:lnTo>
                  <a:pt x="133419" y="2143300"/>
                </a:lnTo>
                <a:lnTo>
                  <a:pt x="108844" y="2128307"/>
                </a:lnTo>
                <a:lnTo>
                  <a:pt x="123846" y="2103728"/>
                </a:lnTo>
                <a:close/>
              </a:path>
              <a:path w="2941955" h="7334884">
                <a:moveTo>
                  <a:pt x="298426" y="2212146"/>
                </a:moveTo>
                <a:lnTo>
                  <a:pt x="320261" y="2225466"/>
                </a:lnTo>
                <a:lnTo>
                  <a:pt x="306941" y="2247302"/>
                </a:lnTo>
                <a:lnTo>
                  <a:pt x="285105" y="2233981"/>
                </a:lnTo>
                <a:lnTo>
                  <a:pt x="298426" y="2212146"/>
                </a:lnTo>
                <a:close/>
              </a:path>
              <a:path w="2941955" h="7334884">
                <a:moveTo>
                  <a:pt x="472871" y="2319994"/>
                </a:moveTo>
                <a:lnTo>
                  <a:pt x="492664" y="2332078"/>
                </a:lnTo>
                <a:lnTo>
                  <a:pt x="480587" y="2351867"/>
                </a:lnTo>
                <a:lnTo>
                  <a:pt x="460791" y="2339794"/>
                </a:lnTo>
                <a:lnTo>
                  <a:pt x="472871" y="2319994"/>
                </a:lnTo>
                <a:close/>
              </a:path>
              <a:path w="2941955" h="7334884">
                <a:moveTo>
                  <a:pt x="647327" y="2427847"/>
                </a:moveTo>
                <a:lnTo>
                  <a:pt x="665066" y="2438673"/>
                </a:lnTo>
                <a:lnTo>
                  <a:pt x="654237" y="2456423"/>
                </a:lnTo>
                <a:lnTo>
                  <a:pt x="636490" y="2445601"/>
                </a:lnTo>
                <a:lnTo>
                  <a:pt x="647327" y="2427847"/>
                </a:lnTo>
                <a:close/>
              </a:path>
              <a:path w="2941955" h="7334884">
                <a:moveTo>
                  <a:pt x="821769" y="2535707"/>
                </a:moveTo>
                <a:lnTo>
                  <a:pt x="837469" y="2545286"/>
                </a:lnTo>
                <a:lnTo>
                  <a:pt x="827890" y="2560986"/>
                </a:lnTo>
                <a:lnTo>
                  <a:pt x="812190" y="2551407"/>
                </a:lnTo>
                <a:lnTo>
                  <a:pt x="821769" y="2535707"/>
                </a:lnTo>
                <a:close/>
              </a:path>
              <a:path w="2941955" h="7334884">
                <a:moveTo>
                  <a:pt x="996353" y="2644114"/>
                </a:moveTo>
                <a:lnTo>
                  <a:pt x="1009316" y="2652027"/>
                </a:lnTo>
                <a:lnTo>
                  <a:pt x="1001403" y="2664991"/>
                </a:lnTo>
                <a:lnTo>
                  <a:pt x="988440" y="2657078"/>
                </a:lnTo>
                <a:lnTo>
                  <a:pt x="996353" y="2644114"/>
                </a:lnTo>
                <a:close/>
              </a:path>
              <a:path w="2941955" h="7334884">
                <a:moveTo>
                  <a:pt x="1170663" y="2751413"/>
                </a:moveTo>
                <a:lnTo>
                  <a:pt x="1182266" y="2758497"/>
                </a:lnTo>
                <a:lnTo>
                  <a:pt x="1175188" y="2770097"/>
                </a:lnTo>
                <a:lnTo>
                  <a:pt x="1163577" y="2763016"/>
                </a:lnTo>
                <a:lnTo>
                  <a:pt x="1170663" y="2751413"/>
                </a:lnTo>
                <a:close/>
              </a:path>
              <a:path w="2941955" h="7334884">
                <a:moveTo>
                  <a:pt x="1344976" y="2858718"/>
                </a:moveTo>
                <a:lnTo>
                  <a:pt x="1355216" y="2864968"/>
                </a:lnTo>
                <a:lnTo>
                  <a:pt x="1348966" y="2875207"/>
                </a:lnTo>
                <a:lnTo>
                  <a:pt x="1338727" y="2868957"/>
                </a:lnTo>
                <a:lnTo>
                  <a:pt x="1344976" y="2858718"/>
                </a:lnTo>
                <a:close/>
              </a:path>
              <a:path w="2941955" h="7334884">
                <a:moveTo>
                  <a:pt x="1519429" y="2966582"/>
                </a:moveTo>
                <a:lnTo>
                  <a:pt x="1527615" y="2971574"/>
                </a:lnTo>
                <a:lnTo>
                  <a:pt x="1522616" y="2979763"/>
                </a:lnTo>
                <a:lnTo>
                  <a:pt x="1514431" y="2974771"/>
                </a:lnTo>
                <a:lnTo>
                  <a:pt x="1519429" y="2966582"/>
                </a:lnTo>
                <a:close/>
              </a:path>
              <a:path w="2941955" h="7334884">
                <a:moveTo>
                  <a:pt x="1693743" y="3073887"/>
                </a:moveTo>
                <a:lnTo>
                  <a:pt x="1700568" y="3078051"/>
                </a:lnTo>
                <a:lnTo>
                  <a:pt x="1696404" y="3084876"/>
                </a:lnTo>
                <a:lnTo>
                  <a:pt x="1689579" y="3080712"/>
                </a:lnTo>
                <a:lnTo>
                  <a:pt x="1693743" y="3073887"/>
                </a:lnTo>
                <a:close/>
              </a:path>
              <a:path w="2941955" h="7334884">
                <a:moveTo>
                  <a:pt x="1868057" y="3181193"/>
                </a:moveTo>
                <a:lnTo>
                  <a:pt x="1873521" y="3184529"/>
                </a:lnTo>
                <a:lnTo>
                  <a:pt x="1870192" y="3189990"/>
                </a:lnTo>
                <a:lnTo>
                  <a:pt x="1864728" y="3186654"/>
                </a:lnTo>
                <a:lnTo>
                  <a:pt x="1868057" y="3181193"/>
                </a:lnTo>
                <a:close/>
              </a:path>
              <a:path w="2941955" h="7334884">
                <a:moveTo>
                  <a:pt x="2042378" y="3288495"/>
                </a:moveTo>
                <a:lnTo>
                  <a:pt x="2046467" y="3290993"/>
                </a:lnTo>
                <a:lnTo>
                  <a:pt x="2043966" y="3295093"/>
                </a:lnTo>
                <a:lnTo>
                  <a:pt x="2039870" y="3292599"/>
                </a:lnTo>
                <a:lnTo>
                  <a:pt x="2042378" y="3288495"/>
                </a:lnTo>
                <a:close/>
              </a:path>
              <a:path w="2941955" h="7334884">
                <a:moveTo>
                  <a:pt x="2216688" y="3395812"/>
                </a:moveTo>
                <a:lnTo>
                  <a:pt x="2219417" y="3397482"/>
                </a:lnTo>
                <a:lnTo>
                  <a:pt x="2217761" y="3400202"/>
                </a:lnTo>
                <a:lnTo>
                  <a:pt x="2215025" y="3398536"/>
                </a:lnTo>
                <a:lnTo>
                  <a:pt x="2216688" y="3395812"/>
                </a:lnTo>
                <a:close/>
              </a:path>
              <a:path w="2941955" h="7334884">
                <a:moveTo>
                  <a:pt x="2391002" y="3503117"/>
                </a:moveTo>
                <a:lnTo>
                  <a:pt x="2392363" y="3503945"/>
                </a:lnTo>
                <a:lnTo>
                  <a:pt x="2391535" y="3505306"/>
                </a:lnTo>
                <a:lnTo>
                  <a:pt x="2390174" y="3504478"/>
                </a:lnTo>
                <a:lnTo>
                  <a:pt x="2391002" y="3503117"/>
                </a:lnTo>
                <a:close/>
              </a:path>
              <a:path w="2941955" h="7334884">
                <a:moveTo>
                  <a:pt x="17636" y="2277773"/>
                </a:moveTo>
                <a:lnTo>
                  <a:pt x="42214" y="2292774"/>
                </a:lnTo>
                <a:lnTo>
                  <a:pt x="27217" y="2317341"/>
                </a:lnTo>
                <a:lnTo>
                  <a:pt x="2642" y="2302348"/>
                </a:lnTo>
                <a:lnTo>
                  <a:pt x="17636" y="2277773"/>
                </a:lnTo>
                <a:close/>
              </a:path>
              <a:path w="2941955" h="7334884">
                <a:moveTo>
                  <a:pt x="192089" y="2385636"/>
                </a:moveTo>
                <a:lnTo>
                  <a:pt x="214613" y="2399379"/>
                </a:lnTo>
                <a:lnTo>
                  <a:pt x="200863" y="2421908"/>
                </a:lnTo>
                <a:lnTo>
                  <a:pt x="178338" y="2408165"/>
                </a:lnTo>
                <a:lnTo>
                  <a:pt x="192089" y="2385636"/>
                </a:lnTo>
                <a:close/>
              </a:path>
              <a:path w="2941955" h="7334884">
                <a:moveTo>
                  <a:pt x="366538" y="2493493"/>
                </a:moveTo>
                <a:lnTo>
                  <a:pt x="387012" y="2505985"/>
                </a:lnTo>
                <a:lnTo>
                  <a:pt x="374512" y="2526464"/>
                </a:lnTo>
                <a:lnTo>
                  <a:pt x="354038" y="2513971"/>
                </a:lnTo>
                <a:lnTo>
                  <a:pt x="366538" y="2493493"/>
                </a:lnTo>
                <a:close/>
              </a:path>
              <a:path w="2941955" h="7334884">
                <a:moveTo>
                  <a:pt x="540979" y="2601353"/>
                </a:moveTo>
                <a:lnTo>
                  <a:pt x="559415" y="2612598"/>
                </a:lnTo>
                <a:lnTo>
                  <a:pt x="548173" y="2631023"/>
                </a:lnTo>
                <a:lnTo>
                  <a:pt x="529737" y="2619778"/>
                </a:lnTo>
                <a:lnTo>
                  <a:pt x="540979" y="2601353"/>
                </a:lnTo>
                <a:close/>
              </a:path>
              <a:path w="2941955" h="7334884">
                <a:moveTo>
                  <a:pt x="715559" y="2709753"/>
                </a:moveTo>
                <a:lnTo>
                  <a:pt x="731259" y="2719332"/>
                </a:lnTo>
                <a:lnTo>
                  <a:pt x="721680" y="2735032"/>
                </a:lnTo>
                <a:lnTo>
                  <a:pt x="705981" y="2725453"/>
                </a:lnTo>
                <a:lnTo>
                  <a:pt x="715559" y="2709753"/>
                </a:lnTo>
                <a:close/>
              </a:path>
              <a:path w="2941955" h="7334884">
                <a:moveTo>
                  <a:pt x="890008" y="2817609"/>
                </a:moveTo>
                <a:lnTo>
                  <a:pt x="903662" y="2825945"/>
                </a:lnTo>
                <a:lnTo>
                  <a:pt x="895334" y="2839594"/>
                </a:lnTo>
                <a:lnTo>
                  <a:pt x="881680" y="2831259"/>
                </a:lnTo>
                <a:lnTo>
                  <a:pt x="890008" y="2817609"/>
                </a:lnTo>
                <a:close/>
              </a:path>
              <a:path w="2941955" h="7334884">
                <a:moveTo>
                  <a:pt x="1064457" y="2925465"/>
                </a:moveTo>
                <a:lnTo>
                  <a:pt x="1076061" y="2932550"/>
                </a:lnTo>
                <a:lnTo>
                  <a:pt x="1068983" y="2944150"/>
                </a:lnTo>
                <a:lnTo>
                  <a:pt x="1057380" y="2937065"/>
                </a:lnTo>
                <a:lnTo>
                  <a:pt x="1064457" y="2925465"/>
                </a:lnTo>
                <a:close/>
              </a:path>
              <a:path w="2941955" h="7334884">
                <a:moveTo>
                  <a:pt x="1238771" y="3032771"/>
                </a:moveTo>
                <a:lnTo>
                  <a:pt x="1249011" y="3039021"/>
                </a:lnTo>
                <a:lnTo>
                  <a:pt x="1242761" y="3049260"/>
                </a:lnTo>
                <a:lnTo>
                  <a:pt x="1232522" y="3043010"/>
                </a:lnTo>
                <a:lnTo>
                  <a:pt x="1238771" y="3032771"/>
                </a:lnTo>
                <a:close/>
              </a:path>
              <a:path w="2941955" h="7334884">
                <a:moveTo>
                  <a:pt x="1413085" y="3140077"/>
                </a:moveTo>
                <a:lnTo>
                  <a:pt x="1421960" y="3145491"/>
                </a:lnTo>
                <a:lnTo>
                  <a:pt x="1416545" y="3154366"/>
                </a:lnTo>
                <a:lnTo>
                  <a:pt x="1407670" y="3148952"/>
                </a:lnTo>
                <a:lnTo>
                  <a:pt x="1413085" y="3140077"/>
                </a:lnTo>
                <a:close/>
              </a:path>
              <a:path w="2941955" h="7334884">
                <a:moveTo>
                  <a:pt x="1587534" y="3247933"/>
                </a:moveTo>
                <a:lnTo>
                  <a:pt x="1594363" y="3252104"/>
                </a:lnTo>
                <a:lnTo>
                  <a:pt x="1590199" y="3258929"/>
                </a:lnTo>
                <a:lnTo>
                  <a:pt x="1583370" y="3254757"/>
                </a:lnTo>
                <a:lnTo>
                  <a:pt x="1587534" y="3247933"/>
                </a:lnTo>
                <a:close/>
              </a:path>
              <a:path w="2941955" h="7334884">
                <a:moveTo>
                  <a:pt x="1761852" y="3355245"/>
                </a:moveTo>
                <a:lnTo>
                  <a:pt x="1767312" y="3358575"/>
                </a:lnTo>
                <a:lnTo>
                  <a:pt x="1763983" y="3364035"/>
                </a:lnTo>
                <a:lnTo>
                  <a:pt x="1758523" y="3360706"/>
                </a:lnTo>
                <a:lnTo>
                  <a:pt x="1761852" y="3355245"/>
                </a:lnTo>
                <a:close/>
              </a:path>
              <a:path w="2941955" h="7334884">
                <a:moveTo>
                  <a:pt x="1936172" y="3462548"/>
                </a:moveTo>
                <a:lnTo>
                  <a:pt x="1940262" y="3465045"/>
                </a:lnTo>
                <a:lnTo>
                  <a:pt x="1937763" y="3469135"/>
                </a:lnTo>
                <a:lnTo>
                  <a:pt x="1933667" y="3466641"/>
                </a:lnTo>
                <a:lnTo>
                  <a:pt x="1936172" y="3462548"/>
                </a:lnTo>
                <a:close/>
              </a:path>
              <a:path w="2941955" h="7334884">
                <a:moveTo>
                  <a:pt x="2110487" y="3569853"/>
                </a:moveTo>
                <a:lnTo>
                  <a:pt x="2113216" y="3571523"/>
                </a:lnTo>
                <a:lnTo>
                  <a:pt x="2111553" y="3574247"/>
                </a:lnTo>
                <a:lnTo>
                  <a:pt x="2108817" y="3572581"/>
                </a:lnTo>
                <a:lnTo>
                  <a:pt x="2110487" y="3569853"/>
                </a:lnTo>
                <a:close/>
              </a:path>
              <a:path w="2941955" h="7334884">
                <a:moveTo>
                  <a:pt x="2284793" y="3677163"/>
                </a:moveTo>
                <a:lnTo>
                  <a:pt x="2286158" y="3677998"/>
                </a:lnTo>
                <a:lnTo>
                  <a:pt x="2285330" y="3679358"/>
                </a:lnTo>
                <a:lnTo>
                  <a:pt x="2283965" y="3678523"/>
                </a:lnTo>
                <a:lnTo>
                  <a:pt x="2284793" y="3677163"/>
                </a:lnTo>
                <a:close/>
              </a:path>
              <a:path w="2941955" h="7334884">
                <a:moveTo>
                  <a:pt x="85745" y="2559134"/>
                </a:moveTo>
                <a:lnTo>
                  <a:pt x="108955" y="2573292"/>
                </a:lnTo>
                <a:lnTo>
                  <a:pt x="94796" y="2596503"/>
                </a:lnTo>
                <a:lnTo>
                  <a:pt x="71582" y="2582337"/>
                </a:lnTo>
                <a:lnTo>
                  <a:pt x="85745" y="2559134"/>
                </a:lnTo>
                <a:close/>
              </a:path>
              <a:path w="2941955" h="7334884">
                <a:moveTo>
                  <a:pt x="260332" y="2667548"/>
                </a:moveTo>
                <a:lnTo>
                  <a:pt x="280806" y="2680040"/>
                </a:lnTo>
                <a:lnTo>
                  <a:pt x="268314" y="2700514"/>
                </a:lnTo>
                <a:lnTo>
                  <a:pt x="247840" y="2688022"/>
                </a:lnTo>
                <a:lnTo>
                  <a:pt x="260332" y="2667548"/>
                </a:lnTo>
                <a:close/>
              </a:path>
              <a:path w="2941955" h="7334884">
                <a:moveTo>
                  <a:pt x="434777" y="2775397"/>
                </a:moveTo>
                <a:lnTo>
                  <a:pt x="453213" y="2786642"/>
                </a:lnTo>
                <a:lnTo>
                  <a:pt x="441964" y="2805070"/>
                </a:lnTo>
                <a:lnTo>
                  <a:pt x="423528" y="2793825"/>
                </a:lnTo>
                <a:lnTo>
                  <a:pt x="434777" y="2775397"/>
                </a:lnTo>
                <a:close/>
              </a:path>
              <a:path w="2941955" h="7334884">
                <a:moveTo>
                  <a:pt x="609226" y="2883253"/>
                </a:moveTo>
                <a:lnTo>
                  <a:pt x="625612" y="2893247"/>
                </a:lnTo>
                <a:lnTo>
                  <a:pt x="615617" y="2909633"/>
                </a:lnTo>
                <a:lnTo>
                  <a:pt x="599232" y="2899638"/>
                </a:lnTo>
                <a:lnTo>
                  <a:pt x="609226" y="2883253"/>
                </a:lnTo>
                <a:close/>
              </a:path>
              <a:path w="2941955" h="7334884">
                <a:moveTo>
                  <a:pt x="783803" y="2991663"/>
                </a:moveTo>
                <a:lnTo>
                  <a:pt x="797453" y="2999992"/>
                </a:lnTo>
                <a:lnTo>
                  <a:pt x="789125" y="3013642"/>
                </a:lnTo>
                <a:lnTo>
                  <a:pt x="775475" y="3005313"/>
                </a:lnTo>
                <a:lnTo>
                  <a:pt x="783803" y="2991663"/>
                </a:lnTo>
                <a:close/>
              </a:path>
              <a:path w="2941955" h="7334884">
                <a:moveTo>
                  <a:pt x="958124" y="3098965"/>
                </a:moveTo>
                <a:lnTo>
                  <a:pt x="970413" y="3106466"/>
                </a:lnTo>
                <a:lnTo>
                  <a:pt x="962916" y="3118744"/>
                </a:lnTo>
                <a:lnTo>
                  <a:pt x="950627" y="3111244"/>
                </a:lnTo>
                <a:lnTo>
                  <a:pt x="958124" y="3098965"/>
                </a:lnTo>
                <a:close/>
              </a:path>
              <a:path w="2941955" h="7334884">
                <a:moveTo>
                  <a:pt x="1132438" y="3206271"/>
                </a:moveTo>
                <a:lnTo>
                  <a:pt x="1143352" y="3212934"/>
                </a:lnTo>
                <a:lnTo>
                  <a:pt x="1136693" y="3223855"/>
                </a:lnTo>
                <a:lnTo>
                  <a:pt x="1125779" y="3217192"/>
                </a:lnTo>
                <a:lnTo>
                  <a:pt x="1132438" y="3206271"/>
                </a:lnTo>
                <a:close/>
              </a:path>
              <a:path w="2941955" h="7334884">
                <a:moveTo>
                  <a:pt x="1306752" y="3313577"/>
                </a:moveTo>
                <a:lnTo>
                  <a:pt x="1316312" y="3319407"/>
                </a:lnTo>
                <a:lnTo>
                  <a:pt x="1310482" y="3328968"/>
                </a:lnTo>
                <a:lnTo>
                  <a:pt x="1300921" y="3323138"/>
                </a:lnTo>
                <a:lnTo>
                  <a:pt x="1306752" y="3313577"/>
                </a:lnTo>
                <a:close/>
              </a:path>
              <a:path w="2941955" h="7334884">
                <a:moveTo>
                  <a:pt x="1481201" y="3421433"/>
                </a:moveTo>
                <a:lnTo>
                  <a:pt x="1488711" y="3426013"/>
                </a:lnTo>
                <a:lnTo>
                  <a:pt x="1484132" y="3433523"/>
                </a:lnTo>
                <a:lnTo>
                  <a:pt x="1476617" y="3428937"/>
                </a:lnTo>
                <a:lnTo>
                  <a:pt x="1481201" y="3421433"/>
                </a:lnTo>
                <a:close/>
              </a:path>
              <a:path w="2941955" h="7334884">
                <a:moveTo>
                  <a:pt x="1655515" y="3528739"/>
                </a:moveTo>
                <a:lnTo>
                  <a:pt x="1661654" y="3532487"/>
                </a:lnTo>
                <a:lnTo>
                  <a:pt x="1657909" y="3538634"/>
                </a:lnTo>
                <a:lnTo>
                  <a:pt x="1651766" y="3534878"/>
                </a:lnTo>
                <a:lnTo>
                  <a:pt x="1655515" y="3528739"/>
                </a:lnTo>
                <a:close/>
              </a:path>
              <a:path w="2941955" h="7334884">
                <a:moveTo>
                  <a:pt x="1829829" y="3636044"/>
                </a:moveTo>
                <a:lnTo>
                  <a:pt x="1834615" y="3638961"/>
                </a:lnTo>
                <a:lnTo>
                  <a:pt x="1831694" y="3643740"/>
                </a:lnTo>
                <a:lnTo>
                  <a:pt x="1826908" y="3640823"/>
                </a:lnTo>
                <a:lnTo>
                  <a:pt x="1829829" y="3636044"/>
                </a:lnTo>
                <a:close/>
              </a:path>
              <a:path w="2941955" h="7334884">
                <a:moveTo>
                  <a:pt x="2004143" y="3743350"/>
                </a:moveTo>
                <a:lnTo>
                  <a:pt x="2007557" y="3745435"/>
                </a:lnTo>
                <a:lnTo>
                  <a:pt x="2005472" y="3748850"/>
                </a:lnTo>
                <a:lnTo>
                  <a:pt x="2002057" y="3746764"/>
                </a:lnTo>
                <a:lnTo>
                  <a:pt x="2004143" y="3743350"/>
                </a:lnTo>
                <a:close/>
              </a:path>
              <a:path w="2941955" h="7334884">
                <a:moveTo>
                  <a:pt x="2178456" y="3850656"/>
                </a:moveTo>
                <a:lnTo>
                  <a:pt x="2180510" y="3851913"/>
                </a:lnTo>
                <a:lnTo>
                  <a:pt x="2179263" y="3853952"/>
                </a:lnTo>
                <a:lnTo>
                  <a:pt x="2177213" y="3852702"/>
                </a:lnTo>
                <a:lnTo>
                  <a:pt x="2178456" y="3850656"/>
                </a:lnTo>
                <a:close/>
              </a:path>
              <a:path w="2941955" h="7334884">
                <a:moveTo>
                  <a:pt x="0" y="2745197"/>
                </a:moveTo>
                <a:lnTo>
                  <a:pt x="3300" y="2747211"/>
                </a:lnTo>
                <a:lnTo>
                  <a:pt x="0" y="2752619"/>
                </a:lnTo>
                <a:lnTo>
                  <a:pt x="0" y="2745197"/>
                </a:lnTo>
                <a:close/>
              </a:path>
              <a:path w="2941955" h="7334884">
                <a:moveTo>
                  <a:pt x="153987" y="2841043"/>
                </a:moveTo>
                <a:lnTo>
                  <a:pt x="175147" y="2853951"/>
                </a:lnTo>
                <a:lnTo>
                  <a:pt x="162236" y="2875105"/>
                </a:lnTo>
                <a:lnTo>
                  <a:pt x="141075" y="2862196"/>
                </a:lnTo>
                <a:lnTo>
                  <a:pt x="153987" y="2841043"/>
                </a:lnTo>
                <a:close/>
              </a:path>
              <a:path w="2941955" h="7334884">
                <a:moveTo>
                  <a:pt x="328436" y="2948899"/>
                </a:moveTo>
                <a:lnTo>
                  <a:pt x="347546" y="2960557"/>
                </a:lnTo>
                <a:lnTo>
                  <a:pt x="335889" y="2979667"/>
                </a:lnTo>
                <a:lnTo>
                  <a:pt x="316779" y="2968010"/>
                </a:lnTo>
                <a:lnTo>
                  <a:pt x="328436" y="2948899"/>
                </a:lnTo>
                <a:close/>
              </a:path>
              <a:path w="2941955" h="7334884">
                <a:moveTo>
                  <a:pt x="502889" y="3056745"/>
                </a:moveTo>
                <a:lnTo>
                  <a:pt x="519953" y="3067158"/>
                </a:lnTo>
                <a:lnTo>
                  <a:pt x="509538" y="3084223"/>
                </a:lnTo>
                <a:lnTo>
                  <a:pt x="492474" y="3073809"/>
                </a:lnTo>
                <a:lnTo>
                  <a:pt x="502889" y="3056745"/>
                </a:lnTo>
                <a:close/>
              </a:path>
              <a:path w="2941955" h="7334884">
                <a:moveTo>
                  <a:pt x="677465" y="3165155"/>
                </a:moveTo>
                <a:lnTo>
                  <a:pt x="691804" y="3173906"/>
                </a:lnTo>
                <a:lnTo>
                  <a:pt x="683057" y="3188235"/>
                </a:lnTo>
                <a:lnTo>
                  <a:pt x="668721" y="3179491"/>
                </a:lnTo>
                <a:lnTo>
                  <a:pt x="677465" y="3165155"/>
                </a:lnTo>
                <a:close/>
              </a:path>
              <a:path w="2941955" h="7334884">
                <a:moveTo>
                  <a:pt x="851914" y="3273011"/>
                </a:moveTo>
                <a:lnTo>
                  <a:pt x="864204" y="3280512"/>
                </a:lnTo>
                <a:lnTo>
                  <a:pt x="856710" y="3292798"/>
                </a:lnTo>
                <a:lnTo>
                  <a:pt x="844421" y="3285297"/>
                </a:lnTo>
                <a:lnTo>
                  <a:pt x="851914" y="3273011"/>
                </a:lnTo>
                <a:close/>
              </a:path>
              <a:path w="2941955" h="7334884">
                <a:moveTo>
                  <a:pt x="1026233" y="3380324"/>
                </a:moveTo>
                <a:lnTo>
                  <a:pt x="1037154" y="3386982"/>
                </a:lnTo>
                <a:lnTo>
                  <a:pt x="1030484" y="3397900"/>
                </a:lnTo>
                <a:lnTo>
                  <a:pt x="1019570" y="3391238"/>
                </a:lnTo>
                <a:lnTo>
                  <a:pt x="1026233" y="3380324"/>
                </a:lnTo>
                <a:close/>
              </a:path>
              <a:path w="2941955" h="7334884">
                <a:moveTo>
                  <a:pt x="1200546" y="3487630"/>
                </a:moveTo>
                <a:lnTo>
                  <a:pt x="1210107" y="3493460"/>
                </a:lnTo>
                <a:lnTo>
                  <a:pt x="1204272" y="3503013"/>
                </a:lnTo>
                <a:lnTo>
                  <a:pt x="1194712" y="3497183"/>
                </a:lnTo>
                <a:lnTo>
                  <a:pt x="1200546" y="3487630"/>
                </a:lnTo>
                <a:close/>
              </a:path>
              <a:path w="2941955" h="7334884">
                <a:moveTo>
                  <a:pt x="1374991" y="3595479"/>
                </a:moveTo>
                <a:lnTo>
                  <a:pt x="1382506" y="3600066"/>
                </a:lnTo>
                <a:lnTo>
                  <a:pt x="1377922" y="3607569"/>
                </a:lnTo>
                <a:lnTo>
                  <a:pt x="1370411" y="3602989"/>
                </a:lnTo>
                <a:lnTo>
                  <a:pt x="1374991" y="3595479"/>
                </a:lnTo>
                <a:close/>
              </a:path>
              <a:path w="2941955" h="7334884">
                <a:moveTo>
                  <a:pt x="1549305" y="3702785"/>
                </a:moveTo>
                <a:lnTo>
                  <a:pt x="1555455" y="3706537"/>
                </a:lnTo>
                <a:lnTo>
                  <a:pt x="1551699" y="3712680"/>
                </a:lnTo>
                <a:lnTo>
                  <a:pt x="1545560" y="3708931"/>
                </a:lnTo>
                <a:lnTo>
                  <a:pt x="1549305" y="3702785"/>
                </a:lnTo>
                <a:close/>
              </a:path>
              <a:path w="2941955" h="7334884">
                <a:moveTo>
                  <a:pt x="1723619" y="3810090"/>
                </a:moveTo>
                <a:lnTo>
                  <a:pt x="1728405" y="3813007"/>
                </a:lnTo>
                <a:lnTo>
                  <a:pt x="1725489" y="3817792"/>
                </a:lnTo>
                <a:lnTo>
                  <a:pt x="1720703" y="3814876"/>
                </a:lnTo>
                <a:lnTo>
                  <a:pt x="1723619" y="3810090"/>
                </a:lnTo>
                <a:close/>
              </a:path>
              <a:path w="2941955" h="7334884">
                <a:moveTo>
                  <a:pt x="1897940" y="3917392"/>
                </a:moveTo>
                <a:lnTo>
                  <a:pt x="1901354" y="3919478"/>
                </a:lnTo>
                <a:lnTo>
                  <a:pt x="1899269" y="3922892"/>
                </a:lnTo>
                <a:lnTo>
                  <a:pt x="1895854" y="3920807"/>
                </a:lnTo>
                <a:lnTo>
                  <a:pt x="1897940" y="3917392"/>
                </a:lnTo>
                <a:close/>
              </a:path>
              <a:path w="2941955" h="7334884">
                <a:moveTo>
                  <a:pt x="2072251" y="4024709"/>
                </a:moveTo>
                <a:lnTo>
                  <a:pt x="2074301" y="4025959"/>
                </a:lnTo>
                <a:lnTo>
                  <a:pt x="2073057" y="4028006"/>
                </a:lnTo>
                <a:lnTo>
                  <a:pt x="2071003" y="4026748"/>
                </a:lnTo>
                <a:lnTo>
                  <a:pt x="2072251" y="4024709"/>
                </a:lnTo>
                <a:close/>
              </a:path>
              <a:path w="2941955" h="7334884">
                <a:moveTo>
                  <a:pt x="47652" y="3014533"/>
                </a:moveTo>
                <a:lnTo>
                  <a:pt x="69495" y="3027868"/>
                </a:lnTo>
                <a:lnTo>
                  <a:pt x="56174" y="3049703"/>
                </a:lnTo>
                <a:lnTo>
                  <a:pt x="34324" y="3036372"/>
                </a:lnTo>
                <a:lnTo>
                  <a:pt x="47652" y="3014533"/>
                </a:lnTo>
                <a:close/>
              </a:path>
              <a:path w="2941955" h="7334884">
                <a:moveTo>
                  <a:pt x="222236" y="3122940"/>
                </a:moveTo>
                <a:lnTo>
                  <a:pt x="241346" y="3134598"/>
                </a:lnTo>
                <a:lnTo>
                  <a:pt x="229681" y="3153712"/>
                </a:lnTo>
                <a:lnTo>
                  <a:pt x="210578" y="3142051"/>
                </a:lnTo>
                <a:lnTo>
                  <a:pt x="222236" y="3122940"/>
                </a:lnTo>
                <a:close/>
              </a:path>
              <a:path w="2941955" h="7334884">
                <a:moveTo>
                  <a:pt x="396685" y="3230796"/>
                </a:moveTo>
                <a:lnTo>
                  <a:pt x="413749" y="3241210"/>
                </a:lnTo>
                <a:lnTo>
                  <a:pt x="403335" y="3258274"/>
                </a:lnTo>
                <a:lnTo>
                  <a:pt x="386270" y="3247861"/>
                </a:lnTo>
                <a:lnTo>
                  <a:pt x="396685" y="3230796"/>
                </a:lnTo>
                <a:close/>
              </a:path>
              <a:path w="2941955" h="7334884">
                <a:moveTo>
                  <a:pt x="571134" y="3338652"/>
                </a:moveTo>
                <a:lnTo>
                  <a:pt x="586148" y="3347816"/>
                </a:lnTo>
                <a:lnTo>
                  <a:pt x="576984" y="3362830"/>
                </a:lnTo>
                <a:lnTo>
                  <a:pt x="561970" y="3353667"/>
                </a:lnTo>
                <a:lnTo>
                  <a:pt x="571134" y="3338652"/>
                </a:lnTo>
                <a:close/>
              </a:path>
              <a:path w="2941955" h="7334884">
                <a:moveTo>
                  <a:pt x="745714" y="3447052"/>
                </a:moveTo>
                <a:lnTo>
                  <a:pt x="758003" y="3454553"/>
                </a:lnTo>
                <a:lnTo>
                  <a:pt x="750503" y="3466842"/>
                </a:lnTo>
                <a:lnTo>
                  <a:pt x="738213" y="3459341"/>
                </a:lnTo>
                <a:lnTo>
                  <a:pt x="745714" y="3447052"/>
                </a:lnTo>
                <a:close/>
              </a:path>
              <a:path w="2941955" h="7334884">
                <a:moveTo>
                  <a:pt x="920032" y="3554364"/>
                </a:moveTo>
                <a:lnTo>
                  <a:pt x="930953" y="3561023"/>
                </a:lnTo>
                <a:lnTo>
                  <a:pt x="924280" y="3571952"/>
                </a:lnTo>
                <a:lnTo>
                  <a:pt x="913367" y="3565289"/>
                </a:lnTo>
                <a:lnTo>
                  <a:pt x="920032" y="3554364"/>
                </a:lnTo>
                <a:close/>
              </a:path>
              <a:path w="2941955" h="7334884">
                <a:moveTo>
                  <a:pt x="1094338" y="3661675"/>
                </a:moveTo>
                <a:lnTo>
                  <a:pt x="1103899" y="3667504"/>
                </a:lnTo>
                <a:lnTo>
                  <a:pt x="1098068" y="3677065"/>
                </a:lnTo>
                <a:lnTo>
                  <a:pt x="1088515" y="3671231"/>
                </a:lnTo>
                <a:lnTo>
                  <a:pt x="1094338" y="3661675"/>
                </a:lnTo>
                <a:close/>
              </a:path>
              <a:path w="2941955" h="7334884">
                <a:moveTo>
                  <a:pt x="1268659" y="3768976"/>
                </a:moveTo>
                <a:lnTo>
                  <a:pt x="1276848" y="3773975"/>
                </a:lnTo>
                <a:lnTo>
                  <a:pt x="1271850" y="3782165"/>
                </a:lnTo>
                <a:lnTo>
                  <a:pt x="1263660" y="3777165"/>
                </a:lnTo>
                <a:lnTo>
                  <a:pt x="1268659" y="3768976"/>
                </a:lnTo>
                <a:close/>
              </a:path>
              <a:path w="2941955" h="7334884">
                <a:moveTo>
                  <a:pt x="1443100" y="3876836"/>
                </a:moveTo>
                <a:lnTo>
                  <a:pt x="1449247" y="3880581"/>
                </a:lnTo>
                <a:lnTo>
                  <a:pt x="1445495" y="3886732"/>
                </a:lnTo>
                <a:lnTo>
                  <a:pt x="1439352" y="3882976"/>
                </a:lnTo>
                <a:lnTo>
                  <a:pt x="1443100" y="3876836"/>
                </a:lnTo>
                <a:close/>
              </a:path>
              <a:path w="2941955" h="7334884">
                <a:moveTo>
                  <a:pt x="1617414" y="3984142"/>
                </a:moveTo>
                <a:lnTo>
                  <a:pt x="1622200" y="3987059"/>
                </a:lnTo>
                <a:lnTo>
                  <a:pt x="1619287" y="3991834"/>
                </a:lnTo>
                <a:lnTo>
                  <a:pt x="1614501" y="3988917"/>
                </a:lnTo>
                <a:lnTo>
                  <a:pt x="1617414" y="3984142"/>
                </a:lnTo>
                <a:close/>
              </a:path>
              <a:path w="2941955" h="7334884">
                <a:moveTo>
                  <a:pt x="1791735" y="4091444"/>
                </a:moveTo>
                <a:lnTo>
                  <a:pt x="1795146" y="4093523"/>
                </a:lnTo>
                <a:lnTo>
                  <a:pt x="1793061" y="4096937"/>
                </a:lnTo>
                <a:lnTo>
                  <a:pt x="1789650" y="4094858"/>
                </a:lnTo>
                <a:lnTo>
                  <a:pt x="1791735" y="4091444"/>
                </a:lnTo>
                <a:close/>
              </a:path>
              <a:path w="2941955" h="7334884">
                <a:moveTo>
                  <a:pt x="1966049" y="4198750"/>
                </a:moveTo>
                <a:lnTo>
                  <a:pt x="1968099" y="4200000"/>
                </a:lnTo>
                <a:lnTo>
                  <a:pt x="1966849" y="4202051"/>
                </a:lnTo>
                <a:lnTo>
                  <a:pt x="1964799" y="4200800"/>
                </a:lnTo>
                <a:lnTo>
                  <a:pt x="1966049" y="4198750"/>
                </a:lnTo>
                <a:close/>
              </a:path>
              <a:path w="2941955" h="7334884">
                <a:moveTo>
                  <a:pt x="115897" y="3296431"/>
                </a:moveTo>
                <a:lnTo>
                  <a:pt x="135690" y="3308515"/>
                </a:lnTo>
                <a:lnTo>
                  <a:pt x="123616" y="3328311"/>
                </a:lnTo>
                <a:lnTo>
                  <a:pt x="103817" y="3316230"/>
                </a:lnTo>
                <a:lnTo>
                  <a:pt x="115897" y="3296431"/>
                </a:lnTo>
                <a:close/>
              </a:path>
              <a:path w="2941955" h="7334884">
                <a:moveTo>
                  <a:pt x="290349" y="3404294"/>
                </a:moveTo>
                <a:lnTo>
                  <a:pt x="308089" y="3415120"/>
                </a:lnTo>
                <a:lnTo>
                  <a:pt x="297259" y="3432870"/>
                </a:lnTo>
                <a:lnTo>
                  <a:pt x="279513" y="3422048"/>
                </a:lnTo>
                <a:lnTo>
                  <a:pt x="290349" y="3404294"/>
                </a:lnTo>
                <a:close/>
              </a:path>
              <a:path w="2941955" h="7334884">
                <a:moveTo>
                  <a:pt x="464927" y="3512705"/>
                </a:moveTo>
                <a:lnTo>
                  <a:pt x="479937" y="3521861"/>
                </a:lnTo>
                <a:lnTo>
                  <a:pt x="470773" y="3536875"/>
                </a:lnTo>
                <a:lnTo>
                  <a:pt x="455763" y="3527719"/>
                </a:lnTo>
                <a:lnTo>
                  <a:pt x="464927" y="3512705"/>
                </a:lnTo>
                <a:close/>
              </a:path>
              <a:path w="2941955" h="7334884">
                <a:moveTo>
                  <a:pt x="639372" y="3620554"/>
                </a:moveTo>
                <a:lnTo>
                  <a:pt x="652343" y="3628463"/>
                </a:lnTo>
                <a:lnTo>
                  <a:pt x="644427" y="3641438"/>
                </a:lnTo>
                <a:lnTo>
                  <a:pt x="631459" y="3633518"/>
                </a:lnTo>
                <a:lnTo>
                  <a:pt x="639372" y="3620554"/>
                </a:lnTo>
                <a:close/>
              </a:path>
              <a:path w="2941955" h="7334884">
                <a:moveTo>
                  <a:pt x="813686" y="3727860"/>
                </a:moveTo>
                <a:lnTo>
                  <a:pt x="825289" y="3734944"/>
                </a:lnTo>
                <a:lnTo>
                  <a:pt x="818212" y="3746544"/>
                </a:lnTo>
                <a:lnTo>
                  <a:pt x="806608" y="3739459"/>
                </a:lnTo>
                <a:lnTo>
                  <a:pt x="813686" y="3727860"/>
                </a:lnTo>
                <a:close/>
              </a:path>
              <a:path w="2941955" h="7334884">
                <a:moveTo>
                  <a:pt x="988000" y="3835165"/>
                </a:moveTo>
                <a:lnTo>
                  <a:pt x="998239" y="3841415"/>
                </a:lnTo>
                <a:lnTo>
                  <a:pt x="991990" y="3851654"/>
                </a:lnTo>
                <a:lnTo>
                  <a:pt x="981750" y="3845404"/>
                </a:lnTo>
                <a:lnTo>
                  <a:pt x="988000" y="3835165"/>
                </a:lnTo>
                <a:close/>
              </a:path>
              <a:path w="2941955" h="7334884">
                <a:moveTo>
                  <a:pt x="1162453" y="3943028"/>
                </a:moveTo>
                <a:lnTo>
                  <a:pt x="1170638" y="3948020"/>
                </a:lnTo>
                <a:lnTo>
                  <a:pt x="1165639" y="3956210"/>
                </a:lnTo>
                <a:lnTo>
                  <a:pt x="1157454" y="3951218"/>
                </a:lnTo>
                <a:lnTo>
                  <a:pt x="1162453" y="3943028"/>
                </a:lnTo>
                <a:close/>
              </a:path>
              <a:path w="2941955" h="7334884">
                <a:moveTo>
                  <a:pt x="1336767" y="4050334"/>
                </a:moveTo>
                <a:lnTo>
                  <a:pt x="1343592" y="4054498"/>
                </a:lnTo>
                <a:lnTo>
                  <a:pt x="1339427" y="4061323"/>
                </a:lnTo>
                <a:lnTo>
                  <a:pt x="1332603" y="4057159"/>
                </a:lnTo>
                <a:lnTo>
                  <a:pt x="1336767" y="4050334"/>
                </a:lnTo>
                <a:close/>
              </a:path>
              <a:path w="2941955" h="7334884">
                <a:moveTo>
                  <a:pt x="1511081" y="4157640"/>
                </a:moveTo>
                <a:lnTo>
                  <a:pt x="1516541" y="4160969"/>
                </a:lnTo>
                <a:lnTo>
                  <a:pt x="1513205" y="4166434"/>
                </a:lnTo>
                <a:lnTo>
                  <a:pt x="1507751" y="4163101"/>
                </a:lnTo>
                <a:lnTo>
                  <a:pt x="1511081" y="4157640"/>
                </a:lnTo>
                <a:close/>
              </a:path>
              <a:path w="2941955" h="7334884">
                <a:moveTo>
                  <a:pt x="1685400" y="4264943"/>
                </a:moveTo>
                <a:lnTo>
                  <a:pt x="1689490" y="4267440"/>
                </a:lnTo>
                <a:lnTo>
                  <a:pt x="1686996" y="4271536"/>
                </a:lnTo>
                <a:lnTo>
                  <a:pt x="1682895" y="4269035"/>
                </a:lnTo>
                <a:lnTo>
                  <a:pt x="1685400" y="4264943"/>
                </a:lnTo>
                <a:close/>
              </a:path>
              <a:path w="2941955" h="7334884">
                <a:moveTo>
                  <a:pt x="1859715" y="4372248"/>
                </a:moveTo>
                <a:lnTo>
                  <a:pt x="1862441" y="4373911"/>
                </a:lnTo>
                <a:lnTo>
                  <a:pt x="1860770" y="4376639"/>
                </a:lnTo>
                <a:lnTo>
                  <a:pt x="1858049" y="4374984"/>
                </a:lnTo>
                <a:lnTo>
                  <a:pt x="1859715" y="4372248"/>
                </a:lnTo>
                <a:close/>
              </a:path>
              <a:path w="2941955" h="7334884">
                <a:moveTo>
                  <a:pt x="9691" y="3470485"/>
                </a:moveTo>
                <a:lnTo>
                  <a:pt x="29483" y="3482569"/>
                </a:lnTo>
                <a:lnTo>
                  <a:pt x="17406" y="3502357"/>
                </a:lnTo>
                <a:lnTo>
                  <a:pt x="0" y="3491737"/>
                </a:lnTo>
                <a:lnTo>
                  <a:pt x="0" y="3486358"/>
                </a:lnTo>
                <a:lnTo>
                  <a:pt x="9691" y="3470485"/>
                </a:lnTo>
                <a:close/>
              </a:path>
              <a:path w="2941955" h="7334884">
                <a:moveTo>
                  <a:pt x="184139" y="3578341"/>
                </a:moveTo>
                <a:lnTo>
                  <a:pt x="201882" y="3589174"/>
                </a:lnTo>
                <a:lnTo>
                  <a:pt x="191056" y="3606913"/>
                </a:lnTo>
                <a:lnTo>
                  <a:pt x="173310" y="3596091"/>
                </a:lnTo>
                <a:lnTo>
                  <a:pt x="184139" y="3578341"/>
                </a:lnTo>
                <a:close/>
              </a:path>
              <a:path w="2941955" h="7334884">
                <a:moveTo>
                  <a:pt x="358581" y="3686201"/>
                </a:moveTo>
                <a:lnTo>
                  <a:pt x="374281" y="3695780"/>
                </a:lnTo>
                <a:lnTo>
                  <a:pt x="364709" y="3711476"/>
                </a:lnTo>
                <a:lnTo>
                  <a:pt x="349006" y="3701890"/>
                </a:lnTo>
                <a:lnTo>
                  <a:pt x="358581" y="3686201"/>
                </a:lnTo>
                <a:close/>
              </a:path>
              <a:path w="2941955" h="7334884">
                <a:moveTo>
                  <a:pt x="533161" y="3794601"/>
                </a:moveTo>
                <a:lnTo>
                  <a:pt x="546136" y="3802517"/>
                </a:lnTo>
                <a:lnTo>
                  <a:pt x="538216" y="3815485"/>
                </a:lnTo>
                <a:lnTo>
                  <a:pt x="525252" y="3807572"/>
                </a:lnTo>
                <a:lnTo>
                  <a:pt x="533161" y="3794601"/>
                </a:lnTo>
                <a:close/>
              </a:path>
              <a:path w="2941955" h="7334884">
                <a:moveTo>
                  <a:pt x="707482" y="3901903"/>
                </a:moveTo>
                <a:lnTo>
                  <a:pt x="719085" y="3908987"/>
                </a:lnTo>
                <a:lnTo>
                  <a:pt x="712004" y="3920598"/>
                </a:lnTo>
                <a:lnTo>
                  <a:pt x="700401" y="3913513"/>
                </a:lnTo>
                <a:lnTo>
                  <a:pt x="707482" y="3901903"/>
                </a:lnTo>
                <a:close/>
              </a:path>
              <a:path w="2941955" h="7334884">
                <a:moveTo>
                  <a:pt x="881793" y="4009219"/>
                </a:moveTo>
                <a:lnTo>
                  <a:pt x="892028" y="4015461"/>
                </a:lnTo>
                <a:lnTo>
                  <a:pt x="885779" y="4025700"/>
                </a:lnTo>
                <a:lnTo>
                  <a:pt x="875543" y="4019458"/>
                </a:lnTo>
                <a:lnTo>
                  <a:pt x="881793" y="4009219"/>
                </a:lnTo>
                <a:close/>
              </a:path>
              <a:path w="2941955" h="7334884">
                <a:moveTo>
                  <a:pt x="1056248" y="4117071"/>
                </a:moveTo>
                <a:lnTo>
                  <a:pt x="1064434" y="4122063"/>
                </a:lnTo>
                <a:lnTo>
                  <a:pt x="1059439" y="4130259"/>
                </a:lnTo>
                <a:lnTo>
                  <a:pt x="1051250" y="4125260"/>
                </a:lnTo>
                <a:lnTo>
                  <a:pt x="1056248" y="4117071"/>
                </a:lnTo>
                <a:close/>
              </a:path>
              <a:path w="2941955" h="7334884">
                <a:moveTo>
                  <a:pt x="1230556" y="4224381"/>
                </a:moveTo>
                <a:lnTo>
                  <a:pt x="1237380" y="4228545"/>
                </a:lnTo>
                <a:lnTo>
                  <a:pt x="1233216" y="4235370"/>
                </a:lnTo>
                <a:lnTo>
                  <a:pt x="1226391" y="4231205"/>
                </a:lnTo>
                <a:lnTo>
                  <a:pt x="1230556" y="4224381"/>
                </a:lnTo>
                <a:close/>
              </a:path>
              <a:path w="2941955" h="7334884">
                <a:moveTo>
                  <a:pt x="1404876" y="4331683"/>
                </a:moveTo>
                <a:lnTo>
                  <a:pt x="1410330" y="4335016"/>
                </a:lnTo>
                <a:lnTo>
                  <a:pt x="1407001" y="4340476"/>
                </a:lnTo>
                <a:lnTo>
                  <a:pt x="1401547" y="4337143"/>
                </a:lnTo>
                <a:lnTo>
                  <a:pt x="1404876" y="4331683"/>
                </a:lnTo>
                <a:close/>
              </a:path>
              <a:path w="2941955" h="7334884">
                <a:moveTo>
                  <a:pt x="1579190" y="4438989"/>
                </a:moveTo>
                <a:lnTo>
                  <a:pt x="1583283" y="4441494"/>
                </a:lnTo>
                <a:lnTo>
                  <a:pt x="1580785" y="4445583"/>
                </a:lnTo>
                <a:lnTo>
                  <a:pt x="1576696" y="4443085"/>
                </a:lnTo>
                <a:lnTo>
                  <a:pt x="1579190" y="4438989"/>
                </a:lnTo>
                <a:close/>
              </a:path>
              <a:path w="2941955" h="7334884">
                <a:moveTo>
                  <a:pt x="1753508" y="4546301"/>
                </a:moveTo>
                <a:lnTo>
                  <a:pt x="1756229" y="4547957"/>
                </a:lnTo>
                <a:lnTo>
                  <a:pt x="1754563" y="4550693"/>
                </a:lnTo>
                <a:lnTo>
                  <a:pt x="1751838" y="4549030"/>
                </a:lnTo>
                <a:lnTo>
                  <a:pt x="1753508" y="4546301"/>
                </a:lnTo>
                <a:close/>
              </a:path>
              <a:path w="2941955" h="7334884">
                <a:moveTo>
                  <a:pt x="77797" y="3751842"/>
                </a:moveTo>
                <a:lnTo>
                  <a:pt x="96222" y="3763084"/>
                </a:lnTo>
                <a:lnTo>
                  <a:pt x="84973" y="3781513"/>
                </a:lnTo>
                <a:lnTo>
                  <a:pt x="66548" y="3770271"/>
                </a:lnTo>
                <a:lnTo>
                  <a:pt x="77797" y="3751842"/>
                </a:lnTo>
                <a:close/>
              </a:path>
              <a:path w="2941955" h="7334884">
                <a:moveTo>
                  <a:pt x="252377" y="3860242"/>
                </a:moveTo>
                <a:lnTo>
                  <a:pt x="268081" y="3869828"/>
                </a:lnTo>
                <a:lnTo>
                  <a:pt x="258498" y="3885521"/>
                </a:lnTo>
                <a:lnTo>
                  <a:pt x="242798" y="3875942"/>
                </a:lnTo>
                <a:lnTo>
                  <a:pt x="252377" y="3860242"/>
                </a:lnTo>
                <a:close/>
              </a:path>
              <a:path w="2941955" h="7334884">
                <a:moveTo>
                  <a:pt x="426826" y="3968098"/>
                </a:moveTo>
                <a:lnTo>
                  <a:pt x="440476" y="3976427"/>
                </a:lnTo>
                <a:lnTo>
                  <a:pt x="432148" y="3990076"/>
                </a:lnTo>
                <a:lnTo>
                  <a:pt x="418498" y="3981748"/>
                </a:lnTo>
                <a:lnTo>
                  <a:pt x="426826" y="3968098"/>
                </a:lnTo>
                <a:close/>
              </a:path>
              <a:path w="2941955" h="7334884">
                <a:moveTo>
                  <a:pt x="601275" y="4075954"/>
                </a:moveTo>
                <a:lnTo>
                  <a:pt x="612878" y="4083039"/>
                </a:lnTo>
                <a:lnTo>
                  <a:pt x="605794" y="4094643"/>
                </a:lnTo>
                <a:lnTo>
                  <a:pt x="594190" y="4087558"/>
                </a:lnTo>
                <a:lnTo>
                  <a:pt x="601275" y="4075954"/>
                </a:lnTo>
                <a:close/>
              </a:path>
              <a:path w="2941955" h="7334884">
                <a:moveTo>
                  <a:pt x="775589" y="4183260"/>
                </a:moveTo>
                <a:lnTo>
                  <a:pt x="785825" y="4189502"/>
                </a:lnTo>
                <a:lnTo>
                  <a:pt x="779575" y="4199741"/>
                </a:lnTo>
                <a:lnTo>
                  <a:pt x="769340" y="4193499"/>
                </a:lnTo>
                <a:lnTo>
                  <a:pt x="775589" y="4183260"/>
                </a:lnTo>
                <a:close/>
              </a:path>
              <a:path w="2941955" h="7334884">
                <a:moveTo>
                  <a:pt x="949903" y="4290566"/>
                </a:moveTo>
                <a:lnTo>
                  <a:pt x="958782" y="4295987"/>
                </a:lnTo>
                <a:lnTo>
                  <a:pt x="953363" y="4304855"/>
                </a:lnTo>
                <a:lnTo>
                  <a:pt x="944488" y="4299441"/>
                </a:lnTo>
                <a:lnTo>
                  <a:pt x="949903" y="4290566"/>
                </a:lnTo>
                <a:close/>
              </a:path>
              <a:path w="2941955" h="7334884">
                <a:moveTo>
                  <a:pt x="1124352" y="4398422"/>
                </a:moveTo>
                <a:lnTo>
                  <a:pt x="1131177" y="4402586"/>
                </a:lnTo>
                <a:lnTo>
                  <a:pt x="1127013" y="4409410"/>
                </a:lnTo>
                <a:lnTo>
                  <a:pt x="1120188" y="4405246"/>
                </a:lnTo>
                <a:lnTo>
                  <a:pt x="1124352" y="4398422"/>
                </a:lnTo>
                <a:close/>
              </a:path>
              <a:path w="2941955" h="7334884">
                <a:moveTo>
                  <a:pt x="1298670" y="4505734"/>
                </a:moveTo>
                <a:lnTo>
                  <a:pt x="1304123" y="4509067"/>
                </a:lnTo>
                <a:lnTo>
                  <a:pt x="1300790" y="4514521"/>
                </a:lnTo>
                <a:lnTo>
                  <a:pt x="1295337" y="4511188"/>
                </a:lnTo>
                <a:lnTo>
                  <a:pt x="1298670" y="4505734"/>
                </a:lnTo>
                <a:close/>
              </a:path>
              <a:path w="2941955" h="7334884">
                <a:moveTo>
                  <a:pt x="1472984" y="4613040"/>
                </a:moveTo>
                <a:lnTo>
                  <a:pt x="1477080" y="4615534"/>
                </a:lnTo>
                <a:lnTo>
                  <a:pt x="1474579" y="4619634"/>
                </a:lnTo>
                <a:lnTo>
                  <a:pt x="1470486" y="4617129"/>
                </a:lnTo>
                <a:lnTo>
                  <a:pt x="1472984" y="4613040"/>
                </a:lnTo>
                <a:close/>
              </a:path>
              <a:path w="2941955" h="7334884">
                <a:moveTo>
                  <a:pt x="1647298" y="4720346"/>
                </a:moveTo>
                <a:lnTo>
                  <a:pt x="1650023" y="4722009"/>
                </a:lnTo>
                <a:lnTo>
                  <a:pt x="1648352" y="4724737"/>
                </a:lnTo>
                <a:lnTo>
                  <a:pt x="1645631" y="4723082"/>
                </a:lnTo>
                <a:lnTo>
                  <a:pt x="1647298" y="4720346"/>
                </a:lnTo>
                <a:close/>
              </a:path>
              <a:path w="2941955" h="7334884">
                <a:moveTo>
                  <a:pt x="1821619" y="4827648"/>
                </a:moveTo>
                <a:lnTo>
                  <a:pt x="1822983" y="4828483"/>
                </a:lnTo>
                <a:lnTo>
                  <a:pt x="1822141" y="4829851"/>
                </a:lnTo>
                <a:lnTo>
                  <a:pt x="1820780" y="4829023"/>
                </a:lnTo>
                <a:lnTo>
                  <a:pt x="1821619" y="4827648"/>
                </a:lnTo>
                <a:close/>
              </a:path>
              <a:path w="2941955" h="7334884">
                <a:moveTo>
                  <a:pt x="146043" y="4033740"/>
                </a:moveTo>
                <a:lnTo>
                  <a:pt x="162422" y="4043738"/>
                </a:lnTo>
                <a:lnTo>
                  <a:pt x="152424" y="4060117"/>
                </a:lnTo>
                <a:lnTo>
                  <a:pt x="136049" y="4050125"/>
                </a:lnTo>
                <a:lnTo>
                  <a:pt x="146043" y="4033740"/>
                </a:lnTo>
                <a:close/>
              </a:path>
              <a:path w="2941955" h="7334884">
                <a:moveTo>
                  <a:pt x="320627" y="4142147"/>
                </a:moveTo>
                <a:lnTo>
                  <a:pt x="334277" y="4150475"/>
                </a:lnTo>
                <a:lnTo>
                  <a:pt x="325941" y="4164129"/>
                </a:lnTo>
                <a:lnTo>
                  <a:pt x="312291" y="4155801"/>
                </a:lnTo>
                <a:lnTo>
                  <a:pt x="320627" y="4142147"/>
                </a:lnTo>
                <a:close/>
              </a:path>
              <a:path w="2941955" h="7334884">
                <a:moveTo>
                  <a:pt x="495065" y="4250000"/>
                </a:moveTo>
                <a:lnTo>
                  <a:pt x="506676" y="4257081"/>
                </a:lnTo>
                <a:lnTo>
                  <a:pt x="499591" y="4268685"/>
                </a:lnTo>
                <a:lnTo>
                  <a:pt x="487987" y="4261600"/>
                </a:lnTo>
                <a:lnTo>
                  <a:pt x="495065" y="4250000"/>
                </a:lnTo>
                <a:close/>
              </a:path>
              <a:path w="2941955" h="7334884">
                <a:moveTo>
                  <a:pt x="669379" y="4357306"/>
                </a:moveTo>
                <a:lnTo>
                  <a:pt x="679618" y="4363556"/>
                </a:lnTo>
                <a:lnTo>
                  <a:pt x="673376" y="4373791"/>
                </a:lnTo>
                <a:lnTo>
                  <a:pt x="663136" y="4367541"/>
                </a:lnTo>
                <a:lnTo>
                  <a:pt x="669379" y="4357306"/>
                </a:lnTo>
                <a:close/>
              </a:path>
              <a:path w="2941955" h="7334884">
                <a:moveTo>
                  <a:pt x="843699" y="4464608"/>
                </a:moveTo>
                <a:lnTo>
                  <a:pt x="852578" y="4470030"/>
                </a:lnTo>
                <a:lnTo>
                  <a:pt x="847157" y="4478908"/>
                </a:lnTo>
                <a:lnTo>
                  <a:pt x="838278" y="4473487"/>
                </a:lnTo>
                <a:lnTo>
                  <a:pt x="843699" y="4464608"/>
                </a:lnTo>
                <a:close/>
              </a:path>
              <a:path w="2941955" h="7334884">
                <a:moveTo>
                  <a:pt x="1018152" y="4572471"/>
                </a:moveTo>
                <a:lnTo>
                  <a:pt x="1024977" y="4576635"/>
                </a:lnTo>
                <a:lnTo>
                  <a:pt x="1020806" y="4583464"/>
                </a:lnTo>
                <a:lnTo>
                  <a:pt x="1013982" y="4579300"/>
                </a:lnTo>
                <a:lnTo>
                  <a:pt x="1018152" y="4572471"/>
                </a:lnTo>
                <a:close/>
              </a:path>
              <a:path w="2941955" h="7334884">
                <a:moveTo>
                  <a:pt x="1192466" y="4679777"/>
                </a:moveTo>
                <a:lnTo>
                  <a:pt x="1197920" y="4683110"/>
                </a:lnTo>
                <a:lnTo>
                  <a:pt x="1194591" y="4688571"/>
                </a:lnTo>
                <a:lnTo>
                  <a:pt x="1189130" y="4685241"/>
                </a:lnTo>
                <a:lnTo>
                  <a:pt x="1192466" y="4679777"/>
                </a:lnTo>
                <a:close/>
              </a:path>
              <a:path w="2941955" h="7334884">
                <a:moveTo>
                  <a:pt x="1366774" y="4787086"/>
                </a:moveTo>
                <a:lnTo>
                  <a:pt x="1370874" y="4789587"/>
                </a:lnTo>
                <a:lnTo>
                  <a:pt x="1368369" y="4793681"/>
                </a:lnTo>
                <a:lnTo>
                  <a:pt x="1364280" y="4791183"/>
                </a:lnTo>
                <a:lnTo>
                  <a:pt x="1366774" y="4787086"/>
                </a:lnTo>
                <a:close/>
              </a:path>
              <a:path w="2941955" h="7334884">
                <a:moveTo>
                  <a:pt x="1541091" y="4894399"/>
                </a:moveTo>
                <a:lnTo>
                  <a:pt x="1543812" y="4896055"/>
                </a:lnTo>
                <a:lnTo>
                  <a:pt x="1542153" y="4898786"/>
                </a:lnTo>
                <a:lnTo>
                  <a:pt x="1539428" y="4897124"/>
                </a:lnTo>
                <a:lnTo>
                  <a:pt x="1541091" y="4894399"/>
                </a:lnTo>
                <a:close/>
              </a:path>
              <a:path w="2941955" h="7334884">
                <a:moveTo>
                  <a:pt x="1715412" y="5001701"/>
                </a:moveTo>
                <a:lnTo>
                  <a:pt x="1716772" y="5002529"/>
                </a:lnTo>
                <a:lnTo>
                  <a:pt x="1715938" y="5003893"/>
                </a:lnTo>
                <a:lnTo>
                  <a:pt x="1714577" y="5003065"/>
                </a:lnTo>
                <a:lnTo>
                  <a:pt x="1715412" y="5001701"/>
                </a:lnTo>
                <a:close/>
              </a:path>
              <a:path w="2941955" h="7334884">
                <a:moveTo>
                  <a:pt x="39837" y="4207793"/>
                </a:moveTo>
                <a:lnTo>
                  <a:pt x="56212" y="4217784"/>
                </a:lnTo>
                <a:lnTo>
                  <a:pt x="46221" y="4234158"/>
                </a:lnTo>
                <a:lnTo>
                  <a:pt x="29846" y="4224167"/>
                </a:lnTo>
                <a:lnTo>
                  <a:pt x="39837" y="4207793"/>
                </a:lnTo>
                <a:close/>
              </a:path>
              <a:path w="2941955" h="7334884">
                <a:moveTo>
                  <a:pt x="214417" y="4316193"/>
                </a:moveTo>
                <a:lnTo>
                  <a:pt x="228067" y="4324521"/>
                </a:lnTo>
                <a:lnTo>
                  <a:pt x="219739" y="4338171"/>
                </a:lnTo>
                <a:lnTo>
                  <a:pt x="206089" y="4329842"/>
                </a:lnTo>
                <a:lnTo>
                  <a:pt x="214417" y="4316193"/>
                </a:lnTo>
                <a:close/>
              </a:path>
              <a:path w="2941955" h="7334884">
                <a:moveTo>
                  <a:pt x="388859" y="4424053"/>
                </a:moveTo>
                <a:lnTo>
                  <a:pt x="400470" y="4431133"/>
                </a:lnTo>
                <a:lnTo>
                  <a:pt x="393392" y="4442733"/>
                </a:lnTo>
                <a:lnTo>
                  <a:pt x="381781" y="4435652"/>
                </a:lnTo>
                <a:lnTo>
                  <a:pt x="388859" y="4424053"/>
                </a:lnTo>
                <a:close/>
              </a:path>
              <a:path w="2941955" h="7334884">
                <a:moveTo>
                  <a:pt x="563173" y="4531358"/>
                </a:moveTo>
                <a:lnTo>
                  <a:pt x="573408" y="4537601"/>
                </a:lnTo>
                <a:lnTo>
                  <a:pt x="567166" y="4547836"/>
                </a:lnTo>
                <a:lnTo>
                  <a:pt x="556930" y="4541594"/>
                </a:lnTo>
                <a:lnTo>
                  <a:pt x="563173" y="4531358"/>
                </a:lnTo>
                <a:close/>
              </a:path>
              <a:path w="2941955" h="7334884">
                <a:moveTo>
                  <a:pt x="737493" y="4638660"/>
                </a:moveTo>
                <a:lnTo>
                  <a:pt x="746368" y="4644075"/>
                </a:lnTo>
                <a:lnTo>
                  <a:pt x="740954" y="4652950"/>
                </a:lnTo>
                <a:lnTo>
                  <a:pt x="732079" y="4647535"/>
                </a:lnTo>
                <a:lnTo>
                  <a:pt x="737493" y="4638660"/>
                </a:lnTo>
                <a:close/>
              </a:path>
              <a:path w="2941955" h="7334884">
                <a:moveTo>
                  <a:pt x="911942" y="4746516"/>
                </a:moveTo>
                <a:lnTo>
                  <a:pt x="918767" y="4750681"/>
                </a:lnTo>
                <a:lnTo>
                  <a:pt x="914603" y="4757505"/>
                </a:lnTo>
                <a:lnTo>
                  <a:pt x="907778" y="4753341"/>
                </a:lnTo>
                <a:lnTo>
                  <a:pt x="911942" y="4746516"/>
                </a:lnTo>
                <a:close/>
              </a:path>
              <a:path w="2941955" h="7334884">
                <a:moveTo>
                  <a:pt x="1086256" y="4853822"/>
                </a:moveTo>
                <a:lnTo>
                  <a:pt x="1091710" y="4857155"/>
                </a:lnTo>
                <a:lnTo>
                  <a:pt x="1088381" y="4862616"/>
                </a:lnTo>
                <a:lnTo>
                  <a:pt x="1082920" y="4859287"/>
                </a:lnTo>
                <a:lnTo>
                  <a:pt x="1086256" y="4853822"/>
                </a:lnTo>
                <a:close/>
              </a:path>
              <a:path w="2941955" h="7334884">
                <a:moveTo>
                  <a:pt x="1260570" y="4961128"/>
                </a:moveTo>
                <a:lnTo>
                  <a:pt x="1264671" y="4963629"/>
                </a:lnTo>
                <a:lnTo>
                  <a:pt x="1262169" y="4967729"/>
                </a:lnTo>
                <a:lnTo>
                  <a:pt x="1258069" y="4965228"/>
                </a:lnTo>
                <a:lnTo>
                  <a:pt x="1260570" y="4961128"/>
                </a:lnTo>
                <a:close/>
              </a:path>
              <a:path w="2941955" h="7334884">
                <a:moveTo>
                  <a:pt x="1434888" y="5068440"/>
                </a:moveTo>
                <a:lnTo>
                  <a:pt x="1437613" y="5070103"/>
                </a:lnTo>
                <a:lnTo>
                  <a:pt x="1435950" y="5072828"/>
                </a:lnTo>
                <a:lnTo>
                  <a:pt x="1433225" y="5071165"/>
                </a:lnTo>
                <a:lnTo>
                  <a:pt x="1434888" y="5068440"/>
                </a:lnTo>
                <a:close/>
              </a:path>
              <a:path w="2941955" h="7334884">
                <a:moveTo>
                  <a:pt x="1609202" y="5175746"/>
                </a:moveTo>
                <a:lnTo>
                  <a:pt x="1610566" y="5176581"/>
                </a:lnTo>
                <a:lnTo>
                  <a:pt x="1609732" y="5177946"/>
                </a:lnTo>
                <a:lnTo>
                  <a:pt x="1608367" y="5177111"/>
                </a:lnTo>
                <a:lnTo>
                  <a:pt x="1609202" y="5175746"/>
                </a:lnTo>
                <a:close/>
              </a:path>
              <a:path w="2941955" h="7334884">
                <a:moveTo>
                  <a:pt x="108211" y="4490246"/>
                </a:moveTo>
                <a:lnTo>
                  <a:pt x="121861" y="4498575"/>
                </a:lnTo>
                <a:lnTo>
                  <a:pt x="113532" y="4512224"/>
                </a:lnTo>
                <a:lnTo>
                  <a:pt x="99883" y="4503896"/>
                </a:lnTo>
                <a:lnTo>
                  <a:pt x="108211" y="4490246"/>
                </a:lnTo>
                <a:close/>
              </a:path>
              <a:path w="2941955" h="7334884">
                <a:moveTo>
                  <a:pt x="282656" y="4598095"/>
                </a:moveTo>
                <a:lnTo>
                  <a:pt x="294267" y="4605176"/>
                </a:lnTo>
                <a:lnTo>
                  <a:pt x="287182" y="4616780"/>
                </a:lnTo>
                <a:lnTo>
                  <a:pt x="275571" y="4609699"/>
                </a:lnTo>
                <a:lnTo>
                  <a:pt x="282656" y="4598095"/>
                </a:lnTo>
                <a:close/>
              </a:path>
              <a:path w="2941955" h="7334884">
                <a:moveTo>
                  <a:pt x="456970" y="4705401"/>
                </a:moveTo>
                <a:lnTo>
                  <a:pt x="467210" y="4711651"/>
                </a:lnTo>
                <a:lnTo>
                  <a:pt x="460960" y="4721890"/>
                </a:lnTo>
                <a:lnTo>
                  <a:pt x="450721" y="4715640"/>
                </a:lnTo>
                <a:lnTo>
                  <a:pt x="456970" y="4705401"/>
                </a:lnTo>
                <a:close/>
              </a:path>
              <a:path w="2941955" h="7334884">
                <a:moveTo>
                  <a:pt x="631284" y="4812707"/>
                </a:moveTo>
                <a:lnTo>
                  <a:pt x="640163" y="4818129"/>
                </a:lnTo>
                <a:lnTo>
                  <a:pt x="634748" y="4827004"/>
                </a:lnTo>
                <a:lnTo>
                  <a:pt x="625869" y="4821582"/>
                </a:lnTo>
                <a:lnTo>
                  <a:pt x="631284" y="4812707"/>
                </a:lnTo>
                <a:close/>
              </a:path>
              <a:path w="2941955" h="7334884">
                <a:moveTo>
                  <a:pt x="805737" y="4920570"/>
                </a:moveTo>
                <a:lnTo>
                  <a:pt x="812562" y="4924734"/>
                </a:lnTo>
                <a:lnTo>
                  <a:pt x="808398" y="4931559"/>
                </a:lnTo>
                <a:lnTo>
                  <a:pt x="801573" y="4927395"/>
                </a:lnTo>
                <a:lnTo>
                  <a:pt x="805737" y="4920570"/>
                </a:lnTo>
                <a:close/>
              </a:path>
              <a:path w="2941955" h="7334884">
                <a:moveTo>
                  <a:pt x="980051" y="5027876"/>
                </a:moveTo>
                <a:lnTo>
                  <a:pt x="985511" y="5031205"/>
                </a:lnTo>
                <a:lnTo>
                  <a:pt x="982175" y="5036670"/>
                </a:lnTo>
                <a:lnTo>
                  <a:pt x="976715" y="5033340"/>
                </a:lnTo>
                <a:lnTo>
                  <a:pt x="980051" y="5027876"/>
                </a:lnTo>
                <a:close/>
              </a:path>
              <a:path w="2941955" h="7334884">
                <a:moveTo>
                  <a:pt x="1154364" y="5135182"/>
                </a:moveTo>
                <a:lnTo>
                  <a:pt x="1158461" y="5137675"/>
                </a:lnTo>
                <a:lnTo>
                  <a:pt x="1155967" y="5141772"/>
                </a:lnTo>
                <a:lnTo>
                  <a:pt x="1151866" y="5139271"/>
                </a:lnTo>
                <a:lnTo>
                  <a:pt x="1154364" y="5135182"/>
                </a:lnTo>
                <a:close/>
              </a:path>
              <a:path w="2941955" h="7334884">
                <a:moveTo>
                  <a:pt x="1328686" y="5242483"/>
                </a:moveTo>
                <a:lnTo>
                  <a:pt x="1331411" y="5244146"/>
                </a:lnTo>
                <a:lnTo>
                  <a:pt x="1329740" y="5246875"/>
                </a:lnTo>
                <a:lnTo>
                  <a:pt x="1327019" y="5245219"/>
                </a:lnTo>
                <a:lnTo>
                  <a:pt x="1328686" y="5242483"/>
                </a:lnTo>
                <a:close/>
              </a:path>
              <a:path w="2941955" h="7334884">
                <a:moveTo>
                  <a:pt x="1502996" y="5349800"/>
                </a:moveTo>
                <a:lnTo>
                  <a:pt x="1504357" y="5350628"/>
                </a:lnTo>
                <a:lnTo>
                  <a:pt x="1503529" y="5351988"/>
                </a:lnTo>
                <a:lnTo>
                  <a:pt x="1502169" y="5351160"/>
                </a:lnTo>
                <a:lnTo>
                  <a:pt x="1502996" y="5349800"/>
                </a:lnTo>
                <a:close/>
              </a:path>
              <a:path w="2941955" h="7334884">
                <a:moveTo>
                  <a:pt x="2009" y="4664289"/>
                </a:moveTo>
                <a:lnTo>
                  <a:pt x="15659" y="4672617"/>
                </a:lnTo>
                <a:lnTo>
                  <a:pt x="7323" y="4686271"/>
                </a:lnTo>
                <a:lnTo>
                  <a:pt x="0" y="4681802"/>
                </a:lnTo>
                <a:lnTo>
                  <a:pt x="0" y="4667581"/>
                </a:lnTo>
                <a:lnTo>
                  <a:pt x="2009" y="4664289"/>
                </a:lnTo>
                <a:close/>
              </a:path>
              <a:path w="2941955" h="7334884">
                <a:moveTo>
                  <a:pt x="176447" y="4772142"/>
                </a:moveTo>
                <a:lnTo>
                  <a:pt x="188058" y="4779223"/>
                </a:lnTo>
                <a:lnTo>
                  <a:pt x="180977" y="4790833"/>
                </a:lnTo>
                <a:lnTo>
                  <a:pt x="169366" y="4783753"/>
                </a:lnTo>
                <a:lnTo>
                  <a:pt x="176447" y="4772142"/>
                </a:lnTo>
                <a:close/>
              </a:path>
              <a:path w="2941955" h="7334884">
                <a:moveTo>
                  <a:pt x="350768" y="4879444"/>
                </a:moveTo>
                <a:lnTo>
                  <a:pt x="361007" y="4885694"/>
                </a:lnTo>
                <a:lnTo>
                  <a:pt x="354750" y="4895937"/>
                </a:lnTo>
                <a:lnTo>
                  <a:pt x="344514" y="4889694"/>
                </a:lnTo>
                <a:lnTo>
                  <a:pt x="350768" y="4879444"/>
                </a:lnTo>
                <a:close/>
              </a:path>
              <a:path w="2941955" h="7334884">
                <a:moveTo>
                  <a:pt x="525079" y="4986760"/>
                </a:moveTo>
                <a:lnTo>
                  <a:pt x="533954" y="4992175"/>
                </a:lnTo>
                <a:lnTo>
                  <a:pt x="528546" y="5001046"/>
                </a:lnTo>
                <a:lnTo>
                  <a:pt x="519667" y="4995624"/>
                </a:lnTo>
                <a:lnTo>
                  <a:pt x="525079" y="4986760"/>
                </a:lnTo>
                <a:close/>
              </a:path>
              <a:path w="2941955" h="7334884">
                <a:moveTo>
                  <a:pt x="699534" y="5094613"/>
                </a:moveTo>
                <a:lnTo>
                  <a:pt x="706359" y="5098777"/>
                </a:lnTo>
                <a:lnTo>
                  <a:pt x="702195" y="5105601"/>
                </a:lnTo>
                <a:lnTo>
                  <a:pt x="695370" y="5101437"/>
                </a:lnTo>
                <a:lnTo>
                  <a:pt x="699534" y="5094613"/>
                </a:lnTo>
                <a:close/>
              </a:path>
              <a:path w="2941955" h="7334884">
                <a:moveTo>
                  <a:pt x="873841" y="5201922"/>
                </a:moveTo>
                <a:lnTo>
                  <a:pt x="879302" y="5205251"/>
                </a:lnTo>
                <a:lnTo>
                  <a:pt x="875973" y="5210712"/>
                </a:lnTo>
                <a:lnTo>
                  <a:pt x="870512" y="5207383"/>
                </a:lnTo>
                <a:lnTo>
                  <a:pt x="873841" y="5201922"/>
                </a:lnTo>
                <a:close/>
              </a:path>
              <a:path w="2941955" h="7334884">
                <a:moveTo>
                  <a:pt x="1048162" y="5309225"/>
                </a:moveTo>
                <a:lnTo>
                  <a:pt x="1052255" y="5311729"/>
                </a:lnTo>
                <a:lnTo>
                  <a:pt x="1049757" y="5315819"/>
                </a:lnTo>
                <a:lnTo>
                  <a:pt x="1045660" y="5313325"/>
                </a:lnTo>
                <a:lnTo>
                  <a:pt x="1048162" y="5309225"/>
                </a:lnTo>
                <a:close/>
              </a:path>
              <a:path w="2941955" h="7334884">
                <a:moveTo>
                  <a:pt x="1222480" y="5416537"/>
                </a:moveTo>
                <a:lnTo>
                  <a:pt x="1225201" y="5418192"/>
                </a:lnTo>
                <a:lnTo>
                  <a:pt x="1223535" y="5420928"/>
                </a:lnTo>
                <a:lnTo>
                  <a:pt x="1220810" y="5419266"/>
                </a:lnTo>
                <a:lnTo>
                  <a:pt x="1222480" y="5416537"/>
                </a:lnTo>
                <a:close/>
              </a:path>
              <a:path w="2941955" h="7334884">
                <a:moveTo>
                  <a:pt x="1396793" y="5523843"/>
                </a:moveTo>
                <a:lnTo>
                  <a:pt x="1398155" y="5524670"/>
                </a:lnTo>
                <a:lnTo>
                  <a:pt x="1397324" y="5526042"/>
                </a:lnTo>
                <a:lnTo>
                  <a:pt x="1395959" y="5525206"/>
                </a:lnTo>
                <a:lnTo>
                  <a:pt x="1396793" y="5523843"/>
                </a:lnTo>
                <a:close/>
              </a:path>
              <a:path w="2941955" h="7334884">
                <a:moveTo>
                  <a:pt x="70247" y="4946191"/>
                </a:moveTo>
                <a:lnTo>
                  <a:pt x="81850" y="4953276"/>
                </a:lnTo>
                <a:lnTo>
                  <a:pt x="74773" y="4964876"/>
                </a:lnTo>
                <a:lnTo>
                  <a:pt x="63162" y="4957795"/>
                </a:lnTo>
                <a:lnTo>
                  <a:pt x="70247" y="4946191"/>
                </a:lnTo>
                <a:close/>
              </a:path>
              <a:path w="2941955" h="7334884">
                <a:moveTo>
                  <a:pt x="244561" y="5053497"/>
                </a:moveTo>
                <a:lnTo>
                  <a:pt x="254797" y="5059739"/>
                </a:lnTo>
                <a:lnTo>
                  <a:pt x="248547" y="5069978"/>
                </a:lnTo>
                <a:lnTo>
                  <a:pt x="238311" y="5063736"/>
                </a:lnTo>
                <a:lnTo>
                  <a:pt x="244561" y="5053497"/>
                </a:lnTo>
                <a:close/>
              </a:path>
              <a:path w="2941955" h="7334884">
                <a:moveTo>
                  <a:pt x="418875" y="5160803"/>
                </a:moveTo>
                <a:lnTo>
                  <a:pt x="427750" y="5166217"/>
                </a:lnTo>
                <a:lnTo>
                  <a:pt x="422335" y="5175092"/>
                </a:lnTo>
                <a:lnTo>
                  <a:pt x="413460" y="5169678"/>
                </a:lnTo>
                <a:lnTo>
                  <a:pt x="418875" y="5160803"/>
                </a:lnTo>
                <a:close/>
              </a:path>
              <a:path w="2941955" h="7334884">
                <a:moveTo>
                  <a:pt x="593324" y="5268659"/>
                </a:moveTo>
                <a:lnTo>
                  <a:pt x="600149" y="5272823"/>
                </a:lnTo>
                <a:lnTo>
                  <a:pt x="595985" y="5279648"/>
                </a:lnTo>
                <a:lnTo>
                  <a:pt x="589160" y="5275484"/>
                </a:lnTo>
                <a:lnTo>
                  <a:pt x="593324" y="5268659"/>
                </a:lnTo>
                <a:close/>
              </a:path>
              <a:path w="2941955" h="7334884">
                <a:moveTo>
                  <a:pt x="767638" y="5375964"/>
                </a:moveTo>
                <a:lnTo>
                  <a:pt x="773098" y="5379294"/>
                </a:lnTo>
                <a:lnTo>
                  <a:pt x="769762" y="5384758"/>
                </a:lnTo>
                <a:lnTo>
                  <a:pt x="764309" y="5381425"/>
                </a:lnTo>
                <a:lnTo>
                  <a:pt x="767638" y="5375964"/>
                </a:lnTo>
                <a:close/>
              </a:path>
              <a:path w="2941955" h="7334884">
                <a:moveTo>
                  <a:pt x="941954" y="5483278"/>
                </a:moveTo>
                <a:lnTo>
                  <a:pt x="946044" y="5485775"/>
                </a:lnTo>
                <a:lnTo>
                  <a:pt x="943550" y="5489871"/>
                </a:lnTo>
                <a:lnTo>
                  <a:pt x="939450" y="5487370"/>
                </a:lnTo>
                <a:lnTo>
                  <a:pt x="941954" y="5483278"/>
                </a:lnTo>
                <a:close/>
              </a:path>
              <a:path w="2941955" h="7334884">
                <a:moveTo>
                  <a:pt x="1116269" y="5590583"/>
                </a:moveTo>
                <a:lnTo>
                  <a:pt x="1118995" y="5592246"/>
                </a:lnTo>
                <a:lnTo>
                  <a:pt x="1117324" y="5594975"/>
                </a:lnTo>
                <a:lnTo>
                  <a:pt x="1114603" y="5593319"/>
                </a:lnTo>
                <a:lnTo>
                  <a:pt x="1116269" y="5590583"/>
                </a:lnTo>
                <a:close/>
              </a:path>
              <a:path w="2941955" h="7334884">
                <a:moveTo>
                  <a:pt x="1290583" y="5697889"/>
                </a:moveTo>
                <a:lnTo>
                  <a:pt x="1291948" y="5698724"/>
                </a:lnTo>
                <a:lnTo>
                  <a:pt x="1291120" y="5700084"/>
                </a:lnTo>
                <a:lnTo>
                  <a:pt x="1289756" y="5699249"/>
                </a:lnTo>
                <a:lnTo>
                  <a:pt x="1290583" y="5697889"/>
                </a:lnTo>
                <a:close/>
              </a:path>
              <a:path w="2941955" h="7334884">
                <a:moveTo>
                  <a:pt x="138351" y="5227544"/>
                </a:moveTo>
                <a:lnTo>
                  <a:pt x="148590" y="5233793"/>
                </a:lnTo>
                <a:lnTo>
                  <a:pt x="142341" y="5244032"/>
                </a:lnTo>
                <a:lnTo>
                  <a:pt x="132101" y="5237783"/>
                </a:lnTo>
                <a:lnTo>
                  <a:pt x="138351" y="5227544"/>
                </a:lnTo>
                <a:close/>
              </a:path>
              <a:path w="2941955" h="7334884">
                <a:moveTo>
                  <a:pt x="312665" y="5334849"/>
                </a:moveTo>
                <a:lnTo>
                  <a:pt x="321544" y="5340271"/>
                </a:lnTo>
                <a:lnTo>
                  <a:pt x="316129" y="5349146"/>
                </a:lnTo>
                <a:lnTo>
                  <a:pt x="307250" y="5343724"/>
                </a:lnTo>
                <a:lnTo>
                  <a:pt x="312665" y="5334849"/>
                </a:lnTo>
                <a:close/>
              </a:path>
              <a:path w="2941955" h="7334884">
                <a:moveTo>
                  <a:pt x="487118" y="5442713"/>
                </a:moveTo>
                <a:lnTo>
                  <a:pt x="493943" y="5446877"/>
                </a:lnTo>
                <a:lnTo>
                  <a:pt x="489779" y="5453702"/>
                </a:lnTo>
                <a:lnTo>
                  <a:pt x="482954" y="5449537"/>
                </a:lnTo>
                <a:lnTo>
                  <a:pt x="487118" y="5442713"/>
                </a:lnTo>
                <a:close/>
              </a:path>
              <a:path w="2941955" h="7334884">
                <a:moveTo>
                  <a:pt x="661432" y="5550018"/>
                </a:moveTo>
                <a:lnTo>
                  <a:pt x="666892" y="5553348"/>
                </a:lnTo>
                <a:lnTo>
                  <a:pt x="663556" y="5558812"/>
                </a:lnTo>
                <a:lnTo>
                  <a:pt x="658103" y="5555479"/>
                </a:lnTo>
                <a:lnTo>
                  <a:pt x="661432" y="5550018"/>
                </a:lnTo>
                <a:close/>
              </a:path>
              <a:path w="2941955" h="7334884">
                <a:moveTo>
                  <a:pt x="835753" y="5657320"/>
                </a:moveTo>
                <a:lnTo>
                  <a:pt x="839841" y="5659818"/>
                </a:lnTo>
                <a:lnTo>
                  <a:pt x="837340" y="5663919"/>
                </a:lnTo>
                <a:lnTo>
                  <a:pt x="833251" y="5661421"/>
                </a:lnTo>
                <a:lnTo>
                  <a:pt x="835753" y="5657320"/>
                </a:lnTo>
                <a:close/>
              </a:path>
              <a:path w="2941955" h="7334884">
                <a:moveTo>
                  <a:pt x="1010063" y="5764637"/>
                </a:moveTo>
                <a:lnTo>
                  <a:pt x="1012785" y="5766292"/>
                </a:lnTo>
                <a:lnTo>
                  <a:pt x="1011122" y="5769017"/>
                </a:lnTo>
                <a:lnTo>
                  <a:pt x="1008401" y="5767361"/>
                </a:lnTo>
                <a:lnTo>
                  <a:pt x="1010063" y="5764637"/>
                </a:lnTo>
                <a:close/>
              </a:path>
              <a:path w="2941955" h="7334884">
                <a:moveTo>
                  <a:pt x="1184377" y="5871942"/>
                </a:moveTo>
                <a:lnTo>
                  <a:pt x="1185738" y="5872770"/>
                </a:lnTo>
                <a:lnTo>
                  <a:pt x="1184910" y="5874131"/>
                </a:lnTo>
                <a:lnTo>
                  <a:pt x="1183549" y="5873303"/>
                </a:lnTo>
                <a:lnTo>
                  <a:pt x="1184377" y="5871942"/>
                </a:lnTo>
                <a:close/>
              </a:path>
              <a:path w="2941955" h="7334884">
                <a:moveTo>
                  <a:pt x="32146" y="5401596"/>
                </a:moveTo>
                <a:lnTo>
                  <a:pt x="42381" y="5407839"/>
                </a:lnTo>
                <a:lnTo>
                  <a:pt x="36132" y="5418078"/>
                </a:lnTo>
                <a:lnTo>
                  <a:pt x="25896" y="5411835"/>
                </a:lnTo>
                <a:lnTo>
                  <a:pt x="32146" y="5401596"/>
                </a:lnTo>
                <a:close/>
              </a:path>
              <a:path w="2941955" h="7334884">
                <a:moveTo>
                  <a:pt x="206460" y="5508902"/>
                </a:moveTo>
                <a:lnTo>
                  <a:pt x="215335" y="5514317"/>
                </a:lnTo>
                <a:lnTo>
                  <a:pt x="209920" y="5523192"/>
                </a:lnTo>
                <a:lnTo>
                  <a:pt x="201045" y="5517777"/>
                </a:lnTo>
                <a:lnTo>
                  <a:pt x="206460" y="5508902"/>
                </a:lnTo>
                <a:close/>
              </a:path>
              <a:path w="2941955" h="7334884">
                <a:moveTo>
                  <a:pt x="380909" y="5616758"/>
                </a:moveTo>
                <a:lnTo>
                  <a:pt x="387733" y="5620922"/>
                </a:lnTo>
                <a:lnTo>
                  <a:pt x="383569" y="5627747"/>
                </a:lnTo>
                <a:lnTo>
                  <a:pt x="376745" y="5623583"/>
                </a:lnTo>
                <a:lnTo>
                  <a:pt x="380909" y="5616758"/>
                </a:lnTo>
                <a:close/>
              </a:path>
              <a:path w="2941955" h="7334884">
                <a:moveTo>
                  <a:pt x="555230" y="5724060"/>
                </a:moveTo>
                <a:lnTo>
                  <a:pt x="560683" y="5727393"/>
                </a:lnTo>
                <a:lnTo>
                  <a:pt x="557347" y="5732858"/>
                </a:lnTo>
                <a:lnTo>
                  <a:pt x="551894" y="5729524"/>
                </a:lnTo>
                <a:lnTo>
                  <a:pt x="555230" y="5724060"/>
                </a:lnTo>
                <a:close/>
              </a:path>
              <a:path w="2941955" h="7334884">
                <a:moveTo>
                  <a:pt x="729544" y="5831366"/>
                </a:moveTo>
                <a:lnTo>
                  <a:pt x="733636" y="5833871"/>
                </a:lnTo>
                <a:lnTo>
                  <a:pt x="731138" y="5837960"/>
                </a:lnTo>
                <a:lnTo>
                  <a:pt x="727049" y="5835462"/>
                </a:lnTo>
                <a:lnTo>
                  <a:pt x="729544" y="5831366"/>
                </a:lnTo>
                <a:close/>
              </a:path>
              <a:path w="2941955" h="7334884">
                <a:moveTo>
                  <a:pt x="903861" y="5938678"/>
                </a:moveTo>
                <a:lnTo>
                  <a:pt x="906582" y="5940334"/>
                </a:lnTo>
                <a:lnTo>
                  <a:pt x="904916" y="5943070"/>
                </a:lnTo>
                <a:lnTo>
                  <a:pt x="902191" y="5941407"/>
                </a:lnTo>
                <a:lnTo>
                  <a:pt x="903861" y="5938678"/>
                </a:lnTo>
                <a:close/>
              </a:path>
              <a:path w="2941955" h="7334884">
                <a:moveTo>
                  <a:pt x="1078168" y="6045988"/>
                </a:moveTo>
                <a:lnTo>
                  <a:pt x="1079533" y="6046823"/>
                </a:lnTo>
                <a:lnTo>
                  <a:pt x="1078705" y="6048184"/>
                </a:lnTo>
                <a:lnTo>
                  <a:pt x="1077340" y="6047348"/>
                </a:lnTo>
                <a:lnTo>
                  <a:pt x="1078168" y="6045988"/>
                </a:lnTo>
                <a:close/>
              </a:path>
              <a:path w="2941955" h="7334884">
                <a:moveTo>
                  <a:pt x="100257" y="5682945"/>
                </a:moveTo>
                <a:lnTo>
                  <a:pt x="109136" y="5688367"/>
                </a:lnTo>
                <a:lnTo>
                  <a:pt x="103717" y="5697234"/>
                </a:lnTo>
                <a:lnTo>
                  <a:pt x="94842" y="5691820"/>
                </a:lnTo>
                <a:lnTo>
                  <a:pt x="100257" y="5682945"/>
                </a:lnTo>
                <a:close/>
              </a:path>
              <a:path w="2941955" h="7334884">
                <a:moveTo>
                  <a:pt x="274703" y="5790812"/>
                </a:moveTo>
                <a:lnTo>
                  <a:pt x="281527" y="5794976"/>
                </a:lnTo>
                <a:lnTo>
                  <a:pt x="277363" y="5801801"/>
                </a:lnTo>
                <a:lnTo>
                  <a:pt x="270539" y="5797637"/>
                </a:lnTo>
                <a:lnTo>
                  <a:pt x="274703" y="5790812"/>
                </a:lnTo>
                <a:close/>
              </a:path>
              <a:path w="2941955" h="7334884">
                <a:moveTo>
                  <a:pt x="449023" y="5898114"/>
                </a:moveTo>
                <a:lnTo>
                  <a:pt x="454477" y="5901447"/>
                </a:lnTo>
                <a:lnTo>
                  <a:pt x="451144" y="5906901"/>
                </a:lnTo>
                <a:lnTo>
                  <a:pt x="445690" y="5903567"/>
                </a:lnTo>
                <a:lnTo>
                  <a:pt x="449023" y="5898114"/>
                </a:lnTo>
                <a:close/>
              </a:path>
              <a:path w="2941955" h="7334884">
                <a:moveTo>
                  <a:pt x="623337" y="6005420"/>
                </a:moveTo>
                <a:lnTo>
                  <a:pt x="627426" y="6007918"/>
                </a:lnTo>
                <a:lnTo>
                  <a:pt x="624932" y="6012014"/>
                </a:lnTo>
                <a:lnTo>
                  <a:pt x="620839" y="6009509"/>
                </a:lnTo>
                <a:lnTo>
                  <a:pt x="623337" y="6005420"/>
                </a:lnTo>
                <a:close/>
              </a:path>
              <a:path w="2941955" h="7334884">
                <a:moveTo>
                  <a:pt x="797651" y="6112725"/>
                </a:moveTo>
                <a:lnTo>
                  <a:pt x="800376" y="6114388"/>
                </a:lnTo>
                <a:lnTo>
                  <a:pt x="798706" y="6117117"/>
                </a:lnTo>
                <a:lnTo>
                  <a:pt x="795985" y="6115462"/>
                </a:lnTo>
                <a:lnTo>
                  <a:pt x="797651" y="6112725"/>
                </a:lnTo>
                <a:close/>
              </a:path>
              <a:path w="2941955" h="7334884">
                <a:moveTo>
                  <a:pt x="971972" y="6220027"/>
                </a:moveTo>
                <a:lnTo>
                  <a:pt x="973336" y="6220862"/>
                </a:lnTo>
                <a:lnTo>
                  <a:pt x="972494" y="6222230"/>
                </a:lnTo>
                <a:lnTo>
                  <a:pt x="971133" y="6221403"/>
                </a:lnTo>
                <a:lnTo>
                  <a:pt x="971972" y="6220027"/>
                </a:lnTo>
                <a:close/>
              </a:path>
              <a:path w="2941955" h="7334884">
                <a:moveTo>
                  <a:pt x="0" y="5861094"/>
                </a:moveTo>
                <a:lnTo>
                  <a:pt x="2373" y="5862541"/>
                </a:lnTo>
                <a:lnTo>
                  <a:pt x="0" y="5866435"/>
                </a:lnTo>
                <a:lnTo>
                  <a:pt x="0" y="5861094"/>
                </a:lnTo>
                <a:close/>
              </a:path>
              <a:path w="2941955" h="7334884">
                <a:moveTo>
                  <a:pt x="168501" y="5964855"/>
                </a:moveTo>
                <a:lnTo>
                  <a:pt x="175326" y="5969019"/>
                </a:lnTo>
                <a:lnTo>
                  <a:pt x="171162" y="5975844"/>
                </a:lnTo>
                <a:lnTo>
                  <a:pt x="164337" y="5971680"/>
                </a:lnTo>
                <a:lnTo>
                  <a:pt x="168501" y="5964855"/>
                </a:lnTo>
                <a:close/>
              </a:path>
              <a:path w="2941955" h="7334884">
                <a:moveTo>
                  <a:pt x="342822" y="6072157"/>
                </a:moveTo>
                <a:lnTo>
                  <a:pt x="348275" y="6075490"/>
                </a:lnTo>
                <a:lnTo>
                  <a:pt x="344946" y="6080951"/>
                </a:lnTo>
                <a:lnTo>
                  <a:pt x="339486" y="6077621"/>
                </a:lnTo>
                <a:lnTo>
                  <a:pt x="342822" y="6072157"/>
                </a:lnTo>
                <a:close/>
              </a:path>
              <a:path w="2941955" h="7334884">
                <a:moveTo>
                  <a:pt x="517130" y="6179466"/>
                </a:moveTo>
                <a:lnTo>
                  <a:pt x="521229" y="6181968"/>
                </a:lnTo>
                <a:lnTo>
                  <a:pt x="518724" y="6186061"/>
                </a:lnTo>
                <a:lnTo>
                  <a:pt x="514635" y="6183563"/>
                </a:lnTo>
                <a:lnTo>
                  <a:pt x="517130" y="6179466"/>
                </a:lnTo>
                <a:close/>
              </a:path>
              <a:path w="2941955" h="7334884">
                <a:moveTo>
                  <a:pt x="691447" y="6286779"/>
                </a:moveTo>
                <a:lnTo>
                  <a:pt x="694168" y="6288435"/>
                </a:lnTo>
                <a:lnTo>
                  <a:pt x="692509" y="6291166"/>
                </a:lnTo>
                <a:lnTo>
                  <a:pt x="689784" y="6289504"/>
                </a:lnTo>
                <a:lnTo>
                  <a:pt x="691447" y="6286779"/>
                </a:lnTo>
                <a:close/>
              </a:path>
              <a:path w="2941955" h="7334884">
                <a:moveTo>
                  <a:pt x="62297" y="6138899"/>
                </a:moveTo>
                <a:lnTo>
                  <a:pt x="69122" y="6143063"/>
                </a:lnTo>
                <a:lnTo>
                  <a:pt x="64958" y="6149888"/>
                </a:lnTo>
                <a:lnTo>
                  <a:pt x="58133" y="6145723"/>
                </a:lnTo>
                <a:lnTo>
                  <a:pt x="62297" y="6138899"/>
                </a:lnTo>
                <a:close/>
              </a:path>
              <a:path w="2941955" h="7334884">
                <a:moveTo>
                  <a:pt x="236611" y="6246204"/>
                </a:moveTo>
                <a:lnTo>
                  <a:pt x="242065" y="6249537"/>
                </a:lnTo>
                <a:lnTo>
                  <a:pt x="238736" y="6254998"/>
                </a:lnTo>
                <a:lnTo>
                  <a:pt x="233275" y="6251669"/>
                </a:lnTo>
                <a:lnTo>
                  <a:pt x="236611" y="6246204"/>
                </a:lnTo>
                <a:close/>
              </a:path>
              <a:path w="2941955" h="7334884">
                <a:moveTo>
                  <a:pt x="410925" y="6353510"/>
                </a:moveTo>
                <a:lnTo>
                  <a:pt x="415026" y="6356011"/>
                </a:lnTo>
                <a:lnTo>
                  <a:pt x="412524" y="6360111"/>
                </a:lnTo>
                <a:lnTo>
                  <a:pt x="408424" y="6357610"/>
                </a:lnTo>
                <a:lnTo>
                  <a:pt x="410925" y="6353510"/>
                </a:lnTo>
                <a:close/>
              </a:path>
              <a:path w="2941955" h="7334884">
                <a:moveTo>
                  <a:pt x="585243" y="6460823"/>
                </a:moveTo>
                <a:lnTo>
                  <a:pt x="587968" y="6462486"/>
                </a:lnTo>
                <a:lnTo>
                  <a:pt x="586305" y="6465210"/>
                </a:lnTo>
                <a:lnTo>
                  <a:pt x="583580" y="6463547"/>
                </a:lnTo>
                <a:lnTo>
                  <a:pt x="585243" y="6460823"/>
                </a:lnTo>
                <a:close/>
              </a:path>
              <a:path w="2941955" h="7334884">
                <a:moveTo>
                  <a:pt x="130530" y="6420806"/>
                </a:moveTo>
                <a:lnTo>
                  <a:pt x="135316" y="6423723"/>
                </a:lnTo>
                <a:lnTo>
                  <a:pt x="132403" y="6428497"/>
                </a:lnTo>
                <a:lnTo>
                  <a:pt x="127617" y="6425581"/>
                </a:lnTo>
                <a:lnTo>
                  <a:pt x="130530" y="6420806"/>
                </a:lnTo>
                <a:close/>
              </a:path>
              <a:path w="2941955" h="7334884">
                <a:moveTo>
                  <a:pt x="304851" y="6528108"/>
                </a:moveTo>
                <a:lnTo>
                  <a:pt x="308265" y="6530193"/>
                </a:lnTo>
                <a:lnTo>
                  <a:pt x="306180" y="6533607"/>
                </a:lnTo>
                <a:lnTo>
                  <a:pt x="302765" y="6531522"/>
                </a:lnTo>
                <a:lnTo>
                  <a:pt x="304851" y="6528108"/>
                </a:lnTo>
                <a:close/>
              </a:path>
              <a:path w="2941955" h="7334884">
                <a:moveTo>
                  <a:pt x="479164" y="6635413"/>
                </a:moveTo>
                <a:lnTo>
                  <a:pt x="481218" y="6636671"/>
                </a:lnTo>
                <a:lnTo>
                  <a:pt x="479968" y="6638721"/>
                </a:lnTo>
                <a:lnTo>
                  <a:pt x="477914" y="6637463"/>
                </a:lnTo>
                <a:lnTo>
                  <a:pt x="479164" y="6635413"/>
                </a:lnTo>
                <a:close/>
              </a:path>
              <a:path w="2941955" h="7334884">
                <a:moveTo>
                  <a:pt x="24327" y="6594849"/>
                </a:moveTo>
                <a:lnTo>
                  <a:pt x="29113" y="6597766"/>
                </a:lnTo>
                <a:lnTo>
                  <a:pt x="26196" y="6602551"/>
                </a:lnTo>
                <a:lnTo>
                  <a:pt x="21410" y="6599635"/>
                </a:lnTo>
                <a:lnTo>
                  <a:pt x="24327" y="6594849"/>
                </a:lnTo>
                <a:close/>
              </a:path>
              <a:path w="2941955" h="7334884">
                <a:moveTo>
                  <a:pt x="198645" y="6702162"/>
                </a:moveTo>
                <a:lnTo>
                  <a:pt x="202055" y="6704240"/>
                </a:lnTo>
                <a:lnTo>
                  <a:pt x="199970" y="6707655"/>
                </a:lnTo>
                <a:lnTo>
                  <a:pt x="196559" y="6705576"/>
                </a:lnTo>
                <a:lnTo>
                  <a:pt x="198645" y="6702162"/>
                </a:lnTo>
                <a:close/>
              </a:path>
              <a:path w="2941955" h="7334884">
                <a:moveTo>
                  <a:pt x="372958" y="6809467"/>
                </a:moveTo>
                <a:lnTo>
                  <a:pt x="375009" y="6810718"/>
                </a:lnTo>
                <a:lnTo>
                  <a:pt x="373765" y="6812764"/>
                </a:lnTo>
                <a:lnTo>
                  <a:pt x="371711" y="6811507"/>
                </a:lnTo>
                <a:lnTo>
                  <a:pt x="372958" y="6809467"/>
                </a:lnTo>
                <a:close/>
              </a:path>
              <a:path w="2941955" h="7334884">
                <a:moveTo>
                  <a:pt x="92440" y="6876205"/>
                </a:moveTo>
                <a:lnTo>
                  <a:pt x="95851" y="6878283"/>
                </a:lnTo>
                <a:lnTo>
                  <a:pt x="93766" y="6881697"/>
                </a:lnTo>
                <a:lnTo>
                  <a:pt x="90355" y="6879619"/>
                </a:lnTo>
                <a:lnTo>
                  <a:pt x="92440" y="6876205"/>
                </a:lnTo>
                <a:close/>
              </a:path>
              <a:path w="2941955" h="7334884">
                <a:moveTo>
                  <a:pt x="266747" y="6983514"/>
                </a:moveTo>
                <a:lnTo>
                  <a:pt x="268801" y="6984772"/>
                </a:lnTo>
                <a:lnTo>
                  <a:pt x="267554" y="6986811"/>
                </a:lnTo>
                <a:lnTo>
                  <a:pt x="265503" y="6985560"/>
                </a:lnTo>
                <a:lnTo>
                  <a:pt x="266747" y="6983514"/>
                </a:lnTo>
                <a:close/>
              </a:path>
              <a:path w="2941955" h="7334884">
                <a:moveTo>
                  <a:pt x="160682" y="7158114"/>
                </a:moveTo>
                <a:lnTo>
                  <a:pt x="162042" y="7158942"/>
                </a:lnTo>
                <a:lnTo>
                  <a:pt x="161208" y="7160306"/>
                </a:lnTo>
                <a:lnTo>
                  <a:pt x="159847" y="7159478"/>
                </a:lnTo>
                <a:lnTo>
                  <a:pt x="160682" y="7158114"/>
                </a:lnTo>
                <a:close/>
              </a:path>
              <a:path w="2941955" h="7334884">
                <a:moveTo>
                  <a:pt x="54472" y="7332160"/>
                </a:moveTo>
                <a:lnTo>
                  <a:pt x="55837" y="7332995"/>
                </a:lnTo>
                <a:lnTo>
                  <a:pt x="55002" y="7334359"/>
                </a:lnTo>
                <a:lnTo>
                  <a:pt x="53637" y="7333524"/>
                </a:lnTo>
                <a:lnTo>
                  <a:pt x="54472" y="7332160"/>
                </a:lnTo>
                <a:close/>
              </a:path>
            </a:pathLst>
          </a:custGeom>
          <a:solidFill>
            <a:srgbClr val="37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6600" marR="3163570" indent="-431800">
              <a:lnSpc>
                <a:spcPct val="115599"/>
              </a:lnSpc>
              <a:spcBef>
                <a:spcPts val="100"/>
              </a:spcBef>
            </a:pPr>
            <a:r>
              <a:rPr spc="-114" dirty="0">
                <a:latin typeface="Arial Black"/>
                <a:cs typeface="Arial Black"/>
              </a:rPr>
              <a:t>Who</a:t>
            </a:r>
            <a:r>
              <a:rPr spc="-175" dirty="0">
                <a:latin typeface="Arial Black"/>
                <a:cs typeface="Arial Black"/>
              </a:rPr>
              <a:t> </a:t>
            </a:r>
            <a:r>
              <a:rPr spc="-229" dirty="0">
                <a:latin typeface="Arial Black"/>
                <a:cs typeface="Arial Black"/>
              </a:rPr>
              <a:t>Faces</a:t>
            </a:r>
            <a:r>
              <a:rPr spc="-175" dirty="0">
                <a:latin typeface="Arial Black"/>
                <a:cs typeface="Arial Black"/>
              </a:rPr>
              <a:t> </a:t>
            </a:r>
            <a:r>
              <a:rPr spc="-114" dirty="0">
                <a:latin typeface="Arial Black"/>
                <a:cs typeface="Arial Black"/>
              </a:rPr>
              <a:t>the</a:t>
            </a:r>
            <a:r>
              <a:rPr spc="-175" dirty="0">
                <a:latin typeface="Arial Black"/>
                <a:cs typeface="Arial Black"/>
              </a:rPr>
              <a:t> </a:t>
            </a:r>
            <a:r>
              <a:rPr spc="-100" dirty="0">
                <a:latin typeface="Arial Black"/>
                <a:cs typeface="Arial Black"/>
              </a:rPr>
              <a:t>Problem: </a:t>
            </a:r>
            <a:r>
              <a:rPr spc="-25" dirty="0"/>
              <a:t>College</a:t>
            </a:r>
            <a:r>
              <a:rPr spc="-100" dirty="0"/>
              <a:t> </a:t>
            </a:r>
            <a:r>
              <a:rPr spc="-10" dirty="0"/>
              <a:t>students </a:t>
            </a:r>
            <a:r>
              <a:rPr dirty="0"/>
              <a:t>Fresh</a:t>
            </a:r>
            <a:r>
              <a:rPr spc="-140" dirty="0"/>
              <a:t> </a:t>
            </a:r>
            <a:r>
              <a:rPr spc="-10" dirty="0"/>
              <a:t>graduates</a:t>
            </a:r>
          </a:p>
          <a:p>
            <a:pPr marL="736600">
              <a:lnSpc>
                <a:spcPct val="100000"/>
              </a:lnSpc>
              <a:spcBef>
                <a:spcPts val="375"/>
              </a:spcBef>
            </a:pPr>
            <a:r>
              <a:rPr dirty="0"/>
              <a:t>Early‑career</a:t>
            </a:r>
            <a:r>
              <a:rPr spc="185" dirty="0"/>
              <a:t> </a:t>
            </a:r>
            <a:r>
              <a:rPr spc="-10" dirty="0"/>
              <a:t>professionals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pc="-10" dirty="0"/>
          </a:p>
          <a:p>
            <a:pPr marL="304800">
              <a:lnSpc>
                <a:spcPct val="100000"/>
              </a:lnSpc>
            </a:pPr>
            <a:r>
              <a:rPr spc="-10" dirty="0">
                <a:latin typeface="Arial Black"/>
                <a:cs typeface="Arial Black"/>
              </a:rPr>
              <a:t>Impact:</a:t>
            </a:r>
          </a:p>
          <a:p>
            <a:pPr marL="736600" marR="2081530">
              <a:lnSpc>
                <a:spcPct val="115599"/>
              </a:lnSpc>
            </a:pPr>
            <a:r>
              <a:rPr dirty="0"/>
              <a:t>Incomplete</a:t>
            </a:r>
            <a:r>
              <a:rPr spc="-60" dirty="0"/>
              <a:t> </a:t>
            </a:r>
            <a:r>
              <a:rPr spc="-55" dirty="0"/>
              <a:t>skill </a:t>
            </a:r>
            <a:r>
              <a:rPr spc="-10" dirty="0"/>
              <a:t>development </a:t>
            </a:r>
            <a:r>
              <a:rPr dirty="0"/>
              <a:t>Low</a:t>
            </a:r>
            <a:r>
              <a:rPr spc="-70" dirty="0"/>
              <a:t> </a:t>
            </a:r>
            <a:r>
              <a:rPr spc="-10" dirty="0"/>
              <a:t>confidence</a:t>
            </a:r>
          </a:p>
          <a:p>
            <a:pPr marL="736600">
              <a:lnSpc>
                <a:spcPct val="100000"/>
              </a:lnSpc>
              <a:spcBef>
                <a:spcPts val="375"/>
              </a:spcBef>
            </a:pPr>
            <a:r>
              <a:rPr dirty="0"/>
              <a:t>Wasted</a:t>
            </a:r>
            <a:r>
              <a:rPr spc="-95" dirty="0"/>
              <a:t> </a:t>
            </a:r>
            <a:r>
              <a:rPr dirty="0"/>
              <a:t>time</a:t>
            </a:r>
            <a:r>
              <a:rPr spc="-90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spc="-10" dirty="0"/>
              <a:t>effort</a:t>
            </a:r>
          </a:p>
          <a:p>
            <a:pPr marL="736600">
              <a:lnSpc>
                <a:spcPct val="100000"/>
              </a:lnSpc>
              <a:spcBef>
                <a:spcPts val="375"/>
              </a:spcBef>
            </a:pPr>
            <a:r>
              <a:rPr dirty="0"/>
              <a:t>Slower</a:t>
            </a:r>
            <a:r>
              <a:rPr spc="-30" dirty="0"/>
              <a:t> </a:t>
            </a:r>
            <a:r>
              <a:rPr dirty="0"/>
              <a:t>academic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career</a:t>
            </a:r>
            <a:r>
              <a:rPr spc="-30" dirty="0"/>
              <a:t> </a:t>
            </a:r>
            <a:r>
              <a:rPr spc="-10" dirty="0"/>
              <a:t>growth</a:t>
            </a:r>
          </a:p>
          <a:p>
            <a:pPr>
              <a:lnSpc>
                <a:spcPct val="100000"/>
              </a:lnSpc>
              <a:spcBef>
                <a:spcPts val="1885"/>
              </a:spcBef>
            </a:pPr>
            <a:endParaRPr spc="-10" dirty="0"/>
          </a:p>
          <a:p>
            <a:pPr marL="12700" marR="5080">
              <a:lnSpc>
                <a:spcPct val="115100"/>
              </a:lnSpc>
              <a:spcBef>
                <a:spcPts val="5"/>
              </a:spcBef>
            </a:pPr>
            <a:r>
              <a:rPr sz="1900" b="1" i="1" spc="-40" dirty="0">
                <a:latin typeface="Arial"/>
                <a:cs typeface="Arial"/>
              </a:rPr>
              <a:t>Thus</a:t>
            </a:r>
            <a:r>
              <a:rPr sz="1900" b="1" i="1" spc="-20" dirty="0">
                <a:latin typeface="Arial"/>
                <a:cs typeface="Arial"/>
              </a:rPr>
              <a:t> </a:t>
            </a:r>
            <a:r>
              <a:rPr sz="1900" b="1" i="1" spc="55" dirty="0">
                <a:latin typeface="Arial"/>
                <a:cs typeface="Arial"/>
              </a:rPr>
              <a:t>there</a:t>
            </a:r>
            <a:r>
              <a:rPr sz="1900" b="1" i="1" spc="-20" dirty="0">
                <a:latin typeface="Arial"/>
                <a:cs typeface="Arial"/>
              </a:rPr>
              <a:t> </a:t>
            </a:r>
            <a:r>
              <a:rPr sz="1900" b="1" i="1" spc="-60" dirty="0">
                <a:latin typeface="Arial"/>
                <a:cs typeface="Arial"/>
              </a:rPr>
              <a:t>is</a:t>
            </a:r>
            <a:r>
              <a:rPr sz="1900" b="1" i="1" spc="-15" dirty="0">
                <a:latin typeface="Arial"/>
                <a:cs typeface="Arial"/>
              </a:rPr>
              <a:t> </a:t>
            </a:r>
            <a:r>
              <a:rPr sz="1900" b="1" i="1" spc="155" dirty="0">
                <a:latin typeface="Arial"/>
                <a:cs typeface="Arial"/>
              </a:rPr>
              <a:t>a</a:t>
            </a:r>
            <a:r>
              <a:rPr sz="1900" b="1" i="1" spc="-20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strong</a:t>
            </a:r>
            <a:r>
              <a:rPr sz="1900" b="1" i="1" spc="-20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need</a:t>
            </a:r>
            <a:r>
              <a:rPr sz="1900" b="1" i="1" spc="-15" dirty="0">
                <a:latin typeface="Arial"/>
                <a:cs typeface="Arial"/>
              </a:rPr>
              <a:t> </a:t>
            </a:r>
            <a:r>
              <a:rPr sz="1900" b="1" i="1" spc="50" dirty="0">
                <a:latin typeface="Arial"/>
                <a:cs typeface="Arial"/>
              </a:rPr>
              <a:t>for</a:t>
            </a:r>
            <a:r>
              <a:rPr sz="1900" b="1" i="1" spc="-20" dirty="0">
                <a:latin typeface="Arial"/>
                <a:cs typeface="Arial"/>
              </a:rPr>
              <a:t> </a:t>
            </a:r>
            <a:r>
              <a:rPr sz="1900" b="1" i="1" spc="155" dirty="0">
                <a:latin typeface="Arial"/>
                <a:cs typeface="Arial"/>
              </a:rPr>
              <a:t>a</a:t>
            </a:r>
            <a:r>
              <a:rPr sz="1900" b="1" i="1" spc="-20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personalized</a:t>
            </a:r>
            <a:r>
              <a:rPr sz="1900" b="1" i="1" spc="-15" dirty="0">
                <a:latin typeface="Arial"/>
                <a:cs typeface="Arial"/>
              </a:rPr>
              <a:t> </a:t>
            </a:r>
            <a:r>
              <a:rPr sz="1900" b="1" i="1" spc="-10" dirty="0">
                <a:latin typeface="Arial"/>
                <a:cs typeface="Arial"/>
              </a:rPr>
              <a:t>learning </a:t>
            </a:r>
            <a:r>
              <a:rPr sz="1900" b="1" i="1" dirty="0">
                <a:latin typeface="Arial"/>
                <a:cs typeface="Arial"/>
              </a:rPr>
              <a:t>support system</a:t>
            </a:r>
            <a:r>
              <a:rPr sz="1900" b="1" i="1" spc="5" dirty="0">
                <a:latin typeface="Arial"/>
                <a:cs typeface="Arial"/>
              </a:rPr>
              <a:t> </a:t>
            </a:r>
            <a:r>
              <a:rPr sz="1900" b="1" i="1" spc="120" dirty="0">
                <a:latin typeface="Arial"/>
                <a:cs typeface="Arial"/>
              </a:rPr>
              <a:t>that</a:t>
            </a:r>
            <a:r>
              <a:rPr sz="1900" b="1" i="1" spc="5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understands</a:t>
            </a:r>
            <a:r>
              <a:rPr sz="1900" b="1" i="1" spc="5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why</a:t>
            </a:r>
            <a:r>
              <a:rPr sz="1900" b="1" i="1" spc="5" dirty="0">
                <a:latin typeface="Arial"/>
                <a:cs typeface="Arial"/>
              </a:rPr>
              <a:t> </a:t>
            </a:r>
            <a:r>
              <a:rPr sz="1900" b="1" i="1" spc="155" dirty="0">
                <a:latin typeface="Arial"/>
                <a:cs typeface="Arial"/>
              </a:rPr>
              <a:t>a</a:t>
            </a:r>
            <a:r>
              <a:rPr sz="1900" b="1" i="1" spc="5" dirty="0">
                <a:latin typeface="Arial"/>
                <a:cs typeface="Arial"/>
              </a:rPr>
              <a:t> </a:t>
            </a:r>
            <a:r>
              <a:rPr sz="1900" b="1" i="1" spc="60" dirty="0">
                <a:latin typeface="Arial"/>
                <a:cs typeface="Arial"/>
              </a:rPr>
              <a:t>learner</a:t>
            </a:r>
            <a:r>
              <a:rPr sz="1900" b="1" i="1" spc="5" dirty="0">
                <a:latin typeface="Arial"/>
                <a:cs typeface="Arial"/>
              </a:rPr>
              <a:t> </a:t>
            </a:r>
            <a:r>
              <a:rPr sz="1900" b="1" i="1" spc="-25" dirty="0">
                <a:latin typeface="Arial"/>
                <a:cs typeface="Arial"/>
              </a:rPr>
              <a:t>is </a:t>
            </a:r>
            <a:r>
              <a:rPr sz="1900" b="1" i="1" spc="-10" dirty="0">
                <a:latin typeface="Arial"/>
                <a:cs typeface="Arial"/>
              </a:rPr>
              <a:t>struggling</a:t>
            </a:r>
            <a:r>
              <a:rPr sz="1900" b="1" i="1" spc="-45" dirty="0">
                <a:latin typeface="Arial"/>
                <a:cs typeface="Arial"/>
              </a:rPr>
              <a:t> </a:t>
            </a:r>
            <a:r>
              <a:rPr sz="1900" b="1" i="1" spc="80" dirty="0">
                <a:latin typeface="Arial"/>
                <a:cs typeface="Arial"/>
              </a:rPr>
              <a:t>and</a:t>
            </a:r>
            <a:r>
              <a:rPr sz="1900" b="1" i="1" spc="-40" dirty="0">
                <a:latin typeface="Arial"/>
                <a:cs typeface="Arial"/>
              </a:rPr>
              <a:t> </a:t>
            </a:r>
            <a:r>
              <a:rPr sz="1900" b="1" i="1" spc="55" dirty="0">
                <a:latin typeface="Arial"/>
                <a:cs typeface="Arial"/>
              </a:rPr>
              <a:t>actively</a:t>
            </a:r>
            <a:r>
              <a:rPr sz="1900" b="1" i="1" spc="-40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helps</a:t>
            </a:r>
            <a:r>
              <a:rPr sz="1900" b="1" i="1" spc="-45" dirty="0">
                <a:latin typeface="Arial"/>
                <a:cs typeface="Arial"/>
              </a:rPr>
              <a:t> </a:t>
            </a:r>
            <a:r>
              <a:rPr sz="1900" b="1" i="1" spc="70" dirty="0">
                <a:latin typeface="Arial"/>
                <a:cs typeface="Arial"/>
              </a:rPr>
              <a:t>them</a:t>
            </a:r>
            <a:r>
              <a:rPr sz="1900" b="1" i="1" spc="-40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stay</a:t>
            </a:r>
            <a:r>
              <a:rPr sz="1900" b="1" i="1" spc="-40" dirty="0">
                <a:latin typeface="Arial"/>
                <a:cs typeface="Arial"/>
              </a:rPr>
              <a:t> </a:t>
            </a:r>
            <a:r>
              <a:rPr sz="1900" b="1" i="1" spc="-10" dirty="0">
                <a:latin typeface="Arial"/>
                <a:cs typeface="Arial"/>
              </a:rPr>
              <a:t>consistent.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3323" y="411511"/>
            <a:ext cx="1459865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4" dirty="0"/>
              <a:t>Startup</a:t>
            </a:r>
            <a:r>
              <a:rPr spc="-985" dirty="0"/>
              <a:t> </a:t>
            </a:r>
            <a:r>
              <a:rPr spc="170" dirty="0"/>
              <a:t>Idea</a:t>
            </a:r>
            <a:r>
              <a:rPr spc="-985" dirty="0"/>
              <a:t> </a:t>
            </a:r>
            <a:r>
              <a:rPr spc="-1290" dirty="0"/>
              <a:t>:</a:t>
            </a:r>
            <a:r>
              <a:rPr spc="-980" dirty="0"/>
              <a:t> </a:t>
            </a:r>
            <a:r>
              <a:rPr spc="-10" dirty="0"/>
              <a:t>LearnLoop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3323" y="2227440"/>
            <a:ext cx="14917419" cy="224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i="1" spc="-55" dirty="0">
                <a:solidFill>
                  <a:srgbClr val="377272"/>
                </a:solidFill>
                <a:latin typeface="Verdana"/>
                <a:cs typeface="Verdana"/>
              </a:rPr>
              <a:t>A</a:t>
            </a:r>
            <a:r>
              <a:rPr sz="3500" i="1" spc="-32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3500" i="1" spc="-30" dirty="0">
                <a:solidFill>
                  <a:srgbClr val="377272"/>
                </a:solidFill>
                <a:latin typeface="Verdana"/>
                <a:cs typeface="Verdana"/>
              </a:rPr>
              <a:t>personalized</a:t>
            </a:r>
            <a:r>
              <a:rPr sz="3500" i="1" spc="-32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3500" i="1" spc="-50" dirty="0">
                <a:solidFill>
                  <a:srgbClr val="377272"/>
                </a:solidFill>
                <a:latin typeface="Verdana"/>
                <a:cs typeface="Verdana"/>
              </a:rPr>
              <a:t>learning</a:t>
            </a:r>
            <a:r>
              <a:rPr sz="3500" i="1" spc="-32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3500" i="1" dirty="0">
                <a:solidFill>
                  <a:srgbClr val="377272"/>
                </a:solidFill>
                <a:latin typeface="Verdana"/>
                <a:cs typeface="Verdana"/>
              </a:rPr>
              <a:t>companion</a:t>
            </a:r>
            <a:r>
              <a:rPr sz="3500" i="1" spc="-32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3500" i="1" dirty="0">
                <a:solidFill>
                  <a:srgbClr val="377272"/>
                </a:solidFill>
                <a:latin typeface="Verdana"/>
                <a:cs typeface="Verdana"/>
              </a:rPr>
              <a:t>that</a:t>
            </a:r>
            <a:r>
              <a:rPr sz="3500" i="1" spc="-32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3500" i="1" spc="-55" dirty="0">
                <a:solidFill>
                  <a:srgbClr val="377272"/>
                </a:solidFill>
                <a:latin typeface="Verdana"/>
                <a:cs typeface="Verdana"/>
              </a:rPr>
              <a:t>turns</a:t>
            </a:r>
            <a:r>
              <a:rPr sz="3500" i="1" spc="-32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3500" i="1" spc="-40" dirty="0">
                <a:solidFill>
                  <a:srgbClr val="377272"/>
                </a:solidFill>
                <a:latin typeface="Verdana"/>
                <a:cs typeface="Verdana"/>
              </a:rPr>
              <a:t>goals</a:t>
            </a:r>
            <a:r>
              <a:rPr sz="3500" i="1" spc="-32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3500" i="1" spc="-20" dirty="0">
                <a:solidFill>
                  <a:srgbClr val="377272"/>
                </a:solidFill>
                <a:latin typeface="Verdana"/>
                <a:cs typeface="Verdana"/>
              </a:rPr>
              <a:t>into</a:t>
            </a:r>
            <a:r>
              <a:rPr sz="3500" i="1" spc="-32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3500" i="1" spc="-10" dirty="0">
                <a:solidFill>
                  <a:srgbClr val="377272"/>
                </a:solidFill>
                <a:latin typeface="Verdana"/>
                <a:cs typeface="Verdana"/>
              </a:rPr>
              <a:t>habits</a:t>
            </a:r>
            <a:endParaRPr sz="3500">
              <a:latin typeface="Verdana"/>
              <a:cs typeface="Verdana"/>
            </a:endParaRPr>
          </a:p>
          <a:p>
            <a:pPr marL="12700" marR="5080">
              <a:lnSpc>
                <a:spcPct val="115599"/>
              </a:lnSpc>
              <a:spcBef>
                <a:spcPts val="1325"/>
              </a:spcBef>
            </a:pP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LearnLoop</a:t>
            </a:r>
            <a:r>
              <a:rPr sz="20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is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a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smart,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155" dirty="0">
                <a:solidFill>
                  <a:srgbClr val="377272"/>
                </a:solidFill>
                <a:latin typeface="Lucida Sans Unicode"/>
                <a:cs typeface="Lucida Sans Unicode"/>
              </a:rPr>
              <a:t>AI-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powered</a:t>
            </a:r>
            <a:r>
              <a:rPr sz="20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companion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that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focuses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not</a:t>
            </a:r>
            <a:r>
              <a:rPr sz="20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just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on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what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you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learn,</a:t>
            </a:r>
            <a:r>
              <a:rPr sz="20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but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how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why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you</a:t>
            </a:r>
            <a:r>
              <a:rPr sz="20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learn.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Instead</a:t>
            </a:r>
            <a:r>
              <a:rPr sz="20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of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acting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like</a:t>
            </a:r>
            <a:r>
              <a:rPr sz="20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another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course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platform,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LearnLoop</a:t>
            </a:r>
            <a:r>
              <a:rPr sz="20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77272"/>
                </a:solidFill>
                <a:latin typeface="Lucida Sans Unicode"/>
                <a:cs typeface="Lucida Sans Unicode"/>
              </a:rPr>
              <a:t>acts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like:</a:t>
            </a:r>
            <a:r>
              <a:rPr sz="20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000" spc="-180" dirty="0">
                <a:solidFill>
                  <a:srgbClr val="377272"/>
                </a:solidFill>
                <a:latin typeface="Arial Black"/>
                <a:cs typeface="Arial Black"/>
              </a:rPr>
              <a:t>A</a:t>
            </a:r>
            <a:r>
              <a:rPr sz="20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2000" spc="-130" dirty="0">
                <a:solidFill>
                  <a:srgbClr val="377272"/>
                </a:solidFill>
                <a:latin typeface="Arial Black"/>
                <a:cs typeface="Arial Black"/>
              </a:rPr>
              <a:t>personal</a:t>
            </a:r>
            <a:r>
              <a:rPr sz="20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2000" spc="-180" dirty="0">
                <a:solidFill>
                  <a:srgbClr val="377272"/>
                </a:solidFill>
                <a:latin typeface="Arial Black"/>
                <a:cs typeface="Arial Black"/>
              </a:rPr>
              <a:t>coach</a:t>
            </a:r>
            <a:r>
              <a:rPr sz="20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2000" spc="-280" dirty="0">
                <a:solidFill>
                  <a:srgbClr val="377272"/>
                </a:solidFill>
                <a:latin typeface="Arial Black"/>
                <a:cs typeface="Arial Black"/>
              </a:rPr>
              <a:t>+</a:t>
            </a:r>
            <a:r>
              <a:rPr sz="20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2000" spc="-110" dirty="0">
                <a:solidFill>
                  <a:srgbClr val="377272"/>
                </a:solidFill>
                <a:latin typeface="Arial Black"/>
                <a:cs typeface="Arial Black"/>
              </a:rPr>
              <a:t>habit</a:t>
            </a:r>
            <a:r>
              <a:rPr sz="2000" spc="-15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2000" spc="-165" dirty="0">
                <a:solidFill>
                  <a:srgbClr val="377272"/>
                </a:solidFill>
                <a:latin typeface="Arial Black"/>
                <a:cs typeface="Arial Black"/>
              </a:rPr>
              <a:t>tracker</a:t>
            </a:r>
            <a:r>
              <a:rPr sz="20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2000" spc="-280" dirty="0">
                <a:solidFill>
                  <a:srgbClr val="377272"/>
                </a:solidFill>
                <a:latin typeface="Arial Black"/>
                <a:cs typeface="Arial Black"/>
              </a:rPr>
              <a:t>+</a:t>
            </a:r>
            <a:r>
              <a:rPr sz="20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2000" spc="-110" dirty="0">
                <a:solidFill>
                  <a:srgbClr val="377272"/>
                </a:solidFill>
                <a:latin typeface="Arial Black"/>
                <a:cs typeface="Arial Black"/>
              </a:rPr>
              <a:t>motivation</a:t>
            </a:r>
            <a:r>
              <a:rPr sz="20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377272"/>
                </a:solidFill>
                <a:latin typeface="Arial Black"/>
                <a:cs typeface="Arial Black"/>
              </a:rPr>
              <a:t>engine</a:t>
            </a:r>
            <a:endParaRPr sz="2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775"/>
              </a:spcBef>
            </a:pPr>
            <a:r>
              <a:rPr sz="3000" b="1" i="1" spc="80" dirty="0">
                <a:solidFill>
                  <a:srgbClr val="377272"/>
                </a:solidFill>
                <a:latin typeface="Arial"/>
                <a:cs typeface="Arial"/>
              </a:rPr>
              <a:t>How</a:t>
            </a:r>
            <a:r>
              <a:rPr sz="3000" b="1" i="1" spc="-80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3000" b="1" i="1" spc="50" dirty="0">
                <a:solidFill>
                  <a:srgbClr val="377272"/>
                </a:solidFill>
                <a:latin typeface="Arial"/>
                <a:cs typeface="Arial"/>
              </a:rPr>
              <a:t>LearnLoop</a:t>
            </a:r>
            <a:r>
              <a:rPr sz="3000" b="1" i="1" spc="-80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3000" b="1" i="1" spc="-20" dirty="0">
                <a:solidFill>
                  <a:srgbClr val="377272"/>
                </a:solidFill>
                <a:latin typeface="Arial"/>
                <a:cs typeface="Arial"/>
              </a:rPr>
              <a:t>Solves</a:t>
            </a:r>
            <a:r>
              <a:rPr sz="3000" b="1" i="1" spc="-75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3000" b="1" i="1" dirty="0">
                <a:solidFill>
                  <a:srgbClr val="377272"/>
                </a:solidFill>
                <a:latin typeface="Arial"/>
                <a:cs typeface="Arial"/>
              </a:rPr>
              <a:t>Each</a:t>
            </a:r>
            <a:r>
              <a:rPr sz="3000" b="1" i="1" spc="-80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3000" b="1" i="1" dirty="0">
                <a:solidFill>
                  <a:srgbClr val="377272"/>
                </a:solidFill>
                <a:latin typeface="Arial"/>
                <a:cs typeface="Arial"/>
              </a:rPr>
              <a:t>Root</a:t>
            </a:r>
            <a:r>
              <a:rPr sz="3000" b="1" i="1" spc="-75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3000" b="1" i="1" spc="-10" dirty="0">
                <a:solidFill>
                  <a:srgbClr val="377272"/>
                </a:solidFill>
                <a:latin typeface="Arial"/>
                <a:cs typeface="Arial"/>
              </a:rPr>
              <a:t>Cause: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998" y="6003721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998" y="6670471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998" y="7003846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998" y="7670596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998" y="8337346"/>
            <a:ext cx="85725" cy="857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65199" y="4684826"/>
            <a:ext cx="5526405" cy="5504815"/>
          </a:xfrm>
          <a:prstGeom prst="rect">
            <a:avLst/>
          </a:prstGeom>
          <a:solidFill>
            <a:srgbClr val="40B8D5">
              <a:alpha val="11999"/>
            </a:srgbClr>
          </a:solidFill>
        </p:spPr>
        <p:txBody>
          <a:bodyPr vert="horz" wrap="square" lIns="0" tIns="201295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585"/>
              </a:spcBef>
            </a:pPr>
            <a:r>
              <a:rPr sz="1900" b="1" i="1" dirty="0">
                <a:solidFill>
                  <a:srgbClr val="036A7C"/>
                </a:solidFill>
                <a:latin typeface="Arial"/>
                <a:cs typeface="Arial"/>
              </a:rPr>
              <a:t>Goal-Based</a:t>
            </a:r>
            <a:r>
              <a:rPr sz="1900" b="1" i="1" spc="55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036A7C"/>
                </a:solidFill>
                <a:latin typeface="Arial"/>
                <a:cs typeface="Arial"/>
              </a:rPr>
              <a:t>Learning</a:t>
            </a:r>
            <a:r>
              <a:rPr sz="1900" b="1" i="1" spc="60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1900" b="1" i="1" spc="-35" dirty="0">
                <a:solidFill>
                  <a:srgbClr val="036A7C"/>
                </a:solidFill>
                <a:latin typeface="Arial"/>
                <a:cs typeface="Arial"/>
              </a:rPr>
              <a:t>(Fixes</a:t>
            </a:r>
            <a:r>
              <a:rPr sz="1900" b="1" i="1" spc="55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1900" b="1" i="1" spc="-10" dirty="0">
                <a:solidFill>
                  <a:srgbClr val="036A7C"/>
                </a:solidFill>
                <a:latin typeface="Arial"/>
                <a:cs typeface="Arial"/>
              </a:rPr>
              <a:t>“Irrelevance”)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900">
              <a:latin typeface="Arial"/>
              <a:cs typeface="Arial"/>
            </a:endParaRPr>
          </a:p>
          <a:p>
            <a:pPr marL="150495">
              <a:lnSpc>
                <a:spcPct val="100000"/>
              </a:lnSpc>
            </a:pPr>
            <a:r>
              <a:rPr sz="1900" spc="-120" dirty="0">
                <a:solidFill>
                  <a:srgbClr val="377272"/>
                </a:solidFill>
                <a:latin typeface="Arial Black"/>
                <a:cs typeface="Arial Black"/>
              </a:rPr>
              <a:t>At</a:t>
            </a:r>
            <a:r>
              <a:rPr sz="19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05" dirty="0">
                <a:solidFill>
                  <a:srgbClr val="377272"/>
                </a:solidFill>
                <a:latin typeface="Arial Black"/>
                <a:cs typeface="Arial Black"/>
              </a:rPr>
              <a:t>onboarding,</a:t>
            </a:r>
            <a:r>
              <a:rPr sz="1900" spc="-15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55" dirty="0">
                <a:solidFill>
                  <a:srgbClr val="377272"/>
                </a:solidFill>
                <a:latin typeface="Arial Black"/>
                <a:cs typeface="Arial Black"/>
              </a:rPr>
              <a:t>users </a:t>
            </a:r>
            <a:r>
              <a:rPr sz="1900" spc="-10" dirty="0">
                <a:solidFill>
                  <a:srgbClr val="377272"/>
                </a:solidFill>
                <a:latin typeface="Arial Black"/>
                <a:cs typeface="Arial Black"/>
              </a:rPr>
              <a:t>define:</a:t>
            </a:r>
            <a:endParaRPr sz="1900">
              <a:latin typeface="Arial Black"/>
              <a:cs typeface="Arial Black"/>
            </a:endParaRPr>
          </a:p>
          <a:p>
            <a:pPr marL="560705" marR="1009650">
              <a:lnSpc>
                <a:spcPct val="115100"/>
              </a:lnSpc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Career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goal</a:t>
            </a:r>
            <a:r>
              <a:rPr sz="19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(e.g.,</a:t>
            </a:r>
            <a:r>
              <a:rPr sz="19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Data</a:t>
            </a:r>
            <a:r>
              <a:rPr sz="19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Analyst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in</a:t>
            </a:r>
            <a:r>
              <a:rPr sz="19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6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months)</a:t>
            </a:r>
            <a:endParaRPr sz="1900">
              <a:latin typeface="Lucida Sans Unicode"/>
              <a:cs typeface="Lucida Sans Unicode"/>
            </a:endParaRPr>
          </a:p>
          <a:p>
            <a:pPr marL="560705" marR="2179955">
              <a:lnSpc>
                <a:spcPct val="115100"/>
              </a:lnSpc>
            </a:pPr>
            <a:r>
              <a:rPr sz="19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Daily/weekly</a:t>
            </a:r>
            <a:r>
              <a:rPr sz="19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availability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Current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skill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level</a:t>
            </a:r>
            <a:endParaRPr sz="1900">
              <a:latin typeface="Lucida Sans Unicode"/>
              <a:cs typeface="Lucida Sans Unicode"/>
            </a:endParaRPr>
          </a:p>
          <a:p>
            <a:pPr marL="150495">
              <a:lnSpc>
                <a:spcPct val="100000"/>
              </a:lnSpc>
              <a:spcBef>
                <a:spcPts val="345"/>
              </a:spcBef>
            </a:pPr>
            <a:r>
              <a:rPr sz="1900" spc="-120" dirty="0">
                <a:solidFill>
                  <a:srgbClr val="377272"/>
                </a:solidFill>
                <a:latin typeface="Arial Black"/>
                <a:cs typeface="Arial Black"/>
              </a:rPr>
              <a:t>LearnLoop</a:t>
            </a:r>
            <a:r>
              <a:rPr sz="1900" spc="-13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Arial Black"/>
                <a:cs typeface="Arial Black"/>
              </a:rPr>
              <a:t>then:</a:t>
            </a:r>
            <a:endParaRPr sz="1900">
              <a:latin typeface="Arial Black"/>
              <a:cs typeface="Arial Black"/>
            </a:endParaRPr>
          </a:p>
          <a:p>
            <a:pPr marL="560705" marR="474345">
              <a:lnSpc>
                <a:spcPct val="115100"/>
              </a:lnSpc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Maps</a:t>
            </a:r>
            <a:r>
              <a:rPr sz="19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each</a:t>
            </a:r>
            <a:r>
              <a:rPr sz="19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19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task</a:t>
            </a:r>
            <a:r>
              <a:rPr sz="1900" spc="-6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directly</a:t>
            </a:r>
            <a:r>
              <a:rPr sz="19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to</a:t>
            </a:r>
            <a:r>
              <a:rPr sz="19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the user’s</a:t>
            </a:r>
            <a:r>
              <a:rPr sz="19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goal</a:t>
            </a:r>
            <a:endParaRPr sz="1900">
              <a:latin typeface="Lucida Sans Unicode"/>
              <a:cs typeface="Lucida Sans Unicode"/>
            </a:endParaRPr>
          </a:p>
          <a:p>
            <a:pPr marL="560705" marR="585470">
              <a:lnSpc>
                <a:spcPct val="115100"/>
              </a:lnSpc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Shows</a:t>
            </a:r>
            <a:r>
              <a:rPr sz="19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95" dirty="0">
                <a:solidFill>
                  <a:srgbClr val="377272"/>
                </a:solidFill>
                <a:latin typeface="Lucida Sans Unicode"/>
                <a:cs typeface="Lucida Sans Unicode"/>
              </a:rPr>
              <a:t>“Why</a:t>
            </a:r>
            <a:r>
              <a:rPr sz="19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this</a:t>
            </a:r>
            <a:r>
              <a:rPr sz="19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task</a:t>
            </a:r>
            <a:r>
              <a:rPr sz="19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matters”</a:t>
            </a:r>
            <a:r>
              <a:rPr sz="19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before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every</a:t>
            </a:r>
            <a:r>
              <a:rPr sz="1900" spc="5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lesson</a:t>
            </a:r>
            <a:endParaRPr sz="1900">
              <a:latin typeface="Lucida Sans Unicode"/>
              <a:cs typeface="Lucida Sans Unicode"/>
            </a:endParaRPr>
          </a:p>
          <a:p>
            <a:pPr marL="150495">
              <a:lnSpc>
                <a:spcPct val="100000"/>
              </a:lnSpc>
              <a:spcBef>
                <a:spcPts val="345"/>
              </a:spcBef>
            </a:pP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Example:</a:t>
            </a:r>
            <a:endParaRPr sz="1900">
              <a:latin typeface="Lucida Sans Unicode"/>
              <a:cs typeface="Lucida Sans Unicode"/>
            </a:endParaRPr>
          </a:p>
          <a:p>
            <a:pPr marL="150495" marR="166370">
              <a:lnSpc>
                <a:spcPct val="115100"/>
              </a:lnSpc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“Completing</a:t>
            </a:r>
            <a:r>
              <a:rPr sz="1900" spc="-12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this</a:t>
            </a:r>
            <a:r>
              <a:rPr sz="1900" spc="-12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60" dirty="0">
                <a:solidFill>
                  <a:srgbClr val="377272"/>
                </a:solidFill>
                <a:latin typeface="Lucida Sans Unicode"/>
                <a:cs typeface="Lucida Sans Unicode"/>
              </a:rPr>
              <a:t>SQL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assignment</a:t>
            </a:r>
            <a:r>
              <a:rPr sz="1900" spc="-12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improves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your</a:t>
            </a:r>
            <a:r>
              <a:rPr sz="19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chances</a:t>
            </a:r>
            <a:r>
              <a:rPr sz="19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of</a:t>
            </a:r>
            <a:r>
              <a:rPr sz="19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clearing</a:t>
            </a:r>
            <a:r>
              <a:rPr sz="19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analytics</a:t>
            </a:r>
            <a:r>
              <a:rPr sz="19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interviews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by</a:t>
            </a:r>
            <a:r>
              <a:rPr sz="1900" spc="-6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18%.”</a:t>
            </a:r>
            <a:endParaRPr sz="19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9979" y="6337096"/>
            <a:ext cx="85725" cy="857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9979" y="6670471"/>
            <a:ext cx="85725" cy="857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9979" y="7003846"/>
            <a:ext cx="85725" cy="857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9979" y="7670596"/>
            <a:ext cx="85725" cy="857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9979" y="8003971"/>
            <a:ext cx="85725" cy="857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9979" y="8337346"/>
            <a:ext cx="85725" cy="8572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378180" y="4684826"/>
            <a:ext cx="5532120" cy="5171440"/>
          </a:xfrm>
          <a:prstGeom prst="rect">
            <a:avLst/>
          </a:prstGeom>
          <a:solidFill>
            <a:srgbClr val="40B8D5">
              <a:alpha val="11999"/>
            </a:srgbClr>
          </a:solidFill>
        </p:spPr>
        <p:txBody>
          <a:bodyPr vert="horz" wrap="square" lIns="0" tIns="157480" rIns="0" bIns="0" rtlCol="0">
            <a:spAutoFit/>
          </a:bodyPr>
          <a:lstStyle/>
          <a:p>
            <a:pPr marL="1380490" marR="815975" indent="-501015">
              <a:lnSpc>
                <a:spcPct val="115100"/>
              </a:lnSpc>
              <a:spcBef>
                <a:spcPts val="1240"/>
              </a:spcBef>
            </a:pPr>
            <a:r>
              <a:rPr sz="1900" spc="-110" dirty="0">
                <a:solidFill>
                  <a:srgbClr val="036A7C"/>
                </a:solidFill>
                <a:latin typeface="Arial Black"/>
                <a:cs typeface="Arial Black"/>
              </a:rPr>
              <a:t>Adaptive</a:t>
            </a:r>
            <a:r>
              <a:rPr sz="1900" spc="-14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75" dirty="0">
                <a:solidFill>
                  <a:srgbClr val="036A7C"/>
                </a:solidFill>
                <a:latin typeface="Arial Black"/>
                <a:cs typeface="Arial Black"/>
              </a:rPr>
              <a:t>Difficulty</a:t>
            </a:r>
            <a:r>
              <a:rPr sz="1900" spc="-14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45" dirty="0">
                <a:solidFill>
                  <a:srgbClr val="036A7C"/>
                </a:solidFill>
                <a:latin typeface="Arial Black"/>
                <a:cs typeface="Arial Black"/>
              </a:rPr>
              <a:t>Engine</a:t>
            </a:r>
            <a:r>
              <a:rPr sz="1900" spc="-14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45" dirty="0">
                <a:solidFill>
                  <a:srgbClr val="036A7C"/>
                </a:solidFill>
                <a:latin typeface="Arial Black"/>
                <a:cs typeface="Arial Black"/>
              </a:rPr>
              <a:t>(Fixes </a:t>
            </a:r>
            <a:r>
              <a:rPr sz="1900" spc="-114" dirty="0">
                <a:solidFill>
                  <a:srgbClr val="036A7C"/>
                </a:solidFill>
                <a:latin typeface="Arial Black"/>
                <a:cs typeface="Arial Black"/>
              </a:rPr>
              <a:t>Frustration</a:t>
            </a:r>
            <a:r>
              <a:rPr sz="1900" spc="-15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425" dirty="0">
                <a:solidFill>
                  <a:srgbClr val="036A7C"/>
                </a:solidFill>
                <a:latin typeface="Arial Black"/>
                <a:cs typeface="Arial Black"/>
              </a:rPr>
              <a:t>&amp;</a:t>
            </a:r>
            <a:r>
              <a:rPr sz="1900" spc="-15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Arial Black"/>
                <a:cs typeface="Arial Black"/>
              </a:rPr>
              <a:t>Boredom)</a:t>
            </a:r>
            <a:endParaRPr sz="1900">
              <a:latin typeface="Arial Black"/>
              <a:cs typeface="Arial Black"/>
            </a:endParaRPr>
          </a:p>
          <a:p>
            <a:pPr marL="560705" marR="1657350" indent="-410209">
              <a:lnSpc>
                <a:spcPct val="115100"/>
              </a:lnSpc>
              <a:spcBef>
                <a:spcPts val="2625"/>
              </a:spcBef>
            </a:pPr>
            <a:r>
              <a:rPr sz="1900" spc="-120" dirty="0">
                <a:solidFill>
                  <a:srgbClr val="036A7C"/>
                </a:solidFill>
                <a:latin typeface="Arial Black"/>
                <a:cs typeface="Arial Black"/>
              </a:rPr>
              <a:t>LearnLoop</a:t>
            </a:r>
            <a:r>
              <a:rPr sz="1900" spc="-114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036A7C"/>
                </a:solidFill>
                <a:latin typeface="Arial Black"/>
                <a:cs typeface="Arial Black"/>
              </a:rPr>
              <a:t>continuously </a:t>
            </a:r>
            <a:r>
              <a:rPr sz="1900" spc="-135" dirty="0">
                <a:solidFill>
                  <a:srgbClr val="036A7C"/>
                </a:solidFill>
                <a:latin typeface="Arial Black"/>
                <a:cs typeface="Arial Black"/>
              </a:rPr>
              <a:t>tracks: </a:t>
            </a:r>
            <a:r>
              <a:rPr sz="190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Task</a:t>
            </a:r>
            <a:r>
              <a:rPr sz="1900" spc="-9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completion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time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Accuracy</a:t>
            </a:r>
            <a:r>
              <a:rPr sz="1900" spc="-3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036A7C"/>
                </a:solidFill>
                <a:latin typeface="Lucida Sans Unicode"/>
                <a:cs typeface="Lucida Sans Unicode"/>
              </a:rPr>
              <a:t>in</a:t>
            </a:r>
            <a:r>
              <a:rPr sz="1900" spc="-3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quizzes</a:t>
            </a:r>
            <a:endParaRPr sz="1900">
              <a:latin typeface="Lucida Sans Unicode"/>
              <a:cs typeface="Lucida Sans Unicode"/>
            </a:endParaRPr>
          </a:p>
          <a:p>
            <a:pPr marL="560705">
              <a:lnSpc>
                <a:spcPct val="100000"/>
              </a:lnSpc>
              <a:spcBef>
                <a:spcPts val="345"/>
              </a:spcBef>
            </a:pPr>
            <a:r>
              <a:rPr sz="1900" spc="-75" dirty="0">
                <a:solidFill>
                  <a:srgbClr val="036A7C"/>
                </a:solidFill>
                <a:latin typeface="Lucida Sans Unicode"/>
                <a:cs typeface="Lucida Sans Unicode"/>
              </a:rPr>
              <a:t>Drop-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off</a:t>
            </a:r>
            <a:r>
              <a:rPr sz="1900" spc="-5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points</a:t>
            </a:r>
            <a:endParaRPr sz="1900">
              <a:latin typeface="Lucida Sans Unicode"/>
              <a:cs typeface="Lucida Sans Unicode"/>
            </a:endParaRPr>
          </a:p>
          <a:p>
            <a:pPr marL="150495">
              <a:lnSpc>
                <a:spcPct val="100000"/>
              </a:lnSpc>
              <a:spcBef>
                <a:spcPts val="345"/>
              </a:spcBef>
            </a:pPr>
            <a:r>
              <a:rPr sz="1900" spc="-165" dirty="0">
                <a:solidFill>
                  <a:srgbClr val="036A7C"/>
                </a:solidFill>
                <a:latin typeface="Arial Black"/>
                <a:cs typeface="Arial Black"/>
              </a:rPr>
              <a:t>Based</a:t>
            </a:r>
            <a:r>
              <a:rPr sz="1900" spc="-16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85" dirty="0">
                <a:solidFill>
                  <a:srgbClr val="036A7C"/>
                </a:solidFill>
                <a:latin typeface="Arial Black"/>
                <a:cs typeface="Arial Black"/>
              </a:rPr>
              <a:t>on</a:t>
            </a:r>
            <a:r>
              <a:rPr sz="1900" spc="-16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20" dirty="0">
                <a:solidFill>
                  <a:srgbClr val="036A7C"/>
                </a:solidFill>
                <a:latin typeface="Arial Black"/>
                <a:cs typeface="Arial Black"/>
              </a:rPr>
              <a:t>this:</a:t>
            </a:r>
            <a:endParaRPr sz="1900">
              <a:latin typeface="Arial Black"/>
              <a:cs typeface="Arial Black"/>
            </a:endParaRPr>
          </a:p>
          <a:p>
            <a:pPr marL="560705">
              <a:lnSpc>
                <a:spcPct val="100000"/>
              </a:lnSpc>
              <a:spcBef>
                <a:spcPts val="345"/>
              </a:spcBef>
            </a:pP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Difficulty</a:t>
            </a:r>
            <a:r>
              <a:rPr sz="1900" spc="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automatically</a:t>
            </a:r>
            <a:r>
              <a:rPr sz="1900" spc="2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adjusts</a:t>
            </a:r>
            <a:endParaRPr sz="1900">
              <a:latin typeface="Lucida Sans Unicode"/>
              <a:cs typeface="Lucida Sans Unicode"/>
            </a:endParaRPr>
          </a:p>
          <a:p>
            <a:pPr marL="560705" marR="512445">
              <a:lnSpc>
                <a:spcPct val="115100"/>
              </a:lnSpc>
            </a:pP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Hard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tasks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are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35" dirty="0">
                <a:solidFill>
                  <a:srgbClr val="036A7C"/>
                </a:solidFill>
                <a:latin typeface="Lucida Sans Unicode"/>
                <a:cs typeface="Lucida Sans Unicode"/>
              </a:rPr>
              <a:t>broken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into</a:t>
            </a:r>
            <a:r>
              <a:rPr sz="190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75" dirty="0">
                <a:solidFill>
                  <a:srgbClr val="036A7C"/>
                </a:solidFill>
                <a:latin typeface="Lucida Sans Unicode"/>
                <a:cs typeface="Lucida Sans Unicode"/>
              </a:rPr>
              <a:t>micro-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tasks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Easier</a:t>
            </a:r>
            <a:r>
              <a:rPr sz="1900" spc="-10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reinforcement</a:t>
            </a:r>
            <a:r>
              <a:rPr sz="1900" spc="-10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tasks</a:t>
            </a:r>
            <a:r>
              <a:rPr sz="1900" spc="-1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are</a:t>
            </a:r>
            <a:r>
              <a:rPr sz="1900" spc="-10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added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when</a:t>
            </a:r>
            <a:r>
              <a:rPr sz="1900" spc="-4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confidence</a:t>
            </a:r>
            <a:r>
              <a:rPr sz="190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drops</a:t>
            </a:r>
            <a:endParaRPr sz="1900">
              <a:latin typeface="Lucida Sans Unicode"/>
              <a:cs typeface="Lucida Sans Unicode"/>
            </a:endParaRPr>
          </a:p>
          <a:p>
            <a:pPr marL="150495">
              <a:lnSpc>
                <a:spcPct val="100000"/>
              </a:lnSpc>
              <a:spcBef>
                <a:spcPts val="345"/>
              </a:spcBef>
            </a:pP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Result:</a:t>
            </a:r>
            <a:endParaRPr sz="1900">
              <a:latin typeface="Lucida Sans Unicode"/>
              <a:cs typeface="Lucida Sans Unicode"/>
            </a:endParaRPr>
          </a:p>
          <a:p>
            <a:pPr marL="150495">
              <a:lnSpc>
                <a:spcPct val="100000"/>
              </a:lnSpc>
              <a:spcBef>
                <a:spcPts val="345"/>
              </a:spcBef>
            </a:pP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Learners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stay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036A7C"/>
                </a:solidFill>
                <a:latin typeface="Lucida Sans Unicode"/>
                <a:cs typeface="Lucida Sans Unicode"/>
              </a:rPr>
              <a:t>in</a:t>
            </a:r>
            <a:r>
              <a:rPr sz="1900" spc="-8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the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optimal</a:t>
            </a:r>
            <a:r>
              <a:rPr sz="1900" spc="-8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challenge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zone</a:t>
            </a:r>
            <a:endParaRPr sz="1900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195567" y="4684826"/>
            <a:ext cx="5532120" cy="4838065"/>
            <a:chOff x="12195567" y="4684826"/>
            <a:chExt cx="5532120" cy="4838065"/>
          </a:xfrm>
        </p:grpSpPr>
        <p:sp>
          <p:nvSpPr>
            <p:cNvPr id="18" name="object 18"/>
            <p:cNvSpPr/>
            <p:nvPr/>
          </p:nvSpPr>
          <p:spPr>
            <a:xfrm>
              <a:off x="12195567" y="4684826"/>
              <a:ext cx="5532120" cy="4838065"/>
            </a:xfrm>
            <a:custGeom>
              <a:avLst/>
              <a:gdLst/>
              <a:ahLst/>
              <a:cxnLst/>
              <a:rect l="l" t="t" r="r" b="b"/>
              <a:pathLst>
                <a:path w="5532119" h="4838065">
                  <a:moveTo>
                    <a:pt x="5531638" y="4838065"/>
                  </a:moveTo>
                  <a:lnTo>
                    <a:pt x="0" y="4838065"/>
                  </a:lnTo>
                  <a:lnTo>
                    <a:pt x="0" y="0"/>
                  </a:lnTo>
                  <a:lnTo>
                    <a:pt x="5531638" y="0"/>
                  </a:lnTo>
                  <a:lnTo>
                    <a:pt x="5531638" y="4838065"/>
                  </a:lnTo>
                  <a:close/>
                </a:path>
              </a:pathLst>
            </a:custGeom>
            <a:solidFill>
              <a:srgbClr val="40B8D5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71818" y="6003721"/>
              <a:ext cx="85725" cy="857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71818" y="6337096"/>
              <a:ext cx="85725" cy="857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71818" y="6670471"/>
              <a:ext cx="85725" cy="857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71818" y="7003846"/>
              <a:ext cx="85725" cy="857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71818" y="8003971"/>
              <a:ext cx="85725" cy="857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71818" y="8337346"/>
              <a:ext cx="85725" cy="857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71818" y="8670721"/>
              <a:ext cx="85725" cy="8572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2195567" y="4684826"/>
            <a:ext cx="5532120" cy="4838065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964055" marR="918210" indent="-806450">
              <a:lnSpc>
                <a:spcPct val="115100"/>
              </a:lnSpc>
              <a:spcBef>
                <a:spcPts val="1240"/>
              </a:spcBef>
            </a:pPr>
            <a:r>
              <a:rPr sz="1900" b="1" i="1" dirty="0">
                <a:solidFill>
                  <a:srgbClr val="036A7C"/>
                </a:solidFill>
                <a:latin typeface="Arial"/>
                <a:cs typeface="Arial"/>
              </a:rPr>
              <a:t>Incentives</a:t>
            </a:r>
            <a:r>
              <a:rPr sz="1900" b="1" i="1" spc="10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1900" b="1" i="1" spc="-110" dirty="0">
                <a:solidFill>
                  <a:srgbClr val="036A7C"/>
                </a:solidFill>
                <a:latin typeface="Arial"/>
                <a:cs typeface="Arial"/>
              </a:rPr>
              <a:t>&amp;</a:t>
            </a:r>
            <a:r>
              <a:rPr sz="1900" b="1" i="1" spc="10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036A7C"/>
                </a:solidFill>
                <a:latin typeface="Arial"/>
                <a:cs typeface="Arial"/>
              </a:rPr>
              <a:t>Rewards</a:t>
            </a:r>
            <a:r>
              <a:rPr sz="1900" b="1" i="1" spc="10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1900" b="1" i="1" spc="-10" dirty="0">
                <a:solidFill>
                  <a:srgbClr val="036A7C"/>
                </a:solidFill>
                <a:latin typeface="Arial"/>
                <a:cs typeface="Arial"/>
              </a:rPr>
              <a:t>System </a:t>
            </a:r>
            <a:r>
              <a:rPr sz="1900" b="1" i="1" spc="-35" dirty="0">
                <a:solidFill>
                  <a:srgbClr val="036A7C"/>
                </a:solidFill>
                <a:latin typeface="Arial"/>
                <a:cs typeface="Arial"/>
              </a:rPr>
              <a:t>(Fixes</a:t>
            </a:r>
            <a:r>
              <a:rPr sz="1900" b="1" i="1" spc="-75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1900" b="1" i="1" spc="55" dirty="0">
                <a:solidFill>
                  <a:srgbClr val="036A7C"/>
                </a:solidFill>
                <a:latin typeface="Arial"/>
                <a:cs typeface="Arial"/>
              </a:rPr>
              <a:t>Drop-</a:t>
            </a:r>
            <a:r>
              <a:rPr sz="1900" b="1" i="1" spc="50" dirty="0">
                <a:solidFill>
                  <a:srgbClr val="036A7C"/>
                </a:solidFill>
                <a:latin typeface="Arial"/>
                <a:cs typeface="Arial"/>
              </a:rPr>
              <a:t>Off)</a:t>
            </a:r>
            <a:endParaRPr sz="1900">
              <a:latin typeface="Arial"/>
              <a:cs typeface="Arial"/>
            </a:endParaRPr>
          </a:p>
          <a:p>
            <a:pPr marL="295275">
              <a:lnSpc>
                <a:spcPct val="100000"/>
              </a:lnSpc>
              <a:spcBef>
                <a:spcPts val="345"/>
              </a:spcBef>
            </a:pPr>
            <a:r>
              <a:rPr sz="1900" spc="-170" dirty="0">
                <a:solidFill>
                  <a:srgbClr val="036A7C"/>
                </a:solidFill>
                <a:latin typeface="Arial Black"/>
                <a:cs typeface="Arial Black"/>
              </a:rPr>
              <a:t>Users</a:t>
            </a:r>
            <a:r>
              <a:rPr sz="1900" spc="-15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20" dirty="0">
                <a:solidFill>
                  <a:srgbClr val="036A7C"/>
                </a:solidFill>
                <a:latin typeface="Arial Black"/>
                <a:cs typeface="Arial Black"/>
              </a:rPr>
              <a:t>earn:</a:t>
            </a:r>
            <a:endParaRPr sz="1900">
              <a:latin typeface="Arial Black"/>
              <a:cs typeface="Arial Black"/>
            </a:endParaRPr>
          </a:p>
          <a:p>
            <a:pPr marL="704850" marR="2233930" algn="just">
              <a:lnSpc>
                <a:spcPct val="115100"/>
              </a:lnSpc>
            </a:pP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Points</a:t>
            </a:r>
            <a:r>
              <a:rPr sz="1900" spc="-7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for</a:t>
            </a:r>
            <a:r>
              <a:rPr sz="1900" spc="-7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consistency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Badges</a:t>
            </a:r>
            <a:r>
              <a:rPr sz="1900" spc="-10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for</a:t>
            </a:r>
            <a:r>
              <a:rPr sz="1900" spc="-1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milestones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Unlockable</a:t>
            </a:r>
            <a:r>
              <a:rPr sz="1900" spc="-13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content</a:t>
            </a:r>
            <a:endParaRPr sz="1900">
              <a:latin typeface="Lucida Sans Unicode"/>
              <a:cs typeface="Lucida Sans Unicode"/>
            </a:endParaRPr>
          </a:p>
          <a:p>
            <a:pPr marL="704850" marR="821055" algn="just">
              <a:lnSpc>
                <a:spcPct val="115100"/>
              </a:lnSpc>
            </a:pP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Discounts</a:t>
            </a:r>
            <a:r>
              <a:rPr sz="1900" spc="-9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on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advanced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courses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036A7C"/>
                </a:solidFill>
                <a:latin typeface="Lucida Sans Unicode"/>
                <a:cs typeface="Lucida Sans Unicode"/>
              </a:rPr>
              <a:t>or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certifications</a:t>
            </a:r>
            <a:endParaRPr sz="1900">
              <a:latin typeface="Lucida Sans Unicode"/>
              <a:cs typeface="Lucida Sans Unicode"/>
            </a:endParaRPr>
          </a:p>
          <a:p>
            <a:pPr marL="704850" marR="2574290" indent="-410209">
              <a:lnSpc>
                <a:spcPct val="115100"/>
              </a:lnSpc>
            </a:pPr>
            <a:r>
              <a:rPr sz="1900" spc="-180" dirty="0">
                <a:solidFill>
                  <a:srgbClr val="036A7C"/>
                </a:solidFill>
                <a:latin typeface="Arial Black"/>
                <a:cs typeface="Arial Black"/>
              </a:rPr>
              <a:t>Top</a:t>
            </a:r>
            <a:r>
              <a:rPr sz="1900" spc="-14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00" dirty="0">
                <a:solidFill>
                  <a:srgbClr val="036A7C"/>
                </a:solidFill>
                <a:latin typeface="Arial Black"/>
                <a:cs typeface="Arial Black"/>
              </a:rPr>
              <a:t>performers</a:t>
            </a:r>
            <a:r>
              <a:rPr sz="1900" spc="-14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20" dirty="0">
                <a:solidFill>
                  <a:srgbClr val="036A7C"/>
                </a:solidFill>
                <a:latin typeface="Arial Black"/>
                <a:cs typeface="Arial Black"/>
              </a:rPr>
              <a:t>get: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Internship</a:t>
            </a:r>
            <a:r>
              <a:rPr sz="1900" spc="-13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referrals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Peer</a:t>
            </a:r>
            <a:r>
              <a:rPr sz="1900" spc="2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recognition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Mentor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 access</a:t>
            </a:r>
            <a:endParaRPr sz="1900">
              <a:latin typeface="Lucida Sans Unicode"/>
              <a:cs typeface="Lucida Sans Unicode"/>
            </a:endParaRPr>
          </a:p>
          <a:p>
            <a:pPr marL="295275">
              <a:lnSpc>
                <a:spcPct val="100000"/>
              </a:lnSpc>
              <a:spcBef>
                <a:spcPts val="345"/>
              </a:spcBef>
            </a:pPr>
            <a:r>
              <a:rPr sz="1900" spc="-135" dirty="0">
                <a:solidFill>
                  <a:srgbClr val="036A7C"/>
                </a:solidFill>
                <a:latin typeface="Arial Black"/>
                <a:cs typeface="Arial Black"/>
              </a:rPr>
              <a:t>Learning</a:t>
            </a:r>
            <a:r>
              <a:rPr sz="1900" spc="-14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25" dirty="0">
                <a:solidFill>
                  <a:srgbClr val="036A7C"/>
                </a:solidFill>
                <a:latin typeface="Arial Black"/>
                <a:cs typeface="Arial Black"/>
              </a:rPr>
              <a:t>feels</a:t>
            </a:r>
            <a:r>
              <a:rPr sz="1900" spc="-13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45" dirty="0">
                <a:solidFill>
                  <a:srgbClr val="036A7C"/>
                </a:solidFill>
                <a:latin typeface="Arial Black"/>
                <a:cs typeface="Arial Black"/>
              </a:rPr>
              <a:t>rewarding,</a:t>
            </a:r>
            <a:r>
              <a:rPr sz="1900" spc="-13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80" dirty="0">
                <a:solidFill>
                  <a:srgbClr val="036A7C"/>
                </a:solidFill>
                <a:latin typeface="Arial Black"/>
                <a:cs typeface="Arial Black"/>
              </a:rPr>
              <a:t>not</a:t>
            </a:r>
            <a:r>
              <a:rPr sz="1900" spc="-13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50" dirty="0">
                <a:solidFill>
                  <a:srgbClr val="036A7C"/>
                </a:solidFill>
                <a:latin typeface="Arial Black"/>
                <a:cs typeface="Arial Black"/>
              </a:rPr>
              <a:t>exhausting.</a:t>
            </a:r>
            <a:endParaRPr sz="19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09674" y="1470986"/>
            <a:ext cx="85725" cy="1752600"/>
            <a:chOff x="1209674" y="1470986"/>
            <a:chExt cx="85725" cy="1752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9674" y="1470986"/>
              <a:ext cx="85725" cy="857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9674" y="1804361"/>
              <a:ext cx="85725" cy="857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9674" y="2137736"/>
              <a:ext cx="85725" cy="857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9674" y="2804486"/>
              <a:ext cx="85725" cy="857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9674" y="3137861"/>
              <a:ext cx="85725" cy="857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16000" y="630239"/>
            <a:ext cx="6303645" cy="26924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010919">
              <a:lnSpc>
                <a:spcPct val="100000"/>
              </a:lnSpc>
              <a:spcBef>
                <a:spcPts val="445"/>
              </a:spcBef>
            </a:pPr>
            <a:r>
              <a:rPr sz="1900" b="1" i="1" spc="70" dirty="0">
                <a:solidFill>
                  <a:srgbClr val="036A7C"/>
                </a:solidFill>
                <a:latin typeface="Arial"/>
                <a:cs typeface="Arial"/>
              </a:rPr>
              <a:t>Motivation</a:t>
            </a:r>
            <a:r>
              <a:rPr sz="1900" b="1" i="1" spc="-95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1900" b="1" i="1" spc="-10" dirty="0">
                <a:solidFill>
                  <a:srgbClr val="036A7C"/>
                </a:solidFill>
                <a:latin typeface="Arial"/>
                <a:cs typeface="Arial"/>
              </a:rPr>
              <a:t>Engine</a:t>
            </a:r>
            <a:r>
              <a:rPr sz="1900" b="1" i="1" spc="-90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1900" b="1" i="1" spc="-35" dirty="0">
                <a:solidFill>
                  <a:srgbClr val="036A7C"/>
                </a:solidFill>
                <a:latin typeface="Arial"/>
                <a:cs typeface="Arial"/>
              </a:rPr>
              <a:t>(Fixes</a:t>
            </a:r>
            <a:r>
              <a:rPr sz="1900" b="1" i="1" spc="-90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036A7C"/>
                </a:solidFill>
                <a:latin typeface="Arial"/>
                <a:cs typeface="Arial"/>
              </a:rPr>
              <a:t>Consistency</a:t>
            </a:r>
            <a:r>
              <a:rPr sz="1900" b="1" i="1" spc="-90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1900" b="1" i="1" spc="-10" dirty="0">
                <a:solidFill>
                  <a:srgbClr val="036A7C"/>
                </a:solidFill>
                <a:latin typeface="Arial"/>
                <a:cs typeface="Arial"/>
              </a:rPr>
              <a:t>Issues)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spc="-120" dirty="0">
                <a:solidFill>
                  <a:srgbClr val="036A7C"/>
                </a:solidFill>
                <a:latin typeface="Arial Black"/>
                <a:cs typeface="Arial Black"/>
              </a:rPr>
              <a:t>LearnLoop</a:t>
            </a:r>
            <a:r>
              <a:rPr sz="1900" spc="-13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20" dirty="0">
                <a:solidFill>
                  <a:srgbClr val="036A7C"/>
                </a:solidFill>
                <a:latin typeface="Arial Black"/>
                <a:cs typeface="Arial Black"/>
              </a:rPr>
              <a:t>uses:</a:t>
            </a:r>
            <a:endParaRPr sz="1900">
              <a:latin typeface="Arial Black"/>
              <a:cs typeface="Arial Black"/>
            </a:endParaRPr>
          </a:p>
          <a:p>
            <a:pPr marL="422275" marR="922019">
              <a:lnSpc>
                <a:spcPct val="115100"/>
              </a:lnSpc>
            </a:pP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Daily</a:t>
            </a:r>
            <a:r>
              <a:rPr sz="1900" spc="-9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nudges</a:t>
            </a:r>
            <a:r>
              <a:rPr sz="1900" spc="-9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(not</a:t>
            </a:r>
            <a:r>
              <a:rPr sz="1900" spc="-9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spam</a:t>
            </a:r>
            <a:r>
              <a:rPr sz="1900" spc="-9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reminders) Progress</a:t>
            </a:r>
            <a:r>
              <a:rPr sz="1900" spc="-9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036A7C"/>
                </a:solidFill>
                <a:latin typeface="Lucida Sans Unicode"/>
                <a:cs typeface="Lucida Sans Unicode"/>
              </a:rPr>
              <a:t>visualization</a:t>
            </a:r>
            <a:r>
              <a:rPr sz="1900" spc="-9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(streaks,</a:t>
            </a:r>
            <a:r>
              <a:rPr sz="1900" spc="-9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milestones)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Emotional</a:t>
            </a:r>
            <a:r>
              <a:rPr sz="1900" spc="-1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check-</a:t>
            </a:r>
            <a:r>
              <a:rPr sz="1900" spc="-25" dirty="0">
                <a:solidFill>
                  <a:srgbClr val="036A7C"/>
                </a:solidFill>
                <a:latin typeface="Lucida Sans Unicode"/>
                <a:cs typeface="Lucida Sans Unicode"/>
              </a:rPr>
              <a:t>ins</a:t>
            </a:r>
            <a:r>
              <a:rPr sz="1900" spc="-9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(“Feeling</a:t>
            </a:r>
            <a:r>
              <a:rPr sz="1900" spc="-9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stuck?”)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spc="-65" dirty="0">
                <a:solidFill>
                  <a:srgbClr val="036A7C"/>
                </a:solidFill>
                <a:latin typeface="Arial Black"/>
                <a:cs typeface="Arial Black"/>
              </a:rPr>
              <a:t>If</a:t>
            </a:r>
            <a:r>
              <a:rPr sz="1900" spc="-17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95" dirty="0">
                <a:solidFill>
                  <a:srgbClr val="036A7C"/>
                </a:solidFill>
                <a:latin typeface="Arial Black"/>
                <a:cs typeface="Arial Black"/>
              </a:rPr>
              <a:t>a</a:t>
            </a:r>
            <a:r>
              <a:rPr sz="1900" spc="-17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036A7C"/>
                </a:solidFill>
                <a:latin typeface="Arial Black"/>
                <a:cs typeface="Arial Black"/>
              </a:rPr>
              <a:t>learner</a:t>
            </a:r>
            <a:r>
              <a:rPr sz="1900" spc="-170" dirty="0">
                <a:solidFill>
                  <a:srgbClr val="036A7C"/>
                </a:solidFill>
                <a:latin typeface="Arial Black"/>
                <a:cs typeface="Arial Black"/>
              </a:rPr>
              <a:t> skips</a:t>
            </a:r>
            <a:r>
              <a:rPr sz="1900" spc="-16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20" dirty="0">
                <a:solidFill>
                  <a:srgbClr val="036A7C"/>
                </a:solidFill>
                <a:latin typeface="Arial Black"/>
                <a:cs typeface="Arial Black"/>
              </a:rPr>
              <a:t>days:</a:t>
            </a:r>
            <a:endParaRPr sz="1900">
              <a:latin typeface="Arial Black"/>
              <a:cs typeface="Arial Black"/>
            </a:endParaRPr>
          </a:p>
          <a:p>
            <a:pPr marL="422275" marR="741680">
              <a:lnSpc>
                <a:spcPct val="115100"/>
              </a:lnSpc>
            </a:pPr>
            <a:r>
              <a:rPr sz="1900" spc="-30" dirty="0">
                <a:solidFill>
                  <a:srgbClr val="036A7C"/>
                </a:solidFill>
                <a:latin typeface="Lucida Sans Unicode"/>
                <a:cs typeface="Lucida Sans Unicode"/>
              </a:rPr>
              <a:t>The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system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reduces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load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instead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of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shaming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Sends</a:t>
            </a:r>
            <a:r>
              <a:rPr sz="1900" spc="-5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encouraging,</a:t>
            </a:r>
            <a:r>
              <a:rPr sz="1900" spc="-5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20" dirty="0">
                <a:solidFill>
                  <a:srgbClr val="036A7C"/>
                </a:solidFill>
                <a:latin typeface="Lucida Sans Unicode"/>
                <a:cs typeface="Lucida Sans Unicode"/>
              </a:rPr>
              <a:t>goal-</a:t>
            </a:r>
            <a:r>
              <a:rPr sz="190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linked</a:t>
            </a:r>
            <a:r>
              <a:rPr sz="1900" spc="-5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messages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5199" y="542462"/>
            <a:ext cx="7743190" cy="3276600"/>
          </a:xfrm>
          <a:custGeom>
            <a:avLst/>
            <a:gdLst/>
            <a:ahLst/>
            <a:cxnLst/>
            <a:rect l="l" t="t" r="r" b="b"/>
            <a:pathLst>
              <a:path w="7743190" h="3276600">
                <a:moveTo>
                  <a:pt x="7683500" y="3251200"/>
                </a:moveTo>
                <a:lnTo>
                  <a:pt x="0" y="3251200"/>
                </a:lnTo>
                <a:lnTo>
                  <a:pt x="0" y="0"/>
                </a:lnTo>
                <a:lnTo>
                  <a:pt x="7683500" y="0"/>
                </a:lnTo>
                <a:lnTo>
                  <a:pt x="7683500" y="3251200"/>
                </a:lnTo>
                <a:close/>
              </a:path>
            </a:pathLst>
          </a:custGeom>
          <a:solidFill>
            <a:srgbClr val="40B8D5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5199" y="4053292"/>
            <a:ext cx="7732395" cy="5891530"/>
          </a:xfrm>
          <a:custGeom>
            <a:avLst/>
            <a:gdLst/>
            <a:ahLst/>
            <a:cxnLst/>
            <a:rect l="l" t="t" r="r" b="b"/>
            <a:pathLst>
              <a:path w="7732395" h="5891530">
                <a:moveTo>
                  <a:pt x="7732075" y="5891105"/>
                </a:moveTo>
                <a:lnTo>
                  <a:pt x="0" y="5891105"/>
                </a:lnTo>
                <a:lnTo>
                  <a:pt x="0" y="0"/>
                </a:lnTo>
                <a:lnTo>
                  <a:pt x="7732075" y="0"/>
                </a:lnTo>
                <a:lnTo>
                  <a:pt x="7732075" y="5891105"/>
                </a:lnTo>
                <a:close/>
              </a:path>
            </a:pathLst>
          </a:custGeom>
          <a:solidFill>
            <a:srgbClr val="40B8D5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31853" y="4257077"/>
            <a:ext cx="24136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i="1" spc="20" dirty="0">
                <a:solidFill>
                  <a:srgbClr val="036A7C"/>
                </a:solidFill>
                <a:latin typeface="Arial"/>
                <a:cs typeface="Arial"/>
              </a:rPr>
              <a:t>Accountability</a:t>
            </a:r>
            <a:r>
              <a:rPr sz="1900" b="1" i="1" spc="225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1900" b="1" i="1" spc="-20" dirty="0">
                <a:solidFill>
                  <a:srgbClr val="036A7C"/>
                </a:solidFill>
                <a:latin typeface="Arial"/>
                <a:cs typeface="Arial"/>
              </a:rPr>
              <a:t>Pods</a:t>
            </a:r>
            <a:endParaRPr sz="1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4369" y="4590452"/>
            <a:ext cx="118110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25" dirty="0">
                <a:solidFill>
                  <a:srgbClr val="036A7C"/>
                </a:solidFill>
                <a:latin typeface="Arial Black"/>
                <a:cs typeface="Arial Black"/>
              </a:rPr>
              <a:t>What</a:t>
            </a:r>
            <a:r>
              <a:rPr sz="1900" spc="-17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75" dirty="0">
                <a:solidFill>
                  <a:srgbClr val="036A7C"/>
                </a:solidFill>
                <a:latin typeface="Arial Black"/>
                <a:cs typeface="Arial Black"/>
              </a:rPr>
              <a:t>it</a:t>
            </a:r>
            <a:r>
              <a:rPr sz="1900" spc="-17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036A7C"/>
                </a:solidFill>
                <a:latin typeface="Arial Black"/>
                <a:cs typeface="Arial Black"/>
              </a:rPr>
              <a:t>is:</a:t>
            </a:r>
            <a:endParaRPr sz="1900">
              <a:latin typeface="Arial Black"/>
              <a:cs typeface="Arial Black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28044" y="5053970"/>
            <a:ext cx="85725" cy="4086225"/>
            <a:chOff x="1128044" y="5053970"/>
            <a:chExt cx="85725" cy="408622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8044" y="5053970"/>
              <a:ext cx="85725" cy="857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8044" y="5387345"/>
              <a:ext cx="85725" cy="857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8044" y="6054095"/>
              <a:ext cx="85725" cy="857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8044" y="6387470"/>
              <a:ext cx="85725" cy="857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8044" y="6720844"/>
              <a:ext cx="85725" cy="857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8044" y="7387594"/>
              <a:ext cx="85725" cy="857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8044" y="8054344"/>
              <a:ext cx="85725" cy="857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8044" y="8387719"/>
              <a:ext cx="85725" cy="857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8044" y="8721094"/>
              <a:ext cx="85725" cy="857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8044" y="9054469"/>
              <a:ext cx="85725" cy="8572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344539" y="4879974"/>
            <a:ext cx="4438015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Small</a:t>
            </a:r>
            <a:r>
              <a:rPr sz="1900" spc="-10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AI‑powered</a:t>
            </a:r>
            <a:r>
              <a:rPr sz="1900" spc="-10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groups</a:t>
            </a:r>
            <a:r>
              <a:rPr sz="1900" spc="-1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of</a:t>
            </a:r>
            <a:r>
              <a:rPr sz="1900" spc="-10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90" dirty="0">
                <a:solidFill>
                  <a:srgbClr val="036A7C"/>
                </a:solidFill>
                <a:latin typeface="Lucida Sans Unicode"/>
                <a:cs typeface="Lucida Sans Unicode"/>
              </a:rPr>
              <a:t>5</a:t>
            </a:r>
            <a:r>
              <a:rPr sz="1900" spc="-1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learners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Members</a:t>
            </a:r>
            <a:r>
              <a:rPr sz="1900" spc="-12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share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036A7C"/>
                </a:solidFill>
                <a:latin typeface="Lucida Sans Unicode"/>
                <a:cs typeface="Lucida Sans Unicode"/>
              </a:rPr>
              <a:t>similar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goals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75" dirty="0">
                <a:solidFill>
                  <a:srgbClr val="036A7C"/>
                </a:solidFill>
                <a:latin typeface="Lucida Sans Unicode"/>
                <a:cs typeface="Lucida Sans Unicode"/>
              </a:rPr>
              <a:t>&amp;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pace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4369" y="5590576"/>
            <a:ext cx="164083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70" dirty="0">
                <a:solidFill>
                  <a:srgbClr val="036A7C"/>
                </a:solidFill>
                <a:latin typeface="Arial Black"/>
                <a:cs typeface="Arial Black"/>
              </a:rPr>
              <a:t>How</a:t>
            </a:r>
            <a:r>
              <a:rPr sz="1900" spc="-17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90" dirty="0">
                <a:solidFill>
                  <a:srgbClr val="036A7C"/>
                </a:solidFill>
                <a:latin typeface="Arial Black"/>
                <a:cs typeface="Arial Black"/>
              </a:rPr>
              <a:t>It</a:t>
            </a:r>
            <a:r>
              <a:rPr sz="1900" spc="-17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30" dirty="0">
                <a:solidFill>
                  <a:srgbClr val="036A7C"/>
                </a:solidFill>
                <a:latin typeface="Arial Black"/>
                <a:cs typeface="Arial Black"/>
              </a:rPr>
              <a:t>Works: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44539" y="5880098"/>
            <a:ext cx="4800600" cy="102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38150">
              <a:lnSpc>
                <a:spcPct val="115100"/>
              </a:lnSpc>
              <a:spcBef>
                <a:spcPts val="100"/>
              </a:spcBef>
            </a:pPr>
            <a:r>
              <a:rPr sz="19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AI</a:t>
            </a:r>
            <a:r>
              <a:rPr sz="1900" spc="-1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45" dirty="0">
                <a:solidFill>
                  <a:srgbClr val="036A7C"/>
                </a:solidFill>
                <a:latin typeface="Lucida Sans Unicode"/>
                <a:cs typeface="Lucida Sans Unicode"/>
              </a:rPr>
              <a:t>assigns</a:t>
            </a:r>
            <a:r>
              <a:rPr sz="1900" spc="-1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weekly</a:t>
            </a:r>
            <a:r>
              <a:rPr sz="1900" spc="-9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goals</a:t>
            </a:r>
            <a:r>
              <a:rPr sz="1900" spc="-1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to</a:t>
            </a:r>
            <a:r>
              <a:rPr sz="1900" spc="-9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the</a:t>
            </a:r>
            <a:r>
              <a:rPr sz="1900" spc="-1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036A7C"/>
                </a:solidFill>
                <a:latin typeface="Lucida Sans Unicode"/>
                <a:cs typeface="Lucida Sans Unicode"/>
              </a:rPr>
              <a:t>pod </a:t>
            </a:r>
            <a:r>
              <a:rPr sz="1900" spc="-60" dirty="0">
                <a:solidFill>
                  <a:srgbClr val="036A7C"/>
                </a:solidFill>
                <a:latin typeface="Lucida Sans Unicode"/>
                <a:cs typeface="Lucida Sans Unicode"/>
              </a:rPr>
              <a:t>Tracks</a:t>
            </a:r>
            <a:r>
              <a:rPr sz="1900" spc="-9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individual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effort</a:t>
            </a:r>
            <a:r>
              <a:rPr sz="1900" spc="-9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75" dirty="0">
                <a:solidFill>
                  <a:srgbClr val="036A7C"/>
                </a:solidFill>
                <a:latin typeface="Lucida Sans Unicode"/>
                <a:cs typeface="Lucida Sans Unicode"/>
              </a:rPr>
              <a:t>&amp;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consistency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Sends</a:t>
            </a:r>
            <a:r>
              <a:rPr sz="1900" spc="-7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nudges</a:t>
            </a:r>
            <a:r>
              <a:rPr sz="1900" spc="-6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to</a:t>
            </a:r>
            <a:r>
              <a:rPr sz="1900" spc="-6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encourage</a:t>
            </a:r>
            <a:r>
              <a:rPr sz="1900" spc="-7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peer</a:t>
            </a:r>
            <a:r>
              <a:rPr sz="1900" spc="-6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support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34369" y="6924077"/>
            <a:ext cx="19875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20" dirty="0">
                <a:solidFill>
                  <a:srgbClr val="036A7C"/>
                </a:solidFill>
                <a:latin typeface="Arial Black"/>
                <a:cs typeface="Arial Black"/>
              </a:rPr>
              <a:t>Core</a:t>
            </a:r>
            <a:r>
              <a:rPr sz="1900" spc="-17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90" dirty="0">
                <a:solidFill>
                  <a:srgbClr val="036A7C"/>
                </a:solidFill>
                <a:latin typeface="Arial Black"/>
                <a:cs typeface="Arial Black"/>
              </a:rPr>
              <a:t>Innovation: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44539" y="7257452"/>
            <a:ext cx="54476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Uses</a:t>
            </a:r>
            <a:r>
              <a:rPr sz="1900" spc="-8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social</a:t>
            </a:r>
            <a:r>
              <a:rPr sz="1900" spc="-8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responsibility</a:t>
            </a:r>
            <a:r>
              <a:rPr sz="1900" spc="-8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to</a:t>
            </a:r>
            <a:r>
              <a:rPr sz="1900" spc="-8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boost</a:t>
            </a:r>
            <a:r>
              <a:rPr sz="1900" spc="-8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consistency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34369" y="7590826"/>
            <a:ext cx="25717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35" dirty="0">
                <a:solidFill>
                  <a:srgbClr val="377272"/>
                </a:solidFill>
                <a:latin typeface="Arial Black"/>
                <a:cs typeface="Arial Black"/>
              </a:rPr>
              <a:t>Psychology</a:t>
            </a:r>
            <a:r>
              <a:rPr sz="1900" spc="-14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377272"/>
                </a:solidFill>
                <a:latin typeface="Arial Black"/>
                <a:cs typeface="Arial Black"/>
              </a:rPr>
              <a:t>Behind</a:t>
            </a:r>
            <a:r>
              <a:rPr sz="1900" spc="-13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35" dirty="0">
                <a:solidFill>
                  <a:srgbClr val="377272"/>
                </a:solidFill>
                <a:latin typeface="Arial Black"/>
                <a:cs typeface="Arial Black"/>
              </a:rPr>
              <a:t>It: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44539" y="7880349"/>
            <a:ext cx="6577965" cy="135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Skipping</a:t>
            </a:r>
            <a:r>
              <a:rPr sz="19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</a:t>
            </a:r>
            <a:r>
              <a:rPr sz="19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task</a:t>
            </a:r>
            <a:r>
              <a:rPr sz="19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affects</a:t>
            </a:r>
            <a:r>
              <a:rPr sz="19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only</a:t>
            </a:r>
            <a:r>
              <a:rPr sz="19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you</a:t>
            </a:r>
            <a:r>
              <a:rPr sz="19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540" dirty="0">
                <a:solidFill>
                  <a:srgbClr val="377272"/>
                </a:solidFill>
                <a:latin typeface="Lucida Sans Unicode"/>
                <a:cs typeface="Lucida Sans Unicode"/>
              </a:rPr>
              <a:t>→</a:t>
            </a:r>
            <a:r>
              <a:rPr sz="19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easy</a:t>
            </a:r>
            <a:r>
              <a:rPr sz="19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to</a:t>
            </a:r>
            <a:r>
              <a:rPr sz="19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ignore</a:t>
            </a:r>
            <a:r>
              <a:rPr sz="1900" spc="5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Skipping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task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affects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your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group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540" dirty="0">
                <a:solidFill>
                  <a:srgbClr val="377272"/>
                </a:solidFill>
                <a:latin typeface="Lucida Sans Unicode"/>
                <a:cs typeface="Lucida Sans Unicode"/>
              </a:rPr>
              <a:t>→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feels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uncomfortable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That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discomfort</a:t>
            </a:r>
            <a:r>
              <a:rPr sz="19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484" dirty="0">
                <a:solidFill>
                  <a:srgbClr val="377272"/>
                </a:solidFill>
                <a:latin typeface="Lucida Sans Unicode"/>
                <a:cs typeface="Lucida Sans Unicode"/>
              </a:rPr>
              <a:t>=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fear</a:t>
            </a:r>
            <a:r>
              <a:rPr sz="19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of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letting</a:t>
            </a:r>
            <a:r>
              <a:rPr sz="19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others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down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This</a:t>
            </a:r>
            <a:r>
              <a:rPr sz="19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fear</a:t>
            </a:r>
            <a:r>
              <a:rPr sz="19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increases</a:t>
            </a:r>
            <a:r>
              <a:rPr sz="19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accountability</a:t>
            </a:r>
            <a:r>
              <a:rPr sz="19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&amp;</a:t>
            </a:r>
            <a:r>
              <a:rPr sz="19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follow‑through</a:t>
            </a:r>
            <a:endParaRPr sz="1900">
              <a:latin typeface="Lucida Sans Unicode"/>
              <a:cs typeface="Lucida Sans Unicode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518663" y="4053292"/>
            <a:ext cx="7732395" cy="5891530"/>
            <a:chOff x="9518663" y="4053292"/>
            <a:chExt cx="7732395" cy="5891530"/>
          </a:xfrm>
        </p:grpSpPr>
        <p:sp>
          <p:nvSpPr>
            <p:cNvPr id="32" name="object 32"/>
            <p:cNvSpPr/>
            <p:nvPr/>
          </p:nvSpPr>
          <p:spPr>
            <a:xfrm>
              <a:off x="9518663" y="4053292"/>
              <a:ext cx="7732395" cy="5891530"/>
            </a:xfrm>
            <a:custGeom>
              <a:avLst/>
              <a:gdLst/>
              <a:ahLst/>
              <a:cxnLst/>
              <a:rect l="l" t="t" r="r" b="b"/>
              <a:pathLst>
                <a:path w="7732394" h="5891530">
                  <a:moveTo>
                    <a:pt x="7732075" y="5891105"/>
                  </a:moveTo>
                  <a:lnTo>
                    <a:pt x="0" y="5891105"/>
                  </a:lnTo>
                  <a:lnTo>
                    <a:pt x="0" y="0"/>
                  </a:lnTo>
                  <a:lnTo>
                    <a:pt x="7732075" y="0"/>
                  </a:lnTo>
                  <a:lnTo>
                    <a:pt x="7732075" y="5891105"/>
                  </a:lnTo>
                  <a:close/>
                </a:path>
              </a:pathLst>
            </a:custGeom>
            <a:solidFill>
              <a:srgbClr val="40B8D5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42526" y="5720720"/>
              <a:ext cx="85725" cy="8572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42526" y="6054095"/>
              <a:ext cx="85725" cy="8572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42526" y="6387470"/>
              <a:ext cx="85725" cy="8572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42526" y="6720845"/>
              <a:ext cx="85725" cy="8572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42526" y="7054220"/>
              <a:ext cx="85725" cy="8572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42526" y="7720970"/>
              <a:ext cx="85725" cy="8572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42526" y="8054345"/>
              <a:ext cx="85725" cy="8572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42526" y="8721095"/>
              <a:ext cx="85725" cy="8572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42526" y="9054470"/>
              <a:ext cx="85725" cy="85724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9848851" y="4213224"/>
            <a:ext cx="6752590" cy="53594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89560" algn="ctr">
              <a:lnSpc>
                <a:spcPct val="100000"/>
              </a:lnSpc>
              <a:spcBef>
                <a:spcPts val="445"/>
              </a:spcBef>
            </a:pPr>
            <a:r>
              <a:rPr sz="1900" b="1" i="1" dirty="0">
                <a:solidFill>
                  <a:srgbClr val="036A7C"/>
                </a:solidFill>
                <a:latin typeface="Arial"/>
                <a:cs typeface="Arial"/>
              </a:rPr>
              <a:t>Learning</a:t>
            </a:r>
            <a:r>
              <a:rPr sz="1900" b="1" i="1" spc="-5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1900" b="1" i="1" spc="95" dirty="0">
                <a:solidFill>
                  <a:srgbClr val="036A7C"/>
                </a:solidFill>
                <a:latin typeface="Arial"/>
                <a:cs typeface="Arial"/>
              </a:rPr>
              <a:t>Habit</a:t>
            </a:r>
            <a:r>
              <a:rPr sz="1900" b="1" i="1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1900" b="1" i="1" spc="-10" dirty="0">
                <a:solidFill>
                  <a:srgbClr val="036A7C"/>
                </a:solidFill>
                <a:latin typeface="Arial"/>
                <a:cs typeface="Arial"/>
              </a:rPr>
              <a:t>Analysis</a:t>
            </a:r>
            <a:endParaRPr sz="1900">
              <a:latin typeface="Arial"/>
              <a:cs typeface="Arial"/>
            </a:endParaRPr>
          </a:p>
          <a:p>
            <a:pPr marL="12700" marR="5080">
              <a:lnSpc>
                <a:spcPct val="115100"/>
              </a:lnSpc>
            </a:pPr>
            <a:r>
              <a:rPr sz="1900" i="1" dirty="0">
                <a:solidFill>
                  <a:srgbClr val="036A7C"/>
                </a:solidFill>
                <a:latin typeface="Verdana"/>
                <a:cs typeface="Verdana"/>
              </a:rPr>
              <a:t>LearnLoop</a:t>
            </a:r>
            <a:r>
              <a:rPr sz="1900" i="1" spc="-185" dirty="0">
                <a:solidFill>
                  <a:srgbClr val="036A7C"/>
                </a:solidFill>
                <a:latin typeface="Verdana"/>
                <a:cs typeface="Verdana"/>
              </a:rPr>
              <a:t> </a:t>
            </a:r>
            <a:r>
              <a:rPr sz="1900" i="1" spc="-25" dirty="0">
                <a:solidFill>
                  <a:srgbClr val="036A7C"/>
                </a:solidFill>
                <a:latin typeface="Verdana"/>
                <a:cs typeface="Verdana"/>
              </a:rPr>
              <a:t>does</a:t>
            </a:r>
            <a:r>
              <a:rPr sz="1900" i="1" spc="-185" dirty="0">
                <a:solidFill>
                  <a:srgbClr val="036A7C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036A7C"/>
                </a:solidFill>
                <a:latin typeface="Verdana"/>
                <a:cs typeface="Verdana"/>
              </a:rPr>
              <a:t>not</a:t>
            </a:r>
            <a:r>
              <a:rPr sz="1900" i="1" spc="-185" dirty="0">
                <a:solidFill>
                  <a:srgbClr val="036A7C"/>
                </a:solidFill>
                <a:latin typeface="Verdana"/>
                <a:cs typeface="Verdana"/>
              </a:rPr>
              <a:t> </a:t>
            </a:r>
            <a:r>
              <a:rPr sz="1900" i="1" spc="-65" dirty="0">
                <a:solidFill>
                  <a:srgbClr val="036A7C"/>
                </a:solidFill>
                <a:latin typeface="Verdana"/>
                <a:cs typeface="Verdana"/>
              </a:rPr>
              <a:t>just</a:t>
            </a:r>
            <a:r>
              <a:rPr sz="1900" i="1" spc="-185" dirty="0">
                <a:solidFill>
                  <a:srgbClr val="036A7C"/>
                </a:solidFill>
                <a:latin typeface="Verdana"/>
                <a:cs typeface="Verdana"/>
              </a:rPr>
              <a:t> </a:t>
            </a:r>
            <a:r>
              <a:rPr sz="1900" i="1" spc="-15" dirty="0">
                <a:solidFill>
                  <a:srgbClr val="036A7C"/>
                </a:solidFill>
                <a:latin typeface="Verdana"/>
                <a:cs typeface="Verdana"/>
              </a:rPr>
              <a:t>track</a:t>
            </a:r>
            <a:r>
              <a:rPr sz="1900" i="1" spc="-185" dirty="0">
                <a:solidFill>
                  <a:srgbClr val="036A7C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036A7C"/>
                </a:solidFill>
                <a:latin typeface="Verdana"/>
                <a:cs typeface="Verdana"/>
              </a:rPr>
              <a:t>what</a:t>
            </a:r>
            <a:r>
              <a:rPr sz="1900" i="1" spc="-185" dirty="0">
                <a:solidFill>
                  <a:srgbClr val="036A7C"/>
                </a:solidFill>
                <a:latin typeface="Verdana"/>
                <a:cs typeface="Verdana"/>
              </a:rPr>
              <a:t> </a:t>
            </a:r>
            <a:r>
              <a:rPr sz="1900" i="1" spc="-55" dirty="0">
                <a:solidFill>
                  <a:srgbClr val="036A7C"/>
                </a:solidFill>
                <a:latin typeface="Verdana"/>
                <a:cs typeface="Verdana"/>
              </a:rPr>
              <a:t>users</a:t>
            </a:r>
            <a:r>
              <a:rPr sz="1900" i="1" spc="-185" dirty="0">
                <a:solidFill>
                  <a:srgbClr val="036A7C"/>
                </a:solidFill>
                <a:latin typeface="Verdana"/>
                <a:cs typeface="Verdana"/>
              </a:rPr>
              <a:t> </a:t>
            </a:r>
            <a:r>
              <a:rPr sz="1900" i="1" spc="-40" dirty="0">
                <a:solidFill>
                  <a:srgbClr val="036A7C"/>
                </a:solidFill>
                <a:latin typeface="Verdana"/>
                <a:cs typeface="Verdana"/>
              </a:rPr>
              <a:t>learn,</a:t>
            </a:r>
            <a:r>
              <a:rPr sz="1900" i="1" spc="-180" dirty="0">
                <a:solidFill>
                  <a:srgbClr val="036A7C"/>
                </a:solidFill>
                <a:latin typeface="Verdana"/>
                <a:cs typeface="Verdana"/>
              </a:rPr>
              <a:t> </a:t>
            </a:r>
            <a:r>
              <a:rPr sz="1900" i="1" spc="-10" dirty="0">
                <a:solidFill>
                  <a:srgbClr val="036A7C"/>
                </a:solidFill>
                <a:latin typeface="Verdana"/>
                <a:cs typeface="Verdana"/>
              </a:rPr>
              <a:t>but</a:t>
            </a:r>
            <a:r>
              <a:rPr sz="1900" i="1" spc="-185" dirty="0">
                <a:solidFill>
                  <a:srgbClr val="036A7C"/>
                </a:solidFill>
                <a:latin typeface="Verdana"/>
                <a:cs typeface="Verdana"/>
              </a:rPr>
              <a:t> </a:t>
            </a:r>
            <a:r>
              <a:rPr sz="1900" i="1" spc="-20" dirty="0">
                <a:solidFill>
                  <a:srgbClr val="036A7C"/>
                </a:solidFill>
                <a:latin typeface="Verdana"/>
                <a:cs typeface="Verdana"/>
              </a:rPr>
              <a:t>when </a:t>
            </a:r>
            <a:r>
              <a:rPr sz="1900" i="1" spc="-40" dirty="0">
                <a:solidFill>
                  <a:srgbClr val="036A7C"/>
                </a:solidFill>
                <a:latin typeface="Verdana"/>
                <a:cs typeface="Verdana"/>
              </a:rPr>
              <a:t>they</a:t>
            </a:r>
            <a:r>
              <a:rPr sz="1900" i="1" spc="-170" dirty="0">
                <a:solidFill>
                  <a:srgbClr val="036A7C"/>
                </a:solidFill>
                <a:latin typeface="Verdana"/>
                <a:cs typeface="Verdana"/>
              </a:rPr>
              <a:t> </a:t>
            </a:r>
            <a:r>
              <a:rPr sz="1900" i="1" spc="-10" dirty="0">
                <a:solidFill>
                  <a:srgbClr val="036A7C"/>
                </a:solidFill>
                <a:latin typeface="Verdana"/>
                <a:cs typeface="Verdana"/>
              </a:rPr>
              <a:t>learn</a:t>
            </a:r>
            <a:r>
              <a:rPr sz="1900" i="1" spc="-170" dirty="0">
                <a:solidFill>
                  <a:srgbClr val="036A7C"/>
                </a:solidFill>
                <a:latin typeface="Verdana"/>
                <a:cs typeface="Verdana"/>
              </a:rPr>
              <a:t> </a:t>
            </a:r>
            <a:r>
              <a:rPr sz="1900" i="1" spc="-20" dirty="0">
                <a:solidFill>
                  <a:srgbClr val="036A7C"/>
                </a:solidFill>
                <a:latin typeface="Verdana"/>
                <a:cs typeface="Verdana"/>
              </a:rPr>
              <a:t>best.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spc="-175" dirty="0">
                <a:solidFill>
                  <a:srgbClr val="036A7C"/>
                </a:solidFill>
                <a:latin typeface="Arial Black"/>
                <a:cs typeface="Arial Black"/>
              </a:rPr>
              <a:t>The</a:t>
            </a:r>
            <a:r>
              <a:rPr sz="1900" spc="-14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00" dirty="0">
                <a:solidFill>
                  <a:srgbClr val="036A7C"/>
                </a:solidFill>
                <a:latin typeface="Arial Black"/>
                <a:cs typeface="Arial Black"/>
              </a:rPr>
              <a:t>app</a:t>
            </a:r>
            <a:r>
              <a:rPr sz="1900" spc="-13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25" dirty="0">
                <a:solidFill>
                  <a:srgbClr val="036A7C"/>
                </a:solidFill>
                <a:latin typeface="Arial Black"/>
                <a:cs typeface="Arial Black"/>
              </a:rPr>
              <a:t>automatically</a:t>
            </a:r>
            <a:r>
              <a:rPr sz="1900" spc="-13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Arial Black"/>
                <a:cs typeface="Arial Black"/>
              </a:rPr>
              <a:t>identifies:</a:t>
            </a:r>
            <a:endParaRPr sz="1900">
              <a:latin typeface="Arial Black"/>
              <a:cs typeface="Arial Black"/>
            </a:endParaRPr>
          </a:p>
          <a:p>
            <a:pPr marL="422275" marR="3666490">
              <a:lnSpc>
                <a:spcPct val="115100"/>
              </a:lnSpc>
            </a:pPr>
            <a:r>
              <a:rPr sz="1900" spc="-120" dirty="0">
                <a:solidFill>
                  <a:srgbClr val="036A7C"/>
                </a:solidFill>
                <a:latin typeface="Lucida Sans Unicode"/>
                <a:cs typeface="Lucida Sans Unicode"/>
              </a:rPr>
              <a:t>High-</a:t>
            </a:r>
            <a:r>
              <a:rPr sz="1900" spc="-30" dirty="0">
                <a:solidFill>
                  <a:srgbClr val="036A7C"/>
                </a:solidFill>
                <a:latin typeface="Lucida Sans Unicode"/>
                <a:cs typeface="Lucida Sans Unicode"/>
              </a:rPr>
              <a:t>learning</a:t>
            </a:r>
            <a:r>
              <a:rPr sz="1900" spc="-4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hours </a:t>
            </a:r>
            <a:r>
              <a:rPr sz="1900" spc="-125" dirty="0">
                <a:solidFill>
                  <a:srgbClr val="036A7C"/>
                </a:solidFill>
                <a:latin typeface="Lucida Sans Unicode"/>
                <a:cs typeface="Lucida Sans Unicode"/>
              </a:rPr>
              <a:t>High-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accuracy</a:t>
            </a:r>
            <a:r>
              <a:rPr sz="1900" spc="15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hours 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Low-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focus</a:t>
            </a:r>
            <a:r>
              <a:rPr sz="1900" spc="-6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periods Optimal</a:t>
            </a:r>
            <a:r>
              <a:rPr sz="1900" spc="-9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session</a:t>
            </a:r>
            <a:r>
              <a:rPr sz="1900" spc="-9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length</a:t>
            </a:r>
            <a:endParaRPr sz="1900">
              <a:latin typeface="Lucida Sans Unicode"/>
              <a:cs typeface="Lucida Sans Unicode"/>
            </a:endParaRPr>
          </a:p>
          <a:p>
            <a:pPr marL="422275">
              <a:lnSpc>
                <a:spcPct val="100000"/>
              </a:lnSpc>
              <a:spcBef>
                <a:spcPts val="345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Strength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Weaknesses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spc="-150" dirty="0">
                <a:solidFill>
                  <a:srgbClr val="377272"/>
                </a:solidFill>
                <a:latin typeface="Arial Black"/>
                <a:cs typeface="Arial Black"/>
              </a:rPr>
              <a:t>Analyzes</a:t>
            </a:r>
            <a:r>
              <a:rPr sz="1900" spc="-14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25" dirty="0">
                <a:solidFill>
                  <a:srgbClr val="377272"/>
                </a:solidFill>
                <a:latin typeface="Arial Black"/>
                <a:cs typeface="Arial Black"/>
              </a:rPr>
              <a:t>real</a:t>
            </a:r>
            <a:r>
              <a:rPr sz="1900" spc="-14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05" dirty="0">
                <a:solidFill>
                  <a:srgbClr val="377272"/>
                </a:solidFill>
                <a:latin typeface="Arial Black"/>
                <a:cs typeface="Arial Black"/>
              </a:rPr>
              <a:t>behavior</a:t>
            </a:r>
            <a:r>
              <a:rPr sz="1900" spc="-14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60" dirty="0">
                <a:solidFill>
                  <a:srgbClr val="377272"/>
                </a:solidFill>
                <a:latin typeface="Arial Black"/>
                <a:cs typeface="Arial Black"/>
              </a:rPr>
              <a:t>such</a:t>
            </a:r>
            <a:r>
              <a:rPr sz="1900" spc="-14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Arial Black"/>
                <a:cs typeface="Arial Black"/>
              </a:rPr>
              <a:t>as:</a:t>
            </a:r>
            <a:endParaRPr sz="1900">
              <a:latin typeface="Arial Black"/>
              <a:cs typeface="Arial Black"/>
            </a:endParaRPr>
          </a:p>
          <a:p>
            <a:pPr marL="422275" marR="1222375">
              <a:lnSpc>
                <a:spcPct val="115100"/>
              </a:lnSpc>
            </a:pPr>
            <a:r>
              <a:rPr sz="19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Time</a:t>
            </a:r>
            <a:r>
              <a:rPr sz="1900" spc="-13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spent,</a:t>
            </a:r>
            <a:r>
              <a:rPr sz="1900" spc="-12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accuracy,</a:t>
            </a:r>
            <a:r>
              <a:rPr sz="1900" spc="-12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900" spc="-13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number</a:t>
            </a:r>
            <a:r>
              <a:rPr sz="1900" spc="-12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of</a:t>
            </a:r>
            <a:r>
              <a:rPr sz="1900" spc="-12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retries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Consistency</a:t>
            </a:r>
            <a:r>
              <a:rPr sz="19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patterns</a:t>
            </a:r>
            <a:r>
              <a:rPr sz="19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9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19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gaps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spc="-200" dirty="0">
                <a:solidFill>
                  <a:srgbClr val="377272"/>
                </a:solidFill>
                <a:latin typeface="Arial Black"/>
                <a:cs typeface="Arial Black"/>
              </a:rPr>
              <a:t>Uses</a:t>
            </a:r>
            <a:r>
              <a:rPr sz="1900" spc="-15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40" dirty="0">
                <a:solidFill>
                  <a:srgbClr val="377272"/>
                </a:solidFill>
                <a:latin typeface="Arial Black"/>
                <a:cs typeface="Arial Black"/>
              </a:rPr>
              <a:t>these</a:t>
            </a:r>
            <a:r>
              <a:rPr sz="1900" spc="-14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40" dirty="0">
                <a:solidFill>
                  <a:srgbClr val="377272"/>
                </a:solidFill>
                <a:latin typeface="Arial Black"/>
                <a:cs typeface="Arial Black"/>
              </a:rPr>
              <a:t>insights</a:t>
            </a:r>
            <a:r>
              <a:rPr sz="1900" spc="-15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Arial Black"/>
                <a:cs typeface="Arial Black"/>
              </a:rPr>
              <a:t>to:</a:t>
            </a:r>
            <a:endParaRPr sz="1900">
              <a:latin typeface="Arial Black"/>
              <a:cs typeface="Arial Black"/>
            </a:endParaRPr>
          </a:p>
          <a:p>
            <a:pPr marL="422275" marR="364490">
              <a:lnSpc>
                <a:spcPct val="115100"/>
              </a:lnSpc>
            </a:pP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Personalize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schedules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adjust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difficulty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Predict</a:t>
            </a:r>
            <a:r>
              <a:rPr sz="19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drop‑off</a:t>
            </a:r>
            <a:r>
              <a:rPr sz="19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risks</a:t>
            </a:r>
            <a:r>
              <a:rPr sz="19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9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enable</a:t>
            </a:r>
            <a:r>
              <a:rPr sz="19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data‑driven</a:t>
            </a:r>
            <a:r>
              <a:rPr sz="19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peer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matching</a:t>
            </a:r>
            <a:endParaRPr sz="1900">
              <a:latin typeface="Lucida Sans Unicode"/>
              <a:cs typeface="Lucida Sans Unicode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9499541" y="542462"/>
            <a:ext cx="7743190" cy="3276600"/>
            <a:chOff x="9499541" y="542462"/>
            <a:chExt cx="7743190" cy="3276600"/>
          </a:xfrm>
        </p:grpSpPr>
        <p:sp>
          <p:nvSpPr>
            <p:cNvPr id="44" name="object 44"/>
            <p:cNvSpPr/>
            <p:nvPr/>
          </p:nvSpPr>
          <p:spPr>
            <a:xfrm>
              <a:off x="9499541" y="542462"/>
              <a:ext cx="7743190" cy="3276600"/>
            </a:xfrm>
            <a:custGeom>
              <a:avLst/>
              <a:gdLst/>
              <a:ahLst/>
              <a:cxnLst/>
              <a:rect l="l" t="t" r="r" b="b"/>
              <a:pathLst>
                <a:path w="7743190" h="3276600">
                  <a:moveTo>
                    <a:pt x="7683500" y="3251200"/>
                  </a:moveTo>
                  <a:lnTo>
                    <a:pt x="0" y="3251200"/>
                  </a:lnTo>
                  <a:lnTo>
                    <a:pt x="0" y="0"/>
                  </a:lnTo>
                  <a:lnTo>
                    <a:pt x="7683500" y="0"/>
                  </a:lnTo>
                  <a:lnTo>
                    <a:pt x="7683500" y="3251200"/>
                  </a:lnTo>
                  <a:close/>
                </a:path>
              </a:pathLst>
            </a:custGeom>
            <a:solidFill>
              <a:srgbClr val="40B8D5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73948" y="1585132"/>
              <a:ext cx="85725" cy="8572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73948" y="1918507"/>
              <a:ext cx="85725" cy="8572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73948" y="2251881"/>
              <a:ext cx="85725" cy="85724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9780273" y="744385"/>
            <a:ext cx="6976109" cy="26924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837565">
              <a:lnSpc>
                <a:spcPct val="100000"/>
              </a:lnSpc>
              <a:spcBef>
                <a:spcPts val="445"/>
              </a:spcBef>
            </a:pPr>
            <a:r>
              <a:rPr sz="1900" b="1" i="1" dirty="0">
                <a:solidFill>
                  <a:srgbClr val="036A7C"/>
                </a:solidFill>
                <a:latin typeface="Arial"/>
                <a:cs typeface="Arial"/>
              </a:rPr>
              <a:t>Practice-First</a:t>
            </a:r>
            <a:r>
              <a:rPr sz="1900" b="1" i="1" spc="30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036A7C"/>
                </a:solidFill>
                <a:latin typeface="Arial"/>
                <a:cs typeface="Arial"/>
              </a:rPr>
              <a:t>Learning</a:t>
            </a:r>
            <a:r>
              <a:rPr sz="1900" b="1" i="1" spc="35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1900" b="1" i="1" spc="-35" dirty="0">
                <a:solidFill>
                  <a:srgbClr val="036A7C"/>
                </a:solidFill>
                <a:latin typeface="Arial"/>
                <a:cs typeface="Arial"/>
              </a:rPr>
              <a:t>(Fixes</a:t>
            </a:r>
            <a:r>
              <a:rPr sz="1900" b="1" i="1" spc="35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036A7C"/>
                </a:solidFill>
                <a:latin typeface="Arial"/>
                <a:cs typeface="Arial"/>
              </a:rPr>
              <a:t>Lack</a:t>
            </a:r>
            <a:r>
              <a:rPr sz="1900" b="1" i="1" spc="35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1900" b="1" i="1" spc="55" dirty="0">
                <a:solidFill>
                  <a:srgbClr val="036A7C"/>
                </a:solidFill>
                <a:latin typeface="Arial"/>
                <a:cs typeface="Arial"/>
              </a:rPr>
              <a:t>of</a:t>
            </a:r>
            <a:r>
              <a:rPr sz="1900" b="1" i="1" spc="35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1900" b="1" i="1" spc="-10" dirty="0">
                <a:solidFill>
                  <a:srgbClr val="036A7C"/>
                </a:solidFill>
                <a:latin typeface="Arial"/>
                <a:cs typeface="Arial"/>
              </a:rPr>
              <a:t>Confidence)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spc="-125" dirty="0">
                <a:solidFill>
                  <a:srgbClr val="036A7C"/>
                </a:solidFill>
                <a:latin typeface="Arial Black"/>
                <a:cs typeface="Arial Black"/>
              </a:rPr>
              <a:t>Every</a:t>
            </a:r>
            <a:r>
              <a:rPr sz="1900" spc="-15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85" dirty="0">
                <a:solidFill>
                  <a:srgbClr val="036A7C"/>
                </a:solidFill>
                <a:latin typeface="Arial Black"/>
                <a:cs typeface="Arial Black"/>
              </a:rPr>
              <a:t>theory</a:t>
            </a:r>
            <a:r>
              <a:rPr sz="1900" spc="-15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00" dirty="0">
                <a:solidFill>
                  <a:srgbClr val="036A7C"/>
                </a:solidFill>
                <a:latin typeface="Arial Black"/>
                <a:cs typeface="Arial Black"/>
              </a:rPr>
              <a:t>module</a:t>
            </a:r>
            <a:r>
              <a:rPr sz="1900" spc="-15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65" dirty="0">
                <a:solidFill>
                  <a:srgbClr val="036A7C"/>
                </a:solidFill>
                <a:latin typeface="Arial Black"/>
                <a:cs typeface="Arial Black"/>
              </a:rPr>
              <a:t>is</a:t>
            </a:r>
            <a:r>
              <a:rPr sz="1900" spc="-15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05" dirty="0">
                <a:solidFill>
                  <a:srgbClr val="036A7C"/>
                </a:solidFill>
                <a:latin typeface="Arial Black"/>
                <a:cs typeface="Arial Black"/>
              </a:rPr>
              <a:t>followed</a:t>
            </a:r>
            <a:r>
              <a:rPr sz="1900" spc="-15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25" dirty="0">
                <a:solidFill>
                  <a:srgbClr val="036A7C"/>
                </a:solidFill>
                <a:latin typeface="Arial Black"/>
                <a:cs typeface="Arial Black"/>
              </a:rPr>
              <a:t>by:</a:t>
            </a:r>
            <a:endParaRPr sz="1900">
              <a:latin typeface="Arial Black"/>
              <a:cs typeface="Arial Black"/>
            </a:endParaRPr>
          </a:p>
          <a:p>
            <a:pPr marL="422275">
              <a:lnSpc>
                <a:spcPct val="100000"/>
              </a:lnSpc>
              <a:spcBef>
                <a:spcPts val="345"/>
              </a:spcBef>
            </a:pP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Short</a:t>
            </a:r>
            <a:r>
              <a:rPr sz="1900" spc="5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assignments</a:t>
            </a:r>
            <a:endParaRPr sz="1900">
              <a:latin typeface="Lucida Sans Unicode"/>
              <a:cs typeface="Lucida Sans Unicode"/>
            </a:endParaRPr>
          </a:p>
          <a:p>
            <a:pPr marL="422275" marR="3717925">
              <a:lnSpc>
                <a:spcPct val="115100"/>
              </a:lnSpc>
            </a:pP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Real-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world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mini</a:t>
            </a:r>
            <a:r>
              <a:rPr sz="1900" spc="-8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projects </a:t>
            </a:r>
            <a:r>
              <a:rPr sz="190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Quick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assessments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No</a:t>
            </a:r>
            <a:r>
              <a:rPr sz="1900" spc="-5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task</a:t>
            </a:r>
            <a:r>
              <a:rPr sz="1900" spc="-4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can</a:t>
            </a:r>
            <a:r>
              <a:rPr sz="1900" spc="-4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be</a:t>
            </a:r>
            <a:r>
              <a:rPr sz="1900" spc="-4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marked</a:t>
            </a:r>
            <a:r>
              <a:rPr sz="1900" spc="-5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“complete”</a:t>
            </a:r>
            <a:r>
              <a:rPr sz="1900" spc="-4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without</a:t>
            </a:r>
            <a:r>
              <a:rPr sz="1900" spc="-4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practice.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spc="-35" dirty="0">
                <a:solidFill>
                  <a:srgbClr val="036A7C"/>
                </a:solidFill>
                <a:latin typeface="Arial Black"/>
                <a:cs typeface="Arial Black"/>
              </a:rPr>
              <a:t>Example:</a:t>
            </a:r>
            <a:endParaRPr sz="1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After</a:t>
            </a:r>
            <a:r>
              <a:rPr sz="190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30" dirty="0">
                <a:solidFill>
                  <a:srgbClr val="036A7C"/>
                </a:solidFill>
                <a:latin typeface="Lucida Sans Unicode"/>
                <a:cs typeface="Lucida Sans Unicode"/>
              </a:rPr>
              <a:t>learning</a:t>
            </a:r>
            <a:r>
              <a:rPr sz="190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Excel</a:t>
            </a:r>
            <a:r>
              <a:rPr sz="190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formulas</a:t>
            </a:r>
            <a:r>
              <a:rPr sz="1900" spc="-10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540" dirty="0">
                <a:solidFill>
                  <a:srgbClr val="036A7C"/>
                </a:solidFill>
                <a:latin typeface="Lucida Sans Unicode"/>
                <a:cs typeface="Lucida Sans Unicode"/>
              </a:rPr>
              <a:t>→</a:t>
            </a:r>
            <a:r>
              <a:rPr sz="190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solve</a:t>
            </a:r>
            <a:r>
              <a:rPr sz="190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a</a:t>
            </a:r>
            <a:r>
              <a:rPr sz="190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real</a:t>
            </a:r>
            <a:r>
              <a:rPr sz="1900" spc="-10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business</a:t>
            </a:r>
            <a:r>
              <a:rPr sz="190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dataset</a:t>
            </a:r>
            <a:endParaRPr sz="1900">
              <a:latin typeface="Lucida Sans Unicode"/>
              <a:cs typeface="Lucida Sans Unicode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293474" y="2182202"/>
            <a:ext cx="7701915" cy="6303010"/>
            <a:chOff x="5293474" y="2182202"/>
            <a:chExt cx="7701915" cy="6303010"/>
          </a:xfrm>
        </p:grpSpPr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16343" y="2182202"/>
              <a:ext cx="5784389" cy="6302158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293461" y="5975641"/>
              <a:ext cx="7701915" cy="2508885"/>
            </a:xfrm>
            <a:custGeom>
              <a:avLst/>
              <a:gdLst/>
              <a:ahLst/>
              <a:cxnLst/>
              <a:rect l="l" t="t" r="r" b="b"/>
              <a:pathLst>
                <a:path w="7701915" h="2508884">
                  <a:moveTo>
                    <a:pt x="1508569" y="2508720"/>
                  </a:moveTo>
                  <a:lnTo>
                    <a:pt x="1206817" y="1659851"/>
                  </a:lnTo>
                  <a:lnTo>
                    <a:pt x="1165212" y="1542796"/>
                  </a:lnTo>
                  <a:lnTo>
                    <a:pt x="998512" y="1073861"/>
                  </a:lnTo>
                  <a:lnTo>
                    <a:pt x="998512" y="1542796"/>
                  </a:lnTo>
                  <a:lnTo>
                    <a:pt x="510070" y="1542796"/>
                  </a:lnTo>
                  <a:lnTo>
                    <a:pt x="754291" y="855789"/>
                  </a:lnTo>
                  <a:lnTo>
                    <a:pt x="998512" y="1542796"/>
                  </a:lnTo>
                  <a:lnTo>
                    <a:pt x="998512" y="1073861"/>
                  </a:lnTo>
                  <a:lnTo>
                    <a:pt x="920991" y="855789"/>
                  </a:lnTo>
                  <a:lnTo>
                    <a:pt x="837641" y="621322"/>
                  </a:lnTo>
                  <a:lnTo>
                    <a:pt x="920978" y="386867"/>
                  </a:lnTo>
                  <a:lnTo>
                    <a:pt x="1058506" y="0"/>
                  </a:lnTo>
                  <a:lnTo>
                    <a:pt x="891806" y="0"/>
                  </a:lnTo>
                  <a:lnTo>
                    <a:pt x="754291" y="386867"/>
                  </a:lnTo>
                  <a:lnTo>
                    <a:pt x="616775" y="0"/>
                  </a:lnTo>
                  <a:lnTo>
                    <a:pt x="450075" y="0"/>
                  </a:lnTo>
                  <a:lnTo>
                    <a:pt x="670941" y="621322"/>
                  </a:lnTo>
                  <a:lnTo>
                    <a:pt x="0" y="2508720"/>
                  </a:lnTo>
                  <a:lnTo>
                    <a:pt x="166700" y="2508720"/>
                  </a:lnTo>
                  <a:lnTo>
                    <a:pt x="468464" y="1659851"/>
                  </a:lnTo>
                  <a:lnTo>
                    <a:pt x="1040117" y="1659851"/>
                  </a:lnTo>
                  <a:lnTo>
                    <a:pt x="1341882" y="2508720"/>
                  </a:lnTo>
                  <a:lnTo>
                    <a:pt x="1508569" y="2508720"/>
                  </a:lnTo>
                  <a:close/>
                </a:path>
                <a:path w="7701915" h="2508884">
                  <a:moveTo>
                    <a:pt x="7701381" y="2508720"/>
                  </a:moveTo>
                  <a:lnTo>
                    <a:pt x="7399629" y="1659851"/>
                  </a:lnTo>
                  <a:lnTo>
                    <a:pt x="7358012" y="1542796"/>
                  </a:lnTo>
                  <a:lnTo>
                    <a:pt x="7191324" y="1073899"/>
                  </a:lnTo>
                  <a:lnTo>
                    <a:pt x="7191324" y="1542796"/>
                  </a:lnTo>
                  <a:lnTo>
                    <a:pt x="6702882" y="1542796"/>
                  </a:lnTo>
                  <a:lnTo>
                    <a:pt x="6947103" y="855789"/>
                  </a:lnTo>
                  <a:lnTo>
                    <a:pt x="7191324" y="1542796"/>
                  </a:lnTo>
                  <a:lnTo>
                    <a:pt x="7191324" y="1073899"/>
                  </a:lnTo>
                  <a:lnTo>
                    <a:pt x="7113791" y="855789"/>
                  </a:lnTo>
                  <a:lnTo>
                    <a:pt x="7030453" y="621322"/>
                  </a:lnTo>
                  <a:lnTo>
                    <a:pt x="7113791" y="386867"/>
                  </a:lnTo>
                  <a:lnTo>
                    <a:pt x="7251319" y="0"/>
                  </a:lnTo>
                  <a:lnTo>
                    <a:pt x="7084631" y="0"/>
                  </a:lnTo>
                  <a:lnTo>
                    <a:pt x="6947103" y="386867"/>
                  </a:lnTo>
                  <a:lnTo>
                    <a:pt x="6809587" y="0"/>
                  </a:lnTo>
                  <a:lnTo>
                    <a:pt x="6642887" y="0"/>
                  </a:lnTo>
                  <a:lnTo>
                    <a:pt x="6863766" y="621322"/>
                  </a:lnTo>
                  <a:lnTo>
                    <a:pt x="6192825" y="2508720"/>
                  </a:lnTo>
                  <a:lnTo>
                    <a:pt x="6359512" y="2508720"/>
                  </a:lnTo>
                  <a:lnTo>
                    <a:pt x="6661277" y="1659851"/>
                  </a:lnTo>
                  <a:lnTo>
                    <a:pt x="7232942" y="1659851"/>
                  </a:lnTo>
                  <a:lnTo>
                    <a:pt x="7534694" y="2508720"/>
                  </a:lnTo>
                  <a:lnTo>
                    <a:pt x="7701381" y="2508720"/>
                  </a:lnTo>
                  <a:close/>
                </a:path>
              </a:pathLst>
            </a:custGeom>
            <a:solidFill>
              <a:srgbClr val="F97E49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471214" y="5838186"/>
              <a:ext cx="7349490" cy="274955"/>
            </a:xfrm>
            <a:custGeom>
              <a:avLst/>
              <a:gdLst/>
              <a:ahLst/>
              <a:cxnLst/>
              <a:rect l="l" t="t" r="r" b="b"/>
              <a:pathLst>
                <a:path w="7349490" h="274954">
                  <a:moveTo>
                    <a:pt x="7277979" y="274909"/>
                  </a:moveTo>
                  <a:lnTo>
                    <a:pt x="71163" y="274909"/>
                  </a:lnTo>
                  <a:lnTo>
                    <a:pt x="43463" y="269316"/>
                  </a:lnTo>
                  <a:lnTo>
                    <a:pt x="20843" y="254065"/>
                  </a:lnTo>
                  <a:lnTo>
                    <a:pt x="5592" y="231445"/>
                  </a:lnTo>
                  <a:lnTo>
                    <a:pt x="0" y="203745"/>
                  </a:lnTo>
                  <a:lnTo>
                    <a:pt x="0" y="71163"/>
                  </a:lnTo>
                  <a:lnTo>
                    <a:pt x="5592" y="43463"/>
                  </a:lnTo>
                  <a:lnTo>
                    <a:pt x="20843" y="20843"/>
                  </a:lnTo>
                  <a:lnTo>
                    <a:pt x="43463" y="5592"/>
                  </a:lnTo>
                  <a:lnTo>
                    <a:pt x="71163" y="0"/>
                  </a:lnTo>
                  <a:lnTo>
                    <a:pt x="7277979" y="0"/>
                  </a:lnTo>
                  <a:lnTo>
                    <a:pt x="7305679" y="5592"/>
                  </a:lnTo>
                  <a:lnTo>
                    <a:pt x="7328299" y="20843"/>
                  </a:lnTo>
                  <a:lnTo>
                    <a:pt x="7343550" y="43463"/>
                  </a:lnTo>
                  <a:lnTo>
                    <a:pt x="7349143" y="71163"/>
                  </a:lnTo>
                  <a:lnTo>
                    <a:pt x="7349143" y="203745"/>
                  </a:lnTo>
                  <a:lnTo>
                    <a:pt x="7343550" y="231445"/>
                  </a:lnTo>
                  <a:lnTo>
                    <a:pt x="7328299" y="254065"/>
                  </a:lnTo>
                  <a:lnTo>
                    <a:pt x="7305679" y="269316"/>
                  </a:lnTo>
                  <a:lnTo>
                    <a:pt x="7277979" y="274909"/>
                  </a:lnTo>
                  <a:close/>
                </a:path>
              </a:pathLst>
            </a:custGeom>
            <a:solidFill>
              <a:srgbClr val="2E1700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358715" y="7912147"/>
              <a:ext cx="292100" cy="387985"/>
            </a:xfrm>
            <a:custGeom>
              <a:avLst/>
              <a:gdLst/>
              <a:ahLst/>
              <a:cxnLst/>
              <a:rect l="l" t="t" r="r" b="b"/>
              <a:pathLst>
                <a:path w="292100" h="387984">
                  <a:moveTo>
                    <a:pt x="141167" y="387698"/>
                  </a:moveTo>
                  <a:lnTo>
                    <a:pt x="84843" y="361415"/>
                  </a:lnTo>
                  <a:lnTo>
                    <a:pt x="62509" y="343550"/>
                  </a:lnTo>
                  <a:lnTo>
                    <a:pt x="0" y="68186"/>
                  </a:lnTo>
                  <a:lnTo>
                    <a:pt x="20901" y="49947"/>
                  </a:lnTo>
                  <a:lnTo>
                    <a:pt x="73449" y="16555"/>
                  </a:lnTo>
                  <a:lnTo>
                    <a:pt x="142405" y="0"/>
                  </a:lnTo>
                  <a:lnTo>
                    <a:pt x="212532" y="32269"/>
                  </a:lnTo>
                  <a:lnTo>
                    <a:pt x="291712" y="301647"/>
                  </a:lnTo>
                  <a:lnTo>
                    <a:pt x="215463" y="381431"/>
                  </a:lnTo>
                  <a:lnTo>
                    <a:pt x="141167" y="387698"/>
                  </a:lnTo>
                  <a:close/>
                </a:path>
              </a:pathLst>
            </a:custGeom>
            <a:solidFill>
              <a:srgbClr val="F97E49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817499" y="7854060"/>
              <a:ext cx="1223645" cy="631190"/>
            </a:xfrm>
            <a:custGeom>
              <a:avLst/>
              <a:gdLst/>
              <a:ahLst/>
              <a:cxnLst/>
              <a:rect l="l" t="t" r="r" b="b"/>
              <a:pathLst>
                <a:path w="1223645" h="631190">
                  <a:moveTo>
                    <a:pt x="508419" y="539115"/>
                  </a:moveTo>
                  <a:lnTo>
                    <a:pt x="491426" y="461543"/>
                  </a:lnTo>
                  <a:lnTo>
                    <a:pt x="475373" y="406882"/>
                  </a:lnTo>
                  <a:lnTo>
                    <a:pt x="456844" y="347916"/>
                  </a:lnTo>
                  <a:lnTo>
                    <a:pt x="437730" y="289344"/>
                  </a:lnTo>
                  <a:lnTo>
                    <a:pt x="405345" y="192176"/>
                  </a:lnTo>
                  <a:lnTo>
                    <a:pt x="395897" y="162991"/>
                  </a:lnTo>
                  <a:lnTo>
                    <a:pt x="392874" y="149555"/>
                  </a:lnTo>
                  <a:lnTo>
                    <a:pt x="391426" y="134988"/>
                  </a:lnTo>
                  <a:lnTo>
                    <a:pt x="391350" y="119672"/>
                  </a:lnTo>
                  <a:lnTo>
                    <a:pt x="392379" y="104013"/>
                  </a:lnTo>
                  <a:lnTo>
                    <a:pt x="363702" y="91363"/>
                  </a:lnTo>
                  <a:lnTo>
                    <a:pt x="332397" y="84226"/>
                  </a:lnTo>
                  <a:lnTo>
                    <a:pt x="299656" y="78740"/>
                  </a:lnTo>
                  <a:lnTo>
                    <a:pt x="266712" y="71043"/>
                  </a:lnTo>
                  <a:lnTo>
                    <a:pt x="236042" y="52895"/>
                  </a:lnTo>
                  <a:lnTo>
                    <a:pt x="221399" y="29248"/>
                  </a:lnTo>
                  <a:lnTo>
                    <a:pt x="216903" y="8750"/>
                  </a:lnTo>
                  <a:lnTo>
                    <a:pt x="216700" y="0"/>
                  </a:lnTo>
                  <a:lnTo>
                    <a:pt x="206806" y="63"/>
                  </a:lnTo>
                  <a:lnTo>
                    <a:pt x="146380" y="15862"/>
                  </a:lnTo>
                  <a:lnTo>
                    <a:pt x="108356" y="41795"/>
                  </a:lnTo>
                  <a:lnTo>
                    <a:pt x="70332" y="83388"/>
                  </a:lnTo>
                  <a:lnTo>
                    <a:pt x="35433" y="130073"/>
                  </a:lnTo>
                  <a:lnTo>
                    <a:pt x="9906" y="168148"/>
                  </a:lnTo>
                  <a:lnTo>
                    <a:pt x="0" y="183883"/>
                  </a:lnTo>
                  <a:lnTo>
                    <a:pt x="63296" y="251993"/>
                  </a:lnTo>
                  <a:lnTo>
                    <a:pt x="206286" y="402767"/>
                  </a:lnTo>
                  <a:lnTo>
                    <a:pt x="358648" y="555904"/>
                  </a:lnTo>
                  <a:lnTo>
                    <a:pt x="450075" y="631063"/>
                  </a:lnTo>
                  <a:lnTo>
                    <a:pt x="480872" y="630796"/>
                  </a:lnTo>
                  <a:lnTo>
                    <a:pt x="499567" y="613295"/>
                  </a:lnTo>
                  <a:lnTo>
                    <a:pt x="508088" y="581698"/>
                  </a:lnTo>
                  <a:lnTo>
                    <a:pt x="508419" y="539115"/>
                  </a:lnTo>
                  <a:close/>
                </a:path>
                <a:path w="1223645" h="631190">
                  <a:moveTo>
                    <a:pt x="1223632" y="607428"/>
                  </a:moveTo>
                  <a:lnTo>
                    <a:pt x="1204353" y="554405"/>
                  </a:lnTo>
                  <a:lnTo>
                    <a:pt x="1137526" y="514553"/>
                  </a:lnTo>
                  <a:lnTo>
                    <a:pt x="1086637" y="493572"/>
                  </a:lnTo>
                  <a:lnTo>
                    <a:pt x="1033653" y="470738"/>
                  </a:lnTo>
                  <a:lnTo>
                    <a:pt x="985761" y="445173"/>
                  </a:lnTo>
                  <a:lnTo>
                    <a:pt x="950150" y="416001"/>
                  </a:lnTo>
                  <a:lnTo>
                    <a:pt x="905154" y="366610"/>
                  </a:lnTo>
                  <a:lnTo>
                    <a:pt x="858989" y="318897"/>
                  </a:lnTo>
                  <a:lnTo>
                    <a:pt x="808469" y="268668"/>
                  </a:lnTo>
                  <a:lnTo>
                    <a:pt x="732218" y="328168"/>
                  </a:lnTo>
                  <a:lnTo>
                    <a:pt x="657923" y="332854"/>
                  </a:lnTo>
                  <a:lnTo>
                    <a:pt x="601599" y="313245"/>
                  </a:lnTo>
                  <a:lnTo>
                    <a:pt x="579259" y="299923"/>
                  </a:lnTo>
                  <a:lnTo>
                    <a:pt x="561657" y="337515"/>
                  </a:lnTo>
                  <a:lnTo>
                    <a:pt x="550202" y="382117"/>
                  </a:lnTo>
                  <a:lnTo>
                    <a:pt x="543788" y="430644"/>
                  </a:lnTo>
                  <a:lnTo>
                    <a:pt x="541337" y="479971"/>
                  </a:lnTo>
                  <a:lnTo>
                    <a:pt x="541743" y="527011"/>
                  </a:lnTo>
                  <a:lnTo>
                    <a:pt x="543915" y="568655"/>
                  </a:lnTo>
                  <a:lnTo>
                    <a:pt x="563575" y="612521"/>
                  </a:lnTo>
                  <a:lnTo>
                    <a:pt x="605802" y="630301"/>
                  </a:lnTo>
                  <a:lnTo>
                    <a:pt x="1221028" y="630301"/>
                  </a:lnTo>
                  <a:lnTo>
                    <a:pt x="1222527" y="624103"/>
                  </a:lnTo>
                  <a:lnTo>
                    <a:pt x="1223632" y="607428"/>
                  </a:lnTo>
                  <a:close/>
                </a:path>
              </a:pathLst>
            </a:custGeom>
            <a:solidFill>
              <a:srgbClr val="2E1700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034211" y="7763306"/>
              <a:ext cx="196215" cy="259715"/>
            </a:xfrm>
            <a:custGeom>
              <a:avLst/>
              <a:gdLst/>
              <a:ahLst/>
              <a:cxnLst/>
              <a:rect l="l" t="t" r="r" b="b"/>
              <a:pathLst>
                <a:path w="196215" h="259715">
                  <a:moveTo>
                    <a:pt x="175673" y="259225"/>
                  </a:moveTo>
                  <a:lnTo>
                    <a:pt x="146997" y="242130"/>
                  </a:lnTo>
                  <a:lnTo>
                    <a:pt x="115686" y="232474"/>
                  </a:lnTo>
                  <a:lnTo>
                    <a:pt x="82952" y="225052"/>
                  </a:lnTo>
                  <a:lnTo>
                    <a:pt x="50008" y="214657"/>
                  </a:lnTo>
                  <a:lnTo>
                    <a:pt x="19338" y="190119"/>
                  </a:lnTo>
                  <a:lnTo>
                    <a:pt x="4688" y="158168"/>
                  </a:lnTo>
                  <a:lnTo>
                    <a:pt x="195" y="130454"/>
                  </a:lnTo>
                  <a:lnTo>
                    <a:pt x="0" y="118626"/>
                  </a:lnTo>
                  <a:lnTo>
                    <a:pt x="45840" y="0"/>
                  </a:lnTo>
                  <a:lnTo>
                    <a:pt x="61077" y="5295"/>
                  </a:lnTo>
                  <a:lnTo>
                    <a:pt x="98973" y="25420"/>
                  </a:lnTo>
                  <a:lnTo>
                    <a:pt x="147809" y="66727"/>
                  </a:lnTo>
                  <a:lnTo>
                    <a:pt x="195863" y="135572"/>
                  </a:lnTo>
                  <a:lnTo>
                    <a:pt x="193331" y="146140"/>
                  </a:lnTo>
                  <a:lnTo>
                    <a:pt x="187430" y="174057"/>
                  </a:lnTo>
                  <a:lnTo>
                    <a:pt x="180698" y="213645"/>
                  </a:lnTo>
                  <a:lnTo>
                    <a:pt x="175673" y="259225"/>
                  </a:lnTo>
                  <a:close/>
                </a:path>
              </a:pathLst>
            </a:custGeom>
            <a:solidFill>
              <a:srgbClr val="F97E49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992696" y="5393270"/>
              <a:ext cx="861060" cy="2522220"/>
            </a:xfrm>
            <a:custGeom>
              <a:avLst/>
              <a:gdLst/>
              <a:ahLst/>
              <a:cxnLst/>
              <a:rect l="l" t="t" r="r" b="b"/>
              <a:pathLst>
                <a:path w="861059" h="2522220">
                  <a:moveTo>
                    <a:pt x="350392" y="2521612"/>
                  </a:moveTo>
                  <a:lnTo>
                    <a:pt x="269558" y="2514454"/>
                  </a:lnTo>
                  <a:lnTo>
                    <a:pt x="162830" y="2479331"/>
                  </a:lnTo>
                  <a:lnTo>
                    <a:pt x="53115" y="2397267"/>
                  </a:lnTo>
                  <a:lnTo>
                    <a:pt x="408984" y="1241372"/>
                  </a:lnTo>
                  <a:lnTo>
                    <a:pt x="414213" y="1227889"/>
                  </a:lnTo>
                  <a:lnTo>
                    <a:pt x="422927" y="1193432"/>
                  </a:lnTo>
                  <a:lnTo>
                    <a:pt x="424670" y="1146990"/>
                  </a:lnTo>
                  <a:lnTo>
                    <a:pt x="408984" y="1097551"/>
                  </a:lnTo>
                  <a:lnTo>
                    <a:pt x="347653" y="989019"/>
                  </a:lnTo>
                  <a:lnTo>
                    <a:pt x="116852" y="575534"/>
                  </a:lnTo>
                  <a:lnTo>
                    <a:pt x="0" y="85477"/>
                  </a:lnTo>
                  <a:lnTo>
                    <a:pt x="370756" y="0"/>
                  </a:lnTo>
                  <a:lnTo>
                    <a:pt x="444285" y="160422"/>
                  </a:lnTo>
                  <a:lnTo>
                    <a:pt x="607641" y="524139"/>
                  </a:lnTo>
                  <a:lnTo>
                    <a:pt x="774981" y="914823"/>
                  </a:lnTo>
                  <a:lnTo>
                    <a:pt x="860461" y="1156145"/>
                  </a:lnTo>
                  <a:lnTo>
                    <a:pt x="794731" y="1429888"/>
                  </a:lnTo>
                  <a:lnTo>
                    <a:pt x="629411" y="1891896"/>
                  </a:lnTo>
                  <a:lnTo>
                    <a:pt x="460107" y="2326938"/>
                  </a:lnTo>
                  <a:lnTo>
                    <a:pt x="382427" y="2519781"/>
                  </a:lnTo>
                  <a:lnTo>
                    <a:pt x="350392" y="2521612"/>
                  </a:lnTo>
                  <a:close/>
                </a:path>
              </a:pathLst>
            </a:custGeom>
            <a:solidFill>
              <a:srgbClr val="40B8D5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560352" y="5393270"/>
              <a:ext cx="2292985" cy="2522220"/>
            </a:xfrm>
            <a:custGeom>
              <a:avLst/>
              <a:gdLst/>
              <a:ahLst/>
              <a:cxnLst/>
              <a:rect l="l" t="t" r="r" b="b"/>
              <a:pathLst>
                <a:path w="2292984" h="2522220">
                  <a:moveTo>
                    <a:pt x="461175" y="192989"/>
                  </a:moveTo>
                  <a:lnTo>
                    <a:pt x="448627" y="185483"/>
                  </a:lnTo>
                  <a:lnTo>
                    <a:pt x="413156" y="172402"/>
                  </a:lnTo>
                  <a:lnTo>
                    <a:pt x="358051" y="167868"/>
                  </a:lnTo>
                  <a:lnTo>
                    <a:pt x="286575" y="185978"/>
                  </a:lnTo>
                  <a:lnTo>
                    <a:pt x="269595" y="206222"/>
                  </a:lnTo>
                  <a:lnTo>
                    <a:pt x="226771" y="253390"/>
                  </a:lnTo>
                  <a:lnTo>
                    <a:pt x="170180" y="307136"/>
                  </a:lnTo>
                  <a:lnTo>
                    <a:pt x="111963" y="347078"/>
                  </a:lnTo>
                  <a:lnTo>
                    <a:pt x="60236" y="376897"/>
                  </a:lnTo>
                  <a:lnTo>
                    <a:pt x="20294" y="409676"/>
                  </a:lnTo>
                  <a:lnTo>
                    <a:pt x="0" y="439178"/>
                  </a:lnTo>
                  <a:lnTo>
                    <a:pt x="7200" y="459143"/>
                  </a:lnTo>
                  <a:lnTo>
                    <a:pt x="40017" y="464273"/>
                  </a:lnTo>
                  <a:lnTo>
                    <a:pt x="92964" y="460654"/>
                  </a:lnTo>
                  <a:lnTo>
                    <a:pt x="154292" y="451332"/>
                  </a:lnTo>
                  <a:lnTo>
                    <a:pt x="212255" y="439305"/>
                  </a:lnTo>
                  <a:lnTo>
                    <a:pt x="291592" y="417995"/>
                  </a:lnTo>
                  <a:lnTo>
                    <a:pt x="321487" y="416242"/>
                  </a:lnTo>
                  <a:lnTo>
                    <a:pt x="343535" y="423684"/>
                  </a:lnTo>
                  <a:lnTo>
                    <a:pt x="356412" y="441642"/>
                  </a:lnTo>
                  <a:lnTo>
                    <a:pt x="367322" y="466267"/>
                  </a:lnTo>
                  <a:lnTo>
                    <a:pt x="383476" y="486295"/>
                  </a:lnTo>
                  <a:lnTo>
                    <a:pt x="426250" y="473151"/>
                  </a:lnTo>
                  <a:lnTo>
                    <a:pt x="444969" y="410171"/>
                  </a:lnTo>
                  <a:lnTo>
                    <a:pt x="455498" y="316001"/>
                  </a:lnTo>
                  <a:lnTo>
                    <a:pt x="460133" y="230352"/>
                  </a:lnTo>
                  <a:lnTo>
                    <a:pt x="461175" y="192989"/>
                  </a:lnTo>
                  <a:close/>
                </a:path>
                <a:path w="2292984" h="2522220">
                  <a:moveTo>
                    <a:pt x="1028179" y="392849"/>
                  </a:moveTo>
                  <a:lnTo>
                    <a:pt x="967244" y="320789"/>
                  </a:lnTo>
                  <a:lnTo>
                    <a:pt x="946886" y="329577"/>
                  </a:lnTo>
                  <a:lnTo>
                    <a:pt x="898220" y="348907"/>
                  </a:lnTo>
                  <a:lnTo>
                    <a:pt x="839838" y="368249"/>
                  </a:lnTo>
                  <a:lnTo>
                    <a:pt x="790359" y="377037"/>
                  </a:lnTo>
                  <a:lnTo>
                    <a:pt x="752538" y="382308"/>
                  </a:lnTo>
                  <a:lnTo>
                    <a:pt x="720788" y="396506"/>
                  </a:lnTo>
                  <a:lnTo>
                    <a:pt x="701179" y="417195"/>
                  </a:lnTo>
                  <a:lnTo>
                    <a:pt x="699757" y="441934"/>
                  </a:lnTo>
                  <a:lnTo>
                    <a:pt x="749719" y="458558"/>
                  </a:lnTo>
                  <a:lnTo>
                    <a:pt x="846988" y="461403"/>
                  </a:lnTo>
                  <a:lnTo>
                    <a:pt x="941832" y="457758"/>
                  </a:lnTo>
                  <a:lnTo>
                    <a:pt x="984504" y="454914"/>
                  </a:lnTo>
                  <a:lnTo>
                    <a:pt x="1001217" y="450989"/>
                  </a:lnTo>
                  <a:lnTo>
                    <a:pt x="1027645" y="433285"/>
                  </a:lnTo>
                  <a:lnTo>
                    <a:pt x="1028179" y="392849"/>
                  </a:lnTo>
                  <a:close/>
                </a:path>
                <a:path w="2292984" h="2522220">
                  <a:moveTo>
                    <a:pt x="2292794" y="1156157"/>
                  </a:moveTo>
                  <a:lnTo>
                    <a:pt x="2207323" y="914831"/>
                  </a:lnTo>
                  <a:lnTo>
                    <a:pt x="2039975" y="524141"/>
                  </a:lnTo>
                  <a:lnTo>
                    <a:pt x="1876628" y="160426"/>
                  </a:lnTo>
                  <a:lnTo>
                    <a:pt x="1803095" y="0"/>
                  </a:lnTo>
                  <a:lnTo>
                    <a:pt x="1432344" y="85483"/>
                  </a:lnTo>
                  <a:lnTo>
                    <a:pt x="1549196" y="575538"/>
                  </a:lnTo>
                  <a:lnTo>
                    <a:pt x="1779993" y="989025"/>
                  </a:lnTo>
                  <a:lnTo>
                    <a:pt x="1841322" y="1097559"/>
                  </a:lnTo>
                  <a:lnTo>
                    <a:pt x="1857006" y="1147000"/>
                  </a:lnTo>
                  <a:lnTo>
                    <a:pt x="1855266" y="1193444"/>
                  </a:lnTo>
                  <a:lnTo>
                    <a:pt x="1846554" y="1227899"/>
                  </a:lnTo>
                  <a:lnTo>
                    <a:pt x="1841322" y="1241374"/>
                  </a:lnTo>
                  <a:lnTo>
                    <a:pt x="1485455" y="2397277"/>
                  </a:lnTo>
                  <a:lnTo>
                    <a:pt x="1595170" y="2479332"/>
                  </a:lnTo>
                  <a:lnTo>
                    <a:pt x="1701901" y="2514460"/>
                  </a:lnTo>
                  <a:lnTo>
                    <a:pt x="1782724" y="2521623"/>
                  </a:lnTo>
                  <a:lnTo>
                    <a:pt x="1814766" y="2519781"/>
                  </a:lnTo>
                  <a:lnTo>
                    <a:pt x="1892439" y="2326944"/>
                  </a:lnTo>
                  <a:lnTo>
                    <a:pt x="2061743" y="1891906"/>
                  </a:lnTo>
                  <a:lnTo>
                    <a:pt x="2227072" y="1429893"/>
                  </a:lnTo>
                  <a:lnTo>
                    <a:pt x="2292794" y="1156157"/>
                  </a:lnTo>
                  <a:close/>
                </a:path>
              </a:pathLst>
            </a:custGeom>
            <a:solidFill>
              <a:srgbClr val="F97E49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408433" y="5368707"/>
              <a:ext cx="1211580" cy="2651125"/>
            </a:xfrm>
            <a:custGeom>
              <a:avLst/>
              <a:gdLst/>
              <a:ahLst/>
              <a:cxnLst/>
              <a:rect l="l" t="t" r="r" b="b"/>
              <a:pathLst>
                <a:path w="1211579" h="2651125">
                  <a:moveTo>
                    <a:pt x="918887" y="2650877"/>
                  </a:moveTo>
                  <a:lnTo>
                    <a:pt x="874901" y="2540765"/>
                  </a:lnTo>
                  <a:lnTo>
                    <a:pt x="766182" y="2261362"/>
                  </a:lnTo>
                  <a:lnTo>
                    <a:pt x="627585" y="1889076"/>
                  </a:lnTo>
                  <a:lnTo>
                    <a:pt x="493968" y="1500309"/>
                  </a:lnTo>
                  <a:lnTo>
                    <a:pt x="476916" y="1448132"/>
                  </a:lnTo>
                  <a:lnTo>
                    <a:pt x="458808" y="1394246"/>
                  </a:lnTo>
                  <a:lnTo>
                    <a:pt x="439759" y="1338880"/>
                  </a:lnTo>
                  <a:lnTo>
                    <a:pt x="419889" y="1282264"/>
                  </a:lnTo>
                  <a:lnTo>
                    <a:pt x="378153" y="1166199"/>
                  </a:lnTo>
                  <a:lnTo>
                    <a:pt x="334541" y="1047886"/>
                  </a:lnTo>
                  <a:lnTo>
                    <a:pt x="267663" y="870212"/>
                  </a:lnTo>
                  <a:lnTo>
                    <a:pt x="103176" y="438949"/>
                  </a:lnTo>
                  <a:lnTo>
                    <a:pt x="70300" y="350738"/>
                  </a:lnTo>
                  <a:lnTo>
                    <a:pt x="42603" y="274037"/>
                  </a:lnTo>
                  <a:lnTo>
                    <a:pt x="21027" y="210682"/>
                  </a:lnTo>
                  <a:lnTo>
                    <a:pt x="6512" y="162507"/>
                  </a:lnTo>
                  <a:lnTo>
                    <a:pt x="0" y="131346"/>
                  </a:lnTo>
                  <a:lnTo>
                    <a:pt x="3301" y="111552"/>
                  </a:lnTo>
                  <a:lnTo>
                    <a:pt x="38350" y="74054"/>
                  </a:lnTo>
                  <a:lnTo>
                    <a:pt x="103960" y="41582"/>
                  </a:lnTo>
                  <a:lnTo>
                    <a:pt x="145464" y="28069"/>
                  </a:lnTo>
                  <a:lnTo>
                    <a:pt x="191294" y="16818"/>
                  </a:lnTo>
                  <a:lnTo>
                    <a:pt x="240344" y="8166"/>
                  </a:lnTo>
                  <a:lnTo>
                    <a:pt x="291512" y="2448"/>
                  </a:lnTo>
                  <a:lnTo>
                    <a:pt x="343690" y="0"/>
                  </a:lnTo>
                  <a:lnTo>
                    <a:pt x="395775" y="1156"/>
                  </a:lnTo>
                  <a:lnTo>
                    <a:pt x="446663" y="6252"/>
                  </a:lnTo>
                  <a:lnTo>
                    <a:pt x="495247" y="15625"/>
                  </a:lnTo>
                  <a:lnTo>
                    <a:pt x="540423" y="29608"/>
                  </a:lnTo>
                  <a:lnTo>
                    <a:pt x="581086" y="48539"/>
                  </a:lnTo>
                  <a:lnTo>
                    <a:pt x="616132" y="72753"/>
                  </a:lnTo>
                  <a:lnTo>
                    <a:pt x="892330" y="1271261"/>
                  </a:lnTo>
                  <a:lnTo>
                    <a:pt x="936149" y="1434641"/>
                  </a:lnTo>
                  <a:lnTo>
                    <a:pt x="1035740" y="1815251"/>
                  </a:lnTo>
                  <a:lnTo>
                    <a:pt x="1143297" y="2248794"/>
                  </a:lnTo>
                  <a:lnTo>
                    <a:pt x="1211019" y="2570977"/>
                  </a:lnTo>
                  <a:lnTo>
                    <a:pt x="1187781" y="2586457"/>
                  </a:lnTo>
                  <a:lnTo>
                    <a:pt x="1124707" y="2618917"/>
                  </a:lnTo>
                  <a:lnTo>
                    <a:pt x="1031756" y="2647382"/>
                  </a:lnTo>
                  <a:lnTo>
                    <a:pt x="918887" y="2650877"/>
                  </a:lnTo>
                  <a:close/>
                </a:path>
              </a:pathLst>
            </a:custGeom>
            <a:solidFill>
              <a:srgbClr val="40B8D5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143928" y="3038410"/>
              <a:ext cx="616585" cy="432434"/>
            </a:xfrm>
            <a:custGeom>
              <a:avLst/>
              <a:gdLst/>
              <a:ahLst/>
              <a:cxnLst/>
              <a:rect l="l" t="t" r="r" b="b"/>
              <a:pathLst>
                <a:path w="616584" h="432435">
                  <a:moveTo>
                    <a:pt x="123244" y="432017"/>
                  </a:moveTo>
                  <a:lnTo>
                    <a:pt x="102778" y="422990"/>
                  </a:lnTo>
                  <a:lnTo>
                    <a:pt x="58397" y="389980"/>
                  </a:lnTo>
                  <a:lnTo>
                    <a:pt x="15629" y="324094"/>
                  </a:lnTo>
                  <a:lnTo>
                    <a:pt x="0" y="216440"/>
                  </a:lnTo>
                  <a:lnTo>
                    <a:pt x="9830" y="158083"/>
                  </a:lnTo>
                  <a:lnTo>
                    <a:pt x="30811" y="113367"/>
                  </a:lnTo>
                  <a:lnTo>
                    <a:pt x="59853" y="80576"/>
                  </a:lnTo>
                  <a:lnTo>
                    <a:pt x="93866" y="57991"/>
                  </a:lnTo>
                  <a:lnTo>
                    <a:pt x="129760" y="43894"/>
                  </a:lnTo>
                  <a:lnTo>
                    <a:pt x="194831" y="34294"/>
                  </a:lnTo>
                  <a:lnTo>
                    <a:pt x="254639" y="37466"/>
                  </a:lnTo>
                  <a:lnTo>
                    <a:pt x="290914" y="34996"/>
                  </a:lnTo>
                  <a:lnTo>
                    <a:pt x="325039" y="27675"/>
                  </a:lnTo>
                  <a:lnTo>
                    <a:pt x="355403" y="15234"/>
                  </a:lnTo>
                  <a:lnTo>
                    <a:pt x="380530" y="6888"/>
                  </a:lnTo>
                  <a:lnTo>
                    <a:pt x="419895" y="905"/>
                  </a:lnTo>
                  <a:lnTo>
                    <a:pt x="467383" y="0"/>
                  </a:lnTo>
                  <a:lnTo>
                    <a:pt x="516877" y="6888"/>
                  </a:lnTo>
                  <a:lnTo>
                    <a:pt x="562259" y="24285"/>
                  </a:lnTo>
                  <a:lnTo>
                    <a:pt x="597413" y="54906"/>
                  </a:lnTo>
                  <a:lnTo>
                    <a:pt x="616223" y="101465"/>
                  </a:lnTo>
                  <a:lnTo>
                    <a:pt x="608565" y="176693"/>
                  </a:lnTo>
                  <a:lnTo>
                    <a:pt x="572156" y="216081"/>
                  </a:lnTo>
                  <a:lnTo>
                    <a:pt x="531985" y="231216"/>
                  </a:lnTo>
                  <a:lnTo>
                    <a:pt x="513041" y="233686"/>
                  </a:lnTo>
                  <a:lnTo>
                    <a:pt x="123244" y="432017"/>
                  </a:lnTo>
                  <a:close/>
                </a:path>
              </a:pathLst>
            </a:custGeom>
            <a:solidFill>
              <a:srgbClr val="2E1700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816393" y="3697014"/>
              <a:ext cx="1555750" cy="1908175"/>
            </a:xfrm>
            <a:custGeom>
              <a:avLst/>
              <a:gdLst/>
              <a:ahLst/>
              <a:cxnLst/>
              <a:rect l="l" t="t" r="r" b="b"/>
              <a:pathLst>
                <a:path w="1555750" h="1908175">
                  <a:moveTo>
                    <a:pt x="152564" y="1907606"/>
                  </a:moveTo>
                  <a:lnTo>
                    <a:pt x="100755" y="1903562"/>
                  </a:lnTo>
                  <a:lnTo>
                    <a:pt x="54147" y="1893114"/>
                  </a:lnTo>
                  <a:lnTo>
                    <a:pt x="16408" y="1859453"/>
                  </a:lnTo>
                  <a:lnTo>
                    <a:pt x="1640" y="1806090"/>
                  </a:lnTo>
                  <a:lnTo>
                    <a:pt x="0" y="1756707"/>
                  </a:lnTo>
                  <a:lnTo>
                    <a:pt x="1640" y="1734983"/>
                  </a:lnTo>
                  <a:lnTo>
                    <a:pt x="15776" y="1523941"/>
                  </a:lnTo>
                  <a:lnTo>
                    <a:pt x="48976" y="1053592"/>
                  </a:lnTo>
                  <a:lnTo>
                    <a:pt x="87426" y="568105"/>
                  </a:lnTo>
                  <a:lnTo>
                    <a:pt x="117314" y="311646"/>
                  </a:lnTo>
                  <a:lnTo>
                    <a:pt x="156820" y="243194"/>
                  </a:lnTo>
                  <a:lnTo>
                    <a:pt x="187273" y="209629"/>
                  </a:lnTo>
                  <a:lnTo>
                    <a:pt x="224036" y="176495"/>
                  </a:lnTo>
                  <a:lnTo>
                    <a:pt x="266491" y="143789"/>
                  </a:lnTo>
                  <a:lnTo>
                    <a:pt x="314020" y="111505"/>
                  </a:lnTo>
                  <a:lnTo>
                    <a:pt x="366004" y="79636"/>
                  </a:lnTo>
                  <a:lnTo>
                    <a:pt x="411090" y="55559"/>
                  </a:lnTo>
                  <a:lnTo>
                    <a:pt x="488829" y="25019"/>
                  </a:lnTo>
                  <a:lnTo>
                    <a:pt x="537606" y="13336"/>
                  </a:lnTo>
                  <a:lnTo>
                    <a:pt x="579850" y="9267"/>
                  </a:lnTo>
                  <a:lnTo>
                    <a:pt x="633502" y="1340"/>
                  </a:lnTo>
                  <a:lnTo>
                    <a:pt x="688453" y="0"/>
                  </a:lnTo>
                  <a:lnTo>
                    <a:pt x="743785" y="4442"/>
                  </a:lnTo>
                  <a:lnTo>
                    <a:pt x="798583" y="13862"/>
                  </a:lnTo>
                  <a:lnTo>
                    <a:pt x="851930" y="27457"/>
                  </a:lnTo>
                  <a:lnTo>
                    <a:pt x="910963" y="47315"/>
                  </a:lnTo>
                  <a:lnTo>
                    <a:pt x="965400" y="70470"/>
                  </a:lnTo>
                  <a:lnTo>
                    <a:pt x="1013825" y="95673"/>
                  </a:lnTo>
                  <a:lnTo>
                    <a:pt x="1054826" y="121673"/>
                  </a:lnTo>
                  <a:lnTo>
                    <a:pt x="1086987" y="147221"/>
                  </a:lnTo>
                  <a:lnTo>
                    <a:pt x="1133489" y="217507"/>
                  </a:lnTo>
                  <a:lnTo>
                    <a:pt x="1152426" y="275200"/>
                  </a:lnTo>
                  <a:lnTo>
                    <a:pt x="1166254" y="335641"/>
                  </a:lnTo>
                  <a:lnTo>
                    <a:pt x="1175521" y="390324"/>
                  </a:lnTo>
                  <a:lnTo>
                    <a:pt x="1180774" y="430744"/>
                  </a:lnTo>
                  <a:lnTo>
                    <a:pt x="1182563" y="448395"/>
                  </a:lnTo>
                  <a:lnTo>
                    <a:pt x="1185899" y="457106"/>
                  </a:lnTo>
                  <a:lnTo>
                    <a:pt x="1201616" y="505041"/>
                  </a:lnTo>
                  <a:lnTo>
                    <a:pt x="1239350" y="624901"/>
                  </a:lnTo>
                  <a:lnTo>
                    <a:pt x="1308738" y="849387"/>
                  </a:lnTo>
                  <a:lnTo>
                    <a:pt x="1335622" y="935568"/>
                  </a:lnTo>
                  <a:lnTo>
                    <a:pt x="1360730" y="1013788"/>
                  </a:lnTo>
                  <a:lnTo>
                    <a:pt x="1384107" y="1084577"/>
                  </a:lnTo>
                  <a:lnTo>
                    <a:pt x="1405797" y="1148462"/>
                  </a:lnTo>
                  <a:lnTo>
                    <a:pt x="1425847" y="1205975"/>
                  </a:lnTo>
                  <a:lnTo>
                    <a:pt x="1444302" y="1257642"/>
                  </a:lnTo>
                  <a:lnTo>
                    <a:pt x="1514224" y="1446817"/>
                  </a:lnTo>
                  <a:lnTo>
                    <a:pt x="1524056" y="1474523"/>
                  </a:lnTo>
                  <a:lnTo>
                    <a:pt x="1532608" y="1500086"/>
                  </a:lnTo>
                  <a:lnTo>
                    <a:pt x="1539927" y="1524036"/>
                  </a:lnTo>
                  <a:lnTo>
                    <a:pt x="1554378" y="1596916"/>
                  </a:lnTo>
                  <a:lnTo>
                    <a:pt x="1555301" y="1650991"/>
                  </a:lnTo>
                  <a:lnTo>
                    <a:pt x="1550286" y="1684632"/>
                  </a:lnTo>
                  <a:lnTo>
                    <a:pt x="1522894" y="1713602"/>
                  </a:lnTo>
                  <a:lnTo>
                    <a:pt x="1448650" y="1747773"/>
                  </a:lnTo>
                  <a:lnTo>
                    <a:pt x="1400749" y="1764347"/>
                  </a:lnTo>
                  <a:lnTo>
                    <a:pt x="1347204" y="1780445"/>
                  </a:lnTo>
                  <a:lnTo>
                    <a:pt x="1289167" y="1795968"/>
                  </a:lnTo>
                  <a:lnTo>
                    <a:pt x="1227796" y="1810812"/>
                  </a:lnTo>
                  <a:lnTo>
                    <a:pt x="1164244" y="1824878"/>
                  </a:lnTo>
                  <a:lnTo>
                    <a:pt x="1099667" y="1838064"/>
                  </a:lnTo>
                  <a:lnTo>
                    <a:pt x="1034115" y="1850462"/>
                  </a:lnTo>
                  <a:lnTo>
                    <a:pt x="969912" y="1861737"/>
                  </a:lnTo>
                  <a:lnTo>
                    <a:pt x="908273" y="1871780"/>
                  </a:lnTo>
                  <a:lnTo>
                    <a:pt x="850418" y="1880483"/>
                  </a:lnTo>
                  <a:lnTo>
                    <a:pt x="797565" y="1887739"/>
                  </a:lnTo>
                  <a:lnTo>
                    <a:pt x="750930" y="1893439"/>
                  </a:lnTo>
                  <a:lnTo>
                    <a:pt x="711732" y="1897478"/>
                  </a:lnTo>
                  <a:lnTo>
                    <a:pt x="660519" y="1900136"/>
                  </a:lnTo>
                  <a:lnTo>
                    <a:pt x="603436" y="1881077"/>
                  </a:lnTo>
                  <a:lnTo>
                    <a:pt x="566743" y="1842571"/>
                  </a:lnTo>
                  <a:lnTo>
                    <a:pt x="547145" y="1804724"/>
                  </a:lnTo>
                  <a:lnTo>
                    <a:pt x="541345" y="1787640"/>
                  </a:lnTo>
                  <a:lnTo>
                    <a:pt x="352162" y="1270962"/>
                  </a:lnTo>
                  <a:lnTo>
                    <a:pt x="347105" y="1351696"/>
                  </a:lnTo>
                  <a:lnTo>
                    <a:pt x="332830" y="1534587"/>
                  </a:lnTo>
                  <a:lnTo>
                    <a:pt x="310679" y="1730672"/>
                  </a:lnTo>
                  <a:lnTo>
                    <a:pt x="281994" y="1850989"/>
                  </a:lnTo>
                  <a:lnTo>
                    <a:pt x="248904" y="1884352"/>
                  </a:lnTo>
                  <a:lnTo>
                    <a:pt x="203854" y="1902213"/>
                  </a:lnTo>
                  <a:lnTo>
                    <a:pt x="152564" y="1907606"/>
                  </a:lnTo>
                  <a:close/>
                </a:path>
              </a:pathLst>
            </a:custGeom>
            <a:solidFill>
              <a:srgbClr val="FFF5E1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168491" y="4073816"/>
              <a:ext cx="748030" cy="1523365"/>
            </a:xfrm>
            <a:custGeom>
              <a:avLst/>
              <a:gdLst/>
              <a:ahLst/>
              <a:cxnLst/>
              <a:rect l="l" t="t" r="r" b="b"/>
              <a:pathLst>
                <a:path w="748029" h="1523364">
                  <a:moveTo>
                    <a:pt x="19799" y="38531"/>
                  </a:moveTo>
                  <a:lnTo>
                    <a:pt x="15455" y="28308"/>
                  </a:lnTo>
                  <a:lnTo>
                    <a:pt x="10718" y="18453"/>
                  </a:lnTo>
                  <a:lnTo>
                    <a:pt x="5575" y="9004"/>
                  </a:lnTo>
                  <a:lnTo>
                    <a:pt x="0" y="0"/>
                  </a:lnTo>
                  <a:lnTo>
                    <a:pt x="19799" y="38531"/>
                  </a:lnTo>
                  <a:close/>
                </a:path>
                <a:path w="748029" h="1523364">
                  <a:moveTo>
                    <a:pt x="747852" y="1461147"/>
                  </a:moveTo>
                  <a:lnTo>
                    <a:pt x="19799" y="38531"/>
                  </a:lnTo>
                  <a:lnTo>
                    <a:pt x="38023" y="102311"/>
                  </a:lnTo>
                  <a:lnTo>
                    <a:pt x="46609" y="163372"/>
                  </a:lnTo>
                  <a:lnTo>
                    <a:pt x="49136" y="209181"/>
                  </a:lnTo>
                  <a:lnTo>
                    <a:pt x="49187" y="227228"/>
                  </a:lnTo>
                  <a:lnTo>
                    <a:pt x="0" y="894168"/>
                  </a:lnTo>
                  <a:lnTo>
                    <a:pt x="189179" y="1410804"/>
                  </a:lnTo>
                  <a:lnTo>
                    <a:pt x="194995" y="1427886"/>
                  </a:lnTo>
                  <a:lnTo>
                    <a:pt x="214617" y="1465745"/>
                  </a:lnTo>
                  <a:lnTo>
                    <a:pt x="251307" y="1504264"/>
                  </a:lnTo>
                  <a:lnTo>
                    <a:pt x="308368" y="1523314"/>
                  </a:lnTo>
                  <a:lnTo>
                    <a:pt x="329044" y="1522933"/>
                  </a:lnTo>
                  <a:lnTo>
                    <a:pt x="398780" y="1516646"/>
                  </a:lnTo>
                  <a:lnTo>
                    <a:pt x="445427" y="1510957"/>
                  </a:lnTo>
                  <a:lnTo>
                    <a:pt x="498284" y="1503705"/>
                  </a:lnTo>
                  <a:lnTo>
                    <a:pt x="556145" y="1495018"/>
                  </a:lnTo>
                  <a:lnTo>
                    <a:pt x="617791" y="1484972"/>
                  </a:lnTo>
                  <a:lnTo>
                    <a:pt x="682002" y="1473708"/>
                  </a:lnTo>
                  <a:lnTo>
                    <a:pt x="747852" y="1461147"/>
                  </a:lnTo>
                  <a:close/>
                </a:path>
              </a:pathLst>
            </a:custGeom>
            <a:solidFill>
              <a:srgbClr val="2E1700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241588" y="3697014"/>
              <a:ext cx="485775" cy="329565"/>
            </a:xfrm>
            <a:custGeom>
              <a:avLst/>
              <a:gdLst/>
              <a:ahLst/>
              <a:cxnLst/>
              <a:rect l="l" t="t" r="r" b="b"/>
              <a:pathLst>
                <a:path w="485775" h="329564">
                  <a:moveTo>
                    <a:pt x="174226" y="329517"/>
                  </a:moveTo>
                  <a:lnTo>
                    <a:pt x="132433" y="317019"/>
                  </a:lnTo>
                  <a:lnTo>
                    <a:pt x="97487" y="290713"/>
                  </a:lnTo>
                  <a:lnTo>
                    <a:pt x="68826" y="254279"/>
                  </a:lnTo>
                  <a:lnTo>
                    <a:pt x="45883" y="211398"/>
                  </a:lnTo>
                  <a:lnTo>
                    <a:pt x="28094" y="165750"/>
                  </a:lnTo>
                  <a:lnTo>
                    <a:pt x="14894" y="121014"/>
                  </a:lnTo>
                  <a:lnTo>
                    <a:pt x="5717" y="80870"/>
                  </a:lnTo>
                  <a:lnTo>
                    <a:pt x="0" y="48999"/>
                  </a:lnTo>
                  <a:lnTo>
                    <a:pt x="63634" y="25019"/>
                  </a:lnTo>
                  <a:lnTo>
                    <a:pt x="112411" y="13336"/>
                  </a:lnTo>
                  <a:lnTo>
                    <a:pt x="143647" y="9552"/>
                  </a:lnTo>
                  <a:lnTo>
                    <a:pt x="154655" y="9267"/>
                  </a:lnTo>
                  <a:lnTo>
                    <a:pt x="208307" y="1340"/>
                  </a:lnTo>
                  <a:lnTo>
                    <a:pt x="263258" y="0"/>
                  </a:lnTo>
                  <a:lnTo>
                    <a:pt x="318591" y="4442"/>
                  </a:lnTo>
                  <a:lnTo>
                    <a:pt x="373389" y="13862"/>
                  </a:lnTo>
                  <a:lnTo>
                    <a:pt x="426736" y="27457"/>
                  </a:lnTo>
                  <a:lnTo>
                    <a:pt x="463554" y="77143"/>
                  </a:lnTo>
                  <a:lnTo>
                    <a:pt x="482348" y="127418"/>
                  </a:lnTo>
                  <a:lnTo>
                    <a:pt x="485676" y="173435"/>
                  </a:lnTo>
                  <a:lnTo>
                    <a:pt x="476098" y="210344"/>
                  </a:lnTo>
                  <a:lnTo>
                    <a:pt x="456171" y="233299"/>
                  </a:lnTo>
                  <a:lnTo>
                    <a:pt x="420416" y="230886"/>
                  </a:lnTo>
                  <a:lnTo>
                    <a:pt x="378962" y="199152"/>
                  </a:lnTo>
                  <a:lnTo>
                    <a:pt x="339597" y="155211"/>
                  </a:lnTo>
                  <a:lnTo>
                    <a:pt x="305970" y="110432"/>
                  </a:lnTo>
                  <a:lnTo>
                    <a:pt x="297060" y="112667"/>
                  </a:lnTo>
                  <a:lnTo>
                    <a:pt x="282158" y="191049"/>
                  </a:lnTo>
                  <a:lnTo>
                    <a:pt x="263408" y="245147"/>
                  </a:lnTo>
                  <a:lnTo>
                    <a:pt x="242987" y="283986"/>
                  </a:lnTo>
                  <a:lnTo>
                    <a:pt x="213673" y="318949"/>
                  </a:lnTo>
                  <a:lnTo>
                    <a:pt x="188251" y="329206"/>
                  </a:lnTo>
                  <a:lnTo>
                    <a:pt x="174226" y="329517"/>
                  </a:lnTo>
                  <a:close/>
                </a:path>
              </a:pathLst>
            </a:custGeom>
            <a:solidFill>
              <a:srgbClr val="12538A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187285" y="3218995"/>
              <a:ext cx="515620" cy="589280"/>
            </a:xfrm>
            <a:custGeom>
              <a:avLst/>
              <a:gdLst/>
              <a:ahLst/>
              <a:cxnLst/>
              <a:rect l="l" t="t" r="r" b="b"/>
              <a:pathLst>
                <a:path w="515620" h="589279">
                  <a:moveTo>
                    <a:pt x="306517" y="589264"/>
                  </a:moveTo>
                  <a:lnTo>
                    <a:pt x="252759" y="580877"/>
                  </a:lnTo>
                  <a:lnTo>
                    <a:pt x="202390" y="564237"/>
                  </a:lnTo>
                  <a:lnTo>
                    <a:pt x="162751" y="540477"/>
                  </a:lnTo>
                  <a:lnTo>
                    <a:pt x="141184" y="510730"/>
                  </a:lnTo>
                  <a:lnTo>
                    <a:pt x="141840" y="495138"/>
                  </a:lnTo>
                  <a:lnTo>
                    <a:pt x="141394" y="458055"/>
                  </a:lnTo>
                  <a:lnTo>
                    <a:pt x="136220" y="414020"/>
                  </a:lnTo>
                  <a:lnTo>
                    <a:pt x="122695" y="377569"/>
                  </a:lnTo>
                  <a:lnTo>
                    <a:pt x="105651" y="377701"/>
                  </a:lnTo>
                  <a:lnTo>
                    <a:pt x="67020" y="369773"/>
                  </a:lnTo>
                  <a:lnTo>
                    <a:pt x="25552" y="341303"/>
                  </a:lnTo>
                  <a:lnTo>
                    <a:pt x="0" y="279805"/>
                  </a:lnTo>
                  <a:lnTo>
                    <a:pt x="6486" y="223049"/>
                  </a:lnTo>
                  <a:lnTo>
                    <a:pt x="35506" y="205008"/>
                  </a:lnTo>
                  <a:lnTo>
                    <a:pt x="67361" y="207510"/>
                  </a:lnTo>
                  <a:lnTo>
                    <a:pt x="82357" y="212382"/>
                  </a:lnTo>
                  <a:lnTo>
                    <a:pt x="95672" y="211250"/>
                  </a:lnTo>
                  <a:lnTo>
                    <a:pt x="124586" y="204587"/>
                  </a:lnTo>
                  <a:lnTo>
                    <a:pt x="152555" y="187494"/>
                  </a:lnTo>
                  <a:lnTo>
                    <a:pt x="163034" y="155073"/>
                  </a:lnTo>
                  <a:lnTo>
                    <a:pt x="160381" y="117674"/>
                  </a:lnTo>
                  <a:lnTo>
                    <a:pt x="161983" y="89756"/>
                  </a:lnTo>
                  <a:lnTo>
                    <a:pt x="170833" y="72585"/>
                  </a:lnTo>
                  <a:lnTo>
                    <a:pt x="189926" y="67422"/>
                  </a:lnTo>
                  <a:lnTo>
                    <a:pt x="225379" y="69108"/>
                  </a:lnTo>
                  <a:lnTo>
                    <a:pt x="273124" y="67001"/>
                  </a:lnTo>
                  <a:lnTo>
                    <a:pt x="320868" y="54149"/>
                  </a:lnTo>
                  <a:lnTo>
                    <a:pt x="356321" y="23598"/>
                  </a:lnTo>
                  <a:lnTo>
                    <a:pt x="376396" y="4315"/>
                  </a:lnTo>
                  <a:lnTo>
                    <a:pt x="397520" y="4854"/>
                  </a:lnTo>
                  <a:lnTo>
                    <a:pt x="421548" y="12675"/>
                  </a:lnTo>
                  <a:lnTo>
                    <a:pt x="450336" y="15237"/>
                  </a:lnTo>
                  <a:lnTo>
                    <a:pt x="485740" y="0"/>
                  </a:lnTo>
                  <a:lnTo>
                    <a:pt x="499186" y="65447"/>
                  </a:lnTo>
                  <a:lnTo>
                    <a:pt x="515153" y="211329"/>
                  </a:lnTo>
                  <a:lnTo>
                    <a:pt x="497085" y="361951"/>
                  </a:lnTo>
                  <a:lnTo>
                    <a:pt x="408425" y="441621"/>
                  </a:lnTo>
                  <a:lnTo>
                    <a:pt x="408136" y="448073"/>
                  </a:lnTo>
                  <a:lnTo>
                    <a:pt x="408635" y="462901"/>
                  </a:lnTo>
                  <a:lnTo>
                    <a:pt x="411970" y="479309"/>
                  </a:lnTo>
                  <a:lnTo>
                    <a:pt x="420190" y="490502"/>
                  </a:lnTo>
                  <a:lnTo>
                    <a:pt x="420847" y="504356"/>
                  </a:lnTo>
                  <a:lnTo>
                    <a:pt x="416618" y="535592"/>
                  </a:lnTo>
                  <a:lnTo>
                    <a:pt x="398209" y="568724"/>
                  </a:lnTo>
                  <a:lnTo>
                    <a:pt x="356321" y="588266"/>
                  </a:lnTo>
                  <a:lnTo>
                    <a:pt x="306517" y="589264"/>
                  </a:lnTo>
                  <a:close/>
                </a:path>
              </a:pathLst>
            </a:custGeom>
            <a:solidFill>
              <a:srgbClr val="F97E49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21037" y="0"/>
            <a:ext cx="8467090" cy="9714865"/>
            <a:chOff x="9821037" y="0"/>
            <a:chExt cx="8467090" cy="97148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83152" y="0"/>
              <a:ext cx="7304847" cy="453170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21037" y="0"/>
              <a:ext cx="8466962" cy="9714862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3380" rIns="0" bIns="0" rtlCol="0">
            <a:spAutoFit/>
          </a:bodyPr>
          <a:lstStyle/>
          <a:p>
            <a:pPr marL="12700" marR="5080">
              <a:lnSpc>
                <a:spcPct val="76300"/>
              </a:lnSpc>
              <a:spcBef>
                <a:spcPts val="2940"/>
              </a:spcBef>
            </a:pPr>
            <a:r>
              <a:rPr spc="430" dirty="0"/>
              <a:t>Business</a:t>
            </a:r>
            <a:r>
              <a:rPr spc="-965" dirty="0"/>
              <a:t> </a:t>
            </a:r>
            <a:r>
              <a:rPr spc="360" dirty="0"/>
              <a:t>Model </a:t>
            </a:r>
            <a:r>
              <a:rPr spc="-10" dirty="0"/>
              <a:t>Overview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009650" y="3580753"/>
            <a:ext cx="7677150" cy="6134735"/>
            <a:chOff x="1009650" y="3580753"/>
            <a:chExt cx="7677150" cy="6134735"/>
          </a:xfrm>
        </p:grpSpPr>
        <p:sp>
          <p:nvSpPr>
            <p:cNvPr id="7" name="object 7"/>
            <p:cNvSpPr/>
            <p:nvPr/>
          </p:nvSpPr>
          <p:spPr>
            <a:xfrm>
              <a:off x="1028699" y="3599813"/>
              <a:ext cx="7639684" cy="6096635"/>
            </a:xfrm>
            <a:custGeom>
              <a:avLst/>
              <a:gdLst/>
              <a:ahLst/>
              <a:cxnLst/>
              <a:rect l="l" t="t" r="r" b="b"/>
              <a:pathLst>
                <a:path w="7639684" h="6096634">
                  <a:moveTo>
                    <a:pt x="7353548" y="6096268"/>
                  </a:moveTo>
                  <a:lnTo>
                    <a:pt x="285749" y="6096268"/>
                  </a:lnTo>
                  <a:lnTo>
                    <a:pt x="240779" y="6092708"/>
                  </a:lnTo>
                  <a:lnTo>
                    <a:pt x="197320" y="6082241"/>
                  </a:lnTo>
                  <a:lnTo>
                    <a:pt x="156141" y="6065184"/>
                  </a:lnTo>
                  <a:lnTo>
                    <a:pt x="118010" y="6041855"/>
                  </a:lnTo>
                  <a:lnTo>
                    <a:pt x="83694" y="6012573"/>
                  </a:lnTo>
                  <a:lnTo>
                    <a:pt x="54412" y="5978256"/>
                  </a:lnTo>
                  <a:lnTo>
                    <a:pt x="31083" y="5940125"/>
                  </a:lnTo>
                  <a:lnTo>
                    <a:pt x="14026" y="5898947"/>
                  </a:lnTo>
                  <a:lnTo>
                    <a:pt x="3559" y="5855488"/>
                  </a:lnTo>
                  <a:lnTo>
                    <a:pt x="0" y="5810518"/>
                  </a:lnTo>
                  <a:lnTo>
                    <a:pt x="0" y="285749"/>
                  </a:lnTo>
                  <a:lnTo>
                    <a:pt x="3559" y="240779"/>
                  </a:lnTo>
                  <a:lnTo>
                    <a:pt x="14026" y="197320"/>
                  </a:lnTo>
                  <a:lnTo>
                    <a:pt x="31083" y="156141"/>
                  </a:lnTo>
                  <a:lnTo>
                    <a:pt x="54412" y="118010"/>
                  </a:lnTo>
                  <a:lnTo>
                    <a:pt x="83694" y="83694"/>
                  </a:lnTo>
                  <a:lnTo>
                    <a:pt x="118010" y="54412"/>
                  </a:lnTo>
                  <a:lnTo>
                    <a:pt x="156141" y="31083"/>
                  </a:lnTo>
                  <a:lnTo>
                    <a:pt x="197320" y="14026"/>
                  </a:lnTo>
                  <a:lnTo>
                    <a:pt x="240779" y="3559"/>
                  </a:lnTo>
                  <a:lnTo>
                    <a:pt x="285749" y="0"/>
                  </a:lnTo>
                  <a:lnTo>
                    <a:pt x="7353548" y="0"/>
                  </a:lnTo>
                  <a:lnTo>
                    <a:pt x="7398519" y="3559"/>
                  </a:lnTo>
                  <a:lnTo>
                    <a:pt x="7441978" y="14026"/>
                  </a:lnTo>
                  <a:lnTo>
                    <a:pt x="7483157" y="31083"/>
                  </a:lnTo>
                  <a:lnTo>
                    <a:pt x="7521288" y="54412"/>
                  </a:lnTo>
                  <a:lnTo>
                    <a:pt x="7555604" y="83694"/>
                  </a:lnTo>
                  <a:lnTo>
                    <a:pt x="7584887" y="118010"/>
                  </a:lnTo>
                  <a:lnTo>
                    <a:pt x="7608215" y="156141"/>
                  </a:lnTo>
                  <a:lnTo>
                    <a:pt x="7625272" y="197320"/>
                  </a:lnTo>
                  <a:lnTo>
                    <a:pt x="7635739" y="240779"/>
                  </a:lnTo>
                  <a:lnTo>
                    <a:pt x="7639299" y="285749"/>
                  </a:lnTo>
                  <a:lnTo>
                    <a:pt x="7639299" y="5810518"/>
                  </a:lnTo>
                  <a:lnTo>
                    <a:pt x="7635739" y="5855488"/>
                  </a:lnTo>
                  <a:lnTo>
                    <a:pt x="7625272" y="5898947"/>
                  </a:lnTo>
                  <a:lnTo>
                    <a:pt x="7608215" y="5940125"/>
                  </a:lnTo>
                  <a:lnTo>
                    <a:pt x="7584887" y="5978256"/>
                  </a:lnTo>
                  <a:lnTo>
                    <a:pt x="7555604" y="6012573"/>
                  </a:lnTo>
                  <a:lnTo>
                    <a:pt x="7521288" y="6041855"/>
                  </a:lnTo>
                  <a:lnTo>
                    <a:pt x="7483157" y="6065184"/>
                  </a:lnTo>
                  <a:lnTo>
                    <a:pt x="7441978" y="6082241"/>
                  </a:lnTo>
                  <a:lnTo>
                    <a:pt x="7398519" y="6092708"/>
                  </a:lnTo>
                  <a:lnTo>
                    <a:pt x="7353548" y="6096268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8700" y="3599803"/>
              <a:ext cx="7639050" cy="6096635"/>
            </a:xfrm>
            <a:custGeom>
              <a:avLst/>
              <a:gdLst/>
              <a:ahLst/>
              <a:cxnLst/>
              <a:rect l="l" t="t" r="r" b="b"/>
              <a:pathLst>
                <a:path w="7639050" h="6096634">
                  <a:moveTo>
                    <a:pt x="282373" y="6095897"/>
                  </a:moveTo>
                  <a:lnTo>
                    <a:pt x="240770" y="6092715"/>
                  </a:lnTo>
                  <a:lnTo>
                    <a:pt x="197295" y="6082239"/>
                  </a:lnTo>
                  <a:lnTo>
                    <a:pt x="156104" y="6065170"/>
                  </a:lnTo>
                  <a:lnTo>
                    <a:pt x="117965" y="6041825"/>
                  </a:lnTo>
                  <a:lnTo>
                    <a:pt x="83646" y="6012525"/>
                  </a:lnTo>
                  <a:lnTo>
                    <a:pt x="54366" y="5978191"/>
                  </a:lnTo>
                  <a:lnTo>
                    <a:pt x="31046" y="5940044"/>
                  </a:lnTo>
                  <a:lnTo>
                    <a:pt x="14002" y="5898853"/>
                  </a:lnTo>
                  <a:lnTo>
                    <a:pt x="3550" y="5855386"/>
                  </a:lnTo>
                  <a:lnTo>
                    <a:pt x="0" y="5810413"/>
                  </a:lnTo>
                  <a:lnTo>
                    <a:pt x="0" y="285751"/>
                  </a:lnTo>
                  <a:lnTo>
                    <a:pt x="3562" y="240778"/>
                  </a:lnTo>
                  <a:lnTo>
                    <a:pt x="14031" y="197317"/>
                  </a:lnTo>
                  <a:lnTo>
                    <a:pt x="31091" y="156138"/>
                  </a:lnTo>
                  <a:lnTo>
                    <a:pt x="54423" y="118007"/>
                  </a:lnTo>
                  <a:lnTo>
                    <a:pt x="83708" y="83691"/>
                  </a:lnTo>
                  <a:lnTo>
                    <a:pt x="118027" y="54411"/>
                  </a:lnTo>
                  <a:lnTo>
                    <a:pt x="156160" y="31085"/>
                  </a:lnTo>
                  <a:lnTo>
                    <a:pt x="197340" y="14031"/>
                  </a:lnTo>
                  <a:lnTo>
                    <a:pt x="240798" y="3567"/>
                  </a:lnTo>
                  <a:lnTo>
                    <a:pt x="285768" y="7"/>
                  </a:lnTo>
                  <a:lnTo>
                    <a:pt x="7353429" y="0"/>
                  </a:lnTo>
                  <a:lnTo>
                    <a:pt x="7398405" y="3541"/>
                  </a:lnTo>
                  <a:lnTo>
                    <a:pt x="7441874" y="13993"/>
                  </a:lnTo>
                  <a:lnTo>
                    <a:pt x="7483067" y="31038"/>
                  </a:lnTo>
                  <a:lnTo>
                    <a:pt x="7521216" y="54360"/>
                  </a:lnTo>
                  <a:lnTo>
                    <a:pt x="7555551" y="83641"/>
                  </a:lnTo>
                  <a:lnTo>
                    <a:pt x="7584851" y="117962"/>
                  </a:lnTo>
                  <a:lnTo>
                    <a:pt x="7608195" y="156104"/>
                  </a:lnTo>
                  <a:lnTo>
                    <a:pt x="7625264" y="197297"/>
                  </a:lnTo>
                  <a:lnTo>
                    <a:pt x="7635737" y="240773"/>
                  </a:lnTo>
                  <a:lnTo>
                    <a:pt x="7639049" y="285753"/>
                  </a:lnTo>
                  <a:lnTo>
                    <a:pt x="7639049" y="5810413"/>
                  </a:lnTo>
                  <a:lnTo>
                    <a:pt x="7635614" y="5855383"/>
                  </a:lnTo>
                  <a:lnTo>
                    <a:pt x="7625147" y="5898841"/>
                  </a:lnTo>
                  <a:lnTo>
                    <a:pt x="7608090" y="5940019"/>
                  </a:lnTo>
                  <a:lnTo>
                    <a:pt x="7584762" y="5978149"/>
                  </a:lnTo>
                  <a:lnTo>
                    <a:pt x="7555480" y="6012465"/>
                  </a:lnTo>
                  <a:lnTo>
                    <a:pt x="7521164" y="6041746"/>
                  </a:lnTo>
                  <a:lnTo>
                    <a:pt x="7483034" y="6065074"/>
                  </a:lnTo>
                  <a:lnTo>
                    <a:pt x="7441856" y="6082130"/>
                  </a:lnTo>
                  <a:lnTo>
                    <a:pt x="7398398" y="6092597"/>
                  </a:lnTo>
                  <a:lnTo>
                    <a:pt x="7355300" y="609600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327173" y="3780110"/>
            <a:ext cx="3088005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1" i="1" spc="85" dirty="0">
                <a:solidFill>
                  <a:srgbClr val="036A7C"/>
                </a:solidFill>
                <a:latin typeface="Arial"/>
                <a:cs typeface="Arial"/>
              </a:rPr>
              <a:t>Operational</a:t>
            </a:r>
            <a:r>
              <a:rPr sz="2600" b="1" i="1" spc="-114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2600" b="1" i="1" spc="65" dirty="0">
                <a:solidFill>
                  <a:srgbClr val="036A7C"/>
                </a:solidFill>
                <a:latin typeface="Arial"/>
                <a:cs typeface="Arial"/>
              </a:rPr>
              <a:t>Model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88315" y="5360244"/>
            <a:ext cx="85725" cy="2752725"/>
            <a:chOff x="1588315" y="5360244"/>
            <a:chExt cx="85725" cy="275272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8315" y="5360244"/>
              <a:ext cx="85725" cy="85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8315" y="5693619"/>
              <a:ext cx="85725" cy="85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8315" y="6026994"/>
              <a:ext cx="85725" cy="857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8315" y="6693744"/>
              <a:ext cx="85725" cy="857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8315" y="7027119"/>
              <a:ext cx="85725" cy="857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8315" y="7360494"/>
              <a:ext cx="85725" cy="857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8315" y="7693869"/>
              <a:ext cx="85725" cy="857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8315" y="8027244"/>
              <a:ext cx="85725" cy="8572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394640" y="4519327"/>
            <a:ext cx="6883400" cy="4692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>
              <a:lnSpc>
                <a:spcPct val="115100"/>
              </a:lnSpc>
              <a:spcBef>
                <a:spcPts val="100"/>
              </a:spcBef>
            </a:pPr>
            <a:r>
              <a:rPr sz="1900" spc="-130" dirty="0">
                <a:solidFill>
                  <a:srgbClr val="036A7C"/>
                </a:solidFill>
                <a:latin typeface="Arial Black"/>
                <a:cs typeface="Arial Black"/>
              </a:rPr>
              <a:t>LearnLoop</a:t>
            </a:r>
            <a:r>
              <a:rPr sz="1900" spc="-140" dirty="0">
                <a:solidFill>
                  <a:srgbClr val="036A7C"/>
                </a:solidFill>
                <a:latin typeface="Arial Black"/>
                <a:cs typeface="Arial Black"/>
              </a:rPr>
              <a:t> operates</a:t>
            </a:r>
            <a:r>
              <a:rPr sz="1900" spc="-13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220" dirty="0">
                <a:solidFill>
                  <a:srgbClr val="036A7C"/>
                </a:solidFill>
                <a:latin typeface="Arial Black"/>
                <a:cs typeface="Arial Black"/>
              </a:rPr>
              <a:t>as</a:t>
            </a:r>
            <a:r>
              <a:rPr sz="1900" spc="-13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95" dirty="0">
                <a:solidFill>
                  <a:srgbClr val="036A7C"/>
                </a:solidFill>
                <a:latin typeface="Arial Black"/>
                <a:cs typeface="Arial Black"/>
              </a:rPr>
              <a:t>a</a:t>
            </a:r>
            <a:r>
              <a:rPr sz="1900" spc="-14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20" dirty="0">
                <a:solidFill>
                  <a:srgbClr val="036A7C"/>
                </a:solidFill>
                <a:latin typeface="Arial Black"/>
                <a:cs typeface="Arial Black"/>
              </a:rPr>
              <a:t>digital</a:t>
            </a:r>
            <a:r>
              <a:rPr sz="1900" spc="-13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25" dirty="0">
                <a:solidFill>
                  <a:srgbClr val="036A7C"/>
                </a:solidFill>
                <a:latin typeface="Arial Black"/>
                <a:cs typeface="Arial Black"/>
              </a:rPr>
              <a:t>learning</a:t>
            </a:r>
            <a:r>
              <a:rPr sz="1900" spc="-13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95" dirty="0">
                <a:solidFill>
                  <a:srgbClr val="036A7C"/>
                </a:solidFill>
                <a:latin typeface="Arial Black"/>
                <a:cs typeface="Arial Black"/>
              </a:rPr>
              <a:t>platform</a:t>
            </a:r>
            <a:r>
              <a:rPr sz="1900" spc="-14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70" dirty="0">
                <a:solidFill>
                  <a:srgbClr val="036A7C"/>
                </a:solidFill>
                <a:latin typeface="Arial Black"/>
                <a:cs typeface="Arial Black"/>
              </a:rPr>
              <a:t>powered </a:t>
            </a:r>
            <a:r>
              <a:rPr sz="1900" spc="-25" dirty="0">
                <a:solidFill>
                  <a:srgbClr val="036A7C"/>
                </a:solidFill>
                <a:latin typeface="Arial Black"/>
                <a:cs typeface="Arial Black"/>
              </a:rPr>
              <a:t>by:</a:t>
            </a:r>
            <a:endParaRPr sz="1900">
              <a:latin typeface="Arial Black"/>
              <a:cs typeface="Arial Black"/>
            </a:endParaRPr>
          </a:p>
          <a:p>
            <a:pPr marL="421005" marR="2778760" algn="just">
              <a:lnSpc>
                <a:spcPct val="115100"/>
              </a:lnSpc>
            </a:pPr>
            <a:r>
              <a:rPr sz="1900" spc="-150" dirty="0">
                <a:solidFill>
                  <a:srgbClr val="036A7C"/>
                </a:solidFill>
                <a:latin typeface="Lucida Sans Unicode"/>
                <a:cs typeface="Lucida Sans Unicode"/>
              </a:rPr>
              <a:t>AI-</a:t>
            </a:r>
            <a:r>
              <a:rPr sz="1900" spc="-5" dirty="0">
                <a:solidFill>
                  <a:srgbClr val="036A7C"/>
                </a:solidFill>
                <a:latin typeface="Lucida Sans Unicode"/>
                <a:cs typeface="Lucida Sans Unicode"/>
              </a:rPr>
              <a:t>based</a:t>
            </a:r>
            <a:r>
              <a:rPr sz="19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30" dirty="0">
                <a:solidFill>
                  <a:srgbClr val="036A7C"/>
                </a:solidFill>
                <a:latin typeface="Lucida Sans Unicode"/>
                <a:cs typeface="Lucida Sans Unicode"/>
              </a:rPr>
              <a:t>learning</a:t>
            </a:r>
            <a:r>
              <a:rPr sz="19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5" dirty="0">
                <a:solidFill>
                  <a:srgbClr val="036A7C"/>
                </a:solidFill>
                <a:latin typeface="Lucida Sans Unicode"/>
                <a:cs typeface="Lucida Sans Unicode"/>
              </a:rPr>
              <a:t>habit</a:t>
            </a:r>
            <a:r>
              <a:rPr sz="19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analysis</a:t>
            </a:r>
            <a:r>
              <a:rPr sz="19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Assignment</a:t>
            </a:r>
            <a:r>
              <a:rPr sz="19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80" dirty="0">
                <a:solidFill>
                  <a:srgbClr val="036A7C"/>
                </a:solidFill>
                <a:latin typeface="Lucida Sans Unicode"/>
                <a:cs typeface="Lucida Sans Unicode"/>
              </a:rPr>
              <a:t>&amp;</a:t>
            </a:r>
            <a:r>
              <a:rPr sz="19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75" dirty="0">
                <a:solidFill>
                  <a:srgbClr val="036A7C"/>
                </a:solidFill>
                <a:latin typeface="Lucida Sans Unicode"/>
                <a:cs typeface="Lucida Sans Unicode"/>
              </a:rPr>
              <a:t>quiz</a:t>
            </a:r>
            <a:r>
              <a:rPr sz="19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10" dirty="0">
                <a:solidFill>
                  <a:srgbClr val="036A7C"/>
                </a:solidFill>
                <a:latin typeface="Lucida Sans Unicode"/>
                <a:cs typeface="Lucida Sans Unicode"/>
              </a:rPr>
              <a:t>data</a:t>
            </a:r>
            <a:r>
              <a:rPr sz="19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tracking</a:t>
            </a:r>
            <a:r>
              <a:rPr sz="1900" spc="-8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55" dirty="0">
                <a:solidFill>
                  <a:srgbClr val="036A7C"/>
                </a:solidFill>
                <a:latin typeface="Lucida Sans Unicode"/>
                <a:cs typeface="Lucida Sans Unicode"/>
              </a:rPr>
              <a:t>Peer-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to-</a:t>
            </a:r>
            <a:r>
              <a:rPr sz="1900" spc="10" dirty="0">
                <a:solidFill>
                  <a:srgbClr val="036A7C"/>
                </a:solidFill>
                <a:latin typeface="Lucida Sans Unicode"/>
                <a:cs typeface="Lucida Sans Unicode"/>
              </a:rPr>
              <a:t>peer</a:t>
            </a:r>
            <a:r>
              <a:rPr sz="19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35" dirty="0">
                <a:solidFill>
                  <a:srgbClr val="036A7C"/>
                </a:solidFill>
                <a:latin typeface="Lucida Sans Unicode"/>
                <a:cs typeface="Lucida Sans Unicode"/>
              </a:rPr>
              <a:t>networking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spc="-114" dirty="0">
                <a:solidFill>
                  <a:srgbClr val="036A7C"/>
                </a:solidFill>
                <a:latin typeface="Arial Black"/>
                <a:cs typeface="Arial Black"/>
              </a:rPr>
              <a:t>Operational</a:t>
            </a:r>
            <a:r>
              <a:rPr sz="1900" spc="-12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Arial Black"/>
                <a:cs typeface="Arial Black"/>
              </a:rPr>
              <a:t>Flow:</a:t>
            </a:r>
            <a:endParaRPr sz="1900">
              <a:latin typeface="Arial Black"/>
              <a:cs typeface="Arial Black"/>
            </a:endParaRPr>
          </a:p>
          <a:p>
            <a:pPr marL="421005" marR="1798320">
              <a:lnSpc>
                <a:spcPct val="115100"/>
              </a:lnSpc>
            </a:pP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Users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45" dirty="0">
                <a:solidFill>
                  <a:srgbClr val="036A7C"/>
                </a:solidFill>
                <a:latin typeface="Lucida Sans Unicode"/>
                <a:cs typeface="Lucida Sans Unicode"/>
              </a:rPr>
              <a:t>join</a:t>
            </a:r>
            <a:r>
              <a:rPr sz="190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the</a:t>
            </a:r>
            <a:r>
              <a:rPr sz="190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app</a:t>
            </a:r>
            <a:r>
              <a:rPr sz="190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and</a:t>
            </a:r>
            <a:r>
              <a:rPr sz="190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set</a:t>
            </a:r>
            <a:r>
              <a:rPr sz="190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35" dirty="0">
                <a:solidFill>
                  <a:srgbClr val="036A7C"/>
                </a:solidFill>
                <a:latin typeface="Lucida Sans Unicode"/>
                <a:cs typeface="Lucida Sans Unicode"/>
              </a:rPr>
              <a:t>learning</a:t>
            </a:r>
            <a:r>
              <a:rPr sz="190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goals </a:t>
            </a:r>
            <a:r>
              <a:rPr sz="19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App</a:t>
            </a:r>
            <a:r>
              <a:rPr sz="1900" spc="-1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delivers</a:t>
            </a:r>
            <a:r>
              <a:rPr sz="1900" spc="-9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content</a:t>
            </a:r>
            <a:r>
              <a:rPr sz="1900" spc="-9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530" dirty="0">
                <a:solidFill>
                  <a:srgbClr val="036A7C"/>
                </a:solidFill>
                <a:latin typeface="Lucida Sans Unicode"/>
                <a:cs typeface="Lucida Sans Unicode"/>
              </a:rPr>
              <a:t>+</a:t>
            </a:r>
            <a:r>
              <a:rPr sz="1900" spc="-1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assignments</a:t>
            </a:r>
            <a:endParaRPr sz="1900">
              <a:latin typeface="Lucida Sans Unicode"/>
              <a:cs typeface="Lucida Sans Unicode"/>
            </a:endParaRPr>
          </a:p>
          <a:p>
            <a:pPr marL="421005" marR="709295">
              <a:lnSpc>
                <a:spcPct val="115100"/>
              </a:lnSpc>
              <a:spcBef>
                <a:spcPts val="5"/>
              </a:spcBef>
            </a:pP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User</a:t>
            </a:r>
            <a:r>
              <a:rPr sz="1900" spc="-10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performance</a:t>
            </a:r>
            <a:r>
              <a:rPr sz="1900" spc="-1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45" dirty="0">
                <a:solidFill>
                  <a:srgbClr val="036A7C"/>
                </a:solidFill>
                <a:latin typeface="Lucida Sans Unicode"/>
                <a:cs typeface="Lucida Sans Unicode"/>
              </a:rPr>
              <a:t>is</a:t>
            </a:r>
            <a:r>
              <a:rPr sz="1900" spc="-1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automatically</a:t>
            </a:r>
            <a:r>
              <a:rPr sz="1900" spc="-1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analyzed </a:t>
            </a:r>
            <a:r>
              <a:rPr sz="1900" spc="-30" dirty="0">
                <a:solidFill>
                  <a:srgbClr val="036A7C"/>
                </a:solidFill>
                <a:latin typeface="Lucida Sans Unicode"/>
                <a:cs typeface="Lucida Sans Unicode"/>
              </a:rPr>
              <a:t>Learning</a:t>
            </a:r>
            <a:r>
              <a:rPr sz="1900" spc="-1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036A7C"/>
                </a:solidFill>
                <a:latin typeface="Lucida Sans Unicode"/>
                <a:cs typeface="Lucida Sans Unicode"/>
              </a:rPr>
              <a:t>paths,</a:t>
            </a:r>
            <a:r>
              <a:rPr sz="1900" spc="-1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peer</a:t>
            </a:r>
            <a:r>
              <a:rPr sz="1900" spc="-9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60" dirty="0">
                <a:solidFill>
                  <a:srgbClr val="036A7C"/>
                </a:solidFill>
                <a:latin typeface="Lucida Sans Unicode"/>
                <a:cs typeface="Lucida Sans Unicode"/>
              </a:rPr>
              <a:t>groups,</a:t>
            </a:r>
            <a:r>
              <a:rPr sz="1900" spc="-1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and</a:t>
            </a:r>
            <a:r>
              <a:rPr sz="1900" spc="-1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schedules</a:t>
            </a:r>
            <a:r>
              <a:rPr sz="1900" spc="-9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adapt</a:t>
            </a:r>
            <a:endParaRPr sz="1900">
              <a:latin typeface="Lucida Sans Unicode"/>
              <a:cs typeface="Lucida Sans Unicode"/>
            </a:endParaRPr>
          </a:p>
          <a:p>
            <a:pPr marL="421005" marR="168275">
              <a:lnSpc>
                <a:spcPct val="115100"/>
              </a:lnSpc>
            </a:pP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Motivation,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incentives,</a:t>
            </a:r>
            <a:r>
              <a:rPr sz="1900" spc="-8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and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peer</a:t>
            </a:r>
            <a:r>
              <a:rPr sz="1900" spc="-8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accountability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ensure consistency</a:t>
            </a:r>
            <a:endParaRPr sz="1900">
              <a:latin typeface="Lucida Sans Unicode"/>
              <a:cs typeface="Lucida Sans Unicode"/>
            </a:endParaRPr>
          </a:p>
          <a:p>
            <a:pPr marL="12700" marR="5080">
              <a:lnSpc>
                <a:spcPct val="115100"/>
              </a:lnSpc>
            </a:pP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No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036A7C"/>
                </a:solidFill>
                <a:latin typeface="Lucida Sans Unicode"/>
                <a:cs typeface="Lucida Sans Unicode"/>
              </a:rPr>
              <a:t>manual</a:t>
            </a:r>
            <a:r>
              <a:rPr sz="190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036A7C"/>
                </a:solidFill>
                <a:latin typeface="Lucida Sans Unicode"/>
                <a:cs typeface="Lucida Sans Unicode"/>
              </a:rPr>
              <a:t>tracking,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minimal</a:t>
            </a:r>
            <a:r>
              <a:rPr sz="190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30" dirty="0">
                <a:solidFill>
                  <a:srgbClr val="036A7C"/>
                </a:solidFill>
                <a:latin typeface="Lucida Sans Unicode"/>
                <a:cs typeface="Lucida Sans Unicode"/>
              </a:rPr>
              <a:t>human</a:t>
            </a:r>
            <a:r>
              <a:rPr sz="190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intervention</a:t>
            </a:r>
            <a:r>
              <a:rPr sz="1900" spc="-114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540" dirty="0">
                <a:solidFill>
                  <a:srgbClr val="036A7C"/>
                </a:solidFill>
                <a:latin typeface="Lucida Sans Unicode"/>
                <a:cs typeface="Lucida Sans Unicode"/>
              </a:rPr>
              <a:t>→</a:t>
            </a:r>
            <a:r>
              <a:rPr sz="190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scalable model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63633" y="3789432"/>
            <a:ext cx="3509010" cy="4203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550" b="1" i="1" spc="55" dirty="0">
                <a:solidFill>
                  <a:srgbClr val="036A7C"/>
                </a:solidFill>
                <a:latin typeface="Arial"/>
                <a:cs typeface="Arial"/>
              </a:rPr>
              <a:t>Customer</a:t>
            </a:r>
            <a:r>
              <a:rPr sz="2550" b="1" i="1" spc="-100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2550" b="1" i="1" spc="-10" dirty="0">
                <a:solidFill>
                  <a:srgbClr val="036A7C"/>
                </a:solidFill>
                <a:latin typeface="Arial"/>
                <a:cs typeface="Arial"/>
              </a:rPr>
              <a:t>Acquisition</a:t>
            </a:r>
            <a:endParaRPr sz="25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191412" y="4528191"/>
            <a:ext cx="5443220" cy="4692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9734" marR="3075940" indent="-407670">
              <a:lnSpc>
                <a:spcPct val="118200"/>
              </a:lnSpc>
              <a:spcBef>
                <a:spcPts val="90"/>
              </a:spcBef>
            </a:pPr>
            <a:r>
              <a:rPr sz="1850" spc="-175" dirty="0">
                <a:solidFill>
                  <a:srgbClr val="036A7C"/>
                </a:solidFill>
                <a:latin typeface="Arial Black"/>
                <a:cs typeface="Arial Black"/>
              </a:rPr>
              <a:t>Target</a:t>
            </a:r>
            <a:r>
              <a:rPr sz="1850" spc="-12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850" spc="-10" dirty="0">
                <a:solidFill>
                  <a:srgbClr val="036A7C"/>
                </a:solidFill>
                <a:latin typeface="Arial Black"/>
                <a:cs typeface="Arial Black"/>
              </a:rPr>
              <a:t>Customers: </a:t>
            </a: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College</a:t>
            </a:r>
            <a:r>
              <a:rPr sz="1850" spc="-1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students </a:t>
            </a: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Fresh</a:t>
            </a:r>
            <a:r>
              <a:rPr sz="1850" spc="-3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graduates</a:t>
            </a:r>
            <a:endParaRPr sz="1850">
              <a:latin typeface="Lucida Sans Unicode"/>
              <a:cs typeface="Lucida Sans Unicode"/>
            </a:endParaRPr>
          </a:p>
          <a:p>
            <a:pPr marL="419734" marR="664845">
              <a:lnSpc>
                <a:spcPct val="118200"/>
              </a:lnSpc>
              <a:spcBef>
                <a:spcPts val="5"/>
              </a:spcBef>
            </a:pPr>
            <a:r>
              <a:rPr sz="1850" spc="-30" dirty="0">
                <a:solidFill>
                  <a:srgbClr val="036A7C"/>
                </a:solidFill>
                <a:latin typeface="Lucida Sans Unicode"/>
                <a:cs typeface="Lucida Sans Unicode"/>
              </a:rPr>
              <a:t>Early-</a:t>
            </a: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career</a:t>
            </a:r>
            <a:r>
              <a:rPr sz="1850" spc="12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professionals</a:t>
            </a:r>
            <a:r>
              <a:rPr sz="1850" spc="5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Universities</a:t>
            </a:r>
            <a:r>
              <a:rPr sz="185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&amp;</a:t>
            </a:r>
            <a:r>
              <a:rPr sz="185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training</a:t>
            </a:r>
            <a:r>
              <a:rPr sz="1850" spc="-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institutes</a:t>
            </a:r>
            <a:r>
              <a:rPr sz="185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spc="50" dirty="0">
                <a:solidFill>
                  <a:srgbClr val="036A7C"/>
                </a:solidFill>
                <a:latin typeface="Lucida Sans Unicode"/>
                <a:cs typeface="Lucida Sans Unicode"/>
              </a:rPr>
              <a:t>(B2B)</a:t>
            </a:r>
            <a:endParaRPr sz="1850">
              <a:latin typeface="Lucida Sans Unicode"/>
              <a:cs typeface="Lucida Sans Unicode"/>
            </a:endParaRPr>
          </a:p>
          <a:p>
            <a:pPr marL="419734">
              <a:lnSpc>
                <a:spcPct val="100000"/>
              </a:lnSpc>
              <a:spcBef>
                <a:spcPts val="405"/>
              </a:spcBef>
            </a:pP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Corporate</a:t>
            </a:r>
            <a:r>
              <a:rPr sz="1850" spc="3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Learning</a:t>
            </a:r>
            <a:r>
              <a:rPr sz="1850" spc="3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&amp;</a:t>
            </a:r>
            <a:r>
              <a:rPr sz="1850" spc="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Development</a:t>
            </a:r>
            <a:r>
              <a:rPr sz="1850" spc="3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Teams</a:t>
            </a:r>
            <a:endParaRPr sz="1850">
              <a:latin typeface="Lucida Sans Unicode"/>
              <a:cs typeface="Lucida Sans Unicode"/>
            </a:endParaRPr>
          </a:p>
          <a:p>
            <a:pPr marL="71120">
              <a:lnSpc>
                <a:spcPct val="100000"/>
              </a:lnSpc>
              <a:spcBef>
                <a:spcPts val="405"/>
              </a:spcBef>
            </a:pPr>
            <a:r>
              <a:rPr sz="1850" spc="-100" dirty="0">
                <a:solidFill>
                  <a:srgbClr val="036A7C"/>
                </a:solidFill>
                <a:latin typeface="Arial Black"/>
                <a:cs typeface="Arial Black"/>
              </a:rPr>
              <a:t>Acquisition </a:t>
            </a:r>
            <a:r>
              <a:rPr sz="1850" spc="-10" dirty="0">
                <a:solidFill>
                  <a:srgbClr val="036A7C"/>
                </a:solidFill>
                <a:latin typeface="Arial Black"/>
                <a:cs typeface="Arial Black"/>
              </a:rPr>
              <a:t>Channels:</a:t>
            </a:r>
            <a:endParaRPr sz="1850">
              <a:latin typeface="Arial Black"/>
              <a:cs typeface="Arial Black"/>
            </a:endParaRPr>
          </a:p>
          <a:p>
            <a:pPr marL="419734" marR="1417955">
              <a:lnSpc>
                <a:spcPct val="118200"/>
              </a:lnSpc>
            </a:pP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Campus</a:t>
            </a:r>
            <a:r>
              <a:rPr sz="1850" spc="-3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Ambassador</a:t>
            </a:r>
            <a:r>
              <a:rPr sz="1850" spc="-3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Programs </a:t>
            </a:r>
            <a:r>
              <a:rPr sz="1850" spc="55" dirty="0">
                <a:solidFill>
                  <a:srgbClr val="036A7C"/>
                </a:solidFill>
                <a:latin typeface="Lucida Sans Unicode"/>
                <a:cs typeface="Lucida Sans Unicode"/>
              </a:rPr>
              <a:t>Student</a:t>
            </a:r>
            <a:r>
              <a:rPr sz="1850" spc="-10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Communities</a:t>
            </a:r>
            <a:r>
              <a:rPr sz="1850" spc="-9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&amp;</a:t>
            </a:r>
            <a:r>
              <a:rPr sz="1850" spc="-9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Clubs</a:t>
            </a:r>
            <a:endParaRPr sz="1850">
              <a:latin typeface="Lucida Sans Unicode"/>
              <a:cs typeface="Lucida Sans Unicode"/>
            </a:endParaRPr>
          </a:p>
          <a:p>
            <a:pPr marL="419734" marR="5080">
              <a:lnSpc>
                <a:spcPct val="118200"/>
              </a:lnSpc>
            </a:pP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Social</a:t>
            </a:r>
            <a:r>
              <a:rPr sz="1850" spc="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Media</a:t>
            </a:r>
            <a:r>
              <a:rPr sz="1850" spc="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and</a:t>
            </a:r>
            <a:r>
              <a:rPr sz="1850" spc="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Referral</a:t>
            </a:r>
            <a:r>
              <a:rPr sz="1850" spc="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Reward</a:t>
            </a:r>
            <a:r>
              <a:rPr sz="1850" spc="4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Programs </a:t>
            </a: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Freemium</a:t>
            </a:r>
            <a:r>
              <a:rPr sz="1850" spc="-5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Model</a:t>
            </a:r>
            <a:endParaRPr sz="1850">
              <a:latin typeface="Lucida Sans Unicode"/>
              <a:cs typeface="Lucida Sans Unicode"/>
            </a:endParaRPr>
          </a:p>
          <a:p>
            <a:pPr marL="419734" marR="951230">
              <a:lnSpc>
                <a:spcPct val="118200"/>
              </a:lnSpc>
            </a:pP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Ed‑Tech</a:t>
            </a:r>
            <a:r>
              <a:rPr sz="1850" spc="9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Platform</a:t>
            </a:r>
            <a:r>
              <a:rPr sz="1850" spc="9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Integrations Workshops,</a:t>
            </a:r>
            <a:r>
              <a:rPr sz="1850" spc="-4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Webinars</a:t>
            </a:r>
            <a:r>
              <a:rPr sz="185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 &amp;</a:t>
            </a:r>
            <a:r>
              <a:rPr sz="1850" spc="-4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spc="40" dirty="0">
                <a:solidFill>
                  <a:srgbClr val="036A7C"/>
                </a:solidFill>
                <a:latin typeface="Lucida Sans Unicode"/>
                <a:cs typeface="Lucida Sans Unicode"/>
              </a:rPr>
              <a:t>Bootcamps </a:t>
            </a: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Career</a:t>
            </a:r>
            <a:r>
              <a:rPr sz="1850" spc="-6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&amp;</a:t>
            </a:r>
            <a:r>
              <a:rPr sz="1850" spc="-6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spc="50" dirty="0">
                <a:solidFill>
                  <a:srgbClr val="036A7C"/>
                </a:solidFill>
                <a:latin typeface="Lucida Sans Unicode"/>
                <a:cs typeface="Lucida Sans Unicode"/>
              </a:rPr>
              <a:t>Placement</a:t>
            </a:r>
            <a:r>
              <a:rPr sz="1850" spc="-6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dirty="0">
                <a:solidFill>
                  <a:srgbClr val="036A7C"/>
                </a:solidFill>
                <a:latin typeface="Lucida Sans Unicode"/>
                <a:cs typeface="Lucida Sans Unicode"/>
              </a:rPr>
              <a:t>Cell</a:t>
            </a:r>
            <a:r>
              <a:rPr sz="1850" spc="-6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85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Tie‑ups</a:t>
            </a:r>
            <a:endParaRPr sz="18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6973" y="3545566"/>
            <a:ext cx="6130290" cy="5769610"/>
            <a:chOff x="696973" y="3545566"/>
            <a:chExt cx="6130290" cy="5769610"/>
          </a:xfrm>
        </p:grpSpPr>
        <p:sp>
          <p:nvSpPr>
            <p:cNvPr id="3" name="object 3"/>
            <p:cNvSpPr/>
            <p:nvPr/>
          </p:nvSpPr>
          <p:spPr>
            <a:xfrm>
              <a:off x="716023" y="3564596"/>
              <a:ext cx="6090285" cy="5732145"/>
            </a:xfrm>
            <a:custGeom>
              <a:avLst/>
              <a:gdLst/>
              <a:ahLst/>
              <a:cxnLst/>
              <a:rect l="l" t="t" r="r" b="b"/>
              <a:pathLst>
                <a:path w="6090284" h="5732145">
                  <a:moveTo>
                    <a:pt x="5806360" y="5731601"/>
                  </a:moveTo>
                  <a:lnTo>
                    <a:pt x="285749" y="5731601"/>
                  </a:lnTo>
                  <a:lnTo>
                    <a:pt x="240779" y="5728041"/>
                  </a:lnTo>
                  <a:lnTo>
                    <a:pt x="197320" y="5717574"/>
                  </a:lnTo>
                  <a:lnTo>
                    <a:pt x="156141" y="5700517"/>
                  </a:lnTo>
                  <a:lnTo>
                    <a:pt x="118010" y="5677188"/>
                  </a:lnTo>
                  <a:lnTo>
                    <a:pt x="83694" y="5647906"/>
                  </a:lnTo>
                  <a:lnTo>
                    <a:pt x="54412" y="5613590"/>
                  </a:lnTo>
                  <a:lnTo>
                    <a:pt x="31083" y="5575459"/>
                  </a:lnTo>
                  <a:lnTo>
                    <a:pt x="14026" y="5534280"/>
                  </a:lnTo>
                  <a:lnTo>
                    <a:pt x="3559" y="5490822"/>
                  </a:lnTo>
                  <a:lnTo>
                    <a:pt x="0" y="5445851"/>
                  </a:lnTo>
                  <a:lnTo>
                    <a:pt x="0" y="285750"/>
                  </a:lnTo>
                  <a:lnTo>
                    <a:pt x="3559" y="240779"/>
                  </a:lnTo>
                  <a:lnTo>
                    <a:pt x="14026" y="197320"/>
                  </a:lnTo>
                  <a:lnTo>
                    <a:pt x="31083" y="156141"/>
                  </a:lnTo>
                  <a:lnTo>
                    <a:pt x="54412" y="118010"/>
                  </a:lnTo>
                  <a:lnTo>
                    <a:pt x="83694" y="83694"/>
                  </a:lnTo>
                  <a:lnTo>
                    <a:pt x="118010" y="54412"/>
                  </a:lnTo>
                  <a:lnTo>
                    <a:pt x="156141" y="31083"/>
                  </a:lnTo>
                  <a:lnTo>
                    <a:pt x="197320" y="14026"/>
                  </a:lnTo>
                  <a:lnTo>
                    <a:pt x="240779" y="3559"/>
                  </a:lnTo>
                  <a:lnTo>
                    <a:pt x="285749" y="0"/>
                  </a:lnTo>
                  <a:lnTo>
                    <a:pt x="5806360" y="0"/>
                  </a:lnTo>
                  <a:lnTo>
                    <a:pt x="5851331" y="3559"/>
                  </a:lnTo>
                  <a:lnTo>
                    <a:pt x="5894789" y="14026"/>
                  </a:lnTo>
                  <a:lnTo>
                    <a:pt x="5935968" y="31083"/>
                  </a:lnTo>
                  <a:lnTo>
                    <a:pt x="5974099" y="54412"/>
                  </a:lnTo>
                  <a:lnTo>
                    <a:pt x="6008416" y="83694"/>
                  </a:lnTo>
                  <a:lnTo>
                    <a:pt x="6037698" y="118010"/>
                  </a:lnTo>
                  <a:lnTo>
                    <a:pt x="6061026" y="156141"/>
                  </a:lnTo>
                  <a:lnTo>
                    <a:pt x="6078083" y="197320"/>
                  </a:lnTo>
                  <a:lnTo>
                    <a:pt x="6088550" y="240779"/>
                  </a:lnTo>
                  <a:lnTo>
                    <a:pt x="6089826" y="256893"/>
                  </a:lnTo>
                  <a:lnTo>
                    <a:pt x="6089826" y="5474707"/>
                  </a:lnTo>
                  <a:lnTo>
                    <a:pt x="6078083" y="5534280"/>
                  </a:lnTo>
                  <a:lnTo>
                    <a:pt x="6061026" y="5575459"/>
                  </a:lnTo>
                  <a:lnTo>
                    <a:pt x="6037698" y="5613590"/>
                  </a:lnTo>
                  <a:lnTo>
                    <a:pt x="6008416" y="5647906"/>
                  </a:lnTo>
                  <a:lnTo>
                    <a:pt x="5974099" y="5677188"/>
                  </a:lnTo>
                  <a:lnTo>
                    <a:pt x="5935968" y="5700517"/>
                  </a:lnTo>
                  <a:lnTo>
                    <a:pt x="5894789" y="5717574"/>
                  </a:lnTo>
                  <a:lnTo>
                    <a:pt x="5851331" y="5728041"/>
                  </a:lnTo>
                  <a:lnTo>
                    <a:pt x="5806360" y="5731601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6023" y="3564616"/>
              <a:ext cx="6092190" cy="5731510"/>
            </a:xfrm>
            <a:custGeom>
              <a:avLst/>
              <a:gdLst/>
              <a:ahLst/>
              <a:cxnLst/>
              <a:rect l="l" t="t" r="r" b="b"/>
              <a:pathLst>
                <a:path w="6092190" h="5731509">
                  <a:moveTo>
                    <a:pt x="285743" y="0"/>
                  </a:moveTo>
                  <a:lnTo>
                    <a:pt x="5806236" y="0"/>
                  </a:lnTo>
                  <a:lnTo>
                    <a:pt x="5851206" y="3559"/>
                  </a:lnTo>
                  <a:lnTo>
                    <a:pt x="5894664" y="14026"/>
                  </a:lnTo>
                  <a:lnTo>
                    <a:pt x="5935842" y="31082"/>
                  </a:lnTo>
                  <a:lnTo>
                    <a:pt x="5973972" y="54410"/>
                  </a:lnTo>
                  <a:lnTo>
                    <a:pt x="6008288" y="83691"/>
                  </a:lnTo>
                  <a:lnTo>
                    <a:pt x="6037570" y="118007"/>
                  </a:lnTo>
                  <a:lnTo>
                    <a:pt x="6060898" y="156138"/>
                  </a:lnTo>
                  <a:lnTo>
                    <a:pt x="6077954" y="197316"/>
                  </a:lnTo>
                  <a:lnTo>
                    <a:pt x="6088421" y="240773"/>
                  </a:lnTo>
                  <a:lnTo>
                    <a:pt x="6091981" y="285743"/>
                  </a:lnTo>
                  <a:lnTo>
                    <a:pt x="6091981" y="5445735"/>
                  </a:lnTo>
                  <a:lnTo>
                    <a:pt x="6088421" y="5490705"/>
                  </a:lnTo>
                  <a:lnTo>
                    <a:pt x="6077954" y="5534163"/>
                  </a:lnTo>
                  <a:lnTo>
                    <a:pt x="6060898" y="5575341"/>
                  </a:lnTo>
                  <a:lnTo>
                    <a:pt x="6037570" y="5613471"/>
                  </a:lnTo>
                  <a:lnTo>
                    <a:pt x="6008288" y="5647787"/>
                  </a:lnTo>
                  <a:lnTo>
                    <a:pt x="5973972" y="5677068"/>
                  </a:lnTo>
                  <a:lnTo>
                    <a:pt x="5935842" y="5700396"/>
                  </a:lnTo>
                  <a:lnTo>
                    <a:pt x="5894664" y="5717452"/>
                  </a:lnTo>
                  <a:lnTo>
                    <a:pt x="5851206" y="5727919"/>
                  </a:lnTo>
                  <a:lnTo>
                    <a:pt x="5806236" y="5731479"/>
                  </a:lnTo>
                  <a:lnTo>
                    <a:pt x="285743" y="5731479"/>
                  </a:lnTo>
                  <a:lnTo>
                    <a:pt x="240773" y="5727919"/>
                  </a:lnTo>
                  <a:lnTo>
                    <a:pt x="197316" y="5717452"/>
                  </a:lnTo>
                  <a:lnTo>
                    <a:pt x="156138" y="5700396"/>
                  </a:lnTo>
                  <a:lnTo>
                    <a:pt x="118008" y="5677068"/>
                  </a:lnTo>
                  <a:lnTo>
                    <a:pt x="83692" y="5647787"/>
                  </a:lnTo>
                  <a:lnTo>
                    <a:pt x="54410" y="5613471"/>
                  </a:lnTo>
                  <a:lnTo>
                    <a:pt x="31082" y="5575340"/>
                  </a:lnTo>
                  <a:lnTo>
                    <a:pt x="14026" y="5534163"/>
                  </a:lnTo>
                  <a:lnTo>
                    <a:pt x="3559" y="5490705"/>
                  </a:lnTo>
                  <a:lnTo>
                    <a:pt x="0" y="5445735"/>
                  </a:lnTo>
                  <a:lnTo>
                    <a:pt x="0" y="285743"/>
                  </a:lnTo>
                  <a:lnTo>
                    <a:pt x="3559" y="240773"/>
                  </a:lnTo>
                  <a:lnTo>
                    <a:pt x="14026" y="197316"/>
                  </a:lnTo>
                  <a:lnTo>
                    <a:pt x="31083" y="156138"/>
                  </a:lnTo>
                  <a:lnTo>
                    <a:pt x="54410" y="118008"/>
                  </a:lnTo>
                  <a:lnTo>
                    <a:pt x="83692" y="83692"/>
                  </a:lnTo>
                  <a:lnTo>
                    <a:pt x="118008" y="54410"/>
                  </a:lnTo>
                  <a:lnTo>
                    <a:pt x="156138" y="31082"/>
                  </a:lnTo>
                  <a:lnTo>
                    <a:pt x="197316" y="14026"/>
                  </a:lnTo>
                  <a:lnTo>
                    <a:pt x="240773" y="3559"/>
                  </a:lnTo>
                  <a:lnTo>
                    <a:pt x="285743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9674" y="4776817"/>
              <a:ext cx="85725" cy="857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9674" y="5110192"/>
              <a:ext cx="85725" cy="857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9674" y="5443567"/>
              <a:ext cx="85725" cy="857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9674" y="5776942"/>
              <a:ext cx="85725" cy="857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9674" y="6443692"/>
              <a:ext cx="85725" cy="857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9674" y="6777067"/>
              <a:ext cx="85725" cy="857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9674" y="7443816"/>
              <a:ext cx="85725" cy="85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9674" y="7777191"/>
              <a:ext cx="85725" cy="85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9674" y="8443941"/>
              <a:ext cx="85725" cy="857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9674" y="8777316"/>
              <a:ext cx="85725" cy="85724"/>
            </a:xfrm>
            <a:prstGeom prst="rect">
              <a:avLst/>
            </a:prstGeom>
          </p:spPr>
        </p:pic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3380" rIns="0" bIns="0" rtlCol="0">
            <a:spAutoFit/>
          </a:bodyPr>
          <a:lstStyle/>
          <a:p>
            <a:pPr marL="12700" marR="5080">
              <a:lnSpc>
                <a:spcPct val="76300"/>
              </a:lnSpc>
              <a:spcBef>
                <a:spcPts val="2940"/>
              </a:spcBef>
            </a:pPr>
            <a:r>
              <a:rPr spc="430" dirty="0"/>
              <a:t>Business</a:t>
            </a:r>
            <a:r>
              <a:rPr spc="-965" dirty="0"/>
              <a:t> </a:t>
            </a:r>
            <a:r>
              <a:rPr spc="360" dirty="0"/>
              <a:t>Model </a:t>
            </a:r>
            <a:r>
              <a:rPr spc="-10" dirty="0"/>
              <a:t>Overview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7352696" y="4179088"/>
            <a:ext cx="3577590" cy="4735830"/>
            <a:chOff x="7352696" y="4179088"/>
            <a:chExt cx="3577590" cy="4735830"/>
          </a:xfrm>
        </p:grpSpPr>
        <p:sp>
          <p:nvSpPr>
            <p:cNvPr id="17" name="object 17"/>
            <p:cNvSpPr/>
            <p:nvPr/>
          </p:nvSpPr>
          <p:spPr>
            <a:xfrm>
              <a:off x="8061698" y="4179088"/>
              <a:ext cx="2342515" cy="1718310"/>
            </a:xfrm>
            <a:custGeom>
              <a:avLst/>
              <a:gdLst/>
              <a:ahLst/>
              <a:cxnLst/>
              <a:rect l="l" t="t" r="r" b="b"/>
              <a:pathLst>
                <a:path w="2342515" h="1718310">
                  <a:moveTo>
                    <a:pt x="0" y="1225071"/>
                  </a:moveTo>
                  <a:lnTo>
                    <a:pt x="0" y="1069898"/>
                  </a:lnTo>
                  <a:lnTo>
                    <a:pt x="1660" y="1069541"/>
                  </a:lnTo>
                  <a:lnTo>
                    <a:pt x="12032" y="1085597"/>
                  </a:lnTo>
                  <a:lnTo>
                    <a:pt x="17008" y="1099495"/>
                  </a:lnTo>
                  <a:lnTo>
                    <a:pt x="17008" y="1218273"/>
                  </a:lnTo>
                  <a:lnTo>
                    <a:pt x="10371" y="1218273"/>
                  </a:lnTo>
                  <a:lnTo>
                    <a:pt x="7467" y="1220040"/>
                  </a:lnTo>
                  <a:lnTo>
                    <a:pt x="3871" y="1222339"/>
                  </a:lnTo>
                  <a:lnTo>
                    <a:pt x="0" y="1225071"/>
                  </a:lnTo>
                  <a:close/>
                </a:path>
                <a:path w="2342515" h="1718310">
                  <a:moveTo>
                    <a:pt x="17008" y="1237105"/>
                  </a:moveTo>
                  <a:lnTo>
                    <a:pt x="10371" y="1218273"/>
                  </a:lnTo>
                  <a:lnTo>
                    <a:pt x="17008" y="1218273"/>
                  </a:lnTo>
                  <a:lnTo>
                    <a:pt x="17008" y="1237105"/>
                  </a:lnTo>
                  <a:close/>
                </a:path>
                <a:path w="2342515" h="1718310">
                  <a:moveTo>
                    <a:pt x="0" y="993662"/>
                  </a:moveTo>
                  <a:lnTo>
                    <a:pt x="0" y="3815"/>
                  </a:lnTo>
                  <a:lnTo>
                    <a:pt x="3735" y="0"/>
                  </a:lnTo>
                  <a:lnTo>
                    <a:pt x="2338228" y="0"/>
                  </a:lnTo>
                  <a:lnTo>
                    <a:pt x="2342101" y="3815"/>
                  </a:lnTo>
                  <a:lnTo>
                    <a:pt x="2342101" y="17042"/>
                  </a:lnTo>
                  <a:lnTo>
                    <a:pt x="17008" y="17042"/>
                  </a:lnTo>
                  <a:lnTo>
                    <a:pt x="17008" y="849981"/>
                  </a:lnTo>
                  <a:lnTo>
                    <a:pt x="8990" y="898270"/>
                  </a:lnTo>
                  <a:lnTo>
                    <a:pt x="5251" y="941927"/>
                  </a:lnTo>
                  <a:lnTo>
                    <a:pt x="4154" y="973903"/>
                  </a:lnTo>
                  <a:lnTo>
                    <a:pt x="4148" y="989325"/>
                  </a:lnTo>
                  <a:lnTo>
                    <a:pt x="2489" y="992144"/>
                  </a:lnTo>
                  <a:lnTo>
                    <a:pt x="0" y="993662"/>
                  </a:lnTo>
                  <a:close/>
                </a:path>
                <a:path w="2342515" h="1718310">
                  <a:moveTo>
                    <a:pt x="2342101" y="947348"/>
                  </a:moveTo>
                  <a:lnTo>
                    <a:pt x="2335462" y="947348"/>
                  </a:lnTo>
                  <a:lnTo>
                    <a:pt x="2334633" y="942534"/>
                  </a:lnTo>
                  <a:lnTo>
                    <a:pt x="2332421" y="932766"/>
                  </a:lnTo>
                  <a:lnTo>
                    <a:pt x="2330809" y="926534"/>
                  </a:lnTo>
                  <a:lnTo>
                    <a:pt x="2329067" y="920290"/>
                  </a:lnTo>
                  <a:lnTo>
                    <a:pt x="2327170" y="914050"/>
                  </a:lnTo>
                  <a:lnTo>
                    <a:pt x="2325091" y="907831"/>
                  </a:lnTo>
                  <a:lnTo>
                    <a:pt x="2325091" y="17042"/>
                  </a:lnTo>
                  <a:lnTo>
                    <a:pt x="2342101" y="17042"/>
                  </a:lnTo>
                  <a:lnTo>
                    <a:pt x="2342101" y="947348"/>
                  </a:lnTo>
                  <a:close/>
                </a:path>
                <a:path w="2342515" h="1718310">
                  <a:moveTo>
                    <a:pt x="2325091" y="1057051"/>
                  </a:moveTo>
                  <a:lnTo>
                    <a:pt x="2325091" y="941927"/>
                  </a:lnTo>
                  <a:lnTo>
                    <a:pt x="2330484" y="943824"/>
                  </a:lnTo>
                  <a:lnTo>
                    <a:pt x="2333526" y="945711"/>
                  </a:lnTo>
                  <a:lnTo>
                    <a:pt x="2335462" y="947348"/>
                  </a:lnTo>
                  <a:lnTo>
                    <a:pt x="2342101" y="947348"/>
                  </a:lnTo>
                  <a:lnTo>
                    <a:pt x="2342101" y="1027834"/>
                  </a:lnTo>
                  <a:lnTo>
                    <a:pt x="2340994" y="1027834"/>
                  </a:lnTo>
                  <a:lnTo>
                    <a:pt x="2339749" y="1033536"/>
                  </a:lnTo>
                  <a:lnTo>
                    <a:pt x="2327857" y="1055804"/>
                  </a:lnTo>
                  <a:lnTo>
                    <a:pt x="2327027" y="1056238"/>
                  </a:lnTo>
                  <a:lnTo>
                    <a:pt x="2325091" y="1057051"/>
                  </a:lnTo>
                  <a:close/>
                </a:path>
                <a:path w="2342515" h="1718310">
                  <a:moveTo>
                    <a:pt x="2342101" y="1046438"/>
                  </a:moveTo>
                  <a:lnTo>
                    <a:pt x="2340577" y="1045223"/>
                  </a:lnTo>
                  <a:lnTo>
                    <a:pt x="2339886" y="1043326"/>
                  </a:lnTo>
                  <a:lnTo>
                    <a:pt x="2339947" y="1042459"/>
                  </a:lnTo>
                  <a:lnTo>
                    <a:pt x="2340027" y="1041331"/>
                  </a:lnTo>
                  <a:lnTo>
                    <a:pt x="2340577" y="1036355"/>
                  </a:lnTo>
                  <a:lnTo>
                    <a:pt x="2340994" y="1027834"/>
                  </a:lnTo>
                  <a:lnTo>
                    <a:pt x="2342101" y="1027834"/>
                  </a:lnTo>
                  <a:lnTo>
                    <a:pt x="2342101" y="1046438"/>
                  </a:lnTo>
                  <a:close/>
                </a:path>
                <a:path w="2342515" h="1718310">
                  <a:moveTo>
                    <a:pt x="1735867" y="1718005"/>
                  </a:moveTo>
                  <a:lnTo>
                    <a:pt x="1081926" y="1718005"/>
                  </a:lnTo>
                  <a:lnTo>
                    <a:pt x="1089240" y="1714557"/>
                  </a:lnTo>
                  <a:lnTo>
                    <a:pt x="1110690" y="1704128"/>
                  </a:lnTo>
                  <a:lnTo>
                    <a:pt x="1112902" y="1703077"/>
                  </a:lnTo>
                  <a:lnTo>
                    <a:pt x="1117050" y="1700963"/>
                  </a:lnTo>
                  <a:lnTo>
                    <a:pt x="1731718" y="1700963"/>
                  </a:lnTo>
                  <a:lnTo>
                    <a:pt x="1735867" y="1718005"/>
                  </a:lnTo>
                  <a:close/>
                </a:path>
                <a:path w="2342515" h="1718310">
                  <a:moveTo>
                    <a:pt x="0" y="1484548"/>
                  </a:moveTo>
                  <a:lnTo>
                    <a:pt x="0" y="1470920"/>
                  </a:lnTo>
                  <a:lnTo>
                    <a:pt x="17008" y="1469077"/>
                  </a:lnTo>
                  <a:lnTo>
                    <a:pt x="17008" y="1482705"/>
                  </a:lnTo>
                  <a:lnTo>
                    <a:pt x="0" y="1484548"/>
                  </a:lnTo>
                  <a:close/>
                </a:path>
                <a:path w="2342515" h="1718310">
                  <a:moveTo>
                    <a:pt x="523263" y="1718005"/>
                  </a:moveTo>
                  <a:lnTo>
                    <a:pt x="509710" y="1718005"/>
                  </a:lnTo>
                  <a:lnTo>
                    <a:pt x="509710" y="1712303"/>
                  </a:lnTo>
                  <a:lnTo>
                    <a:pt x="509573" y="1706655"/>
                  </a:lnTo>
                  <a:lnTo>
                    <a:pt x="509450" y="1704128"/>
                  </a:lnTo>
                  <a:lnTo>
                    <a:pt x="509347" y="1702014"/>
                  </a:lnTo>
                  <a:lnTo>
                    <a:pt x="509296" y="1700963"/>
                  </a:lnTo>
                  <a:lnTo>
                    <a:pt x="522846" y="1700963"/>
                  </a:lnTo>
                  <a:lnTo>
                    <a:pt x="522987" y="1702014"/>
                  </a:lnTo>
                  <a:lnTo>
                    <a:pt x="523062" y="1706655"/>
                  </a:lnTo>
                  <a:lnTo>
                    <a:pt x="523230" y="1712303"/>
                  </a:lnTo>
                  <a:lnTo>
                    <a:pt x="523263" y="1718005"/>
                  </a:lnTo>
                  <a:close/>
                </a:path>
                <a:path w="2342515" h="1718310">
                  <a:moveTo>
                    <a:pt x="0" y="1517516"/>
                  </a:moveTo>
                  <a:lnTo>
                    <a:pt x="0" y="1500387"/>
                  </a:lnTo>
                  <a:lnTo>
                    <a:pt x="17008" y="1487204"/>
                  </a:lnTo>
                  <a:lnTo>
                    <a:pt x="17008" y="1504322"/>
                  </a:lnTo>
                  <a:lnTo>
                    <a:pt x="0" y="1517516"/>
                  </a:lnTo>
                  <a:close/>
                </a:path>
                <a:path w="2342515" h="1718310">
                  <a:moveTo>
                    <a:pt x="17008" y="1570910"/>
                  </a:moveTo>
                  <a:lnTo>
                    <a:pt x="0" y="1549032"/>
                  </a:lnTo>
                  <a:lnTo>
                    <a:pt x="0" y="1526992"/>
                  </a:lnTo>
                  <a:lnTo>
                    <a:pt x="17008" y="1548880"/>
                  </a:lnTo>
                  <a:lnTo>
                    <a:pt x="17008" y="1570910"/>
                  </a:lnTo>
                  <a:close/>
                </a:path>
                <a:path w="2342515" h="1718310">
                  <a:moveTo>
                    <a:pt x="148791" y="1718005"/>
                  </a:moveTo>
                  <a:lnTo>
                    <a:pt x="131646" y="1718005"/>
                  </a:lnTo>
                  <a:lnTo>
                    <a:pt x="118368" y="1700963"/>
                  </a:lnTo>
                  <a:lnTo>
                    <a:pt x="135517" y="1700963"/>
                  </a:lnTo>
                  <a:lnTo>
                    <a:pt x="148791" y="1718005"/>
                  </a:lnTo>
                  <a:close/>
                </a:path>
                <a:path w="2342515" h="1718310">
                  <a:moveTo>
                    <a:pt x="268406" y="1718005"/>
                  </a:moveTo>
                  <a:lnTo>
                    <a:pt x="185714" y="1718005"/>
                  </a:lnTo>
                  <a:lnTo>
                    <a:pt x="183639" y="1712238"/>
                  </a:lnTo>
                  <a:lnTo>
                    <a:pt x="181695" y="1706546"/>
                  </a:lnTo>
                  <a:lnTo>
                    <a:pt x="179629" y="1700963"/>
                  </a:lnTo>
                  <a:lnTo>
                    <a:pt x="271171" y="1700963"/>
                  </a:lnTo>
                  <a:lnTo>
                    <a:pt x="270343" y="1706546"/>
                  </a:lnTo>
                  <a:lnTo>
                    <a:pt x="268406" y="1718005"/>
                  </a:lnTo>
                  <a:close/>
                </a:path>
                <a:path w="2342515" h="1718310">
                  <a:moveTo>
                    <a:pt x="312797" y="1718005"/>
                  </a:moveTo>
                  <a:lnTo>
                    <a:pt x="298277" y="1718005"/>
                  </a:lnTo>
                  <a:lnTo>
                    <a:pt x="304775" y="1700963"/>
                  </a:lnTo>
                  <a:lnTo>
                    <a:pt x="319295" y="1700963"/>
                  </a:lnTo>
                  <a:lnTo>
                    <a:pt x="312797" y="1718005"/>
                  </a:lnTo>
                  <a:close/>
                </a:path>
                <a:path w="2342515" h="1718310">
                  <a:moveTo>
                    <a:pt x="2342101" y="1292504"/>
                  </a:moveTo>
                  <a:lnTo>
                    <a:pt x="2336015" y="1287604"/>
                  </a:lnTo>
                  <a:lnTo>
                    <a:pt x="2330069" y="1283397"/>
                  </a:lnTo>
                  <a:lnTo>
                    <a:pt x="2325091" y="1280134"/>
                  </a:lnTo>
                  <a:lnTo>
                    <a:pt x="2325091" y="1141993"/>
                  </a:lnTo>
                  <a:lnTo>
                    <a:pt x="2335878" y="1109805"/>
                  </a:lnTo>
                  <a:lnTo>
                    <a:pt x="2337120" y="1108320"/>
                  </a:lnTo>
                  <a:lnTo>
                    <a:pt x="2338781" y="1107594"/>
                  </a:lnTo>
                  <a:lnTo>
                    <a:pt x="2339886" y="1107138"/>
                  </a:lnTo>
                  <a:lnTo>
                    <a:pt x="2340994" y="1107008"/>
                  </a:lnTo>
                  <a:lnTo>
                    <a:pt x="2341693" y="1107138"/>
                  </a:lnTo>
                  <a:lnTo>
                    <a:pt x="2342101" y="1107138"/>
                  </a:lnTo>
                  <a:lnTo>
                    <a:pt x="2342101" y="1292504"/>
                  </a:lnTo>
                  <a:close/>
                </a:path>
                <a:path w="2342515" h="1718310">
                  <a:moveTo>
                    <a:pt x="1831559" y="1717984"/>
                  </a:moveTo>
                  <a:lnTo>
                    <a:pt x="1799026" y="1717984"/>
                  </a:lnTo>
                  <a:lnTo>
                    <a:pt x="1793026" y="1714436"/>
                  </a:lnTo>
                  <a:lnTo>
                    <a:pt x="1786963" y="1710933"/>
                  </a:lnTo>
                  <a:lnTo>
                    <a:pt x="1772925" y="1703055"/>
                  </a:lnTo>
                  <a:lnTo>
                    <a:pt x="1769055" y="1700963"/>
                  </a:lnTo>
                  <a:lnTo>
                    <a:pt x="1803626" y="1700963"/>
                  </a:lnTo>
                  <a:lnTo>
                    <a:pt x="1809020" y="1704128"/>
                  </a:lnTo>
                  <a:lnTo>
                    <a:pt x="1820252" y="1710933"/>
                  </a:lnTo>
                  <a:lnTo>
                    <a:pt x="1825921" y="1714436"/>
                  </a:lnTo>
                  <a:lnTo>
                    <a:pt x="1831559" y="1717984"/>
                  </a:lnTo>
                  <a:close/>
                </a:path>
                <a:path w="2342515" h="1718310">
                  <a:moveTo>
                    <a:pt x="2334909" y="1718005"/>
                  </a:moveTo>
                  <a:lnTo>
                    <a:pt x="2319976" y="1718005"/>
                  </a:lnTo>
                  <a:lnTo>
                    <a:pt x="2315827" y="1700963"/>
                  </a:lnTo>
                  <a:lnTo>
                    <a:pt x="2325091" y="1700963"/>
                  </a:lnTo>
                  <a:lnTo>
                    <a:pt x="2325091" y="1667138"/>
                  </a:lnTo>
                  <a:lnTo>
                    <a:pt x="2337398" y="1717117"/>
                  </a:lnTo>
                  <a:lnTo>
                    <a:pt x="2336292" y="1717680"/>
                  </a:lnTo>
                  <a:lnTo>
                    <a:pt x="2334909" y="1718005"/>
                  </a:lnTo>
                  <a:close/>
                </a:path>
                <a:path w="2342515" h="1718310">
                  <a:moveTo>
                    <a:pt x="2342101" y="1538451"/>
                  </a:moveTo>
                  <a:lnTo>
                    <a:pt x="2325091" y="1536619"/>
                  </a:lnTo>
                  <a:lnTo>
                    <a:pt x="2325091" y="1519468"/>
                  </a:lnTo>
                  <a:lnTo>
                    <a:pt x="2342101" y="1521311"/>
                  </a:lnTo>
                  <a:lnTo>
                    <a:pt x="2342101" y="1538451"/>
                  </a:lnTo>
                  <a:close/>
                </a:path>
                <a:path w="2342515" h="1718310">
                  <a:moveTo>
                    <a:pt x="2185841" y="1718005"/>
                  </a:moveTo>
                  <a:lnTo>
                    <a:pt x="2142141" y="1718005"/>
                  </a:lnTo>
                  <a:lnTo>
                    <a:pt x="2144215" y="1717138"/>
                  </a:lnTo>
                  <a:lnTo>
                    <a:pt x="2149471" y="1714807"/>
                  </a:lnTo>
                  <a:lnTo>
                    <a:pt x="2150301" y="1714504"/>
                  </a:lnTo>
                  <a:lnTo>
                    <a:pt x="2159704" y="1710438"/>
                  </a:lnTo>
                  <a:lnTo>
                    <a:pt x="2164544" y="1708443"/>
                  </a:lnTo>
                  <a:lnTo>
                    <a:pt x="2166065" y="1707750"/>
                  </a:lnTo>
                  <a:lnTo>
                    <a:pt x="2170767" y="1705820"/>
                  </a:lnTo>
                  <a:lnTo>
                    <a:pt x="2171322" y="1705549"/>
                  </a:lnTo>
                  <a:lnTo>
                    <a:pt x="2182521" y="1700963"/>
                  </a:lnTo>
                  <a:lnTo>
                    <a:pt x="2228568" y="1700963"/>
                  </a:lnTo>
                  <a:lnTo>
                    <a:pt x="2196465" y="1713667"/>
                  </a:lnTo>
                  <a:lnTo>
                    <a:pt x="2185841" y="1718005"/>
                  </a:lnTo>
                  <a:close/>
                </a:path>
                <a:path w="2342515" h="1718310">
                  <a:moveTo>
                    <a:pt x="1899732" y="1718005"/>
                  </a:moveTo>
                  <a:lnTo>
                    <a:pt x="1874563" y="1718005"/>
                  </a:lnTo>
                  <a:lnTo>
                    <a:pt x="1869666" y="1713641"/>
                  </a:lnTo>
                  <a:lnTo>
                    <a:pt x="1864729" y="1709346"/>
                  </a:lnTo>
                  <a:lnTo>
                    <a:pt x="1859766" y="1705120"/>
                  </a:lnTo>
                  <a:lnTo>
                    <a:pt x="1854790" y="1700963"/>
                  </a:lnTo>
                  <a:lnTo>
                    <a:pt x="1881064" y="1700963"/>
                  </a:lnTo>
                  <a:lnTo>
                    <a:pt x="1887425" y="1706470"/>
                  </a:lnTo>
                  <a:lnTo>
                    <a:pt x="1893648" y="1712151"/>
                  </a:lnTo>
                  <a:lnTo>
                    <a:pt x="1899732" y="1718005"/>
                  </a:lnTo>
                  <a:close/>
                </a:path>
                <a:path w="2342515" h="1718310">
                  <a:moveTo>
                    <a:pt x="2325091" y="1608562"/>
                  </a:moveTo>
                  <a:lnTo>
                    <a:pt x="2325091" y="1544110"/>
                  </a:lnTo>
                  <a:lnTo>
                    <a:pt x="2342101" y="1557293"/>
                  </a:lnTo>
                  <a:lnTo>
                    <a:pt x="2342101" y="1586684"/>
                  </a:lnTo>
                  <a:lnTo>
                    <a:pt x="2325091" y="1608562"/>
                  </a:lnTo>
                  <a:close/>
                </a:path>
                <a:path w="2342515" h="1718310">
                  <a:moveTo>
                    <a:pt x="2063598" y="1717973"/>
                  </a:moveTo>
                  <a:lnTo>
                    <a:pt x="2028523" y="1717973"/>
                  </a:lnTo>
                  <a:lnTo>
                    <a:pt x="2033785" y="1714467"/>
                  </a:lnTo>
                  <a:lnTo>
                    <a:pt x="2039122" y="1710973"/>
                  </a:lnTo>
                  <a:lnTo>
                    <a:pt x="2049769" y="1704128"/>
                  </a:lnTo>
                  <a:lnTo>
                    <a:pt x="2050324" y="1703847"/>
                  </a:lnTo>
                  <a:lnTo>
                    <a:pt x="2051152" y="1703294"/>
                  </a:lnTo>
                  <a:lnTo>
                    <a:pt x="2051152" y="1700963"/>
                  </a:lnTo>
                  <a:lnTo>
                    <a:pt x="2088211" y="1700963"/>
                  </a:lnTo>
                  <a:lnTo>
                    <a:pt x="2074937" y="1708704"/>
                  </a:lnTo>
                  <a:lnTo>
                    <a:pt x="2067884" y="1712986"/>
                  </a:lnTo>
                  <a:lnTo>
                    <a:pt x="2066918" y="1715859"/>
                  </a:lnTo>
                  <a:lnTo>
                    <a:pt x="2063598" y="1717973"/>
                  </a:lnTo>
                  <a:close/>
                </a:path>
                <a:path w="2342515" h="1718310">
                  <a:moveTo>
                    <a:pt x="1959471" y="1718005"/>
                  </a:moveTo>
                  <a:lnTo>
                    <a:pt x="1937069" y="1718005"/>
                  </a:lnTo>
                  <a:lnTo>
                    <a:pt x="1932920" y="1713300"/>
                  </a:lnTo>
                  <a:lnTo>
                    <a:pt x="1928635" y="1708671"/>
                  </a:lnTo>
                  <a:lnTo>
                    <a:pt x="1924208" y="1704128"/>
                  </a:lnTo>
                  <a:lnTo>
                    <a:pt x="1923240" y="1703066"/>
                  </a:lnTo>
                  <a:lnTo>
                    <a:pt x="1922134" y="1702014"/>
                  </a:lnTo>
                  <a:lnTo>
                    <a:pt x="1921166" y="1700963"/>
                  </a:lnTo>
                  <a:lnTo>
                    <a:pt x="1944537" y="1700963"/>
                  </a:lnTo>
                  <a:lnTo>
                    <a:pt x="1951579" y="1708671"/>
                  </a:lnTo>
                  <a:lnTo>
                    <a:pt x="1955591" y="1713300"/>
                  </a:lnTo>
                  <a:lnTo>
                    <a:pt x="1959471" y="1718005"/>
                  </a:lnTo>
                  <a:close/>
                </a:path>
                <a:path w="2342515" h="1718310">
                  <a:moveTo>
                    <a:pt x="2023359" y="1718005"/>
                  </a:moveTo>
                  <a:lnTo>
                    <a:pt x="2005104" y="1718005"/>
                  </a:lnTo>
                  <a:lnTo>
                    <a:pt x="1998468" y="1700963"/>
                  </a:lnTo>
                  <a:lnTo>
                    <a:pt x="2016720" y="1700963"/>
                  </a:lnTo>
                  <a:lnTo>
                    <a:pt x="2023359" y="1718005"/>
                  </a:lnTo>
                  <a:close/>
                </a:path>
              </a:pathLst>
            </a:custGeom>
            <a:solidFill>
              <a:srgbClr val="163B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52696" y="4268515"/>
              <a:ext cx="3577261" cy="4646217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10983152" y="0"/>
            <a:ext cx="7305040" cy="9277350"/>
            <a:chOff x="10983152" y="0"/>
            <a:chExt cx="7305040" cy="927735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83152" y="0"/>
              <a:ext cx="7304847" cy="453170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1508632" y="3564596"/>
              <a:ext cx="6092190" cy="5694045"/>
            </a:xfrm>
            <a:custGeom>
              <a:avLst/>
              <a:gdLst/>
              <a:ahLst/>
              <a:cxnLst/>
              <a:rect l="l" t="t" r="r" b="b"/>
              <a:pathLst>
                <a:path w="6092190" h="5694045">
                  <a:moveTo>
                    <a:pt x="5806361" y="5693702"/>
                  </a:moveTo>
                  <a:lnTo>
                    <a:pt x="285749" y="5693702"/>
                  </a:lnTo>
                  <a:lnTo>
                    <a:pt x="240779" y="5690143"/>
                  </a:lnTo>
                  <a:lnTo>
                    <a:pt x="197320" y="5679675"/>
                  </a:lnTo>
                  <a:lnTo>
                    <a:pt x="156141" y="5662619"/>
                  </a:lnTo>
                  <a:lnTo>
                    <a:pt x="118010" y="5639290"/>
                  </a:lnTo>
                  <a:lnTo>
                    <a:pt x="83694" y="5610008"/>
                  </a:lnTo>
                  <a:lnTo>
                    <a:pt x="54412" y="5575692"/>
                  </a:lnTo>
                  <a:lnTo>
                    <a:pt x="31083" y="5537560"/>
                  </a:lnTo>
                  <a:lnTo>
                    <a:pt x="14026" y="5496382"/>
                  </a:lnTo>
                  <a:lnTo>
                    <a:pt x="3559" y="5452923"/>
                  </a:lnTo>
                  <a:lnTo>
                    <a:pt x="0" y="5407952"/>
                  </a:lnTo>
                  <a:lnTo>
                    <a:pt x="0" y="285749"/>
                  </a:lnTo>
                  <a:lnTo>
                    <a:pt x="3559" y="240779"/>
                  </a:lnTo>
                  <a:lnTo>
                    <a:pt x="14026" y="197320"/>
                  </a:lnTo>
                  <a:lnTo>
                    <a:pt x="31083" y="156141"/>
                  </a:lnTo>
                  <a:lnTo>
                    <a:pt x="54412" y="118010"/>
                  </a:lnTo>
                  <a:lnTo>
                    <a:pt x="83694" y="83694"/>
                  </a:lnTo>
                  <a:lnTo>
                    <a:pt x="118010" y="54412"/>
                  </a:lnTo>
                  <a:lnTo>
                    <a:pt x="156141" y="31083"/>
                  </a:lnTo>
                  <a:lnTo>
                    <a:pt x="197320" y="14026"/>
                  </a:lnTo>
                  <a:lnTo>
                    <a:pt x="240779" y="3559"/>
                  </a:lnTo>
                  <a:lnTo>
                    <a:pt x="285749" y="0"/>
                  </a:lnTo>
                  <a:lnTo>
                    <a:pt x="5806361" y="0"/>
                  </a:lnTo>
                  <a:lnTo>
                    <a:pt x="5851332" y="3559"/>
                  </a:lnTo>
                  <a:lnTo>
                    <a:pt x="5894790" y="14026"/>
                  </a:lnTo>
                  <a:lnTo>
                    <a:pt x="5935969" y="31083"/>
                  </a:lnTo>
                  <a:lnTo>
                    <a:pt x="5974100" y="54412"/>
                  </a:lnTo>
                  <a:lnTo>
                    <a:pt x="6008416" y="83694"/>
                  </a:lnTo>
                  <a:lnTo>
                    <a:pt x="6037698" y="118010"/>
                  </a:lnTo>
                  <a:lnTo>
                    <a:pt x="6061027" y="156141"/>
                  </a:lnTo>
                  <a:lnTo>
                    <a:pt x="6078084" y="197320"/>
                  </a:lnTo>
                  <a:lnTo>
                    <a:pt x="6088551" y="240779"/>
                  </a:lnTo>
                  <a:lnTo>
                    <a:pt x="6092111" y="285749"/>
                  </a:lnTo>
                  <a:lnTo>
                    <a:pt x="6092111" y="5407952"/>
                  </a:lnTo>
                  <a:lnTo>
                    <a:pt x="6088551" y="5452923"/>
                  </a:lnTo>
                  <a:lnTo>
                    <a:pt x="6078084" y="5496382"/>
                  </a:lnTo>
                  <a:lnTo>
                    <a:pt x="6061027" y="5537560"/>
                  </a:lnTo>
                  <a:lnTo>
                    <a:pt x="6037698" y="5575692"/>
                  </a:lnTo>
                  <a:lnTo>
                    <a:pt x="6008416" y="5610008"/>
                  </a:lnTo>
                  <a:lnTo>
                    <a:pt x="5974100" y="5639290"/>
                  </a:lnTo>
                  <a:lnTo>
                    <a:pt x="5935969" y="5662619"/>
                  </a:lnTo>
                  <a:lnTo>
                    <a:pt x="5894790" y="5679675"/>
                  </a:lnTo>
                  <a:lnTo>
                    <a:pt x="5851332" y="5690143"/>
                  </a:lnTo>
                  <a:lnTo>
                    <a:pt x="5806361" y="5693702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508641" y="3564596"/>
              <a:ext cx="6092190" cy="5694045"/>
            </a:xfrm>
            <a:custGeom>
              <a:avLst/>
              <a:gdLst/>
              <a:ahLst/>
              <a:cxnLst/>
              <a:rect l="l" t="t" r="r" b="b"/>
              <a:pathLst>
                <a:path w="6092190" h="5694045">
                  <a:moveTo>
                    <a:pt x="285742" y="0"/>
                  </a:moveTo>
                  <a:lnTo>
                    <a:pt x="5806223" y="0"/>
                  </a:lnTo>
                  <a:lnTo>
                    <a:pt x="5851193" y="3559"/>
                  </a:lnTo>
                  <a:lnTo>
                    <a:pt x="5894651" y="14026"/>
                  </a:lnTo>
                  <a:lnTo>
                    <a:pt x="5935828" y="31082"/>
                  </a:lnTo>
                  <a:lnTo>
                    <a:pt x="5973958" y="54410"/>
                  </a:lnTo>
                  <a:lnTo>
                    <a:pt x="6008274" y="83692"/>
                  </a:lnTo>
                  <a:lnTo>
                    <a:pt x="6037555" y="118007"/>
                  </a:lnTo>
                  <a:lnTo>
                    <a:pt x="6060883" y="156138"/>
                  </a:lnTo>
                  <a:lnTo>
                    <a:pt x="6077939" y="197315"/>
                  </a:lnTo>
                  <a:lnTo>
                    <a:pt x="6088406" y="240773"/>
                  </a:lnTo>
                  <a:lnTo>
                    <a:pt x="6091966" y="285743"/>
                  </a:lnTo>
                  <a:lnTo>
                    <a:pt x="6091966" y="5407824"/>
                  </a:lnTo>
                  <a:lnTo>
                    <a:pt x="6088406" y="5452794"/>
                  </a:lnTo>
                  <a:lnTo>
                    <a:pt x="6077939" y="5496252"/>
                  </a:lnTo>
                  <a:lnTo>
                    <a:pt x="6060883" y="5537429"/>
                  </a:lnTo>
                  <a:lnTo>
                    <a:pt x="6037556" y="5575560"/>
                  </a:lnTo>
                  <a:lnTo>
                    <a:pt x="6008274" y="5609876"/>
                  </a:lnTo>
                  <a:lnTo>
                    <a:pt x="5973959" y="5639157"/>
                  </a:lnTo>
                  <a:lnTo>
                    <a:pt x="5935828" y="5662485"/>
                  </a:lnTo>
                  <a:lnTo>
                    <a:pt x="5894651" y="5679542"/>
                  </a:lnTo>
                  <a:lnTo>
                    <a:pt x="5851193" y="5690009"/>
                  </a:lnTo>
                  <a:lnTo>
                    <a:pt x="5806223" y="5693568"/>
                  </a:lnTo>
                  <a:lnTo>
                    <a:pt x="285742" y="5693568"/>
                  </a:lnTo>
                  <a:lnTo>
                    <a:pt x="240772" y="5690009"/>
                  </a:lnTo>
                  <a:lnTo>
                    <a:pt x="197315" y="5679542"/>
                  </a:lnTo>
                  <a:lnTo>
                    <a:pt x="156137" y="5662485"/>
                  </a:lnTo>
                  <a:lnTo>
                    <a:pt x="118007" y="5639157"/>
                  </a:lnTo>
                  <a:lnTo>
                    <a:pt x="83691" y="5609876"/>
                  </a:lnTo>
                  <a:lnTo>
                    <a:pt x="54410" y="5575560"/>
                  </a:lnTo>
                  <a:lnTo>
                    <a:pt x="31082" y="5537430"/>
                  </a:lnTo>
                  <a:lnTo>
                    <a:pt x="14026" y="5496252"/>
                  </a:lnTo>
                  <a:lnTo>
                    <a:pt x="3559" y="5452794"/>
                  </a:lnTo>
                  <a:lnTo>
                    <a:pt x="0" y="5407824"/>
                  </a:lnTo>
                  <a:lnTo>
                    <a:pt x="0" y="285743"/>
                  </a:lnTo>
                  <a:lnTo>
                    <a:pt x="3559" y="240773"/>
                  </a:lnTo>
                  <a:lnTo>
                    <a:pt x="14026" y="197315"/>
                  </a:lnTo>
                  <a:lnTo>
                    <a:pt x="31082" y="156138"/>
                  </a:lnTo>
                  <a:lnTo>
                    <a:pt x="54410" y="118007"/>
                  </a:lnTo>
                  <a:lnTo>
                    <a:pt x="83692" y="83692"/>
                  </a:lnTo>
                  <a:lnTo>
                    <a:pt x="118007" y="54410"/>
                  </a:lnTo>
                  <a:lnTo>
                    <a:pt x="156137" y="31082"/>
                  </a:lnTo>
                  <a:lnTo>
                    <a:pt x="197315" y="14026"/>
                  </a:lnTo>
                  <a:lnTo>
                    <a:pt x="240773" y="3559"/>
                  </a:lnTo>
                  <a:lnTo>
                    <a:pt x="285742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89607" y="4405519"/>
              <a:ext cx="85725" cy="857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89607" y="4738894"/>
              <a:ext cx="85725" cy="857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89607" y="5072269"/>
              <a:ext cx="85725" cy="857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89607" y="5405644"/>
              <a:ext cx="85725" cy="857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89607" y="6072394"/>
              <a:ext cx="85725" cy="857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89607" y="6405769"/>
              <a:ext cx="85725" cy="8572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89607" y="7072519"/>
              <a:ext cx="85725" cy="8572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89607" y="7739269"/>
              <a:ext cx="85725" cy="8572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89607" y="8406019"/>
              <a:ext cx="85725" cy="8572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016000" y="3787001"/>
            <a:ext cx="4495165" cy="517525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793239">
              <a:lnSpc>
                <a:spcPct val="100000"/>
              </a:lnSpc>
              <a:spcBef>
                <a:spcPts val="690"/>
              </a:spcBef>
            </a:pPr>
            <a:r>
              <a:rPr sz="2600" b="1" i="1" dirty="0">
                <a:solidFill>
                  <a:srgbClr val="036A7C"/>
                </a:solidFill>
                <a:latin typeface="Arial"/>
                <a:cs typeface="Arial"/>
              </a:rPr>
              <a:t>Revenue</a:t>
            </a:r>
            <a:r>
              <a:rPr sz="2600" b="1" i="1" spc="-75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2600" b="1" i="1" spc="75" dirty="0">
                <a:solidFill>
                  <a:srgbClr val="036A7C"/>
                </a:solidFill>
                <a:latin typeface="Arial"/>
                <a:cs typeface="Arial"/>
              </a:rPr>
              <a:t>Model</a:t>
            </a:r>
            <a:endParaRPr sz="2600">
              <a:latin typeface="Arial"/>
              <a:cs typeface="Arial"/>
            </a:endParaRPr>
          </a:p>
          <a:p>
            <a:pPr marL="421005" marR="1487170" indent="-408940">
              <a:lnSpc>
                <a:spcPct val="115100"/>
              </a:lnSpc>
              <a:spcBef>
                <a:spcPts val="90"/>
              </a:spcBef>
            </a:pPr>
            <a:r>
              <a:rPr sz="1900" spc="-155" dirty="0">
                <a:solidFill>
                  <a:srgbClr val="036A7C"/>
                </a:solidFill>
                <a:latin typeface="Arial Black"/>
                <a:cs typeface="Arial Black"/>
              </a:rPr>
              <a:t>Revenue</a:t>
            </a:r>
            <a:r>
              <a:rPr sz="1900" spc="-12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30" dirty="0">
                <a:solidFill>
                  <a:srgbClr val="036A7C"/>
                </a:solidFill>
                <a:latin typeface="Arial Black"/>
                <a:cs typeface="Arial Black"/>
              </a:rPr>
              <a:t>Streams: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Premium</a:t>
            </a:r>
            <a:r>
              <a:rPr sz="1900" spc="-12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Subscription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Advanced</a:t>
            </a:r>
            <a:r>
              <a:rPr sz="1900" spc="-5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analytics</a:t>
            </a:r>
            <a:endParaRPr sz="1900">
              <a:latin typeface="Lucida Sans Unicode"/>
              <a:cs typeface="Lucida Sans Unicode"/>
            </a:endParaRPr>
          </a:p>
          <a:p>
            <a:pPr marL="421005" marR="1142365">
              <a:lnSpc>
                <a:spcPct val="115100"/>
              </a:lnSpc>
            </a:pPr>
            <a:r>
              <a:rPr sz="19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Personalized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peer</a:t>
            </a:r>
            <a:r>
              <a:rPr sz="1900" spc="-8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groups </a:t>
            </a:r>
            <a:r>
              <a:rPr sz="1900" spc="-25" dirty="0">
                <a:solidFill>
                  <a:srgbClr val="036A7C"/>
                </a:solidFill>
                <a:latin typeface="Lucida Sans Unicode"/>
                <a:cs typeface="Lucida Sans Unicode"/>
              </a:rPr>
              <a:t>AI</a:t>
            </a:r>
            <a:r>
              <a:rPr sz="1900" spc="-12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coaching</a:t>
            </a:r>
            <a:r>
              <a:rPr sz="1900" spc="-12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&amp;</a:t>
            </a:r>
            <a:r>
              <a:rPr sz="1900" spc="-12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insights</a:t>
            </a:r>
            <a:endParaRPr sz="1900">
              <a:latin typeface="Lucida Sans Unicode"/>
              <a:cs typeface="Lucida Sans Unicode"/>
            </a:endParaRPr>
          </a:p>
          <a:p>
            <a:pPr marL="421005" marR="115570" indent="-349885">
              <a:lnSpc>
                <a:spcPct val="115100"/>
              </a:lnSpc>
            </a:pPr>
            <a:r>
              <a:rPr sz="1900" spc="-110" dirty="0">
                <a:solidFill>
                  <a:srgbClr val="036A7C"/>
                </a:solidFill>
                <a:latin typeface="Arial Black"/>
                <a:cs typeface="Arial Black"/>
              </a:rPr>
              <a:t>Institutional</a:t>
            </a:r>
            <a:r>
              <a:rPr sz="1900" spc="-10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60" dirty="0">
                <a:solidFill>
                  <a:srgbClr val="036A7C"/>
                </a:solidFill>
                <a:latin typeface="Arial Black"/>
                <a:cs typeface="Arial Black"/>
              </a:rPr>
              <a:t>Licensing</a:t>
            </a:r>
            <a:r>
              <a:rPr sz="1900" spc="-10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Arial Black"/>
                <a:cs typeface="Arial Black"/>
              </a:rPr>
              <a:t>(B2B): </a:t>
            </a:r>
            <a:r>
              <a:rPr sz="1900" spc="-30" dirty="0">
                <a:solidFill>
                  <a:srgbClr val="036A7C"/>
                </a:solidFill>
                <a:latin typeface="Lucida Sans Unicode"/>
                <a:cs typeface="Lucida Sans Unicode"/>
              </a:rPr>
              <a:t>Colleges</a:t>
            </a:r>
            <a:r>
              <a:rPr sz="1900" spc="-10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buy</a:t>
            </a:r>
            <a:r>
              <a:rPr sz="1900" spc="-10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licenses</a:t>
            </a:r>
            <a:r>
              <a:rPr sz="1900" spc="-10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for</a:t>
            </a:r>
            <a:r>
              <a:rPr sz="1900" spc="-10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students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Analytics</a:t>
            </a:r>
            <a:r>
              <a:rPr sz="1900" spc="-12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dashboards</a:t>
            </a:r>
            <a:r>
              <a:rPr sz="1900" spc="-12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for</a:t>
            </a:r>
            <a:r>
              <a:rPr sz="1900" spc="-12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faculty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spc="-145" dirty="0">
                <a:solidFill>
                  <a:srgbClr val="036A7C"/>
                </a:solidFill>
                <a:latin typeface="Arial Black"/>
                <a:cs typeface="Arial Black"/>
              </a:rPr>
              <a:t>Skill</a:t>
            </a:r>
            <a:r>
              <a:rPr sz="1900" spc="-15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20" dirty="0">
                <a:solidFill>
                  <a:srgbClr val="036A7C"/>
                </a:solidFill>
                <a:latin typeface="Arial Black"/>
                <a:cs typeface="Arial Black"/>
              </a:rPr>
              <a:t>Certifications</a:t>
            </a:r>
            <a:r>
              <a:rPr sz="1900" spc="-15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440" dirty="0">
                <a:solidFill>
                  <a:srgbClr val="036A7C"/>
                </a:solidFill>
                <a:latin typeface="Arial Black"/>
                <a:cs typeface="Arial Black"/>
              </a:rPr>
              <a:t>&amp;</a:t>
            </a:r>
            <a:r>
              <a:rPr sz="1900" spc="-15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50" dirty="0">
                <a:solidFill>
                  <a:srgbClr val="036A7C"/>
                </a:solidFill>
                <a:latin typeface="Arial Black"/>
                <a:cs typeface="Arial Black"/>
              </a:rPr>
              <a:t>Challenges:</a:t>
            </a:r>
            <a:endParaRPr sz="1900">
              <a:latin typeface="Arial Black"/>
              <a:cs typeface="Arial Black"/>
            </a:endParaRPr>
          </a:p>
          <a:p>
            <a:pPr marL="421005">
              <a:lnSpc>
                <a:spcPct val="100000"/>
              </a:lnSpc>
              <a:spcBef>
                <a:spcPts val="345"/>
              </a:spcBef>
            </a:pP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Paid</a:t>
            </a:r>
            <a:r>
              <a:rPr sz="1900" spc="-6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assessments</a:t>
            </a:r>
            <a:endParaRPr sz="1900">
              <a:latin typeface="Lucida Sans Unicode"/>
              <a:cs typeface="Lucida Sans Unicode"/>
            </a:endParaRPr>
          </a:p>
          <a:p>
            <a:pPr marL="421005">
              <a:lnSpc>
                <a:spcPct val="100000"/>
              </a:lnSpc>
              <a:spcBef>
                <a:spcPts val="345"/>
              </a:spcBef>
            </a:pP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Sponsored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35" dirty="0">
                <a:solidFill>
                  <a:srgbClr val="036A7C"/>
                </a:solidFill>
                <a:latin typeface="Lucida Sans Unicode"/>
                <a:cs typeface="Lucida Sans Unicode"/>
              </a:rPr>
              <a:t>learning</a:t>
            </a:r>
            <a:r>
              <a:rPr sz="1900" spc="-8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challenges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spc="-145" dirty="0">
                <a:solidFill>
                  <a:srgbClr val="036A7C"/>
                </a:solidFill>
                <a:latin typeface="Arial Black"/>
                <a:cs typeface="Arial Black"/>
              </a:rPr>
              <a:t>Career </a:t>
            </a:r>
            <a:r>
              <a:rPr sz="1900" spc="-440" dirty="0">
                <a:solidFill>
                  <a:srgbClr val="036A7C"/>
                </a:solidFill>
                <a:latin typeface="Arial Black"/>
                <a:cs typeface="Arial Black"/>
              </a:rPr>
              <a:t>&amp;</a:t>
            </a:r>
            <a:r>
              <a:rPr sz="1900" spc="-14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05" dirty="0">
                <a:solidFill>
                  <a:srgbClr val="036A7C"/>
                </a:solidFill>
                <a:latin typeface="Arial Black"/>
                <a:cs typeface="Arial Black"/>
              </a:rPr>
              <a:t>Mentorship</a:t>
            </a:r>
            <a:r>
              <a:rPr sz="1900" spc="-140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160" dirty="0">
                <a:solidFill>
                  <a:srgbClr val="036A7C"/>
                </a:solidFill>
                <a:latin typeface="Arial Black"/>
                <a:cs typeface="Arial Black"/>
              </a:rPr>
              <a:t>Services</a:t>
            </a:r>
            <a:r>
              <a:rPr sz="1900" spc="-145" dirty="0">
                <a:solidFill>
                  <a:srgbClr val="036A7C"/>
                </a:solidFill>
                <a:latin typeface="Arial Black"/>
                <a:cs typeface="Arial Black"/>
              </a:rPr>
              <a:t> </a:t>
            </a:r>
            <a:r>
              <a:rPr sz="1900" spc="-65" dirty="0">
                <a:solidFill>
                  <a:srgbClr val="036A7C"/>
                </a:solidFill>
                <a:latin typeface="Arial Black"/>
                <a:cs typeface="Arial Black"/>
              </a:rPr>
              <a:t>(Future)</a:t>
            </a:r>
            <a:endParaRPr sz="1900">
              <a:latin typeface="Arial Black"/>
              <a:cs typeface="Arial Black"/>
            </a:endParaRPr>
          </a:p>
          <a:p>
            <a:pPr marL="421005" marR="714375">
              <a:lnSpc>
                <a:spcPct val="115100"/>
              </a:lnSpc>
            </a:pP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Paid</a:t>
            </a:r>
            <a:r>
              <a:rPr sz="1900" spc="-6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mentorship</a:t>
            </a:r>
            <a:r>
              <a:rPr sz="1900" spc="-6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access </a:t>
            </a:r>
            <a:r>
              <a:rPr sz="1900" spc="-50" dirty="0">
                <a:solidFill>
                  <a:srgbClr val="036A7C"/>
                </a:solidFill>
                <a:latin typeface="Lucida Sans Unicode"/>
                <a:cs typeface="Lucida Sans Unicode"/>
              </a:rPr>
              <a:t>Hiring</a:t>
            </a:r>
            <a:r>
              <a:rPr sz="1900" spc="-9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36A7C"/>
                </a:solidFill>
                <a:latin typeface="Lucida Sans Unicode"/>
                <a:cs typeface="Lucida Sans Unicode"/>
              </a:rPr>
              <a:t>partner</a:t>
            </a:r>
            <a:r>
              <a:rPr sz="1900" spc="-8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collaborations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904167" y="3749031"/>
            <a:ext cx="5632450" cy="51752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351155" algn="ctr">
              <a:lnSpc>
                <a:spcPct val="100000"/>
              </a:lnSpc>
              <a:spcBef>
                <a:spcPts val="745"/>
              </a:spcBef>
            </a:pPr>
            <a:r>
              <a:rPr sz="2550" b="1" i="1" spc="75" dirty="0">
                <a:solidFill>
                  <a:srgbClr val="036A7C"/>
                </a:solidFill>
                <a:latin typeface="Arial"/>
                <a:cs typeface="Arial"/>
              </a:rPr>
              <a:t>Sustainability</a:t>
            </a:r>
            <a:r>
              <a:rPr sz="2550" b="1" i="1" spc="-45" dirty="0">
                <a:solidFill>
                  <a:srgbClr val="036A7C"/>
                </a:solidFill>
                <a:latin typeface="Arial"/>
                <a:cs typeface="Arial"/>
              </a:rPr>
              <a:t> </a:t>
            </a:r>
            <a:r>
              <a:rPr sz="2550" b="1" i="1" spc="40" dirty="0">
                <a:solidFill>
                  <a:srgbClr val="036A7C"/>
                </a:solidFill>
                <a:latin typeface="Arial"/>
                <a:cs typeface="Arial"/>
              </a:rPr>
              <a:t>Factors</a:t>
            </a:r>
            <a:endParaRPr sz="2550">
              <a:latin typeface="Arial"/>
              <a:cs typeface="Arial"/>
            </a:endParaRPr>
          </a:p>
          <a:p>
            <a:pPr marL="12700" marR="417195">
              <a:lnSpc>
                <a:spcPct val="115100"/>
              </a:lnSpc>
              <a:spcBef>
                <a:spcPts val="95"/>
              </a:spcBef>
            </a:pPr>
            <a:r>
              <a:rPr sz="1900" spc="-25" dirty="0">
                <a:solidFill>
                  <a:srgbClr val="046A7D"/>
                </a:solidFill>
                <a:latin typeface="Lucida Sans Unicode"/>
                <a:cs typeface="Lucida Sans Unicode"/>
              </a:rPr>
              <a:t>Recurring</a:t>
            </a:r>
            <a:r>
              <a:rPr sz="1900" spc="-55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46A7D"/>
                </a:solidFill>
                <a:latin typeface="Lucida Sans Unicode"/>
                <a:cs typeface="Lucida Sans Unicode"/>
              </a:rPr>
              <a:t>subscription</a:t>
            </a:r>
            <a:r>
              <a:rPr sz="1900" spc="-45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revenue</a:t>
            </a:r>
            <a:r>
              <a:rPr sz="1900" spc="-45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(SaaS</a:t>
            </a:r>
            <a:r>
              <a:rPr sz="1900" spc="-40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46A7D"/>
                </a:solidFill>
                <a:latin typeface="Lucida Sans Unicode"/>
                <a:cs typeface="Lucida Sans Unicode"/>
              </a:rPr>
              <a:t>model) </a:t>
            </a:r>
            <a:r>
              <a:rPr sz="1900" spc="-60" dirty="0">
                <a:solidFill>
                  <a:srgbClr val="046A7D"/>
                </a:solidFill>
                <a:latin typeface="Lucida Sans Unicode"/>
                <a:cs typeface="Lucida Sans Unicode"/>
              </a:rPr>
              <a:t>High</a:t>
            </a:r>
            <a:r>
              <a:rPr sz="1900" spc="-125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46A7D"/>
                </a:solidFill>
                <a:latin typeface="Lucida Sans Unicode"/>
                <a:cs typeface="Lucida Sans Unicode"/>
              </a:rPr>
              <a:t>user</a:t>
            </a:r>
            <a:r>
              <a:rPr sz="1900" spc="-120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retention</a:t>
            </a:r>
            <a:r>
              <a:rPr sz="1900" spc="-120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due</a:t>
            </a:r>
            <a:r>
              <a:rPr sz="1900" spc="-120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to</a:t>
            </a:r>
            <a:r>
              <a:rPr sz="1900" spc="-120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46A7D"/>
                </a:solidFill>
                <a:latin typeface="Lucida Sans Unicode"/>
                <a:cs typeface="Lucida Sans Unicode"/>
              </a:rPr>
              <a:t>habit</a:t>
            </a:r>
            <a:r>
              <a:rPr sz="1900" spc="-120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46A7D"/>
                </a:solidFill>
                <a:latin typeface="Lucida Sans Unicode"/>
                <a:cs typeface="Lucida Sans Unicode"/>
              </a:rPr>
              <a:t>formation </a:t>
            </a: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Low</a:t>
            </a:r>
            <a:r>
              <a:rPr sz="1900" spc="-100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45" dirty="0">
                <a:solidFill>
                  <a:srgbClr val="046A7D"/>
                </a:solidFill>
                <a:latin typeface="Lucida Sans Unicode"/>
                <a:cs typeface="Lucida Sans Unicode"/>
              </a:rPr>
              <a:t>marginal</a:t>
            </a:r>
            <a:r>
              <a:rPr sz="1900" spc="-95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cost</a:t>
            </a:r>
            <a:r>
              <a:rPr sz="1900" spc="-95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per</a:t>
            </a:r>
            <a:r>
              <a:rPr sz="1900" spc="-95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46A7D"/>
                </a:solidFill>
                <a:latin typeface="Lucida Sans Unicode"/>
                <a:cs typeface="Lucida Sans Unicode"/>
              </a:rPr>
              <a:t>additional</a:t>
            </a:r>
            <a:r>
              <a:rPr sz="1900" spc="-95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046A7D"/>
                </a:solidFill>
                <a:latin typeface="Lucida Sans Unicode"/>
                <a:cs typeface="Lucida Sans Unicode"/>
              </a:rPr>
              <a:t>user</a:t>
            </a:r>
            <a:endParaRPr sz="1900">
              <a:latin typeface="Lucida Sans Unicode"/>
              <a:cs typeface="Lucida Sans Unicode"/>
            </a:endParaRPr>
          </a:p>
          <a:p>
            <a:pPr marL="12700" marR="66040">
              <a:lnSpc>
                <a:spcPct val="115100"/>
              </a:lnSpc>
            </a:pP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Data‑driven</a:t>
            </a:r>
            <a:r>
              <a:rPr sz="1900" spc="-85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30" dirty="0">
                <a:solidFill>
                  <a:srgbClr val="046A7D"/>
                </a:solidFill>
                <a:latin typeface="Lucida Sans Unicode"/>
                <a:cs typeface="Lucida Sans Unicode"/>
              </a:rPr>
              <a:t>personalization</a:t>
            </a:r>
            <a:r>
              <a:rPr sz="1900" spc="-80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46A7D"/>
                </a:solidFill>
                <a:latin typeface="Lucida Sans Unicode"/>
                <a:cs typeface="Lucida Sans Unicode"/>
              </a:rPr>
              <a:t>increases</a:t>
            </a:r>
            <a:r>
              <a:rPr sz="1900" spc="-80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46A7D"/>
                </a:solidFill>
                <a:latin typeface="Lucida Sans Unicode"/>
                <a:cs typeface="Lucida Sans Unicode"/>
              </a:rPr>
              <a:t>long‑term engagement</a:t>
            </a:r>
            <a:endParaRPr sz="1900">
              <a:latin typeface="Lucida Sans Unicode"/>
              <a:cs typeface="Lucida Sans Unicode"/>
            </a:endParaRPr>
          </a:p>
          <a:p>
            <a:pPr marL="12700" marR="5080">
              <a:lnSpc>
                <a:spcPct val="115100"/>
              </a:lnSpc>
            </a:pPr>
            <a:r>
              <a:rPr sz="1900" spc="-25" dirty="0">
                <a:solidFill>
                  <a:srgbClr val="046A7D"/>
                </a:solidFill>
                <a:latin typeface="Lucida Sans Unicode"/>
                <a:cs typeface="Lucida Sans Unicode"/>
              </a:rPr>
              <a:t>Freemium</a:t>
            </a:r>
            <a:r>
              <a:rPr sz="1900" spc="-120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46A7D"/>
                </a:solidFill>
                <a:latin typeface="Lucida Sans Unicode"/>
                <a:cs typeface="Lucida Sans Unicode"/>
              </a:rPr>
              <a:t>model</a:t>
            </a:r>
            <a:r>
              <a:rPr sz="1900" spc="-114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046A7D"/>
                </a:solidFill>
                <a:latin typeface="Lucida Sans Unicode"/>
                <a:cs typeface="Lucida Sans Unicode"/>
              </a:rPr>
              <a:t>ensures</a:t>
            </a:r>
            <a:r>
              <a:rPr sz="1900" spc="-114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46A7D"/>
                </a:solidFill>
                <a:latin typeface="Lucida Sans Unicode"/>
                <a:cs typeface="Lucida Sans Unicode"/>
              </a:rPr>
              <a:t>continuous</a:t>
            </a:r>
            <a:r>
              <a:rPr sz="1900" spc="-114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46A7D"/>
                </a:solidFill>
                <a:latin typeface="Lucida Sans Unicode"/>
                <a:cs typeface="Lucida Sans Unicode"/>
              </a:rPr>
              <a:t>user</a:t>
            </a:r>
            <a:r>
              <a:rPr sz="1900" spc="-114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46A7D"/>
                </a:solidFill>
                <a:latin typeface="Lucida Sans Unicode"/>
                <a:cs typeface="Lucida Sans Unicode"/>
              </a:rPr>
              <a:t>inflow </a:t>
            </a: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Peer‑driven</a:t>
            </a:r>
            <a:r>
              <a:rPr sz="1900" spc="-55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046A7D"/>
                </a:solidFill>
                <a:latin typeface="Lucida Sans Unicode"/>
                <a:cs typeface="Lucida Sans Unicode"/>
              </a:rPr>
              <a:t>engagement</a:t>
            </a:r>
            <a:r>
              <a:rPr sz="1900" spc="-55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reduces</a:t>
            </a:r>
            <a:r>
              <a:rPr sz="1900" spc="-55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46A7D"/>
                </a:solidFill>
                <a:latin typeface="Lucida Sans Unicode"/>
                <a:cs typeface="Lucida Sans Unicode"/>
              </a:rPr>
              <a:t>marketing costs</a:t>
            </a:r>
            <a:endParaRPr sz="1900">
              <a:latin typeface="Lucida Sans Unicode"/>
              <a:cs typeface="Lucida Sans Unicode"/>
            </a:endParaRPr>
          </a:p>
          <a:p>
            <a:pPr marL="12700" marR="584835">
              <a:lnSpc>
                <a:spcPct val="115100"/>
              </a:lnSpc>
            </a:pPr>
            <a:r>
              <a:rPr sz="1900" spc="-10" dirty="0">
                <a:solidFill>
                  <a:srgbClr val="046A7D"/>
                </a:solidFill>
                <a:latin typeface="Lucida Sans Unicode"/>
                <a:cs typeface="Lucida Sans Unicode"/>
              </a:rPr>
              <a:t>Automated</a:t>
            </a:r>
            <a:r>
              <a:rPr sz="1900" spc="-65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46A7D"/>
                </a:solidFill>
                <a:latin typeface="Lucida Sans Unicode"/>
                <a:cs typeface="Lucida Sans Unicode"/>
              </a:rPr>
              <a:t>systems</a:t>
            </a:r>
            <a:r>
              <a:rPr sz="1900" spc="-65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reduce</a:t>
            </a:r>
            <a:r>
              <a:rPr sz="1900" spc="-65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dependency</a:t>
            </a:r>
            <a:r>
              <a:rPr sz="1900" spc="-60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046A7D"/>
                </a:solidFill>
                <a:latin typeface="Lucida Sans Unicode"/>
                <a:cs typeface="Lucida Sans Unicode"/>
              </a:rPr>
              <a:t>on </a:t>
            </a:r>
            <a:r>
              <a:rPr sz="1900" spc="-30" dirty="0">
                <a:solidFill>
                  <a:srgbClr val="046A7D"/>
                </a:solidFill>
                <a:latin typeface="Lucida Sans Unicode"/>
                <a:cs typeface="Lucida Sans Unicode"/>
              </a:rPr>
              <a:t>human</a:t>
            </a:r>
            <a:r>
              <a:rPr sz="1900" spc="-114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46A7D"/>
                </a:solidFill>
                <a:latin typeface="Lucida Sans Unicode"/>
                <a:cs typeface="Lucida Sans Unicode"/>
              </a:rPr>
              <a:t>mentors</a:t>
            </a:r>
            <a:endParaRPr sz="1900">
              <a:latin typeface="Lucida Sans Unicode"/>
              <a:cs typeface="Lucida Sans Unicode"/>
            </a:endParaRPr>
          </a:p>
          <a:p>
            <a:pPr marL="12700" marR="484505">
              <a:lnSpc>
                <a:spcPct val="115100"/>
              </a:lnSpc>
            </a:pP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Scalable</a:t>
            </a:r>
            <a:r>
              <a:rPr sz="1900" spc="-75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cloud</a:t>
            </a:r>
            <a:r>
              <a:rPr sz="1900" spc="-70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infrastructure</a:t>
            </a:r>
            <a:r>
              <a:rPr sz="1900" spc="-70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46A7D"/>
                </a:solidFill>
                <a:latin typeface="Lucida Sans Unicode"/>
                <a:cs typeface="Lucida Sans Unicode"/>
              </a:rPr>
              <a:t>supports</a:t>
            </a:r>
            <a:r>
              <a:rPr sz="1900" spc="-70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46A7D"/>
                </a:solidFill>
                <a:latin typeface="Lucida Sans Unicode"/>
                <a:cs typeface="Lucida Sans Unicode"/>
              </a:rPr>
              <a:t>rapid growth</a:t>
            </a:r>
            <a:endParaRPr sz="1900">
              <a:latin typeface="Lucida Sans Unicode"/>
              <a:cs typeface="Lucida Sans Unicode"/>
            </a:endParaRPr>
          </a:p>
          <a:p>
            <a:pPr marL="12700" marR="361315">
              <a:lnSpc>
                <a:spcPct val="115100"/>
              </a:lnSpc>
            </a:pPr>
            <a:r>
              <a:rPr sz="1900" spc="-20" dirty="0">
                <a:solidFill>
                  <a:srgbClr val="046A7D"/>
                </a:solidFill>
                <a:latin typeface="Lucida Sans Unicode"/>
                <a:cs typeface="Lucida Sans Unicode"/>
              </a:rPr>
              <a:t>Continuous</a:t>
            </a:r>
            <a:r>
              <a:rPr sz="1900" spc="-75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data</a:t>
            </a:r>
            <a:r>
              <a:rPr sz="1900" spc="-70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collection</a:t>
            </a:r>
            <a:r>
              <a:rPr sz="1900" spc="-70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046A7D"/>
                </a:solidFill>
                <a:latin typeface="Lucida Sans Unicode"/>
                <a:cs typeface="Lucida Sans Unicode"/>
              </a:rPr>
              <a:t>improves</a:t>
            </a:r>
            <a:r>
              <a:rPr sz="1900" spc="-70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046A7D"/>
                </a:solidFill>
                <a:latin typeface="Lucida Sans Unicode"/>
                <a:cs typeface="Lucida Sans Unicode"/>
              </a:rPr>
              <a:t>product </a:t>
            </a: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quality</a:t>
            </a:r>
            <a:r>
              <a:rPr sz="1900" spc="-85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046A7D"/>
                </a:solidFill>
                <a:latin typeface="Lucida Sans Unicode"/>
                <a:cs typeface="Lucida Sans Unicode"/>
              </a:rPr>
              <a:t>over</a:t>
            </a:r>
            <a:r>
              <a:rPr sz="1900" spc="-80" dirty="0">
                <a:solidFill>
                  <a:srgbClr val="046A7D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046A7D"/>
                </a:solidFill>
                <a:latin typeface="Lucida Sans Unicode"/>
                <a:cs typeface="Lucida Sans Unicode"/>
              </a:rPr>
              <a:t>time</a:t>
            </a:r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4668" y="1886113"/>
            <a:ext cx="17608550" cy="8133715"/>
            <a:chOff x="364668" y="1886113"/>
            <a:chExt cx="17608550" cy="8133715"/>
          </a:xfrm>
        </p:grpSpPr>
        <p:sp>
          <p:nvSpPr>
            <p:cNvPr id="3" name="object 3"/>
            <p:cNvSpPr/>
            <p:nvPr/>
          </p:nvSpPr>
          <p:spPr>
            <a:xfrm>
              <a:off x="383718" y="1905167"/>
              <a:ext cx="17570450" cy="8095615"/>
            </a:xfrm>
            <a:custGeom>
              <a:avLst/>
              <a:gdLst/>
              <a:ahLst/>
              <a:cxnLst/>
              <a:rect l="l" t="t" r="r" b="b"/>
              <a:pathLst>
                <a:path w="17570450" h="8095615">
                  <a:moveTo>
                    <a:pt x="17284227" y="8095140"/>
                  </a:moveTo>
                  <a:lnTo>
                    <a:pt x="285749" y="8095140"/>
                  </a:lnTo>
                  <a:lnTo>
                    <a:pt x="239399" y="8091400"/>
                  </a:lnTo>
                  <a:lnTo>
                    <a:pt x="195430" y="8080572"/>
                  </a:lnTo>
                  <a:lnTo>
                    <a:pt x="154431" y="8063245"/>
                  </a:lnTo>
                  <a:lnTo>
                    <a:pt x="116989" y="8040007"/>
                  </a:lnTo>
                  <a:lnTo>
                    <a:pt x="83694" y="8011445"/>
                  </a:lnTo>
                  <a:lnTo>
                    <a:pt x="55133" y="7978150"/>
                  </a:lnTo>
                  <a:lnTo>
                    <a:pt x="31894" y="7940708"/>
                  </a:lnTo>
                  <a:lnTo>
                    <a:pt x="14567" y="7899709"/>
                  </a:lnTo>
                  <a:lnTo>
                    <a:pt x="3739" y="7855740"/>
                  </a:lnTo>
                  <a:lnTo>
                    <a:pt x="0" y="7809390"/>
                  </a:lnTo>
                  <a:lnTo>
                    <a:pt x="0" y="285749"/>
                  </a:lnTo>
                  <a:lnTo>
                    <a:pt x="3739" y="239399"/>
                  </a:lnTo>
                  <a:lnTo>
                    <a:pt x="14567" y="195430"/>
                  </a:lnTo>
                  <a:lnTo>
                    <a:pt x="31894" y="154431"/>
                  </a:lnTo>
                  <a:lnTo>
                    <a:pt x="55133" y="116989"/>
                  </a:lnTo>
                  <a:lnTo>
                    <a:pt x="83694" y="83694"/>
                  </a:lnTo>
                  <a:lnTo>
                    <a:pt x="116989" y="55133"/>
                  </a:lnTo>
                  <a:lnTo>
                    <a:pt x="154431" y="31894"/>
                  </a:lnTo>
                  <a:lnTo>
                    <a:pt x="195430" y="14567"/>
                  </a:lnTo>
                  <a:lnTo>
                    <a:pt x="239399" y="3739"/>
                  </a:lnTo>
                  <a:lnTo>
                    <a:pt x="285749" y="0"/>
                  </a:lnTo>
                  <a:lnTo>
                    <a:pt x="17284227" y="0"/>
                  </a:lnTo>
                  <a:lnTo>
                    <a:pt x="17330577" y="3739"/>
                  </a:lnTo>
                  <a:lnTo>
                    <a:pt x="17374546" y="14567"/>
                  </a:lnTo>
                  <a:lnTo>
                    <a:pt x="17415546" y="31894"/>
                  </a:lnTo>
                  <a:lnTo>
                    <a:pt x="17452988" y="55133"/>
                  </a:lnTo>
                  <a:lnTo>
                    <a:pt x="17486284" y="83694"/>
                  </a:lnTo>
                  <a:lnTo>
                    <a:pt x="17514845" y="116989"/>
                  </a:lnTo>
                  <a:lnTo>
                    <a:pt x="17538084" y="154431"/>
                  </a:lnTo>
                  <a:lnTo>
                    <a:pt x="17555411" y="195430"/>
                  </a:lnTo>
                  <a:lnTo>
                    <a:pt x="17566239" y="239399"/>
                  </a:lnTo>
                  <a:lnTo>
                    <a:pt x="17569979" y="285749"/>
                  </a:lnTo>
                  <a:lnTo>
                    <a:pt x="17569979" y="7809390"/>
                  </a:lnTo>
                  <a:lnTo>
                    <a:pt x="17566239" y="7855740"/>
                  </a:lnTo>
                  <a:lnTo>
                    <a:pt x="17555411" y="7899709"/>
                  </a:lnTo>
                  <a:lnTo>
                    <a:pt x="17538084" y="7940708"/>
                  </a:lnTo>
                  <a:lnTo>
                    <a:pt x="17514845" y="7978150"/>
                  </a:lnTo>
                  <a:lnTo>
                    <a:pt x="17486284" y="8011445"/>
                  </a:lnTo>
                  <a:lnTo>
                    <a:pt x="17452988" y="8040007"/>
                  </a:lnTo>
                  <a:lnTo>
                    <a:pt x="17415546" y="8063245"/>
                  </a:lnTo>
                  <a:lnTo>
                    <a:pt x="17374546" y="8080572"/>
                  </a:lnTo>
                  <a:lnTo>
                    <a:pt x="17330577" y="8091400"/>
                  </a:lnTo>
                  <a:lnTo>
                    <a:pt x="17284227" y="8095140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3718" y="1905163"/>
              <a:ext cx="17570450" cy="8095615"/>
            </a:xfrm>
            <a:custGeom>
              <a:avLst/>
              <a:gdLst/>
              <a:ahLst/>
              <a:cxnLst/>
              <a:rect l="l" t="t" r="r" b="b"/>
              <a:pathLst>
                <a:path w="17570450" h="8095615">
                  <a:moveTo>
                    <a:pt x="285798" y="3"/>
                  </a:moveTo>
                  <a:lnTo>
                    <a:pt x="17284105" y="3"/>
                  </a:lnTo>
                  <a:lnTo>
                    <a:pt x="17330461" y="3715"/>
                  </a:lnTo>
                  <a:lnTo>
                    <a:pt x="17374441" y="14527"/>
                  </a:lnTo>
                  <a:lnTo>
                    <a:pt x="17415456" y="31843"/>
                  </a:lnTo>
                  <a:lnTo>
                    <a:pt x="17452915" y="55075"/>
                  </a:lnTo>
                  <a:lnTo>
                    <a:pt x="17486229" y="83635"/>
                  </a:lnTo>
                  <a:lnTo>
                    <a:pt x="17514808" y="116936"/>
                  </a:lnTo>
                  <a:lnTo>
                    <a:pt x="17538063" y="154388"/>
                  </a:lnTo>
                  <a:lnTo>
                    <a:pt x="17555390" y="195387"/>
                  </a:lnTo>
                  <a:lnTo>
                    <a:pt x="17566230" y="239371"/>
                  </a:lnTo>
                  <a:lnTo>
                    <a:pt x="17569977" y="285740"/>
                  </a:lnTo>
                  <a:lnTo>
                    <a:pt x="17569850" y="7809314"/>
                  </a:lnTo>
                  <a:lnTo>
                    <a:pt x="17566110" y="7855664"/>
                  </a:lnTo>
                  <a:lnTo>
                    <a:pt x="17555283" y="7899633"/>
                  </a:lnTo>
                  <a:lnTo>
                    <a:pt x="17537956" y="7940632"/>
                  </a:lnTo>
                  <a:lnTo>
                    <a:pt x="17514830" y="7978169"/>
                  </a:lnTo>
                  <a:lnTo>
                    <a:pt x="17486250" y="8011476"/>
                  </a:lnTo>
                  <a:lnTo>
                    <a:pt x="17452933" y="8040043"/>
                  </a:lnTo>
                  <a:lnTo>
                    <a:pt x="17415469" y="8063280"/>
                  </a:lnTo>
                  <a:lnTo>
                    <a:pt x="17374449" y="8080599"/>
                  </a:lnTo>
                  <a:lnTo>
                    <a:pt x="17330462" y="8091412"/>
                  </a:lnTo>
                  <a:lnTo>
                    <a:pt x="17284105" y="8095143"/>
                  </a:lnTo>
                  <a:lnTo>
                    <a:pt x="285791" y="8095146"/>
                  </a:lnTo>
                  <a:lnTo>
                    <a:pt x="239426" y="8091410"/>
                  </a:lnTo>
                  <a:lnTo>
                    <a:pt x="195443" y="8080581"/>
                  </a:lnTo>
                  <a:lnTo>
                    <a:pt x="154430" y="8063248"/>
                  </a:lnTo>
                  <a:lnTo>
                    <a:pt x="116978" y="8040000"/>
                  </a:lnTo>
                  <a:lnTo>
                    <a:pt x="83675" y="8011427"/>
                  </a:lnTo>
                  <a:lnTo>
                    <a:pt x="55111" y="7978118"/>
                  </a:lnTo>
                  <a:lnTo>
                    <a:pt x="31873" y="7940662"/>
                  </a:lnTo>
                  <a:lnTo>
                    <a:pt x="14552" y="7899649"/>
                  </a:lnTo>
                  <a:lnTo>
                    <a:pt x="3733" y="7855669"/>
                  </a:lnTo>
                  <a:lnTo>
                    <a:pt x="0" y="7809314"/>
                  </a:lnTo>
                  <a:lnTo>
                    <a:pt x="0" y="285746"/>
                  </a:lnTo>
                  <a:lnTo>
                    <a:pt x="3743" y="239389"/>
                  </a:lnTo>
                  <a:lnTo>
                    <a:pt x="14576" y="195414"/>
                  </a:lnTo>
                  <a:lnTo>
                    <a:pt x="31909" y="154411"/>
                  </a:lnTo>
                  <a:lnTo>
                    <a:pt x="55155" y="116967"/>
                  </a:lnTo>
                  <a:lnTo>
                    <a:pt x="83723" y="83672"/>
                  </a:lnTo>
                  <a:lnTo>
                    <a:pt x="117026" y="55114"/>
                  </a:lnTo>
                  <a:lnTo>
                    <a:pt x="154473" y="31880"/>
                  </a:lnTo>
                  <a:lnTo>
                    <a:pt x="195477" y="14560"/>
                  </a:lnTo>
                  <a:lnTo>
                    <a:pt x="239448" y="3739"/>
                  </a:lnTo>
                  <a:lnTo>
                    <a:pt x="285798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97531" y="2911613"/>
              <a:ext cx="5467350" cy="6343650"/>
            </a:xfrm>
            <a:custGeom>
              <a:avLst/>
              <a:gdLst/>
              <a:ahLst/>
              <a:cxnLst/>
              <a:rect l="l" t="t" r="r" b="b"/>
              <a:pathLst>
                <a:path w="5467350" h="6343650">
                  <a:moveTo>
                    <a:pt x="5466938" y="3217822"/>
                  </a:moveTo>
                  <a:lnTo>
                    <a:pt x="3244" y="6343642"/>
                  </a:lnTo>
                  <a:lnTo>
                    <a:pt x="0" y="0"/>
                  </a:lnTo>
                  <a:lnTo>
                    <a:pt x="5466938" y="3217822"/>
                  </a:lnTo>
                  <a:close/>
                </a:path>
              </a:pathLst>
            </a:custGeom>
            <a:solidFill>
              <a:srgbClr val="D1E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17954" y="2889454"/>
              <a:ext cx="3157855" cy="3133725"/>
            </a:xfrm>
            <a:custGeom>
              <a:avLst/>
              <a:gdLst/>
              <a:ahLst/>
              <a:cxnLst/>
              <a:rect l="l" t="t" r="r" b="b"/>
              <a:pathLst>
                <a:path w="3157854" h="3133725">
                  <a:moveTo>
                    <a:pt x="3157727" y="3133248"/>
                  </a:moveTo>
                  <a:lnTo>
                    <a:pt x="0" y="3133248"/>
                  </a:lnTo>
                  <a:lnTo>
                    <a:pt x="0" y="0"/>
                  </a:lnTo>
                  <a:lnTo>
                    <a:pt x="3157727" y="0"/>
                  </a:lnTo>
                  <a:lnTo>
                    <a:pt x="3157727" y="3133248"/>
                  </a:lnTo>
                  <a:close/>
                </a:path>
              </a:pathLst>
            </a:custGeom>
            <a:solidFill>
              <a:srgbClr val="E2EC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00733" y="6022707"/>
              <a:ext cx="6277610" cy="3645535"/>
            </a:xfrm>
            <a:custGeom>
              <a:avLst/>
              <a:gdLst/>
              <a:ahLst/>
              <a:cxnLst/>
              <a:rect l="l" t="t" r="r" b="b"/>
              <a:pathLst>
                <a:path w="6277609" h="3645534">
                  <a:moveTo>
                    <a:pt x="6277165" y="16294"/>
                  </a:moveTo>
                  <a:lnTo>
                    <a:pt x="3191065" y="16294"/>
                  </a:lnTo>
                  <a:lnTo>
                    <a:pt x="3191065" y="600392"/>
                  </a:lnTo>
                  <a:lnTo>
                    <a:pt x="2847987" y="0"/>
                  </a:lnTo>
                  <a:lnTo>
                    <a:pt x="2450655" y="695312"/>
                  </a:lnTo>
                  <a:lnTo>
                    <a:pt x="1385976" y="1741563"/>
                  </a:lnTo>
                  <a:lnTo>
                    <a:pt x="1385557" y="1739887"/>
                  </a:lnTo>
                  <a:lnTo>
                    <a:pt x="1226705" y="1898078"/>
                  </a:lnTo>
                  <a:lnTo>
                    <a:pt x="853732" y="2264600"/>
                  </a:lnTo>
                  <a:lnTo>
                    <a:pt x="857567" y="2265692"/>
                  </a:lnTo>
                  <a:lnTo>
                    <a:pt x="354660" y="2766517"/>
                  </a:lnTo>
                  <a:lnTo>
                    <a:pt x="357047" y="2767177"/>
                  </a:lnTo>
                  <a:lnTo>
                    <a:pt x="0" y="3118967"/>
                  </a:lnTo>
                  <a:lnTo>
                    <a:pt x="238340" y="3645141"/>
                  </a:lnTo>
                  <a:lnTo>
                    <a:pt x="785876" y="3575989"/>
                  </a:lnTo>
                  <a:lnTo>
                    <a:pt x="862698" y="3139135"/>
                  </a:lnTo>
                  <a:lnTo>
                    <a:pt x="1054442" y="3138678"/>
                  </a:lnTo>
                  <a:lnTo>
                    <a:pt x="1044854" y="3155467"/>
                  </a:lnTo>
                  <a:lnTo>
                    <a:pt x="3191065" y="3155467"/>
                  </a:lnTo>
                  <a:lnTo>
                    <a:pt x="3191065" y="3186773"/>
                  </a:lnTo>
                  <a:lnTo>
                    <a:pt x="6277165" y="3186773"/>
                  </a:lnTo>
                  <a:lnTo>
                    <a:pt x="6277165" y="16294"/>
                  </a:lnTo>
                  <a:close/>
                </a:path>
              </a:pathLst>
            </a:custGeom>
            <a:solidFill>
              <a:srgbClr val="FEC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61332" y="2064644"/>
              <a:ext cx="4051300" cy="3818890"/>
            </a:xfrm>
            <a:custGeom>
              <a:avLst/>
              <a:gdLst/>
              <a:ahLst/>
              <a:cxnLst/>
              <a:rect l="l" t="t" r="r" b="b"/>
              <a:pathLst>
                <a:path w="4051300" h="3818890">
                  <a:moveTo>
                    <a:pt x="4051292" y="0"/>
                  </a:moveTo>
                  <a:lnTo>
                    <a:pt x="2915624" y="3818516"/>
                  </a:lnTo>
                  <a:lnTo>
                    <a:pt x="0" y="873240"/>
                  </a:lnTo>
                  <a:lnTo>
                    <a:pt x="4051292" y="0"/>
                  </a:lnTo>
                  <a:close/>
                </a:path>
              </a:pathLst>
            </a:custGeom>
            <a:solidFill>
              <a:srgbClr val="E2EC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8986" y="2033904"/>
              <a:ext cx="5414010" cy="7638415"/>
            </a:xfrm>
            <a:custGeom>
              <a:avLst/>
              <a:gdLst/>
              <a:ahLst/>
              <a:cxnLst/>
              <a:rect l="l" t="t" r="r" b="b"/>
              <a:pathLst>
                <a:path w="5414009" h="7638415">
                  <a:moveTo>
                    <a:pt x="3085808" y="7175462"/>
                  </a:moveTo>
                  <a:lnTo>
                    <a:pt x="0" y="7175462"/>
                  </a:lnTo>
                  <a:lnTo>
                    <a:pt x="0" y="7638250"/>
                  </a:lnTo>
                  <a:lnTo>
                    <a:pt x="3085808" y="7638250"/>
                  </a:lnTo>
                  <a:lnTo>
                    <a:pt x="3085808" y="7175462"/>
                  </a:lnTo>
                  <a:close/>
                </a:path>
                <a:path w="5414009" h="7638415">
                  <a:moveTo>
                    <a:pt x="5413921" y="0"/>
                  </a:moveTo>
                  <a:lnTo>
                    <a:pt x="979106" y="0"/>
                  </a:lnTo>
                  <a:lnTo>
                    <a:pt x="979106" y="855560"/>
                  </a:lnTo>
                  <a:lnTo>
                    <a:pt x="5413921" y="855560"/>
                  </a:lnTo>
                  <a:lnTo>
                    <a:pt x="5413921" y="0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922821" y="4529472"/>
              <a:ext cx="5988685" cy="4643755"/>
            </a:xfrm>
            <a:custGeom>
              <a:avLst/>
              <a:gdLst/>
              <a:ahLst/>
              <a:cxnLst/>
              <a:rect l="l" t="t" r="r" b="b"/>
              <a:pathLst>
                <a:path w="5988684" h="4643755">
                  <a:moveTo>
                    <a:pt x="352049" y="0"/>
                  </a:moveTo>
                  <a:lnTo>
                    <a:pt x="5988523" y="2875978"/>
                  </a:lnTo>
                  <a:lnTo>
                    <a:pt x="5966246" y="2918838"/>
                  </a:lnTo>
                  <a:lnTo>
                    <a:pt x="5943395" y="2961235"/>
                  </a:lnTo>
                  <a:lnTo>
                    <a:pt x="5919976" y="3003167"/>
                  </a:lnTo>
                  <a:lnTo>
                    <a:pt x="5895997" y="3044631"/>
                  </a:lnTo>
                  <a:lnTo>
                    <a:pt x="5871465" y="3085625"/>
                  </a:lnTo>
                  <a:lnTo>
                    <a:pt x="5846387" y="3126146"/>
                  </a:lnTo>
                  <a:lnTo>
                    <a:pt x="5820771" y="3166192"/>
                  </a:lnTo>
                  <a:lnTo>
                    <a:pt x="5794624" y="3205760"/>
                  </a:lnTo>
                  <a:lnTo>
                    <a:pt x="5767953" y="3244849"/>
                  </a:lnTo>
                  <a:lnTo>
                    <a:pt x="5740765" y="3283455"/>
                  </a:lnTo>
                  <a:lnTo>
                    <a:pt x="5713068" y="3321577"/>
                  </a:lnTo>
                  <a:lnTo>
                    <a:pt x="5684869" y="3359211"/>
                  </a:lnTo>
                  <a:lnTo>
                    <a:pt x="5656174" y="3396355"/>
                  </a:lnTo>
                  <a:lnTo>
                    <a:pt x="5626993" y="3433008"/>
                  </a:lnTo>
                  <a:lnTo>
                    <a:pt x="5597331" y="3469165"/>
                  </a:lnTo>
                  <a:lnTo>
                    <a:pt x="5567196" y="3504826"/>
                  </a:lnTo>
                  <a:lnTo>
                    <a:pt x="5536595" y="3539988"/>
                  </a:lnTo>
                  <a:lnTo>
                    <a:pt x="5505536" y="3574647"/>
                  </a:lnTo>
                  <a:lnTo>
                    <a:pt x="5474025" y="3608802"/>
                  </a:lnTo>
                  <a:lnTo>
                    <a:pt x="5442071" y="3642451"/>
                  </a:lnTo>
                  <a:lnTo>
                    <a:pt x="5409680" y="3675590"/>
                  </a:lnTo>
                  <a:lnTo>
                    <a:pt x="5376859" y="3708218"/>
                  </a:lnTo>
                  <a:lnTo>
                    <a:pt x="5343616" y="3740331"/>
                  </a:lnTo>
                  <a:lnTo>
                    <a:pt x="5309959" y="3771928"/>
                  </a:lnTo>
                  <a:lnTo>
                    <a:pt x="5275894" y="3803007"/>
                  </a:lnTo>
                  <a:lnTo>
                    <a:pt x="5241428" y="3833564"/>
                  </a:lnTo>
                  <a:lnTo>
                    <a:pt x="5206569" y="3863597"/>
                  </a:lnTo>
                  <a:lnTo>
                    <a:pt x="5171325" y="3893104"/>
                  </a:lnTo>
                  <a:lnTo>
                    <a:pt x="5135701" y="3922082"/>
                  </a:lnTo>
                  <a:lnTo>
                    <a:pt x="5099707" y="3950529"/>
                  </a:lnTo>
                  <a:lnTo>
                    <a:pt x="5063349" y="3978443"/>
                  </a:lnTo>
                  <a:lnTo>
                    <a:pt x="5026633" y="4005821"/>
                  </a:lnTo>
                  <a:lnTo>
                    <a:pt x="4989569" y="4032660"/>
                  </a:lnTo>
                  <a:lnTo>
                    <a:pt x="4952162" y="4058959"/>
                  </a:lnTo>
                  <a:lnTo>
                    <a:pt x="4914420" y="4084714"/>
                  </a:lnTo>
                  <a:lnTo>
                    <a:pt x="4876350" y="4109923"/>
                  </a:lnTo>
                  <a:lnTo>
                    <a:pt x="4837960" y="4134585"/>
                  </a:lnTo>
                  <a:lnTo>
                    <a:pt x="4799257" y="4158696"/>
                  </a:lnTo>
                  <a:lnTo>
                    <a:pt x="4760247" y="4182254"/>
                  </a:lnTo>
                  <a:lnTo>
                    <a:pt x="4720940" y="4205256"/>
                  </a:lnTo>
                  <a:lnTo>
                    <a:pt x="4681340" y="4227701"/>
                  </a:lnTo>
                  <a:lnTo>
                    <a:pt x="4641457" y="4249585"/>
                  </a:lnTo>
                  <a:lnTo>
                    <a:pt x="4601297" y="4270907"/>
                  </a:lnTo>
                  <a:lnTo>
                    <a:pt x="4560867" y="4291663"/>
                  </a:lnTo>
                  <a:lnTo>
                    <a:pt x="4520173" y="4311851"/>
                  </a:lnTo>
                  <a:lnTo>
                    <a:pt x="4479228" y="4331471"/>
                  </a:lnTo>
                  <a:lnTo>
                    <a:pt x="4438033" y="4350518"/>
                  </a:lnTo>
                  <a:lnTo>
                    <a:pt x="4396598" y="4368989"/>
                  </a:lnTo>
                  <a:lnTo>
                    <a:pt x="4354929" y="4386883"/>
                  </a:lnTo>
                  <a:lnTo>
                    <a:pt x="4313035" y="4404197"/>
                  </a:lnTo>
                  <a:lnTo>
                    <a:pt x="4270921" y="4420930"/>
                  </a:lnTo>
                  <a:lnTo>
                    <a:pt x="4228597" y="4437077"/>
                  </a:lnTo>
                  <a:lnTo>
                    <a:pt x="4186068" y="4452638"/>
                  </a:lnTo>
                  <a:lnTo>
                    <a:pt x="4143342" y="4467608"/>
                  </a:lnTo>
                  <a:lnTo>
                    <a:pt x="4100426" y="4481987"/>
                  </a:lnTo>
                  <a:lnTo>
                    <a:pt x="4057329" y="4495772"/>
                  </a:lnTo>
                  <a:lnTo>
                    <a:pt x="4014056" y="4508960"/>
                  </a:lnTo>
                  <a:lnTo>
                    <a:pt x="3970615" y="4521548"/>
                  </a:lnTo>
                  <a:lnTo>
                    <a:pt x="3927013" y="4533535"/>
                  </a:lnTo>
                  <a:lnTo>
                    <a:pt x="3883259" y="4544918"/>
                  </a:lnTo>
                  <a:lnTo>
                    <a:pt x="3839358" y="4555694"/>
                  </a:lnTo>
                  <a:lnTo>
                    <a:pt x="3795318" y="4565861"/>
                  </a:lnTo>
                  <a:lnTo>
                    <a:pt x="3751147" y="4575417"/>
                  </a:lnTo>
                  <a:lnTo>
                    <a:pt x="3706852" y="4584359"/>
                  </a:lnTo>
                  <a:lnTo>
                    <a:pt x="3662440" y="4592685"/>
                  </a:lnTo>
                  <a:lnTo>
                    <a:pt x="3617918" y="4600391"/>
                  </a:lnTo>
                  <a:lnTo>
                    <a:pt x="3573293" y="4607477"/>
                  </a:lnTo>
                  <a:lnTo>
                    <a:pt x="3528574" y="4613939"/>
                  </a:lnTo>
                  <a:lnTo>
                    <a:pt x="3483766" y="4619775"/>
                  </a:lnTo>
                  <a:lnTo>
                    <a:pt x="3438878" y="4624983"/>
                  </a:lnTo>
                  <a:lnTo>
                    <a:pt x="3393916" y="4629560"/>
                  </a:lnTo>
                  <a:lnTo>
                    <a:pt x="3348889" y="4633503"/>
                  </a:lnTo>
                  <a:lnTo>
                    <a:pt x="3303802" y="4636811"/>
                  </a:lnTo>
                  <a:lnTo>
                    <a:pt x="3258664" y="4639480"/>
                  </a:lnTo>
                  <a:lnTo>
                    <a:pt x="3213482" y="4641509"/>
                  </a:lnTo>
                  <a:lnTo>
                    <a:pt x="3168262" y="4642895"/>
                  </a:lnTo>
                  <a:lnTo>
                    <a:pt x="3117372" y="4643727"/>
                  </a:lnTo>
                  <a:lnTo>
                    <a:pt x="3077741" y="4643727"/>
                  </a:lnTo>
                  <a:lnTo>
                    <a:pt x="3032454" y="4643169"/>
                  </a:lnTo>
                  <a:lnTo>
                    <a:pt x="2987159" y="4641958"/>
                  </a:lnTo>
                  <a:lnTo>
                    <a:pt x="2941863" y="4640092"/>
                  </a:lnTo>
                  <a:lnTo>
                    <a:pt x="2896574" y="4637568"/>
                  </a:lnTo>
                  <a:lnTo>
                    <a:pt x="2851298" y="4634384"/>
                  </a:lnTo>
                  <a:lnTo>
                    <a:pt x="2806044" y="4630538"/>
                  </a:lnTo>
                  <a:lnTo>
                    <a:pt x="2760818" y="4626026"/>
                  </a:lnTo>
                  <a:lnTo>
                    <a:pt x="2715627" y="4620847"/>
                  </a:lnTo>
                  <a:lnTo>
                    <a:pt x="2670480" y="4614999"/>
                  </a:lnTo>
                  <a:lnTo>
                    <a:pt x="2625382" y="4608477"/>
                  </a:lnTo>
                  <a:lnTo>
                    <a:pt x="2580342" y="4601282"/>
                  </a:lnTo>
                  <a:lnTo>
                    <a:pt x="2535341" y="4593404"/>
                  </a:lnTo>
                  <a:lnTo>
                    <a:pt x="2490464" y="4584856"/>
                  </a:lnTo>
                  <a:lnTo>
                    <a:pt x="2445640" y="4575622"/>
                  </a:lnTo>
                  <a:lnTo>
                    <a:pt x="2400902" y="4565703"/>
                  </a:lnTo>
                  <a:lnTo>
                    <a:pt x="2356258" y="4555097"/>
                  </a:lnTo>
                  <a:lnTo>
                    <a:pt x="2311715" y="4543802"/>
                  </a:lnTo>
                  <a:lnTo>
                    <a:pt x="2267280" y="4531814"/>
                  </a:lnTo>
                  <a:lnTo>
                    <a:pt x="2222961" y="4519133"/>
                  </a:lnTo>
                  <a:lnTo>
                    <a:pt x="2178765" y="4505755"/>
                  </a:lnTo>
                  <a:lnTo>
                    <a:pt x="2134698" y="4491679"/>
                  </a:lnTo>
                  <a:lnTo>
                    <a:pt x="2090769" y="4476900"/>
                  </a:lnTo>
                  <a:lnTo>
                    <a:pt x="2046985" y="4461418"/>
                  </a:lnTo>
                  <a:lnTo>
                    <a:pt x="2003353" y="4445229"/>
                  </a:lnTo>
                  <a:lnTo>
                    <a:pt x="1959879" y="4428332"/>
                  </a:lnTo>
                  <a:lnTo>
                    <a:pt x="1916572" y="4410723"/>
                  </a:lnTo>
                  <a:lnTo>
                    <a:pt x="1873439" y="4392400"/>
                  </a:lnTo>
                  <a:lnTo>
                    <a:pt x="1830487" y="4373362"/>
                  </a:lnTo>
                  <a:lnTo>
                    <a:pt x="1787723" y="4353605"/>
                  </a:lnTo>
                  <a:lnTo>
                    <a:pt x="1745154" y="4333126"/>
                  </a:lnTo>
                  <a:lnTo>
                    <a:pt x="1702788" y="4311925"/>
                  </a:lnTo>
                  <a:lnTo>
                    <a:pt x="1660759" y="4290064"/>
                  </a:lnTo>
                  <a:lnTo>
                    <a:pt x="1619196" y="4267615"/>
                  </a:lnTo>
                  <a:lnTo>
                    <a:pt x="1578102" y="4244584"/>
                  </a:lnTo>
                  <a:lnTo>
                    <a:pt x="1537480" y="4220979"/>
                  </a:lnTo>
                  <a:lnTo>
                    <a:pt x="1497331" y="4196807"/>
                  </a:lnTo>
                  <a:lnTo>
                    <a:pt x="1457658" y="4172076"/>
                  </a:lnTo>
                  <a:lnTo>
                    <a:pt x="1418464" y="4146793"/>
                  </a:lnTo>
                  <a:lnTo>
                    <a:pt x="1379750" y="4120965"/>
                  </a:lnTo>
                  <a:lnTo>
                    <a:pt x="1341518" y="4094599"/>
                  </a:lnTo>
                  <a:lnTo>
                    <a:pt x="1303772" y="4067703"/>
                  </a:lnTo>
                  <a:lnTo>
                    <a:pt x="1266513" y="4040284"/>
                  </a:lnTo>
                  <a:lnTo>
                    <a:pt x="1229744" y="4012350"/>
                  </a:lnTo>
                  <a:lnTo>
                    <a:pt x="1193467" y="3983908"/>
                  </a:lnTo>
                  <a:lnTo>
                    <a:pt x="1157685" y="3954964"/>
                  </a:lnTo>
                  <a:lnTo>
                    <a:pt x="1122398" y="3925527"/>
                  </a:lnTo>
                  <a:lnTo>
                    <a:pt x="1087611" y="3895604"/>
                  </a:lnTo>
                  <a:lnTo>
                    <a:pt x="1053325" y="3865201"/>
                  </a:lnTo>
                  <a:lnTo>
                    <a:pt x="1019542" y="3834327"/>
                  </a:lnTo>
                  <a:lnTo>
                    <a:pt x="986285" y="3803007"/>
                  </a:lnTo>
                  <a:lnTo>
                    <a:pt x="953496" y="3771193"/>
                  </a:lnTo>
                  <a:lnTo>
                    <a:pt x="921238" y="3738947"/>
                  </a:lnTo>
                  <a:lnTo>
                    <a:pt x="889492" y="3706260"/>
                  </a:lnTo>
                  <a:lnTo>
                    <a:pt x="858261" y="3673137"/>
                  </a:lnTo>
                  <a:lnTo>
                    <a:pt x="827547" y="3639586"/>
                  </a:lnTo>
                  <a:lnTo>
                    <a:pt x="797353" y="3605615"/>
                  </a:lnTo>
                  <a:lnTo>
                    <a:pt x="767680" y="3571230"/>
                  </a:lnTo>
                  <a:lnTo>
                    <a:pt x="738532" y="3536440"/>
                  </a:lnTo>
                  <a:lnTo>
                    <a:pt x="709910" y="3501251"/>
                  </a:lnTo>
                  <a:lnTo>
                    <a:pt x="681816" y="3465670"/>
                  </a:lnTo>
                  <a:lnTo>
                    <a:pt x="654254" y="3429706"/>
                  </a:lnTo>
                  <a:lnTo>
                    <a:pt x="627225" y="3393365"/>
                  </a:lnTo>
                  <a:lnTo>
                    <a:pt x="600731" y="3356655"/>
                  </a:lnTo>
                  <a:lnTo>
                    <a:pt x="574775" y="3319583"/>
                  </a:lnTo>
                  <a:lnTo>
                    <a:pt x="549360" y="3282156"/>
                  </a:lnTo>
                  <a:lnTo>
                    <a:pt x="524487" y="3244382"/>
                  </a:lnTo>
                  <a:lnTo>
                    <a:pt x="500158" y="3206267"/>
                  </a:lnTo>
                  <a:lnTo>
                    <a:pt x="476377" y="3167820"/>
                  </a:lnTo>
                  <a:lnTo>
                    <a:pt x="453145" y="3129048"/>
                  </a:lnTo>
                  <a:lnTo>
                    <a:pt x="430464" y="3089957"/>
                  </a:lnTo>
                  <a:lnTo>
                    <a:pt x="408338" y="3050555"/>
                  </a:lnTo>
                  <a:lnTo>
                    <a:pt x="386767" y="3010850"/>
                  </a:lnTo>
                  <a:lnTo>
                    <a:pt x="365755" y="2970849"/>
                  </a:lnTo>
                  <a:lnTo>
                    <a:pt x="345304" y="2930559"/>
                  </a:lnTo>
                  <a:lnTo>
                    <a:pt x="325416" y="2889987"/>
                  </a:lnTo>
                  <a:lnTo>
                    <a:pt x="306093" y="2849141"/>
                  </a:lnTo>
                  <a:lnTo>
                    <a:pt x="287338" y="2808028"/>
                  </a:lnTo>
                  <a:lnTo>
                    <a:pt x="269153" y="2766655"/>
                  </a:lnTo>
                  <a:lnTo>
                    <a:pt x="251540" y="2725030"/>
                  </a:lnTo>
                  <a:lnTo>
                    <a:pt x="234502" y="2683161"/>
                  </a:lnTo>
                  <a:lnTo>
                    <a:pt x="218040" y="2641053"/>
                  </a:lnTo>
                  <a:lnTo>
                    <a:pt x="202158" y="2598715"/>
                  </a:lnTo>
                  <a:lnTo>
                    <a:pt x="186857" y="2556154"/>
                  </a:lnTo>
                  <a:lnTo>
                    <a:pt x="172140" y="2513377"/>
                  </a:lnTo>
                  <a:lnTo>
                    <a:pt x="158009" y="2470391"/>
                  </a:lnTo>
                  <a:lnTo>
                    <a:pt x="144466" y="2427205"/>
                  </a:lnTo>
                  <a:lnTo>
                    <a:pt x="131513" y="2383824"/>
                  </a:lnTo>
                  <a:lnTo>
                    <a:pt x="119154" y="2340257"/>
                  </a:lnTo>
                  <a:lnTo>
                    <a:pt x="107389" y="2296511"/>
                  </a:lnTo>
                  <a:lnTo>
                    <a:pt x="96222" y="2252593"/>
                  </a:lnTo>
                  <a:lnTo>
                    <a:pt x="85655" y="2208510"/>
                  </a:lnTo>
                  <a:lnTo>
                    <a:pt x="75690" y="2164271"/>
                  </a:lnTo>
                  <a:lnTo>
                    <a:pt x="66330" y="2119881"/>
                  </a:lnTo>
                  <a:lnTo>
                    <a:pt x="57576" y="2075348"/>
                  </a:lnTo>
                  <a:lnTo>
                    <a:pt x="49461" y="2030846"/>
                  </a:lnTo>
                  <a:lnTo>
                    <a:pt x="41896" y="1985884"/>
                  </a:lnTo>
                  <a:lnTo>
                    <a:pt x="34976" y="1940968"/>
                  </a:lnTo>
                  <a:lnTo>
                    <a:pt x="28671" y="1895938"/>
                  </a:lnTo>
                  <a:lnTo>
                    <a:pt x="22985" y="1850802"/>
                  </a:lnTo>
                  <a:lnTo>
                    <a:pt x="17919" y="1805567"/>
                  </a:lnTo>
                  <a:lnTo>
                    <a:pt x="13475" y="1760241"/>
                  </a:lnTo>
                  <a:lnTo>
                    <a:pt x="9657" y="1714830"/>
                  </a:lnTo>
                  <a:lnTo>
                    <a:pt x="6466" y="1669343"/>
                  </a:lnTo>
                  <a:lnTo>
                    <a:pt x="3904" y="1623786"/>
                  </a:lnTo>
                  <a:lnTo>
                    <a:pt x="1975" y="1578167"/>
                  </a:lnTo>
                  <a:lnTo>
                    <a:pt x="679" y="1532493"/>
                  </a:lnTo>
                  <a:lnTo>
                    <a:pt x="20" y="1486771"/>
                  </a:lnTo>
                  <a:lnTo>
                    <a:pt x="0" y="1441009"/>
                  </a:lnTo>
                  <a:lnTo>
                    <a:pt x="620" y="1395215"/>
                  </a:lnTo>
                  <a:lnTo>
                    <a:pt x="1884" y="1349394"/>
                  </a:lnTo>
                  <a:lnTo>
                    <a:pt x="3794" y="1303555"/>
                  </a:lnTo>
                  <a:lnTo>
                    <a:pt x="6351" y="1257705"/>
                  </a:lnTo>
                  <a:lnTo>
                    <a:pt x="9559" y="1211852"/>
                  </a:lnTo>
                  <a:lnTo>
                    <a:pt x="13419" y="1166002"/>
                  </a:lnTo>
                  <a:lnTo>
                    <a:pt x="17934" y="1120163"/>
                  </a:lnTo>
                  <a:lnTo>
                    <a:pt x="23106" y="1074342"/>
                  </a:lnTo>
                  <a:lnTo>
                    <a:pt x="28938" y="1028547"/>
                  </a:lnTo>
                  <a:lnTo>
                    <a:pt x="35431" y="982784"/>
                  </a:lnTo>
                  <a:lnTo>
                    <a:pt x="42588" y="937062"/>
                  </a:lnTo>
                  <a:lnTo>
                    <a:pt x="50411" y="891387"/>
                  </a:lnTo>
                  <a:lnTo>
                    <a:pt x="58903" y="845767"/>
                  </a:lnTo>
                  <a:lnTo>
                    <a:pt x="68066" y="800209"/>
                  </a:lnTo>
                  <a:lnTo>
                    <a:pt x="77902" y="754720"/>
                  </a:lnTo>
                  <a:lnTo>
                    <a:pt x="88413" y="709308"/>
                  </a:lnTo>
                  <a:lnTo>
                    <a:pt x="99602" y="663981"/>
                  </a:lnTo>
                  <a:lnTo>
                    <a:pt x="111471" y="618744"/>
                  </a:lnTo>
                  <a:lnTo>
                    <a:pt x="124022" y="573606"/>
                  </a:lnTo>
                  <a:lnTo>
                    <a:pt x="137258" y="528574"/>
                  </a:lnTo>
                  <a:lnTo>
                    <a:pt x="151181" y="483656"/>
                  </a:lnTo>
                  <a:lnTo>
                    <a:pt x="165793" y="438858"/>
                  </a:lnTo>
                  <a:lnTo>
                    <a:pt x="181097" y="394188"/>
                  </a:lnTo>
                  <a:lnTo>
                    <a:pt x="197094" y="349653"/>
                  </a:lnTo>
                  <a:lnTo>
                    <a:pt x="213787" y="305260"/>
                  </a:lnTo>
                  <a:lnTo>
                    <a:pt x="231179" y="261018"/>
                  </a:lnTo>
                  <a:lnTo>
                    <a:pt x="249271" y="216932"/>
                  </a:lnTo>
                  <a:lnTo>
                    <a:pt x="268066" y="173011"/>
                  </a:lnTo>
                  <a:lnTo>
                    <a:pt x="287567" y="129262"/>
                  </a:lnTo>
                  <a:lnTo>
                    <a:pt x="352049" y="0"/>
                  </a:lnTo>
                  <a:close/>
                </a:path>
              </a:pathLst>
            </a:custGeom>
            <a:solidFill>
              <a:srgbClr val="FEC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00967" y="5232421"/>
              <a:ext cx="1638299" cy="16382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047127" y="6030359"/>
              <a:ext cx="3616960" cy="0"/>
            </a:xfrm>
            <a:custGeom>
              <a:avLst/>
              <a:gdLst/>
              <a:ahLst/>
              <a:cxnLst/>
              <a:rect l="l" t="t" r="r" b="b"/>
              <a:pathLst>
                <a:path w="3616959">
                  <a:moveTo>
                    <a:pt x="0" y="0"/>
                  </a:moveTo>
                  <a:lnTo>
                    <a:pt x="3616576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54178" y="5954159"/>
              <a:ext cx="114299" cy="1523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865436" y="2950171"/>
              <a:ext cx="5370195" cy="3099435"/>
            </a:xfrm>
            <a:custGeom>
              <a:avLst/>
              <a:gdLst/>
              <a:ahLst/>
              <a:cxnLst/>
              <a:rect l="l" t="t" r="r" b="b"/>
              <a:pathLst>
                <a:path w="5370194" h="3099435">
                  <a:moveTo>
                    <a:pt x="5369712" y="847636"/>
                  </a:moveTo>
                  <a:lnTo>
                    <a:pt x="5332323" y="815111"/>
                  </a:lnTo>
                  <a:lnTo>
                    <a:pt x="5294452" y="783196"/>
                  </a:lnTo>
                  <a:lnTo>
                    <a:pt x="5256136" y="751890"/>
                  </a:lnTo>
                  <a:lnTo>
                    <a:pt x="5217363" y="721194"/>
                  </a:lnTo>
                  <a:lnTo>
                    <a:pt x="5178133" y="691108"/>
                  </a:lnTo>
                  <a:lnTo>
                    <a:pt x="5138483" y="661657"/>
                  </a:lnTo>
                  <a:lnTo>
                    <a:pt x="5098389" y="632815"/>
                  </a:lnTo>
                  <a:lnTo>
                    <a:pt x="5057889" y="604596"/>
                  </a:lnTo>
                  <a:lnTo>
                    <a:pt x="5016982" y="577011"/>
                  </a:lnTo>
                  <a:lnTo>
                    <a:pt x="4975669" y="550062"/>
                  </a:lnTo>
                  <a:lnTo>
                    <a:pt x="4933962" y="523735"/>
                  </a:lnTo>
                  <a:lnTo>
                    <a:pt x="4891875" y="498043"/>
                  </a:lnTo>
                  <a:lnTo>
                    <a:pt x="4849406" y="472998"/>
                  </a:lnTo>
                  <a:lnTo>
                    <a:pt x="4806581" y="448589"/>
                  </a:lnTo>
                  <a:lnTo>
                    <a:pt x="4763401" y="424827"/>
                  </a:lnTo>
                  <a:lnTo>
                    <a:pt x="4719866" y="401713"/>
                  </a:lnTo>
                  <a:lnTo>
                    <a:pt x="4675987" y="379247"/>
                  </a:lnTo>
                  <a:lnTo>
                    <a:pt x="4631779" y="357428"/>
                  </a:lnTo>
                  <a:lnTo>
                    <a:pt x="4587252" y="336270"/>
                  </a:lnTo>
                  <a:lnTo>
                    <a:pt x="4542421" y="315772"/>
                  </a:lnTo>
                  <a:lnTo>
                    <a:pt x="4497273" y="295935"/>
                  </a:lnTo>
                  <a:lnTo>
                    <a:pt x="4488358" y="292176"/>
                  </a:lnTo>
                  <a:lnTo>
                    <a:pt x="4507674" y="245275"/>
                  </a:lnTo>
                  <a:lnTo>
                    <a:pt x="4461700" y="226771"/>
                  </a:lnTo>
                  <a:lnTo>
                    <a:pt x="4415485" y="208978"/>
                  </a:lnTo>
                  <a:lnTo>
                    <a:pt x="4369041" y="191922"/>
                  </a:lnTo>
                  <a:lnTo>
                    <a:pt x="4322356" y="175590"/>
                  </a:lnTo>
                  <a:lnTo>
                    <a:pt x="4275455" y="159981"/>
                  </a:lnTo>
                  <a:lnTo>
                    <a:pt x="4228350" y="145110"/>
                  </a:lnTo>
                  <a:lnTo>
                    <a:pt x="4181043" y="130949"/>
                  </a:lnTo>
                  <a:lnTo>
                    <a:pt x="4133545" y="117525"/>
                  </a:lnTo>
                  <a:lnTo>
                    <a:pt x="4085856" y="104825"/>
                  </a:lnTo>
                  <a:lnTo>
                    <a:pt x="4038003" y="92862"/>
                  </a:lnTo>
                  <a:lnTo>
                    <a:pt x="3989984" y="81610"/>
                  </a:lnTo>
                  <a:lnTo>
                    <a:pt x="3941813" y="71094"/>
                  </a:lnTo>
                  <a:lnTo>
                    <a:pt x="3893489" y="61302"/>
                  </a:lnTo>
                  <a:lnTo>
                    <a:pt x="3845039" y="52235"/>
                  </a:lnTo>
                  <a:lnTo>
                    <a:pt x="3796461" y="43891"/>
                  </a:lnTo>
                  <a:lnTo>
                    <a:pt x="3747757" y="36271"/>
                  </a:lnTo>
                  <a:lnTo>
                    <a:pt x="3698951" y="29387"/>
                  </a:lnTo>
                  <a:lnTo>
                    <a:pt x="3650043" y="23215"/>
                  </a:lnTo>
                  <a:lnTo>
                    <a:pt x="3601047" y="17780"/>
                  </a:lnTo>
                  <a:lnTo>
                    <a:pt x="3551974" y="13068"/>
                  </a:lnTo>
                  <a:lnTo>
                    <a:pt x="3502825" y="9080"/>
                  </a:lnTo>
                  <a:lnTo>
                    <a:pt x="3453612" y="5816"/>
                  </a:lnTo>
                  <a:lnTo>
                    <a:pt x="3404349" y="3276"/>
                  </a:lnTo>
                  <a:lnTo>
                    <a:pt x="3355035" y="1460"/>
                  </a:lnTo>
                  <a:lnTo>
                    <a:pt x="3305695" y="368"/>
                  </a:lnTo>
                  <a:lnTo>
                    <a:pt x="3256318" y="0"/>
                  </a:lnTo>
                  <a:lnTo>
                    <a:pt x="3206927" y="355"/>
                  </a:lnTo>
                  <a:lnTo>
                    <a:pt x="3156991" y="1447"/>
                  </a:lnTo>
                  <a:lnTo>
                    <a:pt x="3108147" y="3238"/>
                  </a:lnTo>
                  <a:lnTo>
                    <a:pt x="3058769" y="5765"/>
                  </a:lnTo>
                  <a:lnTo>
                    <a:pt x="3009392" y="9017"/>
                  </a:lnTo>
                  <a:lnTo>
                    <a:pt x="2960065" y="13017"/>
                  </a:lnTo>
                  <a:lnTo>
                    <a:pt x="2960078" y="7213"/>
                  </a:lnTo>
                  <a:lnTo>
                    <a:pt x="2910332" y="7658"/>
                  </a:lnTo>
                  <a:lnTo>
                    <a:pt x="2860662" y="8978"/>
                  </a:lnTo>
                  <a:lnTo>
                    <a:pt x="2811056" y="11188"/>
                  </a:lnTo>
                  <a:lnTo>
                    <a:pt x="2761526" y="14262"/>
                  </a:lnTo>
                  <a:lnTo>
                    <a:pt x="2742565" y="15786"/>
                  </a:lnTo>
                  <a:lnTo>
                    <a:pt x="2742565" y="1906739"/>
                  </a:lnTo>
                  <a:lnTo>
                    <a:pt x="2713672" y="1857578"/>
                  </a:lnTo>
                  <a:lnTo>
                    <a:pt x="2726156" y="1853615"/>
                  </a:lnTo>
                  <a:lnTo>
                    <a:pt x="2742565" y="1906739"/>
                  </a:lnTo>
                  <a:lnTo>
                    <a:pt x="2742565" y="15786"/>
                  </a:lnTo>
                  <a:lnTo>
                    <a:pt x="2662758" y="23025"/>
                  </a:lnTo>
                  <a:lnTo>
                    <a:pt x="2613545" y="28689"/>
                  </a:lnTo>
                  <a:lnTo>
                    <a:pt x="2564447" y="35217"/>
                  </a:lnTo>
                  <a:lnTo>
                    <a:pt x="2515489" y="42595"/>
                  </a:lnTo>
                  <a:lnTo>
                    <a:pt x="2466683" y="50812"/>
                  </a:lnTo>
                  <a:lnTo>
                    <a:pt x="2418029" y="59880"/>
                  </a:lnTo>
                  <a:lnTo>
                    <a:pt x="2369553" y="69773"/>
                  </a:lnTo>
                  <a:lnTo>
                    <a:pt x="2321255" y="80492"/>
                  </a:lnTo>
                  <a:lnTo>
                    <a:pt x="2273147" y="92049"/>
                  </a:lnTo>
                  <a:lnTo>
                    <a:pt x="2225256" y="104419"/>
                  </a:lnTo>
                  <a:lnTo>
                    <a:pt x="2177567" y="117614"/>
                  </a:lnTo>
                  <a:lnTo>
                    <a:pt x="2130107" y="131610"/>
                  </a:lnTo>
                  <a:lnTo>
                    <a:pt x="2082888" y="146418"/>
                  </a:lnTo>
                  <a:lnTo>
                    <a:pt x="2035911" y="162026"/>
                  </a:lnTo>
                  <a:lnTo>
                    <a:pt x="1989188" y="178422"/>
                  </a:lnTo>
                  <a:lnTo>
                    <a:pt x="1942744" y="195630"/>
                  </a:lnTo>
                  <a:lnTo>
                    <a:pt x="1896592" y="213614"/>
                  </a:lnTo>
                  <a:lnTo>
                    <a:pt x="1850720" y="232371"/>
                  </a:lnTo>
                  <a:lnTo>
                    <a:pt x="1805152" y="251917"/>
                  </a:lnTo>
                  <a:lnTo>
                    <a:pt x="1759902" y="272237"/>
                  </a:lnTo>
                  <a:lnTo>
                    <a:pt x="1714982" y="293319"/>
                  </a:lnTo>
                  <a:lnTo>
                    <a:pt x="1670405" y="315175"/>
                  </a:lnTo>
                  <a:lnTo>
                    <a:pt x="1626171" y="337781"/>
                  </a:lnTo>
                  <a:lnTo>
                    <a:pt x="1582293" y="361137"/>
                  </a:lnTo>
                  <a:lnTo>
                    <a:pt x="1538795" y="385241"/>
                  </a:lnTo>
                  <a:lnTo>
                    <a:pt x="1495679" y="410095"/>
                  </a:lnTo>
                  <a:lnTo>
                    <a:pt x="1452943" y="435698"/>
                  </a:lnTo>
                  <a:lnTo>
                    <a:pt x="1410627" y="462026"/>
                  </a:lnTo>
                  <a:lnTo>
                    <a:pt x="1368729" y="489077"/>
                  </a:lnTo>
                  <a:lnTo>
                    <a:pt x="1327251" y="516864"/>
                  </a:lnTo>
                  <a:lnTo>
                    <a:pt x="1286217" y="545363"/>
                  </a:lnTo>
                  <a:lnTo>
                    <a:pt x="1245628" y="574573"/>
                  </a:lnTo>
                  <a:lnTo>
                    <a:pt x="1205496" y="604507"/>
                  </a:lnTo>
                  <a:lnTo>
                    <a:pt x="1165847" y="635139"/>
                  </a:lnTo>
                  <a:lnTo>
                    <a:pt x="1126680" y="666470"/>
                  </a:lnTo>
                  <a:lnTo>
                    <a:pt x="1088009" y="698500"/>
                  </a:lnTo>
                  <a:lnTo>
                    <a:pt x="1049832" y="731215"/>
                  </a:lnTo>
                  <a:lnTo>
                    <a:pt x="1027480" y="751065"/>
                  </a:lnTo>
                  <a:lnTo>
                    <a:pt x="1020711" y="756145"/>
                  </a:lnTo>
                  <a:lnTo>
                    <a:pt x="981163" y="786739"/>
                  </a:lnTo>
                  <a:lnTo>
                    <a:pt x="942035" y="817880"/>
                  </a:lnTo>
                  <a:lnTo>
                    <a:pt x="903325" y="849579"/>
                  </a:lnTo>
                  <a:lnTo>
                    <a:pt x="865022" y="881824"/>
                  </a:lnTo>
                  <a:lnTo>
                    <a:pt x="827163" y="914628"/>
                  </a:lnTo>
                  <a:lnTo>
                    <a:pt x="789736" y="947953"/>
                  </a:lnTo>
                  <a:lnTo>
                    <a:pt x="752767" y="981837"/>
                  </a:lnTo>
                  <a:lnTo>
                    <a:pt x="716241" y="1016241"/>
                  </a:lnTo>
                  <a:lnTo>
                    <a:pt x="680173" y="1051166"/>
                  </a:lnTo>
                  <a:lnTo>
                    <a:pt x="679030" y="1052322"/>
                  </a:lnTo>
                  <a:lnTo>
                    <a:pt x="644588" y="1086637"/>
                  </a:lnTo>
                  <a:lnTo>
                    <a:pt x="609041" y="1123073"/>
                  </a:lnTo>
                  <a:lnTo>
                    <a:pt x="574624" y="1159357"/>
                  </a:lnTo>
                  <a:lnTo>
                    <a:pt x="540626" y="1196225"/>
                  </a:lnTo>
                  <a:lnTo>
                    <a:pt x="508000" y="1232636"/>
                  </a:lnTo>
                  <a:lnTo>
                    <a:pt x="560463" y="1278991"/>
                  </a:lnTo>
                  <a:lnTo>
                    <a:pt x="553847" y="1288440"/>
                  </a:lnTo>
                  <a:lnTo>
                    <a:pt x="526072" y="1329499"/>
                  </a:lnTo>
                  <a:lnTo>
                    <a:pt x="498957" y="1370990"/>
                  </a:lnTo>
                  <a:lnTo>
                    <a:pt x="472516" y="1412938"/>
                  </a:lnTo>
                  <a:lnTo>
                    <a:pt x="446735" y="1455305"/>
                  </a:lnTo>
                  <a:lnTo>
                    <a:pt x="421627" y="1498092"/>
                  </a:lnTo>
                  <a:lnTo>
                    <a:pt x="411187" y="1516545"/>
                  </a:lnTo>
                  <a:lnTo>
                    <a:pt x="395605" y="1538998"/>
                  </a:lnTo>
                  <a:lnTo>
                    <a:pt x="367677" y="1580426"/>
                  </a:lnTo>
                  <a:lnTo>
                    <a:pt x="340309" y="1622259"/>
                  </a:lnTo>
                  <a:lnTo>
                    <a:pt x="313512" y="1664487"/>
                  </a:lnTo>
                  <a:lnTo>
                    <a:pt x="287274" y="1707108"/>
                  </a:lnTo>
                  <a:lnTo>
                    <a:pt x="261632" y="1750098"/>
                  </a:lnTo>
                  <a:lnTo>
                    <a:pt x="236562" y="1793468"/>
                  </a:lnTo>
                  <a:lnTo>
                    <a:pt x="211797" y="1837766"/>
                  </a:lnTo>
                  <a:lnTo>
                    <a:pt x="188226" y="1881301"/>
                  </a:lnTo>
                  <a:lnTo>
                    <a:pt x="164947" y="1925764"/>
                  </a:lnTo>
                  <a:lnTo>
                    <a:pt x="142290" y="1970557"/>
                  </a:lnTo>
                  <a:lnTo>
                    <a:pt x="141579" y="1972017"/>
                  </a:lnTo>
                  <a:lnTo>
                    <a:pt x="120243" y="2015705"/>
                  </a:lnTo>
                  <a:lnTo>
                    <a:pt x="119799" y="2016658"/>
                  </a:lnTo>
                  <a:lnTo>
                    <a:pt x="98564" y="2061768"/>
                  </a:lnTo>
                  <a:lnTo>
                    <a:pt x="77901" y="2107311"/>
                  </a:lnTo>
                  <a:lnTo>
                    <a:pt x="57823" y="2153259"/>
                  </a:lnTo>
                  <a:lnTo>
                    <a:pt x="38887" y="2198332"/>
                  </a:lnTo>
                  <a:lnTo>
                    <a:pt x="115404" y="2229853"/>
                  </a:lnTo>
                  <a:lnTo>
                    <a:pt x="115239" y="2230450"/>
                  </a:lnTo>
                  <a:lnTo>
                    <a:pt x="102273" y="2278646"/>
                  </a:lnTo>
                  <a:lnTo>
                    <a:pt x="90043" y="2327071"/>
                  </a:lnTo>
                  <a:lnTo>
                    <a:pt x="78587" y="2375712"/>
                  </a:lnTo>
                  <a:lnTo>
                    <a:pt x="67881" y="2424544"/>
                  </a:lnTo>
                  <a:lnTo>
                    <a:pt x="57937" y="2473566"/>
                  </a:lnTo>
                  <a:lnTo>
                    <a:pt x="48768" y="2522766"/>
                  </a:lnTo>
                  <a:lnTo>
                    <a:pt x="40373" y="2572131"/>
                  </a:lnTo>
                  <a:lnTo>
                    <a:pt x="32766" y="2621648"/>
                  </a:lnTo>
                  <a:lnTo>
                    <a:pt x="25933" y="2671318"/>
                  </a:lnTo>
                  <a:lnTo>
                    <a:pt x="19888" y="2721114"/>
                  </a:lnTo>
                  <a:lnTo>
                    <a:pt x="14630" y="2771038"/>
                  </a:lnTo>
                  <a:lnTo>
                    <a:pt x="10185" y="2821063"/>
                  </a:lnTo>
                  <a:lnTo>
                    <a:pt x="6527" y="2871203"/>
                  </a:lnTo>
                  <a:lnTo>
                    <a:pt x="3670" y="2921431"/>
                  </a:lnTo>
                  <a:lnTo>
                    <a:pt x="1625" y="2971736"/>
                  </a:lnTo>
                  <a:lnTo>
                    <a:pt x="1574" y="2973921"/>
                  </a:lnTo>
                  <a:lnTo>
                    <a:pt x="406" y="3022104"/>
                  </a:lnTo>
                  <a:lnTo>
                    <a:pt x="393" y="3023158"/>
                  </a:lnTo>
                  <a:lnTo>
                    <a:pt x="0" y="3071355"/>
                  </a:lnTo>
                  <a:lnTo>
                    <a:pt x="1510144" y="3071355"/>
                  </a:lnTo>
                  <a:lnTo>
                    <a:pt x="1510322" y="3060217"/>
                  </a:lnTo>
                  <a:lnTo>
                    <a:pt x="3099447" y="3062236"/>
                  </a:lnTo>
                  <a:lnTo>
                    <a:pt x="3110890" y="3099244"/>
                  </a:lnTo>
                  <a:lnTo>
                    <a:pt x="3145459" y="3062300"/>
                  </a:lnTo>
                  <a:lnTo>
                    <a:pt x="3421748" y="3062643"/>
                  </a:lnTo>
                  <a:lnTo>
                    <a:pt x="3315030" y="2881033"/>
                  </a:lnTo>
                  <a:lnTo>
                    <a:pt x="4056926" y="2087994"/>
                  </a:lnTo>
                  <a:lnTo>
                    <a:pt x="4071150" y="2098052"/>
                  </a:lnTo>
                  <a:lnTo>
                    <a:pt x="4109796" y="2127212"/>
                  </a:lnTo>
                  <a:lnTo>
                    <a:pt x="4147566" y="2157590"/>
                  </a:lnTo>
                  <a:lnTo>
                    <a:pt x="4184421" y="2189149"/>
                  </a:lnTo>
                  <a:lnTo>
                    <a:pt x="4542193" y="1784235"/>
                  </a:lnTo>
                  <a:lnTo>
                    <a:pt x="4341050" y="1784273"/>
                  </a:lnTo>
                  <a:lnTo>
                    <a:pt x="4542193" y="1784235"/>
                  </a:lnTo>
                  <a:lnTo>
                    <a:pt x="5369712" y="847636"/>
                  </a:lnTo>
                  <a:close/>
                </a:path>
              </a:pathLst>
            </a:custGeom>
            <a:solidFill>
              <a:srgbClr val="E2EC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020929" y="3755529"/>
              <a:ext cx="3089910" cy="4493895"/>
            </a:xfrm>
            <a:custGeom>
              <a:avLst/>
              <a:gdLst/>
              <a:ahLst/>
              <a:cxnLst/>
              <a:rect l="l" t="t" r="r" b="b"/>
              <a:pathLst>
                <a:path w="3089909" h="4493895">
                  <a:moveTo>
                    <a:pt x="3089783" y="2335961"/>
                  </a:moveTo>
                  <a:lnTo>
                    <a:pt x="3089313" y="2285276"/>
                  </a:lnTo>
                  <a:lnTo>
                    <a:pt x="3088043" y="2235581"/>
                  </a:lnTo>
                  <a:lnTo>
                    <a:pt x="3085973" y="2185936"/>
                  </a:lnTo>
                  <a:lnTo>
                    <a:pt x="3083102" y="2136330"/>
                  </a:lnTo>
                  <a:lnTo>
                    <a:pt x="3079445" y="2086800"/>
                  </a:lnTo>
                  <a:lnTo>
                    <a:pt x="3075000" y="2037321"/>
                  </a:lnTo>
                  <a:lnTo>
                    <a:pt x="3069780" y="1987931"/>
                  </a:lnTo>
                  <a:lnTo>
                    <a:pt x="3063773" y="1938629"/>
                  </a:lnTo>
                  <a:lnTo>
                    <a:pt x="3056991" y="1889429"/>
                  </a:lnTo>
                  <a:lnTo>
                    <a:pt x="3049435" y="1840344"/>
                  </a:lnTo>
                  <a:lnTo>
                    <a:pt x="3041116" y="1791373"/>
                  </a:lnTo>
                  <a:lnTo>
                    <a:pt x="3032036" y="1742528"/>
                  </a:lnTo>
                  <a:lnTo>
                    <a:pt x="3022193" y="1693824"/>
                  </a:lnTo>
                  <a:lnTo>
                    <a:pt x="3011601" y="1645272"/>
                  </a:lnTo>
                  <a:lnTo>
                    <a:pt x="3011424" y="1644548"/>
                  </a:lnTo>
                  <a:lnTo>
                    <a:pt x="3052749" y="1493050"/>
                  </a:lnTo>
                  <a:lnTo>
                    <a:pt x="2978721" y="1513243"/>
                  </a:lnTo>
                  <a:lnTo>
                    <a:pt x="2975356" y="1500606"/>
                  </a:lnTo>
                  <a:lnTo>
                    <a:pt x="2961792" y="1452753"/>
                  </a:lnTo>
                  <a:lnTo>
                    <a:pt x="2947492" y="1405089"/>
                  </a:lnTo>
                  <a:lnTo>
                    <a:pt x="2932468" y="1357642"/>
                  </a:lnTo>
                  <a:lnTo>
                    <a:pt x="2916732" y="1310411"/>
                  </a:lnTo>
                  <a:lnTo>
                    <a:pt x="2900261" y="1263421"/>
                  </a:lnTo>
                  <a:lnTo>
                    <a:pt x="2883077" y="1216660"/>
                  </a:lnTo>
                  <a:lnTo>
                    <a:pt x="2865196" y="1170139"/>
                  </a:lnTo>
                  <a:lnTo>
                    <a:pt x="2846590" y="1123886"/>
                  </a:lnTo>
                  <a:lnTo>
                    <a:pt x="2827299" y="1077912"/>
                  </a:lnTo>
                  <a:lnTo>
                    <a:pt x="2807297" y="1032205"/>
                  </a:lnTo>
                  <a:lnTo>
                    <a:pt x="2786608" y="986790"/>
                  </a:lnTo>
                  <a:lnTo>
                    <a:pt x="2765234" y="941666"/>
                  </a:lnTo>
                  <a:lnTo>
                    <a:pt x="2743047" y="896632"/>
                  </a:lnTo>
                  <a:lnTo>
                    <a:pt x="2720416" y="852373"/>
                  </a:lnTo>
                  <a:lnTo>
                    <a:pt x="2696997" y="808215"/>
                  </a:lnTo>
                  <a:lnTo>
                    <a:pt x="2672905" y="764387"/>
                  </a:lnTo>
                  <a:lnTo>
                    <a:pt x="2648140" y="720915"/>
                  </a:lnTo>
                  <a:lnTo>
                    <a:pt x="2622715" y="677799"/>
                  </a:lnTo>
                  <a:lnTo>
                    <a:pt x="2596629" y="635063"/>
                  </a:lnTo>
                  <a:lnTo>
                    <a:pt x="2569883" y="592696"/>
                  </a:lnTo>
                  <a:lnTo>
                    <a:pt x="2542502" y="550710"/>
                  </a:lnTo>
                  <a:lnTo>
                    <a:pt x="2514460" y="509130"/>
                  </a:lnTo>
                  <a:lnTo>
                    <a:pt x="2485783" y="467956"/>
                  </a:lnTo>
                  <a:lnTo>
                    <a:pt x="2456459" y="427202"/>
                  </a:lnTo>
                  <a:lnTo>
                    <a:pt x="2426500" y="386880"/>
                  </a:lnTo>
                  <a:lnTo>
                    <a:pt x="2395918" y="346989"/>
                  </a:lnTo>
                  <a:lnTo>
                    <a:pt x="2364714" y="307543"/>
                  </a:lnTo>
                  <a:lnTo>
                    <a:pt x="2332888" y="268566"/>
                  </a:lnTo>
                  <a:lnTo>
                    <a:pt x="2300440" y="230047"/>
                  </a:lnTo>
                  <a:lnTo>
                    <a:pt x="2267381" y="192011"/>
                  </a:lnTo>
                  <a:lnTo>
                    <a:pt x="2233714" y="154470"/>
                  </a:lnTo>
                  <a:lnTo>
                    <a:pt x="2199449" y="117424"/>
                  </a:lnTo>
                  <a:lnTo>
                    <a:pt x="2179104" y="96113"/>
                  </a:lnTo>
                  <a:lnTo>
                    <a:pt x="2152091" y="0"/>
                  </a:lnTo>
                  <a:lnTo>
                    <a:pt x="1606448" y="569277"/>
                  </a:lnTo>
                  <a:lnTo>
                    <a:pt x="1015022" y="1160703"/>
                  </a:lnTo>
                  <a:lnTo>
                    <a:pt x="1027353" y="1173441"/>
                  </a:lnTo>
                  <a:lnTo>
                    <a:pt x="0" y="2245283"/>
                  </a:lnTo>
                  <a:lnTo>
                    <a:pt x="153644" y="2283714"/>
                  </a:lnTo>
                  <a:lnTo>
                    <a:pt x="52222" y="2311374"/>
                  </a:lnTo>
                  <a:lnTo>
                    <a:pt x="1065745" y="3324910"/>
                  </a:lnTo>
                  <a:lnTo>
                    <a:pt x="1052220" y="3338919"/>
                  </a:lnTo>
                  <a:lnTo>
                    <a:pt x="2206815" y="4493514"/>
                  </a:lnTo>
                  <a:lnTo>
                    <a:pt x="2220468" y="4479633"/>
                  </a:lnTo>
                  <a:lnTo>
                    <a:pt x="2234425" y="4493577"/>
                  </a:lnTo>
                  <a:lnTo>
                    <a:pt x="2245080" y="4454474"/>
                  </a:lnTo>
                  <a:lnTo>
                    <a:pt x="2276017" y="4421911"/>
                  </a:lnTo>
                  <a:lnTo>
                    <a:pt x="2309660" y="4385272"/>
                  </a:lnTo>
                  <a:lnTo>
                    <a:pt x="2342654" y="4348099"/>
                  </a:lnTo>
                  <a:lnTo>
                    <a:pt x="2374989" y="4310392"/>
                  </a:lnTo>
                  <a:lnTo>
                    <a:pt x="2406675" y="4272165"/>
                  </a:lnTo>
                  <a:lnTo>
                    <a:pt x="2437688" y="4233443"/>
                  </a:lnTo>
                  <a:lnTo>
                    <a:pt x="2468054" y="4194213"/>
                  </a:lnTo>
                  <a:lnTo>
                    <a:pt x="2497734" y="4154487"/>
                  </a:lnTo>
                  <a:lnTo>
                    <a:pt x="2526754" y="4114292"/>
                  </a:lnTo>
                  <a:lnTo>
                    <a:pt x="2555100" y="4073626"/>
                  </a:lnTo>
                  <a:lnTo>
                    <a:pt x="2582761" y="4032504"/>
                  </a:lnTo>
                  <a:lnTo>
                    <a:pt x="2609723" y="3990937"/>
                  </a:lnTo>
                  <a:lnTo>
                    <a:pt x="2636012" y="3948938"/>
                  </a:lnTo>
                  <a:lnTo>
                    <a:pt x="2661602" y="3906507"/>
                  </a:lnTo>
                  <a:lnTo>
                    <a:pt x="2686494" y="3863670"/>
                  </a:lnTo>
                  <a:lnTo>
                    <a:pt x="2710688" y="3820426"/>
                  </a:lnTo>
                  <a:lnTo>
                    <a:pt x="2734170" y="3776776"/>
                  </a:lnTo>
                  <a:lnTo>
                    <a:pt x="2756954" y="3732758"/>
                  </a:lnTo>
                  <a:lnTo>
                    <a:pt x="2779014" y="3688359"/>
                  </a:lnTo>
                  <a:lnTo>
                    <a:pt x="2800350" y="3643592"/>
                  </a:lnTo>
                  <a:lnTo>
                    <a:pt x="2820974" y="3598481"/>
                  </a:lnTo>
                  <a:lnTo>
                    <a:pt x="2840863" y="3553028"/>
                  </a:lnTo>
                  <a:lnTo>
                    <a:pt x="2860027" y="3507244"/>
                  </a:lnTo>
                  <a:lnTo>
                    <a:pt x="2878455" y="3461131"/>
                  </a:lnTo>
                  <a:lnTo>
                    <a:pt x="2896146" y="3414712"/>
                  </a:lnTo>
                  <a:lnTo>
                    <a:pt x="2913088" y="3367989"/>
                  </a:lnTo>
                  <a:lnTo>
                    <a:pt x="2929280" y="3320986"/>
                  </a:lnTo>
                  <a:lnTo>
                    <a:pt x="2944723" y="3273691"/>
                  </a:lnTo>
                  <a:lnTo>
                    <a:pt x="2959417" y="3226143"/>
                  </a:lnTo>
                  <a:lnTo>
                    <a:pt x="2973336" y="3178314"/>
                  </a:lnTo>
                  <a:lnTo>
                    <a:pt x="2986506" y="3130258"/>
                  </a:lnTo>
                  <a:lnTo>
                    <a:pt x="2998901" y="3081947"/>
                  </a:lnTo>
                  <a:lnTo>
                    <a:pt x="3010522" y="3033420"/>
                  </a:lnTo>
                  <a:lnTo>
                    <a:pt x="3021368" y="2984677"/>
                  </a:lnTo>
                  <a:lnTo>
                    <a:pt x="3031439" y="2935719"/>
                  </a:lnTo>
                  <a:lnTo>
                    <a:pt x="3040710" y="2886570"/>
                  </a:lnTo>
                  <a:lnTo>
                    <a:pt x="3049206" y="2837243"/>
                  </a:lnTo>
                  <a:lnTo>
                    <a:pt x="3056902" y="2787726"/>
                  </a:lnTo>
                  <a:lnTo>
                    <a:pt x="3063798" y="2738056"/>
                  </a:lnTo>
                  <a:lnTo>
                    <a:pt x="3069894" y="2688221"/>
                  </a:lnTo>
                  <a:lnTo>
                    <a:pt x="3075190" y="2638247"/>
                  </a:lnTo>
                  <a:lnTo>
                    <a:pt x="3079673" y="2588145"/>
                  </a:lnTo>
                  <a:lnTo>
                    <a:pt x="3083344" y="2537904"/>
                  </a:lnTo>
                  <a:lnTo>
                    <a:pt x="3086189" y="2487561"/>
                  </a:lnTo>
                  <a:lnTo>
                    <a:pt x="3088208" y="2437117"/>
                  </a:lnTo>
                  <a:lnTo>
                    <a:pt x="3089414" y="2386584"/>
                  </a:lnTo>
                  <a:lnTo>
                    <a:pt x="3089783" y="2335961"/>
                  </a:lnTo>
                  <a:close/>
                </a:path>
              </a:pathLst>
            </a:custGeom>
            <a:solidFill>
              <a:srgbClr val="CFE8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69429" y="2900885"/>
              <a:ext cx="6297295" cy="6297295"/>
            </a:xfrm>
            <a:custGeom>
              <a:avLst/>
              <a:gdLst/>
              <a:ahLst/>
              <a:cxnLst/>
              <a:rect l="l" t="t" r="r" b="b"/>
              <a:pathLst>
                <a:path w="6297295" h="6297295">
                  <a:moveTo>
                    <a:pt x="6297050" y="327402"/>
                  </a:moveTo>
                  <a:lnTo>
                    <a:pt x="6265524" y="0"/>
                  </a:lnTo>
                  <a:lnTo>
                    <a:pt x="6297050" y="0"/>
                  </a:lnTo>
                  <a:lnTo>
                    <a:pt x="6297050" y="327402"/>
                  </a:lnTo>
                  <a:close/>
                </a:path>
                <a:path w="6297295" h="6297295">
                  <a:moveTo>
                    <a:pt x="5964971" y="6297050"/>
                  </a:moveTo>
                  <a:lnTo>
                    <a:pt x="6297050" y="6265074"/>
                  </a:lnTo>
                  <a:lnTo>
                    <a:pt x="6297050" y="6297050"/>
                  </a:lnTo>
                  <a:lnTo>
                    <a:pt x="5964971" y="6297050"/>
                  </a:lnTo>
                  <a:close/>
                </a:path>
                <a:path w="6297295" h="6297295">
                  <a:moveTo>
                    <a:pt x="0" y="31519"/>
                  </a:moveTo>
                  <a:lnTo>
                    <a:pt x="0" y="0"/>
                  </a:lnTo>
                  <a:lnTo>
                    <a:pt x="327346" y="0"/>
                  </a:lnTo>
                  <a:lnTo>
                    <a:pt x="0" y="31519"/>
                  </a:lnTo>
                  <a:close/>
                </a:path>
                <a:path w="6297295" h="6297295">
                  <a:moveTo>
                    <a:pt x="0" y="6297050"/>
                  </a:moveTo>
                  <a:lnTo>
                    <a:pt x="0" y="5965027"/>
                  </a:lnTo>
                  <a:lnTo>
                    <a:pt x="31970" y="6297050"/>
                  </a:lnTo>
                  <a:lnTo>
                    <a:pt x="0" y="6297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57999" y="2889454"/>
              <a:ext cx="6320155" cy="6320155"/>
            </a:xfrm>
            <a:custGeom>
              <a:avLst/>
              <a:gdLst/>
              <a:ahLst/>
              <a:cxnLst/>
              <a:rect l="l" t="t" r="r" b="b"/>
              <a:pathLst>
                <a:path w="6320155" h="6320155">
                  <a:moveTo>
                    <a:pt x="0" y="0"/>
                  </a:moveTo>
                  <a:lnTo>
                    <a:pt x="0" y="6319836"/>
                  </a:lnTo>
                  <a:lnTo>
                    <a:pt x="6319836" y="6319836"/>
                  </a:lnTo>
                  <a:lnTo>
                    <a:pt x="6319836" y="0"/>
                  </a:lnTo>
                  <a:lnTo>
                    <a:pt x="0" y="0"/>
                  </a:lnTo>
                </a:path>
              </a:pathLst>
            </a:custGeom>
            <a:ln w="1904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57905" y="6274657"/>
              <a:ext cx="2896870" cy="2874645"/>
            </a:xfrm>
            <a:custGeom>
              <a:avLst/>
              <a:gdLst/>
              <a:ahLst/>
              <a:cxnLst/>
              <a:rect l="l" t="t" r="r" b="b"/>
              <a:pathLst>
                <a:path w="2896870" h="2874645">
                  <a:moveTo>
                    <a:pt x="2896801" y="0"/>
                  </a:moveTo>
                  <a:lnTo>
                    <a:pt x="0" y="287431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98203" y="2889482"/>
              <a:ext cx="2856865" cy="2889885"/>
            </a:xfrm>
            <a:custGeom>
              <a:avLst/>
              <a:gdLst/>
              <a:ahLst/>
              <a:cxnLst/>
              <a:rect l="l" t="t" r="r" b="b"/>
              <a:pathLst>
                <a:path w="2856865" h="2889885">
                  <a:moveTo>
                    <a:pt x="0" y="0"/>
                  </a:moveTo>
                  <a:lnTo>
                    <a:pt x="2856585" y="2889812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24328" y="2568686"/>
              <a:ext cx="6962774" cy="69627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16977" y="5042285"/>
              <a:ext cx="1971674" cy="197167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964869" y="6030359"/>
              <a:ext cx="3686810" cy="0"/>
            </a:xfrm>
            <a:custGeom>
              <a:avLst/>
              <a:gdLst/>
              <a:ahLst/>
              <a:cxnLst/>
              <a:rect l="l" t="t" r="r" b="b"/>
              <a:pathLst>
                <a:path w="3686809">
                  <a:moveTo>
                    <a:pt x="0" y="0"/>
                  </a:moveTo>
                  <a:lnTo>
                    <a:pt x="3686341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60094" y="5954159"/>
              <a:ext cx="114299" cy="15239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253864" y="3681509"/>
              <a:ext cx="1947545" cy="2047875"/>
            </a:xfrm>
            <a:custGeom>
              <a:avLst/>
              <a:gdLst/>
              <a:ahLst/>
              <a:cxnLst/>
              <a:rect l="l" t="t" r="r" b="b"/>
              <a:pathLst>
                <a:path w="1947544" h="2047875">
                  <a:moveTo>
                    <a:pt x="0" y="2047689"/>
                  </a:moveTo>
                  <a:lnTo>
                    <a:pt x="1947015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3253855" y="6274667"/>
              <a:ext cx="2075180" cy="2075180"/>
            </a:xfrm>
            <a:custGeom>
              <a:avLst/>
              <a:gdLst/>
              <a:ahLst/>
              <a:cxnLst/>
              <a:rect l="l" t="t" r="r" b="b"/>
              <a:pathLst>
                <a:path w="2075180" h="2075179">
                  <a:moveTo>
                    <a:pt x="0" y="0"/>
                  </a:moveTo>
                  <a:lnTo>
                    <a:pt x="2075168" y="2075168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48717" y="5575704"/>
              <a:ext cx="695324" cy="69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115771" y="6851665"/>
              <a:ext cx="714374" cy="71437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886862" y="4627471"/>
              <a:ext cx="753538" cy="78440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44838" y="6833047"/>
              <a:ext cx="771524" cy="77152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92163" y="5849389"/>
              <a:ext cx="828674" cy="82867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44838" y="4440641"/>
              <a:ext cx="828674" cy="82867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4651249" y="7229922"/>
            <a:ext cx="1045210" cy="615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935" marR="5080" indent="-102870">
              <a:lnSpc>
                <a:spcPct val="113999"/>
              </a:lnSpc>
              <a:spcBef>
                <a:spcPts val="100"/>
              </a:spcBef>
            </a:pPr>
            <a:r>
              <a:rPr sz="17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Complete courses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083481" y="6387276"/>
            <a:ext cx="1607185" cy="615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670" marR="5080" indent="-268605">
              <a:lnSpc>
                <a:spcPct val="113999"/>
              </a:lnSpc>
              <a:spcBef>
                <a:spcPts val="100"/>
              </a:spcBef>
            </a:pPr>
            <a:r>
              <a:rPr sz="1700" dirty="0">
                <a:solidFill>
                  <a:srgbClr val="377272"/>
                </a:solidFill>
                <a:latin typeface="Lucida Sans Unicode"/>
                <a:cs typeface="Lucida Sans Unicode"/>
              </a:rPr>
              <a:t>Improve</a:t>
            </a:r>
            <a:r>
              <a:rPr sz="17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career prospects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206489" y="6313890"/>
            <a:ext cx="16338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377272"/>
                </a:solidFill>
                <a:latin typeface="Lucida Sans Unicode"/>
                <a:cs typeface="Lucida Sans Unicode"/>
              </a:rPr>
              <a:t>Low</a:t>
            </a:r>
            <a:r>
              <a:rPr sz="17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motivation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536499" y="6910492"/>
            <a:ext cx="1316355" cy="615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marR="5080" indent="-1270">
              <a:lnSpc>
                <a:spcPct val="113999"/>
              </a:lnSpc>
              <a:spcBef>
                <a:spcPts val="100"/>
              </a:spcBef>
            </a:pPr>
            <a:r>
              <a:rPr sz="17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Inconsistent </a:t>
            </a:r>
            <a:r>
              <a:rPr sz="1700" dirty="0">
                <a:solidFill>
                  <a:srgbClr val="377272"/>
                </a:solidFill>
                <a:latin typeface="Lucida Sans Unicode"/>
                <a:cs typeface="Lucida Sans Unicode"/>
              </a:rPr>
              <a:t>study</a:t>
            </a:r>
            <a:r>
              <a:rPr sz="1700" spc="-3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habits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768261" y="7229922"/>
            <a:ext cx="1842135" cy="1430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389890" indent="20955">
              <a:lnSpc>
                <a:spcPct val="113999"/>
              </a:lnSpc>
              <a:spcBef>
                <a:spcPts val="100"/>
              </a:spcBef>
            </a:pPr>
            <a:r>
              <a:rPr sz="1700" dirty="0">
                <a:solidFill>
                  <a:srgbClr val="377272"/>
                </a:solidFill>
                <a:latin typeface="Lucida Sans Unicode"/>
                <a:cs typeface="Lucida Sans Unicode"/>
              </a:rPr>
              <a:t>No</a:t>
            </a:r>
            <a:r>
              <a:rPr sz="17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practice </a:t>
            </a:r>
            <a:r>
              <a:rPr sz="1700" dirty="0">
                <a:solidFill>
                  <a:srgbClr val="377272"/>
                </a:solidFill>
                <a:latin typeface="Lucida Sans Unicode"/>
                <a:cs typeface="Lucida Sans Unicode"/>
              </a:rPr>
              <a:t>after</a:t>
            </a:r>
            <a:r>
              <a:rPr sz="1700" spc="-3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theory</a:t>
            </a:r>
            <a:endParaRPr sz="1700">
              <a:latin typeface="Lucida Sans Unicode"/>
              <a:cs typeface="Lucida Sans Unicode"/>
            </a:endParaRPr>
          </a:p>
          <a:p>
            <a:pPr marL="12700" marR="5080" indent="3175">
              <a:lnSpc>
                <a:spcPct val="113999"/>
              </a:lnSpc>
              <a:spcBef>
                <a:spcPts val="1755"/>
              </a:spcBef>
            </a:pPr>
            <a:r>
              <a:rPr sz="1700" dirty="0">
                <a:solidFill>
                  <a:srgbClr val="377272"/>
                </a:solidFill>
                <a:latin typeface="Lucida Sans Unicode"/>
                <a:cs typeface="Lucida Sans Unicode"/>
              </a:rPr>
              <a:t>Content</a:t>
            </a:r>
            <a:r>
              <a:rPr sz="17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377272"/>
                </a:solidFill>
                <a:latin typeface="Lucida Sans Unicode"/>
                <a:cs typeface="Lucida Sans Unicode"/>
              </a:rPr>
              <a:t>feels</a:t>
            </a:r>
            <a:r>
              <a:rPr sz="17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7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too </a:t>
            </a:r>
            <a:r>
              <a:rPr sz="1700" dirty="0">
                <a:solidFill>
                  <a:srgbClr val="377272"/>
                </a:solidFill>
                <a:latin typeface="Lucida Sans Unicode"/>
                <a:cs typeface="Lucida Sans Unicode"/>
              </a:rPr>
              <a:t>hard</a:t>
            </a:r>
            <a:r>
              <a:rPr sz="1700" spc="-13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377272"/>
                </a:solidFill>
                <a:latin typeface="Lucida Sans Unicode"/>
                <a:cs typeface="Lucida Sans Unicode"/>
              </a:rPr>
              <a:t>or</a:t>
            </a:r>
            <a:r>
              <a:rPr sz="1700" spc="-13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irrelevant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929744" y="7744620"/>
            <a:ext cx="1553845" cy="615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830" marR="5080" indent="-151765">
              <a:lnSpc>
                <a:spcPct val="113999"/>
              </a:lnSpc>
              <a:spcBef>
                <a:spcPts val="100"/>
              </a:spcBef>
            </a:pPr>
            <a:r>
              <a:rPr sz="17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17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7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alone </a:t>
            </a:r>
            <a:r>
              <a:rPr sz="1700" dirty="0">
                <a:solidFill>
                  <a:srgbClr val="377272"/>
                </a:solidFill>
                <a:latin typeface="Lucida Sans Unicode"/>
                <a:cs typeface="Lucida Sans Unicode"/>
              </a:rPr>
              <a:t>feels</a:t>
            </a:r>
            <a:r>
              <a:rPr sz="17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boring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860474" y="3171702"/>
            <a:ext cx="17278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Consistency</a:t>
            </a:r>
            <a:r>
              <a:rPr sz="1900" spc="-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35" dirty="0">
                <a:solidFill>
                  <a:srgbClr val="377272"/>
                </a:solidFill>
                <a:latin typeface="Lucida Sans Unicode"/>
                <a:cs typeface="Lucida Sans Unicode"/>
              </a:rPr>
              <a:t>in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3515545" y="3607236"/>
            <a:ext cx="1365250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255" marR="5080" indent="-250190">
              <a:lnSpc>
                <a:spcPct val="115100"/>
              </a:lnSpc>
              <a:spcBef>
                <a:spcPts val="100"/>
              </a:spcBef>
            </a:pP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Confidence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in</a:t>
            </a:r>
            <a:r>
              <a:rPr sz="1900" spc="-13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skills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757410" y="3505077"/>
            <a:ext cx="2450465" cy="79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606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Faster</a:t>
            </a:r>
            <a:r>
              <a:rPr sz="19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progress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613111" y="4410193"/>
            <a:ext cx="3300095" cy="1450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851025" algn="l"/>
              </a:tabLst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Career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growth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	</a:t>
            </a:r>
            <a:r>
              <a:rPr sz="2550" baseline="-32679" dirty="0">
                <a:solidFill>
                  <a:srgbClr val="377272"/>
                </a:solidFill>
                <a:latin typeface="Lucida Sans Unicode"/>
                <a:cs typeface="Lucida Sans Unicode"/>
              </a:rPr>
              <a:t>Learn</a:t>
            </a:r>
            <a:r>
              <a:rPr sz="2550" spc="-97" baseline="-32679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550" spc="-37" baseline="-32679" dirty="0">
                <a:solidFill>
                  <a:srgbClr val="377272"/>
                </a:solidFill>
                <a:latin typeface="Lucida Sans Unicode"/>
                <a:cs typeface="Lucida Sans Unicode"/>
              </a:rPr>
              <a:t>new</a:t>
            </a:r>
            <a:endParaRPr sz="2550" baseline="-32679">
              <a:latin typeface="Lucida Sans Unicode"/>
              <a:cs typeface="Lucida Sans Unicode"/>
            </a:endParaRPr>
          </a:p>
          <a:p>
            <a:pPr marL="2132330">
              <a:lnSpc>
                <a:spcPct val="100000"/>
              </a:lnSpc>
              <a:spcBef>
                <a:spcPts val="1235"/>
              </a:spcBef>
            </a:pPr>
            <a:r>
              <a:rPr sz="17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skills</a:t>
            </a:r>
            <a:endParaRPr sz="1700">
              <a:latin typeface="Lucida Sans Unicode"/>
              <a:cs typeface="Lucida Sans Unicode"/>
            </a:endParaRPr>
          </a:p>
          <a:p>
            <a:pPr marL="2169160" marR="30480" indent="314960">
              <a:lnSpc>
                <a:spcPct val="113999"/>
              </a:lnSpc>
              <a:spcBef>
                <a:spcPts val="1010"/>
              </a:spcBef>
            </a:pPr>
            <a:r>
              <a:rPr sz="1700" spc="35" dirty="0">
                <a:solidFill>
                  <a:srgbClr val="377272"/>
                </a:solidFill>
                <a:latin typeface="Lucida Sans Unicode"/>
                <a:cs typeface="Lucida Sans Unicode"/>
              </a:rPr>
              <a:t>Stay </a:t>
            </a:r>
            <a:r>
              <a:rPr sz="17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consistent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476761" y="4658738"/>
            <a:ext cx="1297305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8750">
              <a:lnSpc>
                <a:spcPct val="115100"/>
              </a:lnSpc>
              <a:spcBef>
                <a:spcPts val="100"/>
              </a:spcBef>
            </a:pP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Support from</a:t>
            </a:r>
            <a:r>
              <a:rPr sz="1900" spc="-13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peers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523151" y="8356151"/>
            <a:ext cx="2874645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5080" indent="-379095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Automatic</a:t>
            </a:r>
            <a:r>
              <a:rPr sz="1900" spc="-12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habit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tracking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(no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manual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effort)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205757" y="6634886"/>
            <a:ext cx="2479675" cy="116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marR="5080" indent="-172720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Adaptive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difficulty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to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reduce</a:t>
            </a:r>
            <a:r>
              <a:rPr sz="19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frustration</a:t>
            </a:r>
            <a:endParaRPr sz="1900">
              <a:latin typeface="Lucida Sans Unicode"/>
              <a:cs typeface="Lucida Sans Unicode"/>
            </a:endParaRPr>
          </a:p>
          <a:p>
            <a:pPr marL="500380">
              <a:lnSpc>
                <a:spcPct val="100000"/>
              </a:lnSpc>
              <a:spcBef>
                <a:spcPts val="1445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Peer</a:t>
            </a:r>
            <a:r>
              <a:rPr sz="19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support</a:t>
            </a:r>
            <a:r>
              <a:rPr sz="19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to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594894" y="7818586"/>
            <a:ext cx="205422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reduce</a:t>
            </a:r>
            <a:r>
              <a:rPr sz="19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loneliness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384643" y="7722646"/>
            <a:ext cx="151892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Incentives</a:t>
            </a:r>
            <a:r>
              <a:rPr sz="1900" spc="3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to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967924" y="8056021"/>
            <a:ext cx="23526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maintain</a:t>
            </a:r>
            <a:r>
              <a:rPr sz="19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motivation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386724" y="3032599"/>
            <a:ext cx="25082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Personalized</a:t>
            </a:r>
            <a:r>
              <a:rPr sz="1900" spc="-14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040823" y="3365974"/>
            <a:ext cx="12001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schedules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294712" y="4969773"/>
            <a:ext cx="2414270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4025" marR="5080" indent="-441959">
              <a:lnSpc>
                <a:spcPct val="115100"/>
              </a:lnSpc>
              <a:spcBef>
                <a:spcPts val="100"/>
              </a:spcBef>
            </a:pPr>
            <a:r>
              <a:rPr sz="1900" spc="-125" dirty="0">
                <a:solidFill>
                  <a:srgbClr val="377272"/>
                </a:solidFill>
                <a:latin typeface="Lucida Sans Unicode"/>
                <a:cs typeface="Lucida Sans Unicode"/>
              </a:rPr>
              <a:t>High-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accuracy</a:t>
            </a:r>
            <a:r>
              <a:rPr sz="1900" spc="15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study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hour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insights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297396" y="4076818"/>
            <a:ext cx="228409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Peer</a:t>
            </a:r>
            <a:r>
              <a:rPr sz="1900" spc="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accountability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323988" y="3675219"/>
            <a:ext cx="141414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Rewards</a:t>
            </a:r>
            <a:r>
              <a:rPr sz="1900" spc="-14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for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321160" y="4008594"/>
            <a:ext cx="14198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consistency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958029" y="4991052"/>
            <a:ext cx="1722120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975" marR="5080" indent="-422909">
              <a:lnSpc>
                <a:spcPct val="115100"/>
              </a:lnSpc>
              <a:spcBef>
                <a:spcPts val="100"/>
              </a:spcBef>
            </a:pPr>
            <a:r>
              <a:rPr sz="19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Assignments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&amp;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quizzes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684238" y="6647325"/>
            <a:ext cx="1915160" cy="1464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Peer</a:t>
            </a:r>
            <a:r>
              <a:rPr sz="1900" spc="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networking</a:t>
            </a:r>
            <a:endParaRPr sz="19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900">
              <a:latin typeface="Lucida Sans Unicode"/>
              <a:cs typeface="Lucida Sans Unicode"/>
            </a:endParaRPr>
          </a:p>
          <a:p>
            <a:pPr marL="280670" marR="900430" indent="-281305">
              <a:lnSpc>
                <a:spcPct val="115100"/>
              </a:lnSpc>
            </a:pP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app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657249" y="4002540"/>
            <a:ext cx="1033144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" marR="5080" indent="-37465">
              <a:lnSpc>
                <a:spcPct val="115100"/>
              </a:lnSpc>
              <a:spcBef>
                <a:spcPts val="100"/>
              </a:spcBef>
            </a:pP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Progress tracking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57" name="object 57"/>
          <p:cNvSpPr txBox="1"/>
          <p:nvPr/>
        </p:nvSpPr>
        <p:spPr>
          <a:xfrm rot="3600000">
            <a:off x="15951389" y="4249155"/>
            <a:ext cx="526834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0"/>
              </a:lnSpc>
            </a:pPr>
            <a:r>
              <a:rPr sz="3350" b="1" i="1" spc="-70" dirty="0">
                <a:solidFill>
                  <a:srgbClr val="007D89"/>
                </a:solidFill>
                <a:latin typeface="Arial"/>
                <a:cs typeface="Arial"/>
              </a:rPr>
              <a:t>C</a:t>
            </a:r>
            <a:endParaRPr sz="33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 rot="3900000">
            <a:off x="16088180" y="4499768"/>
            <a:ext cx="508743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0"/>
              </a:lnSpc>
            </a:pPr>
            <a:r>
              <a:rPr sz="3350" b="1" i="1" spc="-50" dirty="0">
                <a:solidFill>
                  <a:srgbClr val="007D89"/>
                </a:solidFill>
                <a:latin typeface="Arial"/>
                <a:cs typeface="Arial"/>
              </a:rPr>
              <a:t>u</a:t>
            </a:r>
            <a:endParaRPr sz="33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 rot="4140000">
            <a:off x="16191089" y="4720444"/>
            <a:ext cx="483383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45"/>
              </a:lnSpc>
            </a:pPr>
            <a:r>
              <a:rPr sz="3350" b="1" i="1" spc="-170" dirty="0">
                <a:solidFill>
                  <a:srgbClr val="007D89"/>
                </a:solidFill>
                <a:latin typeface="Arial"/>
                <a:cs typeface="Arial"/>
              </a:rPr>
              <a:t>s</a:t>
            </a:r>
            <a:endParaRPr sz="33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 rot="4380000">
            <a:off x="16260793" y="4904554"/>
            <a:ext cx="467092" cy="4260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3350" b="1" i="1" spc="250" dirty="0">
                <a:solidFill>
                  <a:srgbClr val="007D89"/>
                </a:solidFill>
                <a:latin typeface="Arial"/>
                <a:cs typeface="Arial"/>
              </a:rPr>
              <a:t>t</a:t>
            </a:r>
            <a:endParaRPr sz="33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 rot="4620000">
            <a:off x="16295504" y="5120007"/>
            <a:ext cx="509085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0"/>
              </a:lnSpc>
            </a:pPr>
            <a:r>
              <a:rPr sz="3350" b="1" i="1" spc="10" dirty="0">
                <a:solidFill>
                  <a:srgbClr val="007D89"/>
                </a:solidFill>
                <a:latin typeface="Arial"/>
                <a:cs typeface="Arial"/>
              </a:rPr>
              <a:t>o</a:t>
            </a:r>
            <a:endParaRPr sz="33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 rot="4980000">
            <a:off x="16309397" y="5446886"/>
            <a:ext cx="590249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45"/>
              </a:lnSpc>
            </a:pPr>
            <a:r>
              <a:rPr sz="3350" b="1" i="1" spc="95" dirty="0">
                <a:solidFill>
                  <a:srgbClr val="007D89"/>
                </a:solidFill>
                <a:latin typeface="Arial"/>
                <a:cs typeface="Arial"/>
              </a:rPr>
              <a:t>m</a:t>
            </a:r>
            <a:endParaRPr sz="33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6358007" y="5838825"/>
            <a:ext cx="612775" cy="283845"/>
          </a:xfrm>
          <a:prstGeom prst="rect">
            <a:avLst/>
          </a:prstGeom>
        </p:spPr>
        <p:txBody>
          <a:bodyPr vert="vert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3350" b="1" i="1" spc="60" dirty="0">
                <a:solidFill>
                  <a:srgbClr val="007D89"/>
                </a:solidFill>
                <a:latin typeface="Arial"/>
                <a:cs typeface="Arial"/>
              </a:rPr>
              <a:t>e</a:t>
            </a:r>
            <a:endParaRPr sz="33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 rot="5580000">
            <a:off x="16386997" y="5982313"/>
            <a:ext cx="467092" cy="426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60"/>
              </a:lnSpc>
            </a:pPr>
            <a:r>
              <a:rPr sz="3350" b="1" i="1" spc="65" dirty="0">
                <a:solidFill>
                  <a:srgbClr val="007D89"/>
                </a:solidFill>
                <a:latin typeface="Arial"/>
                <a:cs typeface="Arial"/>
              </a:rPr>
              <a:t>r</a:t>
            </a:r>
            <a:endParaRPr sz="33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 rot="5940000">
            <a:off x="16311591" y="6329388"/>
            <a:ext cx="538869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45"/>
              </a:lnSpc>
            </a:pPr>
            <a:r>
              <a:rPr sz="3350" b="1" i="1" spc="-85" dirty="0">
                <a:solidFill>
                  <a:srgbClr val="007D89"/>
                </a:solidFill>
                <a:latin typeface="Arial"/>
                <a:cs typeface="Arial"/>
              </a:rPr>
              <a:t>G</a:t>
            </a:r>
            <a:endParaRPr sz="33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 rot="6240000">
            <a:off x="16263453" y="6614222"/>
            <a:ext cx="511143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40"/>
              </a:lnSpc>
            </a:pPr>
            <a:r>
              <a:rPr sz="3350" b="1" i="1" spc="10" dirty="0">
                <a:solidFill>
                  <a:srgbClr val="007D89"/>
                </a:solidFill>
                <a:latin typeface="Arial"/>
                <a:cs typeface="Arial"/>
              </a:rPr>
              <a:t>o</a:t>
            </a:r>
            <a:endParaRPr sz="33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 rot="6540000">
            <a:off x="16180823" y="6872377"/>
            <a:ext cx="515320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40"/>
              </a:lnSpc>
            </a:pPr>
            <a:r>
              <a:rPr sz="3350" b="1" i="1" spc="265" dirty="0">
                <a:solidFill>
                  <a:srgbClr val="007D89"/>
                </a:solidFill>
                <a:latin typeface="Arial"/>
                <a:cs typeface="Arial"/>
              </a:rPr>
              <a:t>a</a:t>
            </a:r>
            <a:endParaRPr sz="335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 rot="6780000">
            <a:off x="16138864" y="7060884"/>
            <a:ext cx="450834" cy="4260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3350" b="1" i="1" spc="70" dirty="0">
                <a:solidFill>
                  <a:srgbClr val="007D89"/>
                </a:solidFill>
                <a:latin typeface="Arial"/>
                <a:cs typeface="Arial"/>
              </a:rPr>
              <a:t>l</a:t>
            </a:r>
            <a:endParaRPr sz="335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 rot="6960000">
            <a:off x="16050287" y="7216813"/>
            <a:ext cx="482220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0"/>
              </a:lnSpc>
            </a:pPr>
            <a:r>
              <a:rPr sz="3350" b="1" i="1" spc="-190" dirty="0">
                <a:solidFill>
                  <a:srgbClr val="007D89"/>
                </a:solidFill>
                <a:latin typeface="Arial"/>
                <a:cs typeface="Arial"/>
              </a:rPr>
              <a:t>s</a:t>
            </a:r>
            <a:endParaRPr sz="33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 rot="18120000">
            <a:off x="9843320" y="3802159"/>
            <a:ext cx="524634" cy="42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65"/>
              </a:lnSpc>
            </a:pPr>
            <a:r>
              <a:rPr sz="3350" b="1" i="1" spc="-100" dirty="0">
                <a:solidFill>
                  <a:srgbClr val="548300"/>
                </a:solidFill>
                <a:latin typeface="Arial"/>
                <a:cs typeface="Arial"/>
              </a:rPr>
              <a:t>C</a:t>
            </a:r>
            <a:endParaRPr sz="335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 rot="18480000">
            <a:off x="10009869" y="3570605"/>
            <a:ext cx="511143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75"/>
              </a:lnSpc>
            </a:pPr>
            <a:r>
              <a:rPr sz="3350" b="1" i="1" spc="-50" dirty="0">
                <a:solidFill>
                  <a:srgbClr val="548300"/>
                </a:solidFill>
                <a:latin typeface="Arial"/>
                <a:cs typeface="Arial"/>
              </a:rPr>
              <a:t>u</a:t>
            </a:r>
            <a:endParaRPr sz="335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 rot="18720000">
            <a:off x="10174560" y="3385774"/>
            <a:ext cx="48222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70"/>
              </a:lnSpc>
            </a:pPr>
            <a:r>
              <a:rPr sz="3350" b="1" i="1" spc="-190" dirty="0">
                <a:solidFill>
                  <a:srgbClr val="548300"/>
                </a:solidFill>
                <a:latin typeface="Arial"/>
                <a:cs typeface="Arial"/>
              </a:rPr>
              <a:t>s</a:t>
            </a:r>
            <a:endParaRPr sz="33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 rot="18900000">
            <a:off x="10316006" y="3243402"/>
            <a:ext cx="465849" cy="42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65"/>
              </a:lnSpc>
            </a:pPr>
            <a:r>
              <a:rPr sz="3350" b="1" i="1" spc="250" dirty="0">
                <a:solidFill>
                  <a:srgbClr val="548300"/>
                </a:solidFill>
                <a:latin typeface="Arial"/>
                <a:cs typeface="Arial"/>
              </a:rPr>
              <a:t>t</a:t>
            </a:r>
            <a:endParaRPr sz="33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 rot="19140000">
            <a:off x="10457646" y="3091623"/>
            <a:ext cx="506709" cy="42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65"/>
              </a:lnSpc>
            </a:pPr>
            <a:r>
              <a:rPr sz="3350" b="1" i="1" spc="10" dirty="0">
                <a:solidFill>
                  <a:srgbClr val="548300"/>
                </a:solidFill>
                <a:latin typeface="Arial"/>
                <a:cs typeface="Arial"/>
              </a:rPr>
              <a:t>o</a:t>
            </a:r>
            <a:endParaRPr sz="33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 rot="19500000">
            <a:off x="10678621" y="2887471"/>
            <a:ext cx="586774" cy="42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65"/>
              </a:lnSpc>
            </a:pPr>
            <a:r>
              <a:rPr sz="3350" b="1" i="1" spc="95" dirty="0">
                <a:solidFill>
                  <a:srgbClr val="548300"/>
                </a:solidFill>
                <a:latin typeface="Arial"/>
                <a:cs typeface="Arial"/>
              </a:rPr>
              <a:t>m</a:t>
            </a:r>
            <a:endParaRPr sz="33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 rot="19860000">
            <a:off x="10996290" y="2716180"/>
            <a:ext cx="498455" cy="42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65"/>
              </a:lnSpc>
            </a:pPr>
            <a:r>
              <a:rPr sz="3350" b="1" i="1" spc="60" dirty="0">
                <a:solidFill>
                  <a:srgbClr val="548300"/>
                </a:solidFill>
                <a:latin typeface="Arial"/>
                <a:cs typeface="Arial"/>
              </a:rPr>
              <a:t>e</a:t>
            </a:r>
            <a:endParaRPr sz="33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 rot="20100000">
            <a:off x="11202437" y="2618179"/>
            <a:ext cx="467092" cy="42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65"/>
              </a:lnSpc>
            </a:pPr>
            <a:r>
              <a:rPr sz="3350" b="1" i="1" spc="65" dirty="0">
                <a:solidFill>
                  <a:srgbClr val="548300"/>
                </a:solidFill>
                <a:latin typeface="Arial"/>
                <a:cs typeface="Arial"/>
              </a:rPr>
              <a:t>r</a:t>
            </a:r>
            <a:endParaRPr sz="335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 rot="20520000">
            <a:off x="11488270" y="2487568"/>
            <a:ext cx="540794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75"/>
              </a:lnSpc>
            </a:pPr>
            <a:r>
              <a:rPr sz="3350" b="1" i="1" spc="-60" dirty="0">
                <a:solidFill>
                  <a:srgbClr val="548300"/>
                </a:solidFill>
                <a:latin typeface="Arial"/>
                <a:cs typeface="Arial"/>
              </a:rPr>
              <a:t>G</a:t>
            </a:r>
            <a:endParaRPr sz="33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 rot="20820000">
            <a:off x="11785620" y="2404495"/>
            <a:ext cx="513919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70"/>
              </a:lnSpc>
            </a:pPr>
            <a:r>
              <a:rPr sz="3350" b="1" i="1" spc="265" dirty="0">
                <a:solidFill>
                  <a:srgbClr val="548300"/>
                </a:solidFill>
                <a:latin typeface="Arial"/>
                <a:cs typeface="Arial"/>
              </a:rPr>
              <a:t>a</a:t>
            </a:r>
            <a:endParaRPr sz="335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 rot="21060000">
            <a:off x="12012550" y="2363855"/>
            <a:ext cx="449874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70"/>
              </a:lnSpc>
            </a:pPr>
            <a:r>
              <a:rPr sz="3350" b="1" i="1" spc="-50" dirty="0">
                <a:solidFill>
                  <a:srgbClr val="548300"/>
                </a:solidFill>
                <a:latin typeface="Arial"/>
                <a:cs typeface="Arial"/>
              </a:rPr>
              <a:t>i</a:t>
            </a:r>
            <a:endParaRPr sz="335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 rot="21240000">
            <a:off x="12176746" y="2336207"/>
            <a:ext cx="509768" cy="42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65"/>
              </a:lnSpc>
            </a:pPr>
            <a:r>
              <a:rPr sz="3350" b="1" i="1" spc="10" dirty="0">
                <a:solidFill>
                  <a:srgbClr val="548300"/>
                </a:solidFill>
                <a:latin typeface="Arial"/>
                <a:cs typeface="Arial"/>
              </a:rPr>
              <a:t>n</a:t>
            </a:r>
            <a:endParaRPr sz="335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 rot="21480000">
            <a:off x="12431197" y="2318179"/>
            <a:ext cx="479360" cy="42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65"/>
              </a:lnSpc>
            </a:pPr>
            <a:r>
              <a:rPr sz="3350" b="1" i="1" spc="-240" dirty="0">
                <a:solidFill>
                  <a:srgbClr val="548300"/>
                </a:solidFill>
                <a:latin typeface="Arial"/>
                <a:cs typeface="Arial"/>
              </a:rPr>
              <a:t>s</a:t>
            </a:r>
            <a:endParaRPr sz="335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 rot="11580000">
            <a:off x="11782108" y="9243370"/>
            <a:ext cx="524270" cy="42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65"/>
              </a:lnSpc>
            </a:pPr>
            <a:r>
              <a:rPr sz="3350" b="1" i="1" spc="-105" dirty="0">
                <a:solidFill>
                  <a:srgbClr val="B80064"/>
                </a:solidFill>
                <a:latin typeface="Arial"/>
                <a:cs typeface="Arial"/>
              </a:rPr>
              <a:t>C</a:t>
            </a:r>
            <a:endParaRPr sz="335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 rot="11940000">
            <a:off x="11518546" y="9166822"/>
            <a:ext cx="510798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70"/>
              </a:lnSpc>
            </a:pPr>
            <a:r>
              <a:rPr sz="3350" b="1" i="1" spc="-50" dirty="0">
                <a:solidFill>
                  <a:srgbClr val="B80064"/>
                </a:solidFill>
                <a:latin typeface="Arial"/>
                <a:cs typeface="Arial"/>
              </a:rPr>
              <a:t>u</a:t>
            </a:r>
            <a:endParaRPr sz="335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 rot="12180000">
            <a:off x="11309098" y="9084758"/>
            <a:ext cx="481931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70"/>
              </a:lnSpc>
            </a:pPr>
            <a:r>
              <a:rPr sz="3350" b="1" i="1" spc="-195" dirty="0">
                <a:solidFill>
                  <a:srgbClr val="B80064"/>
                </a:solidFill>
                <a:latin typeface="Arial"/>
                <a:cs typeface="Arial"/>
              </a:rPr>
              <a:t>s</a:t>
            </a:r>
            <a:endParaRPr sz="335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 rot="12360000">
            <a:off x="11139274" y="9005488"/>
            <a:ext cx="465603" cy="42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65"/>
              </a:lnSpc>
            </a:pPr>
            <a:r>
              <a:rPr sz="3350" b="1" i="1" spc="250" dirty="0">
                <a:solidFill>
                  <a:srgbClr val="B80064"/>
                </a:solidFill>
                <a:latin typeface="Arial"/>
                <a:cs typeface="Arial"/>
              </a:rPr>
              <a:t>t</a:t>
            </a:r>
            <a:endParaRPr sz="335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 rot="12660000">
            <a:off x="10920904" y="8900001"/>
            <a:ext cx="511834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75"/>
              </a:lnSpc>
            </a:pPr>
            <a:r>
              <a:rPr sz="3350" b="1" i="1" spc="10" dirty="0">
                <a:solidFill>
                  <a:srgbClr val="B80064"/>
                </a:solidFill>
                <a:latin typeface="Arial"/>
                <a:cs typeface="Arial"/>
              </a:rPr>
              <a:t>o</a:t>
            </a:r>
            <a:endParaRPr sz="335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 rot="13020000">
            <a:off x="10602684" y="8719019"/>
            <a:ext cx="593309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75"/>
              </a:lnSpc>
            </a:pPr>
            <a:r>
              <a:rPr sz="3350" b="1" i="1" spc="95" dirty="0">
                <a:solidFill>
                  <a:srgbClr val="B80064"/>
                </a:solidFill>
                <a:latin typeface="Arial"/>
                <a:cs typeface="Arial"/>
              </a:rPr>
              <a:t>m</a:t>
            </a:r>
            <a:endParaRPr sz="335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 rot="13320000">
            <a:off x="10398205" y="8517692"/>
            <a:ext cx="498133" cy="42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65"/>
              </a:lnSpc>
            </a:pPr>
            <a:r>
              <a:rPr sz="3350" b="1" i="1" spc="60" dirty="0">
                <a:solidFill>
                  <a:srgbClr val="B80064"/>
                </a:solidFill>
                <a:latin typeface="Arial"/>
                <a:cs typeface="Arial"/>
              </a:rPr>
              <a:t>e</a:t>
            </a:r>
            <a:endParaRPr sz="335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 rot="13560000">
            <a:off x="10259154" y="8369173"/>
            <a:ext cx="466842" cy="42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65"/>
              </a:lnSpc>
            </a:pPr>
            <a:r>
              <a:rPr sz="3350" b="1" i="1" spc="65" dirty="0">
                <a:solidFill>
                  <a:srgbClr val="B80064"/>
                </a:solidFill>
                <a:latin typeface="Arial"/>
                <a:cs typeface="Arial"/>
              </a:rPr>
              <a:t>r</a:t>
            </a:r>
            <a:endParaRPr sz="335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 rot="13920000">
            <a:off x="10018988" y="8121804"/>
            <a:ext cx="513919" cy="42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65"/>
              </a:lnSpc>
            </a:pPr>
            <a:r>
              <a:rPr sz="3350" b="1" i="1" spc="-70" dirty="0">
                <a:solidFill>
                  <a:srgbClr val="B80064"/>
                </a:solidFill>
                <a:latin typeface="Arial"/>
                <a:cs typeface="Arial"/>
              </a:rPr>
              <a:t>P</a:t>
            </a:r>
            <a:endParaRPr sz="335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 rot="14220000">
            <a:off x="9858654" y="7897590"/>
            <a:ext cx="512180" cy="42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65"/>
              </a:lnSpc>
            </a:pPr>
            <a:r>
              <a:rPr sz="3350" b="1" i="1" spc="265" dirty="0">
                <a:solidFill>
                  <a:srgbClr val="B80064"/>
                </a:solidFill>
                <a:latin typeface="Arial"/>
                <a:cs typeface="Arial"/>
              </a:rPr>
              <a:t>a</a:t>
            </a:r>
            <a:endParaRPr sz="335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 rot="14460000">
            <a:off x="9786861" y="7727858"/>
            <a:ext cx="448748" cy="42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65"/>
              </a:lnSpc>
            </a:pPr>
            <a:r>
              <a:rPr sz="3350" b="1" i="1" spc="-50" dirty="0">
                <a:solidFill>
                  <a:srgbClr val="B80064"/>
                </a:solidFill>
                <a:latin typeface="Arial"/>
                <a:cs typeface="Arial"/>
              </a:rPr>
              <a:t>i</a:t>
            </a:r>
            <a:endParaRPr sz="335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 rot="14640000">
            <a:off x="9665503" y="7554346"/>
            <a:ext cx="507724" cy="42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65"/>
              </a:lnSpc>
            </a:pPr>
            <a:r>
              <a:rPr sz="3350" b="1" i="1" spc="10" dirty="0">
                <a:solidFill>
                  <a:srgbClr val="B80064"/>
                </a:solidFill>
                <a:latin typeface="Arial"/>
                <a:cs typeface="Arial"/>
              </a:rPr>
              <a:t>n</a:t>
            </a:r>
            <a:endParaRPr sz="335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 rot="14940000">
            <a:off x="9581822" y="7334987"/>
            <a:ext cx="48251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70"/>
              </a:lnSpc>
            </a:pPr>
            <a:r>
              <a:rPr sz="3350" b="1" i="1" spc="-185" dirty="0">
                <a:solidFill>
                  <a:srgbClr val="B80064"/>
                </a:solidFill>
                <a:latin typeface="Arial"/>
                <a:cs typeface="Arial"/>
              </a:rPr>
              <a:t>s</a:t>
            </a:r>
            <a:endParaRPr sz="3350">
              <a:latin typeface="Arial"/>
              <a:cs typeface="Arial"/>
            </a:endParaRPr>
          </a:p>
        </p:txBody>
      </p:sp>
      <p:sp>
        <p:nvSpPr>
          <p:cNvPr id="96" name="object 96" descr="$PPTXTitle"/>
          <p:cNvSpPr txBox="1">
            <a:spLocks noGrp="1"/>
          </p:cNvSpPr>
          <p:nvPr>
            <p:ph type="title"/>
          </p:nvPr>
        </p:nvSpPr>
        <p:spPr>
          <a:xfrm>
            <a:off x="371018" y="139899"/>
            <a:ext cx="1524635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V</a:t>
            </a:r>
            <a:r>
              <a:rPr spc="35" dirty="0"/>
              <a:t>a</a:t>
            </a:r>
            <a:r>
              <a:rPr spc="15" dirty="0"/>
              <a:t>l</a:t>
            </a:r>
            <a:r>
              <a:rPr spc="30" dirty="0"/>
              <a:t>u</a:t>
            </a:r>
            <a:r>
              <a:rPr spc="160" dirty="0"/>
              <a:t>e</a:t>
            </a:r>
            <a:r>
              <a:rPr spc="-955" dirty="0"/>
              <a:t> </a:t>
            </a:r>
            <a:r>
              <a:rPr spc="140" dirty="0"/>
              <a:t>Proposition</a:t>
            </a:r>
            <a:r>
              <a:rPr spc="-950" dirty="0"/>
              <a:t> </a:t>
            </a:r>
            <a:r>
              <a:rPr spc="375" dirty="0"/>
              <a:t>Canvas</a:t>
            </a:r>
          </a:p>
        </p:txBody>
      </p:sp>
      <p:sp>
        <p:nvSpPr>
          <p:cNvPr id="97" name="object 97"/>
          <p:cNvSpPr txBox="1"/>
          <p:nvPr/>
        </p:nvSpPr>
        <p:spPr>
          <a:xfrm>
            <a:off x="3184558" y="2263350"/>
            <a:ext cx="306705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i="1" spc="60" dirty="0">
                <a:solidFill>
                  <a:srgbClr val="548300"/>
                </a:solidFill>
                <a:latin typeface="Arial"/>
                <a:cs typeface="Arial"/>
              </a:rPr>
              <a:t>Gain</a:t>
            </a:r>
            <a:r>
              <a:rPr sz="3500" b="1" i="1" spc="-150" dirty="0">
                <a:solidFill>
                  <a:srgbClr val="548300"/>
                </a:solidFill>
                <a:latin typeface="Arial"/>
                <a:cs typeface="Arial"/>
              </a:rPr>
              <a:t> </a:t>
            </a:r>
            <a:r>
              <a:rPr sz="3500" b="1" i="1" spc="55" dirty="0">
                <a:solidFill>
                  <a:srgbClr val="548300"/>
                </a:solidFill>
                <a:latin typeface="Arial"/>
                <a:cs typeface="Arial"/>
              </a:rPr>
              <a:t>Creators</a:t>
            </a:r>
            <a:endParaRPr sz="350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3036489" y="9212602"/>
            <a:ext cx="310261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i="1" spc="50" dirty="0">
                <a:solidFill>
                  <a:srgbClr val="B80064"/>
                </a:solidFill>
                <a:latin typeface="Arial"/>
                <a:cs typeface="Arial"/>
              </a:rPr>
              <a:t>Pain</a:t>
            </a:r>
            <a:r>
              <a:rPr sz="3500" b="1" i="1" spc="-135" dirty="0">
                <a:solidFill>
                  <a:srgbClr val="B80064"/>
                </a:solidFill>
                <a:latin typeface="Arial"/>
                <a:cs typeface="Arial"/>
              </a:rPr>
              <a:t> </a:t>
            </a:r>
            <a:r>
              <a:rPr sz="3500" b="1" i="1" spc="-10" dirty="0">
                <a:solidFill>
                  <a:srgbClr val="B80064"/>
                </a:solidFill>
                <a:latin typeface="Arial"/>
                <a:cs typeface="Arial"/>
              </a:rPr>
              <a:t>Relievers</a:t>
            </a:r>
            <a:endParaRPr sz="350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863157" y="3884934"/>
            <a:ext cx="631190" cy="4329430"/>
          </a:xfrm>
          <a:prstGeom prst="rect">
            <a:avLst/>
          </a:prstGeom>
        </p:spPr>
        <p:txBody>
          <a:bodyPr vert="vert270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3500" b="1" i="1" dirty="0">
                <a:solidFill>
                  <a:srgbClr val="007D89"/>
                </a:solidFill>
                <a:latin typeface="Arial"/>
                <a:cs typeface="Arial"/>
              </a:rPr>
              <a:t>Products</a:t>
            </a:r>
            <a:r>
              <a:rPr sz="3500" b="1" i="1" spc="-65" dirty="0">
                <a:solidFill>
                  <a:srgbClr val="007D89"/>
                </a:solidFill>
                <a:latin typeface="Arial"/>
                <a:cs typeface="Arial"/>
              </a:rPr>
              <a:t> </a:t>
            </a:r>
            <a:r>
              <a:rPr sz="3500" b="1" i="1" spc="-210" dirty="0">
                <a:solidFill>
                  <a:srgbClr val="007D89"/>
                </a:solidFill>
                <a:latin typeface="Arial"/>
                <a:cs typeface="Arial"/>
              </a:rPr>
              <a:t>&amp;</a:t>
            </a:r>
            <a:r>
              <a:rPr sz="3500" b="1" i="1" spc="-65" dirty="0">
                <a:solidFill>
                  <a:srgbClr val="007D89"/>
                </a:solidFill>
                <a:latin typeface="Arial"/>
                <a:cs typeface="Arial"/>
              </a:rPr>
              <a:t> </a:t>
            </a:r>
            <a:r>
              <a:rPr sz="3500" b="1" i="1" spc="-10" dirty="0">
                <a:solidFill>
                  <a:srgbClr val="007D89"/>
                </a:solidFill>
                <a:latin typeface="Arial"/>
                <a:cs typeface="Arial"/>
              </a:rPr>
              <a:t>Services</a:t>
            </a:r>
            <a:endParaRPr sz="3500">
              <a:latin typeface="Arial"/>
              <a:cs typeface="Arial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9429115" y="0"/>
            <a:ext cx="8858885" cy="3127375"/>
          </a:xfrm>
          <a:custGeom>
            <a:avLst/>
            <a:gdLst/>
            <a:ahLst/>
            <a:cxnLst/>
            <a:rect l="l" t="t" r="r" b="b"/>
            <a:pathLst>
              <a:path w="8858885" h="3127375">
                <a:moveTo>
                  <a:pt x="8804179" y="3068993"/>
                </a:moveTo>
                <a:lnTo>
                  <a:pt x="8803396" y="3070387"/>
                </a:lnTo>
                <a:lnTo>
                  <a:pt x="8802005" y="3069611"/>
                </a:lnTo>
                <a:lnTo>
                  <a:pt x="8802789" y="3068216"/>
                </a:lnTo>
                <a:lnTo>
                  <a:pt x="8804179" y="3068993"/>
                </a:lnTo>
                <a:close/>
              </a:path>
              <a:path w="8858885" h="3127375">
                <a:moveTo>
                  <a:pt x="8828315" y="2612809"/>
                </a:moveTo>
                <a:lnTo>
                  <a:pt x="8825578" y="2617700"/>
                </a:lnTo>
                <a:lnTo>
                  <a:pt x="8820694" y="2614959"/>
                </a:lnTo>
                <a:lnTo>
                  <a:pt x="8823430" y="2610068"/>
                </a:lnTo>
                <a:lnTo>
                  <a:pt x="8828315" y="2612809"/>
                </a:lnTo>
                <a:close/>
              </a:path>
              <a:path w="8858885" h="3127375">
                <a:moveTo>
                  <a:pt x="8727569" y="2790998"/>
                </a:moveTo>
                <a:lnTo>
                  <a:pt x="8725618" y="2794483"/>
                </a:lnTo>
                <a:lnTo>
                  <a:pt x="8722133" y="2792534"/>
                </a:lnTo>
                <a:lnTo>
                  <a:pt x="8724083" y="2789048"/>
                </a:lnTo>
                <a:lnTo>
                  <a:pt x="8727569" y="2790998"/>
                </a:lnTo>
                <a:close/>
              </a:path>
              <a:path w="8858885" h="3127375">
                <a:moveTo>
                  <a:pt x="8626838" y="2969196"/>
                </a:moveTo>
                <a:lnTo>
                  <a:pt x="8625665" y="2971292"/>
                </a:lnTo>
                <a:lnTo>
                  <a:pt x="8623580" y="2970122"/>
                </a:lnTo>
                <a:lnTo>
                  <a:pt x="8624754" y="2968026"/>
                </a:lnTo>
                <a:lnTo>
                  <a:pt x="8626838" y="2969196"/>
                </a:lnTo>
                <a:close/>
              </a:path>
              <a:path w="8858885" h="3127375">
                <a:moveTo>
                  <a:pt x="8851899" y="2156774"/>
                </a:moveTo>
                <a:lnTo>
                  <a:pt x="8847595" y="2164454"/>
                </a:lnTo>
                <a:lnTo>
                  <a:pt x="8839926" y="2160154"/>
                </a:lnTo>
                <a:lnTo>
                  <a:pt x="8844223" y="2152477"/>
                </a:lnTo>
                <a:lnTo>
                  <a:pt x="8851899" y="2156774"/>
                </a:lnTo>
                <a:close/>
              </a:path>
              <a:path w="8858885" h="3127375">
                <a:moveTo>
                  <a:pt x="8751164" y="2334966"/>
                </a:moveTo>
                <a:lnTo>
                  <a:pt x="8747640" y="2341245"/>
                </a:lnTo>
                <a:lnTo>
                  <a:pt x="8741366" y="2337728"/>
                </a:lnTo>
                <a:lnTo>
                  <a:pt x="8744883" y="2331453"/>
                </a:lnTo>
                <a:lnTo>
                  <a:pt x="8751164" y="2334966"/>
                </a:lnTo>
                <a:close/>
              </a:path>
              <a:path w="8858885" h="3127375">
                <a:moveTo>
                  <a:pt x="8650972" y="2513013"/>
                </a:moveTo>
                <a:lnTo>
                  <a:pt x="8647849" y="2518594"/>
                </a:lnTo>
                <a:lnTo>
                  <a:pt x="8642264" y="2515464"/>
                </a:lnTo>
                <a:lnTo>
                  <a:pt x="8645388" y="2509883"/>
                </a:lnTo>
                <a:lnTo>
                  <a:pt x="8650972" y="2513013"/>
                </a:lnTo>
                <a:close/>
              </a:path>
              <a:path w="8858885" h="3127375">
                <a:moveTo>
                  <a:pt x="8550226" y="2691202"/>
                </a:moveTo>
                <a:lnTo>
                  <a:pt x="8547886" y="2695389"/>
                </a:lnTo>
                <a:lnTo>
                  <a:pt x="8543707" y="2693045"/>
                </a:lnTo>
                <a:lnTo>
                  <a:pt x="8546047" y="2688858"/>
                </a:lnTo>
                <a:lnTo>
                  <a:pt x="8550226" y="2691202"/>
                </a:lnTo>
                <a:close/>
              </a:path>
              <a:path w="8858885" h="3127375">
                <a:moveTo>
                  <a:pt x="8449495" y="2869400"/>
                </a:moveTo>
                <a:lnTo>
                  <a:pt x="8447936" y="2872186"/>
                </a:lnTo>
                <a:lnTo>
                  <a:pt x="8445140" y="2870623"/>
                </a:lnTo>
                <a:lnTo>
                  <a:pt x="8446707" y="2867834"/>
                </a:lnTo>
                <a:lnTo>
                  <a:pt x="8449495" y="2869400"/>
                </a:lnTo>
                <a:close/>
              </a:path>
              <a:path w="8858885" h="3127375">
                <a:moveTo>
                  <a:pt x="8349313" y="3047433"/>
                </a:moveTo>
                <a:lnTo>
                  <a:pt x="8348133" y="3049532"/>
                </a:lnTo>
                <a:lnTo>
                  <a:pt x="8346038" y="3048359"/>
                </a:lnTo>
                <a:lnTo>
                  <a:pt x="8347218" y="3046260"/>
                </a:lnTo>
                <a:lnTo>
                  <a:pt x="8349313" y="3047433"/>
                </a:lnTo>
                <a:close/>
              </a:path>
              <a:path w="8858885" h="3127375">
                <a:moveTo>
                  <a:pt x="8775837" y="1878631"/>
                </a:moveTo>
                <a:lnTo>
                  <a:pt x="8769974" y="1889096"/>
                </a:lnTo>
                <a:lnTo>
                  <a:pt x="8759508" y="1883232"/>
                </a:lnTo>
                <a:lnTo>
                  <a:pt x="8765372" y="1872767"/>
                </a:lnTo>
                <a:lnTo>
                  <a:pt x="8775837" y="1878631"/>
                </a:lnTo>
                <a:close/>
              </a:path>
              <a:path w="8858885" h="3127375">
                <a:moveTo>
                  <a:pt x="8675103" y="2056822"/>
                </a:moveTo>
                <a:lnTo>
                  <a:pt x="8670023" y="2065893"/>
                </a:lnTo>
                <a:lnTo>
                  <a:pt x="8660952" y="2060813"/>
                </a:lnTo>
                <a:lnTo>
                  <a:pt x="8666032" y="2051742"/>
                </a:lnTo>
                <a:lnTo>
                  <a:pt x="8675103" y="2056822"/>
                </a:lnTo>
                <a:close/>
              </a:path>
              <a:path w="8858885" h="3127375">
                <a:moveTo>
                  <a:pt x="8574369" y="2235014"/>
                </a:moveTo>
                <a:lnTo>
                  <a:pt x="8570072" y="2242690"/>
                </a:lnTo>
                <a:lnTo>
                  <a:pt x="8562392" y="2238387"/>
                </a:lnTo>
                <a:lnTo>
                  <a:pt x="8566692" y="2230717"/>
                </a:lnTo>
                <a:lnTo>
                  <a:pt x="8574369" y="2235014"/>
                </a:lnTo>
                <a:close/>
              </a:path>
              <a:path w="8858885" h="3127375">
                <a:moveTo>
                  <a:pt x="8473627" y="2413210"/>
                </a:moveTo>
                <a:lnTo>
                  <a:pt x="8470109" y="2419485"/>
                </a:lnTo>
                <a:lnTo>
                  <a:pt x="8463839" y="2415975"/>
                </a:lnTo>
                <a:lnTo>
                  <a:pt x="8467352" y="2409693"/>
                </a:lnTo>
                <a:lnTo>
                  <a:pt x="8473627" y="2413210"/>
                </a:lnTo>
                <a:close/>
              </a:path>
              <a:path w="8858885" h="3127375">
                <a:moveTo>
                  <a:pt x="8372892" y="2591402"/>
                </a:moveTo>
                <a:lnTo>
                  <a:pt x="8370152" y="2596286"/>
                </a:lnTo>
                <a:lnTo>
                  <a:pt x="8365273" y="2593553"/>
                </a:lnTo>
                <a:lnTo>
                  <a:pt x="8368013" y="2588669"/>
                </a:lnTo>
                <a:lnTo>
                  <a:pt x="8372892" y="2591402"/>
                </a:lnTo>
                <a:close/>
              </a:path>
              <a:path w="8858885" h="3127375">
                <a:moveTo>
                  <a:pt x="8272707" y="2769445"/>
                </a:moveTo>
                <a:lnTo>
                  <a:pt x="8270356" y="2773629"/>
                </a:lnTo>
                <a:lnTo>
                  <a:pt x="8266166" y="2771283"/>
                </a:lnTo>
                <a:lnTo>
                  <a:pt x="8268516" y="2767099"/>
                </a:lnTo>
                <a:lnTo>
                  <a:pt x="8272707" y="2769445"/>
                </a:lnTo>
                <a:close/>
              </a:path>
              <a:path w="8858885" h="3127375">
                <a:moveTo>
                  <a:pt x="8171961" y="2947634"/>
                </a:moveTo>
                <a:lnTo>
                  <a:pt x="8170401" y="2950419"/>
                </a:lnTo>
                <a:lnTo>
                  <a:pt x="8167616" y="2948859"/>
                </a:lnTo>
                <a:lnTo>
                  <a:pt x="8169176" y="2946074"/>
                </a:lnTo>
                <a:lnTo>
                  <a:pt x="8171961" y="2947634"/>
                </a:lnTo>
                <a:close/>
              </a:path>
              <a:path w="8858885" h="3127375">
                <a:moveTo>
                  <a:pt x="8071231" y="3125833"/>
                </a:moveTo>
                <a:lnTo>
                  <a:pt x="8070448" y="3127228"/>
                </a:lnTo>
                <a:lnTo>
                  <a:pt x="8069053" y="3126444"/>
                </a:lnTo>
                <a:lnTo>
                  <a:pt x="8069836" y="3125049"/>
                </a:lnTo>
                <a:lnTo>
                  <a:pt x="8071231" y="3125833"/>
                </a:lnTo>
                <a:close/>
              </a:path>
              <a:path w="8858885" h="3127375">
                <a:moveTo>
                  <a:pt x="8799961" y="1422444"/>
                </a:moveTo>
                <a:lnTo>
                  <a:pt x="8792148" y="1436395"/>
                </a:lnTo>
                <a:lnTo>
                  <a:pt x="8778197" y="1428581"/>
                </a:lnTo>
                <a:lnTo>
                  <a:pt x="8786011" y="1414630"/>
                </a:lnTo>
                <a:lnTo>
                  <a:pt x="8799961" y="1422444"/>
                </a:lnTo>
                <a:close/>
              </a:path>
              <a:path w="8858885" h="3127375">
                <a:moveTo>
                  <a:pt x="8699227" y="1600636"/>
                </a:moveTo>
                <a:lnTo>
                  <a:pt x="8692197" y="1613192"/>
                </a:lnTo>
                <a:lnTo>
                  <a:pt x="8679637" y="1606155"/>
                </a:lnTo>
                <a:lnTo>
                  <a:pt x="8686671" y="1593606"/>
                </a:lnTo>
                <a:lnTo>
                  <a:pt x="8699227" y="1600636"/>
                </a:lnTo>
                <a:close/>
              </a:path>
              <a:path w="8858885" h="3127375">
                <a:moveTo>
                  <a:pt x="8598497" y="1778834"/>
                </a:moveTo>
                <a:lnTo>
                  <a:pt x="8592246" y="1789989"/>
                </a:lnTo>
                <a:lnTo>
                  <a:pt x="8581084" y="1783743"/>
                </a:lnTo>
                <a:lnTo>
                  <a:pt x="8587330" y="1772581"/>
                </a:lnTo>
                <a:lnTo>
                  <a:pt x="8598497" y="1778834"/>
                </a:lnTo>
                <a:close/>
              </a:path>
              <a:path w="8858885" h="3127375">
                <a:moveTo>
                  <a:pt x="8497762" y="1957026"/>
                </a:moveTo>
                <a:lnTo>
                  <a:pt x="8492288" y="1966791"/>
                </a:lnTo>
                <a:lnTo>
                  <a:pt x="8482521" y="1961328"/>
                </a:lnTo>
                <a:lnTo>
                  <a:pt x="8487991" y="1951556"/>
                </a:lnTo>
                <a:lnTo>
                  <a:pt x="8497762" y="1957026"/>
                </a:lnTo>
                <a:close/>
              </a:path>
              <a:path w="8858885" h="3127375">
                <a:moveTo>
                  <a:pt x="8397016" y="2135215"/>
                </a:moveTo>
                <a:lnTo>
                  <a:pt x="8392333" y="2143581"/>
                </a:lnTo>
                <a:lnTo>
                  <a:pt x="8383967" y="2138898"/>
                </a:lnTo>
                <a:lnTo>
                  <a:pt x="8388650" y="2130532"/>
                </a:lnTo>
                <a:lnTo>
                  <a:pt x="8397016" y="2135215"/>
                </a:lnTo>
                <a:close/>
              </a:path>
              <a:path w="8858885" h="3127375">
                <a:moveTo>
                  <a:pt x="8296286" y="2313414"/>
                </a:moveTo>
                <a:lnTo>
                  <a:pt x="8292379" y="2320389"/>
                </a:lnTo>
                <a:lnTo>
                  <a:pt x="8285400" y="2316475"/>
                </a:lnTo>
                <a:lnTo>
                  <a:pt x="8289306" y="2309500"/>
                </a:lnTo>
                <a:lnTo>
                  <a:pt x="8296286" y="2313414"/>
                </a:lnTo>
                <a:close/>
              </a:path>
              <a:path w="8858885" h="3127375">
                <a:moveTo>
                  <a:pt x="8195551" y="2491605"/>
                </a:moveTo>
                <a:lnTo>
                  <a:pt x="8192424" y="2497179"/>
                </a:lnTo>
                <a:lnTo>
                  <a:pt x="8186843" y="2494056"/>
                </a:lnTo>
                <a:lnTo>
                  <a:pt x="8189967" y="2488475"/>
                </a:lnTo>
                <a:lnTo>
                  <a:pt x="8195551" y="2491605"/>
                </a:lnTo>
                <a:close/>
              </a:path>
              <a:path w="8858885" h="3127375">
                <a:moveTo>
                  <a:pt x="8095362" y="2669642"/>
                </a:moveTo>
                <a:lnTo>
                  <a:pt x="8092629" y="2674522"/>
                </a:lnTo>
                <a:lnTo>
                  <a:pt x="8087749" y="2671788"/>
                </a:lnTo>
                <a:lnTo>
                  <a:pt x="8090482" y="2666908"/>
                </a:lnTo>
                <a:lnTo>
                  <a:pt x="8095362" y="2669642"/>
                </a:lnTo>
                <a:close/>
              </a:path>
              <a:path w="8858885" h="3127375">
                <a:moveTo>
                  <a:pt x="7994628" y="2847833"/>
                </a:moveTo>
                <a:lnTo>
                  <a:pt x="7992671" y="2851323"/>
                </a:lnTo>
                <a:lnTo>
                  <a:pt x="7989181" y="2849366"/>
                </a:lnTo>
                <a:lnTo>
                  <a:pt x="7991138" y="2845877"/>
                </a:lnTo>
                <a:lnTo>
                  <a:pt x="7994628" y="2847833"/>
                </a:lnTo>
                <a:close/>
              </a:path>
              <a:path w="8858885" h="3127375">
                <a:moveTo>
                  <a:pt x="7893893" y="3026025"/>
                </a:moveTo>
                <a:lnTo>
                  <a:pt x="7892720" y="3028121"/>
                </a:lnTo>
                <a:lnTo>
                  <a:pt x="7890625" y="3026947"/>
                </a:lnTo>
                <a:lnTo>
                  <a:pt x="7891798" y="3024852"/>
                </a:lnTo>
                <a:lnTo>
                  <a:pt x="7893893" y="3026025"/>
                </a:lnTo>
                <a:close/>
              </a:path>
              <a:path w="8858885" h="3127375">
                <a:moveTo>
                  <a:pt x="8825733" y="965794"/>
                </a:moveTo>
                <a:lnTo>
                  <a:pt x="8814789" y="985329"/>
                </a:lnTo>
                <a:lnTo>
                  <a:pt x="8795258" y="974392"/>
                </a:lnTo>
                <a:lnTo>
                  <a:pt x="8806202" y="954856"/>
                </a:lnTo>
                <a:lnTo>
                  <a:pt x="8825733" y="965794"/>
                </a:lnTo>
                <a:close/>
              </a:path>
              <a:path w="8858885" h="3127375">
                <a:moveTo>
                  <a:pt x="8724446" y="1144145"/>
                </a:moveTo>
                <a:lnTo>
                  <a:pt x="8714683" y="1161581"/>
                </a:lnTo>
                <a:lnTo>
                  <a:pt x="8697242" y="1151810"/>
                </a:lnTo>
                <a:lnTo>
                  <a:pt x="8707006" y="1134374"/>
                </a:lnTo>
                <a:lnTo>
                  <a:pt x="8724446" y="1144145"/>
                </a:lnTo>
                <a:close/>
              </a:path>
              <a:path w="8858885" h="3127375">
                <a:moveTo>
                  <a:pt x="8623166" y="1322491"/>
                </a:moveTo>
                <a:lnTo>
                  <a:pt x="8614576" y="1337833"/>
                </a:lnTo>
                <a:lnTo>
                  <a:pt x="8599224" y="1329240"/>
                </a:lnTo>
                <a:lnTo>
                  <a:pt x="8607822" y="1313895"/>
                </a:lnTo>
                <a:lnTo>
                  <a:pt x="8623166" y="1322491"/>
                </a:lnTo>
                <a:close/>
              </a:path>
              <a:path w="8858885" h="3127375">
                <a:moveTo>
                  <a:pt x="8521894" y="1500835"/>
                </a:moveTo>
                <a:lnTo>
                  <a:pt x="8514462" y="1514089"/>
                </a:lnTo>
                <a:lnTo>
                  <a:pt x="8501213" y="1506665"/>
                </a:lnTo>
                <a:lnTo>
                  <a:pt x="8508633" y="1493408"/>
                </a:lnTo>
                <a:lnTo>
                  <a:pt x="8521894" y="1500835"/>
                </a:lnTo>
                <a:close/>
              </a:path>
              <a:path w="8858885" h="3127375">
                <a:moveTo>
                  <a:pt x="8421159" y="1679027"/>
                </a:moveTo>
                <a:lnTo>
                  <a:pt x="8414516" y="1690894"/>
                </a:lnTo>
                <a:lnTo>
                  <a:pt x="8402649" y="1684250"/>
                </a:lnTo>
                <a:lnTo>
                  <a:pt x="8409293" y="1672384"/>
                </a:lnTo>
                <a:lnTo>
                  <a:pt x="8421159" y="1679027"/>
                </a:lnTo>
                <a:close/>
              </a:path>
              <a:path w="8858885" h="3127375">
                <a:moveTo>
                  <a:pt x="8320417" y="1857223"/>
                </a:moveTo>
                <a:lnTo>
                  <a:pt x="8314561" y="1867684"/>
                </a:lnTo>
                <a:lnTo>
                  <a:pt x="8304095" y="1861820"/>
                </a:lnTo>
                <a:lnTo>
                  <a:pt x="8309952" y="1851359"/>
                </a:lnTo>
                <a:lnTo>
                  <a:pt x="8320417" y="1857223"/>
                </a:lnTo>
                <a:close/>
              </a:path>
              <a:path w="8858885" h="3127375">
                <a:moveTo>
                  <a:pt x="8220227" y="2035258"/>
                </a:moveTo>
                <a:lnTo>
                  <a:pt x="8214765" y="2045026"/>
                </a:lnTo>
                <a:lnTo>
                  <a:pt x="8204994" y="2039557"/>
                </a:lnTo>
                <a:lnTo>
                  <a:pt x="8210464" y="2029785"/>
                </a:lnTo>
                <a:lnTo>
                  <a:pt x="8220227" y="2035258"/>
                </a:lnTo>
                <a:close/>
              </a:path>
              <a:path w="8858885" h="3127375">
                <a:moveTo>
                  <a:pt x="8118948" y="2213607"/>
                </a:moveTo>
                <a:lnTo>
                  <a:pt x="8114651" y="2221283"/>
                </a:lnTo>
                <a:lnTo>
                  <a:pt x="8106982" y="2216982"/>
                </a:lnTo>
                <a:lnTo>
                  <a:pt x="8111279" y="2209306"/>
                </a:lnTo>
                <a:lnTo>
                  <a:pt x="8118948" y="2213607"/>
                </a:lnTo>
                <a:close/>
              </a:path>
              <a:path w="8858885" h="3127375">
                <a:moveTo>
                  <a:pt x="8018214" y="2391798"/>
                </a:moveTo>
                <a:lnTo>
                  <a:pt x="8014700" y="2398080"/>
                </a:lnTo>
                <a:lnTo>
                  <a:pt x="8008415" y="2394560"/>
                </a:lnTo>
                <a:lnTo>
                  <a:pt x="8011932" y="2388285"/>
                </a:lnTo>
                <a:lnTo>
                  <a:pt x="8018214" y="2391798"/>
                </a:lnTo>
                <a:close/>
              </a:path>
              <a:path w="8858885" h="3127375">
                <a:moveTo>
                  <a:pt x="7918024" y="2569835"/>
                </a:moveTo>
                <a:lnTo>
                  <a:pt x="7914894" y="2575420"/>
                </a:lnTo>
                <a:lnTo>
                  <a:pt x="7909320" y="2572292"/>
                </a:lnTo>
                <a:lnTo>
                  <a:pt x="7912443" y="2566711"/>
                </a:lnTo>
                <a:lnTo>
                  <a:pt x="7918024" y="2569835"/>
                </a:lnTo>
                <a:close/>
              </a:path>
              <a:path w="8858885" h="3127375">
                <a:moveTo>
                  <a:pt x="7817289" y="2748025"/>
                </a:moveTo>
                <a:lnTo>
                  <a:pt x="7814936" y="2752221"/>
                </a:lnTo>
                <a:lnTo>
                  <a:pt x="7810757" y="2749877"/>
                </a:lnTo>
                <a:lnTo>
                  <a:pt x="7813104" y="2745686"/>
                </a:lnTo>
                <a:lnTo>
                  <a:pt x="7817289" y="2748025"/>
                </a:lnTo>
                <a:close/>
              </a:path>
              <a:path w="8858885" h="3127375">
                <a:moveTo>
                  <a:pt x="7716559" y="2926225"/>
                </a:moveTo>
                <a:lnTo>
                  <a:pt x="7714992" y="2929014"/>
                </a:lnTo>
                <a:lnTo>
                  <a:pt x="7712196" y="2927451"/>
                </a:lnTo>
                <a:lnTo>
                  <a:pt x="7713763" y="2924662"/>
                </a:lnTo>
                <a:lnTo>
                  <a:pt x="7716559" y="2926225"/>
                </a:lnTo>
                <a:close/>
              </a:path>
              <a:path w="8858885" h="3127375">
                <a:moveTo>
                  <a:pt x="7616356" y="3104269"/>
                </a:moveTo>
                <a:lnTo>
                  <a:pt x="7615186" y="3106353"/>
                </a:lnTo>
                <a:lnTo>
                  <a:pt x="7613101" y="3105183"/>
                </a:lnTo>
                <a:lnTo>
                  <a:pt x="7614272" y="3103099"/>
                </a:lnTo>
                <a:lnTo>
                  <a:pt x="7616356" y="3104269"/>
                </a:lnTo>
                <a:close/>
              </a:path>
              <a:path w="8858885" h="3127375">
                <a:moveTo>
                  <a:pt x="8850944" y="509307"/>
                </a:moveTo>
                <a:lnTo>
                  <a:pt x="8837274" y="533718"/>
                </a:lnTo>
                <a:lnTo>
                  <a:pt x="8812858" y="520040"/>
                </a:lnTo>
                <a:lnTo>
                  <a:pt x="8826528" y="495629"/>
                </a:lnTo>
                <a:lnTo>
                  <a:pt x="8850944" y="509307"/>
                </a:lnTo>
                <a:close/>
              </a:path>
              <a:path w="8858885" h="3127375">
                <a:moveTo>
                  <a:pt x="8749672" y="687650"/>
                </a:moveTo>
                <a:lnTo>
                  <a:pt x="8737160" y="709974"/>
                </a:lnTo>
                <a:lnTo>
                  <a:pt x="8714836" y="697463"/>
                </a:lnTo>
                <a:lnTo>
                  <a:pt x="8727340" y="675142"/>
                </a:lnTo>
                <a:lnTo>
                  <a:pt x="8749672" y="687650"/>
                </a:lnTo>
                <a:close/>
              </a:path>
              <a:path w="8858885" h="3127375">
                <a:moveTo>
                  <a:pt x="8648391" y="865997"/>
                </a:moveTo>
                <a:lnTo>
                  <a:pt x="8637053" y="886226"/>
                </a:lnTo>
                <a:lnTo>
                  <a:pt x="8616828" y="874895"/>
                </a:lnTo>
                <a:lnTo>
                  <a:pt x="8628155" y="854663"/>
                </a:lnTo>
                <a:lnTo>
                  <a:pt x="8648391" y="865997"/>
                </a:lnTo>
                <a:close/>
              </a:path>
              <a:path w="8858885" h="3127375">
                <a:moveTo>
                  <a:pt x="8547650" y="1044193"/>
                </a:moveTo>
                <a:lnTo>
                  <a:pt x="8537102" y="1063024"/>
                </a:lnTo>
                <a:lnTo>
                  <a:pt x="8518267" y="1052469"/>
                </a:lnTo>
                <a:lnTo>
                  <a:pt x="8528815" y="1033638"/>
                </a:lnTo>
                <a:lnTo>
                  <a:pt x="8547650" y="1044193"/>
                </a:lnTo>
                <a:close/>
              </a:path>
              <a:path w="8858885" h="3127375">
                <a:moveTo>
                  <a:pt x="8446915" y="1222385"/>
                </a:moveTo>
                <a:lnTo>
                  <a:pt x="8437152" y="1239821"/>
                </a:lnTo>
                <a:lnTo>
                  <a:pt x="8419711" y="1230050"/>
                </a:lnTo>
                <a:lnTo>
                  <a:pt x="8429475" y="1212614"/>
                </a:lnTo>
                <a:lnTo>
                  <a:pt x="8446915" y="1222385"/>
                </a:lnTo>
                <a:close/>
              </a:path>
              <a:path w="8858885" h="3127375">
                <a:moveTo>
                  <a:pt x="8345093" y="1400877"/>
                </a:moveTo>
                <a:lnTo>
                  <a:pt x="8336889" y="1415528"/>
                </a:lnTo>
                <a:lnTo>
                  <a:pt x="8322238" y="1407324"/>
                </a:lnTo>
                <a:lnTo>
                  <a:pt x="8330442" y="1392673"/>
                </a:lnTo>
                <a:lnTo>
                  <a:pt x="8345093" y="1400877"/>
                </a:lnTo>
                <a:close/>
              </a:path>
              <a:path w="8858885" h="3127375">
                <a:moveTo>
                  <a:pt x="8244362" y="1579075"/>
                </a:moveTo>
                <a:lnTo>
                  <a:pt x="8236931" y="1592329"/>
                </a:lnTo>
                <a:lnTo>
                  <a:pt x="8223682" y="1584905"/>
                </a:lnTo>
                <a:lnTo>
                  <a:pt x="8231102" y="1571648"/>
                </a:lnTo>
                <a:lnTo>
                  <a:pt x="8244362" y="1579075"/>
                </a:lnTo>
                <a:close/>
              </a:path>
              <a:path w="8858885" h="3127375">
                <a:moveTo>
                  <a:pt x="8143621" y="1757271"/>
                </a:moveTo>
                <a:lnTo>
                  <a:pt x="8136981" y="1769127"/>
                </a:lnTo>
                <a:lnTo>
                  <a:pt x="8125121" y="1762479"/>
                </a:lnTo>
                <a:lnTo>
                  <a:pt x="8131761" y="1750624"/>
                </a:lnTo>
                <a:lnTo>
                  <a:pt x="8143621" y="1757271"/>
                </a:lnTo>
                <a:close/>
              </a:path>
              <a:path w="8858885" h="3127375">
                <a:moveTo>
                  <a:pt x="8042886" y="1935463"/>
                </a:moveTo>
                <a:lnTo>
                  <a:pt x="8037030" y="1945924"/>
                </a:lnTo>
                <a:lnTo>
                  <a:pt x="8026564" y="1940060"/>
                </a:lnTo>
                <a:lnTo>
                  <a:pt x="8032421" y="1929599"/>
                </a:lnTo>
                <a:lnTo>
                  <a:pt x="8042886" y="1935463"/>
                </a:lnTo>
                <a:close/>
              </a:path>
              <a:path w="8858885" h="3127375">
                <a:moveTo>
                  <a:pt x="7942148" y="2113648"/>
                </a:moveTo>
                <a:lnTo>
                  <a:pt x="7937068" y="2122718"/>
                </a:lnTo>
                <a:lnTo>
                  <a:pt x="7928008" y="2117641"/>
                </a:lnTo>
                <a:lnTo>
                  <a:pt x="7933081" y="2108574"/>
                </a:lnTo>
                <a:lnTo>
                  <a:pt x="7942148" y="2113648"/>
                </a:lnTo>
                <a:close/>
              </a:path>
              <a:path w="8858885" h="3127375">
                <a:moveTo>
                  <a:pt x="7840879" y="2291998"/>
                </a:moveTo>
                <a:lnTo>
                  <a:pt x="7836973" y="2298973"/>
                </a:lnTo>
                <a:lnTo>
                  <a:pt x="7829997" y="2295066"/>
                </a:lnTo>
                <a:lnTo>
                  <a:pt x="7833904" y="2288091"/>
                </a:lnTo>
                <a:lnTo>
                  <a:pt x="7840879" y="2291998"/>
                </a:lnTo>
                <a:close/>
              </a:path>
              <a:path w="8858885" h="3127375">
                <a:moveTo>
                  <a:pt x="7740683" y="2470038"/>
                </a:moveTo>
                <a:lnTo>
                  <a:pt x="7737159" y="2476317"/>
                </a:lnTo>
                <a:lnTo>
                  <a:pt x="7730884" y="2472800"/>
                </a:lnTo>
                <a:lnTo>
                  <a:pt x="7734402" y="2466525"/>
                </a:lnTo>
                <a:lnTo>
                  <a:pt x="7740683" y="2470038"/>
                </a:lnTo>
                <a:close/>
              </a:path>
              <a:path w="8858885" h="3127375">
                <a:moveTo>
                  <a:pt x="7639949" y="2648230"/>
                </a:moveTo>
                <a:lnTo>
                  <a:pt x="7637215" y="2653110"/>
                </a:lnTo>
                <a:lnTo>
                  <a:pt x="7632324" y="2650374"/>
                </a:lnTo>
                <a:lnTo>
                  <a:pt x="7635057" y="2645494"/>
                </a:lnTo>
                <a:lnTo>
                  <a:pt x="7639949" y="2648230"/>
                </a:lnTo>
                <a:close/>
              </a:path>
              <a:path w="8858885" h="3127375">
                <a:moveTo>
                  <a:pt x="7539207" y="2826426"/>
                </a:moveTo>
                <a:lnTo>
                  <a:pt x="7537257" y="2829912"/>
                </a:lnTo>
                <a:lnTo>
                  <a:pt x="7533771" y="2827962"/>
                </a:lnTo>
                <a:lnTo>
                  <a:pt x="7535721" y="2824476"/>
                </a:lnTo>
                <a:lnTo>
                  <a:pt x="7539207" y="2826426"/>
                </a:lnTo>
                <a:close/>
              </a:path>
              <a:path w="8858885" h="3127375">
                <a:moveTo>
                  <a:pt x="7439018" y="3004462"/>
                </a:moveTo>
                <a:lnTo>
                  <a:pt x="7437454" y="3007258"/>
                </a:lnTo>
                <a:lnTo>
                  <a:pt x="7434665" y="3005691"/>
                </a:lnTo>
                <a:lnTo>
                  <a:pt x="7436228" y="3002895"/>
                </a:lnTo>
                <a:lnTo>
                  <a:pt x="7439018" y="3004462"/>
                </a:lnTo>
                <a:close/>
              </a:path>
              <a:path w="8858885" h="3127375">
                <a:moveTo>
                  <a:pt x="8858885" y="42669"/>
                </a:moveTo>
                <a:lnTo>
                  <a:pt x="8858885" y="82079"/>
                </a:lnTo>
                <a:lnTo>
                  <a:pt x="8829912" y="65846"/>
                </a:lnTo>
                <a:lnTo>
                  <a:pt x="8846713" y="35850"/>
                </a:lnTo>
                <a:lnTo>
                  <a:pt x="8858885" y="42669"/>
                </a:lnTo>
                <a:close/>
              </a:path>
              <a:path w="8858885" h="3127375">
                <a:moveTo>
                  <a:pt x="8775434" y="231005"/>
                </a:moveTo>
                <a:lnTo>
                  <a:pt x="8759799" y="258911"/>
                </a:lnTo>
                <a:lnTo>
                  <a:pt x="8731893" y="243276"/>
                </a:lnTo>
                <a:lnTo>
                  <a:pt x="8747528" y="215370"/>
                </a:lnTo>
                <a:lnTo>
                  <a:pt x="8775434" y="231005"/>
                </a:lnTo>
                <a:close/>
              </a:path>
              <a:path w="8858885" h="3127375">
                <a:moveTo>
                  <a:pt x="8674149" y="409346"/>
                </a:moveTo>
                <a:lnTo>
                  <a:pt x="8659692" y="435163"/>
                </a:lnTo>
                <a:lnTo>
                  <a:pt x="8633882" y="420701"/>
                </a:lnTo>
                <a:lnTo>
                  <a:pt x="8648344" y="394891"/>
                </a:lnTo>
                <a:lnTo>
                  <a:pt x="8674149" y="409346"/>
                </a:lnTo>
                <a:close/>
              </a:path>
              <a:path w="8858885" h="3127375">
                <a:moveTo>
                  <a:pt x="8573415" y="587538"/>
                </a:moveTo>
                <a:lnTo>
                  <a:pt x="8559735" y="611964"/>
                </a:lnTo>
                <a:lnTo>
                  <a:pt x="8535319" y="598287"/>
                </a:lnTo>
                <a:lnTo>
                  <a:pt x="8548999" y="573860"/>
                </a:lnTo>
                <a:lnTo>
                  <a:pt x="8573415" y="587538"/>
                </a:lnTo>
                <a:close/>
              </a:path>
              <a:path w="8858885" h="3127375">
                <a:moveTo>
                  <a:pt x="8471594" y="766047"/>
                </a:moveTo>
                <a:lnTo>
                  <a:pt x="8459480" y="787667"/>
                </a:lnTo>
                <a:lnTo>
                  <a:pt x="8437849" y="775550"/>
                </a:lnTo>
                <a:lnTo>
                  <a:pt x="8449963" y="753930"/>
                </a:lnTo>
                <a:lnTo>
                  <a:pt x="8471594" y="766047"/>
                </a:lnTo>
                <a:close/>
              </a:path>
              <a:path w="8858885" h="3127375">
                <a:moveTo>
                  <a:pt x="8370848" y="944236"/>
                </a:moveTo>
                <a:lnTo>
                  <a:pt x="8359524" y="964458"/>
                </a:lnTo>
                <a:lnTo>
                  <a:pt x="8339292" y="953130"/>
                </a:lnTo>
                <a:lnTo>
                  <a:pt x="8350623" y="932905"/>
                </a:lnTo>
                <a:lnTo>
                  <a:pt x="8370848" y="944236"/>
                </a:lnTo>
                <a:close/>
              </a:path>
              <a:path w="8858885" h="3127375">
                <a:moveTo>
                  <a:pt x="8269580" y="1122587"/>
                </a:moveTo>
                <a:lnTo>
                  <a:pt x="8259422" y="1140717"/>
                </a:lnTo>
                <a:lnTo>
                  <a:pt x="8241281" y="1130556"/>
                </a:lnTo>
                <a:lnTo>
                  <a:pt x="8251434" y="1112419"/>
                </a:lnTo>
                <a:lnTo>
                  <a:pt x="8269580" y="1122587"/>
                </a:lnTo>
                <a:close/>
              </a:path>
              <a:path w="8858885" h="3127375">
                <a:moveTo>
                  <a:pt x="8168841" y="1300771"/>
                </a:moveTo>
                <a:lnTo>
                  <a:pt x="8159460" y="1317511"/>
                </a:lnTo>
                <a:lnTo>
                  <a:pt x="8142713" y="1308134"/>
                </a:lnTo>
                <a:lnTo>
                  <a:pt x="8152094" y="1291394"/>
                </a:lnTo>
                <a:lnTo>
                  <a:pt x="8168841" y="1300771"/>
                </a:lnTo>
                <a:close/>
              </a:path>
              <a:path w="8858885" h="3127375">
                <a:moveTo>
                  <a:pt x="8067016" y="1479274"/>
                </a:moveTo>
                <a:lnTo>
                  <a:pt x="8059202" y="1493224"/>
                </a:lnTo>
                <a:lnTo>
                  <a:pt x="8045252" y="1485410"/>
                </a:lnTo>
                <a:lnTo>
                  <a:pt x="8053065" y="1471460"/>
                </a:lnTo>
                <a:lnTo>
                  <a:pt x="8067016" y="1479274"/>
                </a:lnTo>
                <a:close/>
              </a:path>
              <a:path w="8858885" h="3127375">
                <a:moveTo>
                  <a:pt x="7966282" y="1657466"/>
                </a:moveTo>
                <a:lnTo>
                  <a:pt x="7959251" y="1670022"/>
                </a:lnTo>
                <a:lnTo>
                  <a:pt x="7946696" y="1662991"/>
                </a:lnTo>
                <a:lnTo>
                  <a:pt x="7953726" y="1650435"/>
                </a:lnTo>
                <a:lnTo>
                  <a:pt x="7966282" y="1657466"/>
                </a:lnTo>
                <a:close/>
              </a:path>
              <a:path w="8858885" h="3127375">
                <a:moveTo>
                  <a:pt x="7865547" y="1835657"/>
                </a:moveTo>
                <a:lnTo>
                  <a:pt x="7859294" y="1846823"/>
                </a:lnTo>
                <a:lnTo>
                  <a:pt x="7848128" y="1840569"/>
                </a:lnTo>
                <a:lnTo>
                  <a:pt x="7854381" y="1829404"/>
                </a:lnTo>
                <a:lnTo>
                  <a:pt x="7865547" y="1835657"/>
                </a:lnTo>
                <a:close/>
              </a:path>
              <a:path w="8858885" h="3127375">
                <a:moveTo>
                  <a:pt x="7764813" y="2013849"/>
                </a:moveTo>
                <a:lnTo>
                  <a:pt x="7759339" y="2023613"/>
                </a:lnTo>
                <a:lnTo>
                  <a:pt x="7749567" y="2018144"/>
                </a:lnTo>
                <a:lnTo>
                  <a:pt x="7755042" y="2008379"/>
                </a:lnTo>
                <a:lnTo>
                  <a:pt x="7764813" y="2013849"/>
                </a:lnTo>
                <a:close/>
              </a:path>
              <a:path w="8858885" h="3127375">
                <a:moveTo>
                  <a:pt x="7664071" y="2192045"/>
                </a:moveTo>
                <a:lnTo>
                  <a:pt x="7659385" y="2200422"/>
                </a:lnTo>
                <a:lnTo>
                  <a:pt x="7651015" y="2195731"/>
                </a:lnTo>
                <a:lnTo>
                  <a:pt x="7655705" y="2187361"/>
                </a:lnTo>
                <a:lnTo>
                  <a:pt x="7664071" y="2192045"/>
                </a:lnTo>
                <a:close/>
              </a:path>
              <a:path w="8858885" h="3127375">
                <a:moveTo>
                  <a:pt x="7563337" y="2370237"/>
                </a:moveTo>
                <a:lnTo>
                  <a:pt x="7559430" y="2377212"/>
                </a:lnTo>
                <a:lnTo>
                  <a:pt x="7552455" y="2373305"/>
                </a:lnTo>
                <a:lnTo>
                  <a:pt x="7556362" y="2366330"/>
                </a:lnTo>
                <a:lnTo>
                  <a:pt x="7563337" y="2370237"/>
                </a:lnTo>
                <a:close/>
              </a:path>
              <a:path w="8858885" h="3127375">
                <a:moveTo>
                  <a:pt x="7462606" y="2548435"/>
                </a:moveTo>
                <a:lnTo>
                  <a:pt x="7459483" y="2554016"/>
                </a:lnTo>
                <a:lnTo>
                  <a:pt x="7453898" y="2550886"/>
                </a:lnTo>
                <a:lnTo>
                  <a:pt x="7457022" y="2545305"/>
                </a:lnTo>
                <a:lnTo>
                  <a:pt x="7462606" y="2548435"/>
                </a:lnTo>
                <a:close/>
              </a:path>
              <a:path w="8858885" h="3127375">
                <a:moveTo>
                  <a:pt x="7361867" y="2726619"/>
                </a:moveTo>
                <a:lnTo>
                  <a:pt x="7359521" y="2730811"/>
                </a:lnTo>
                <a:lnTo>
                  <a:pt x="7355338" y="2728460"/>
                </a:lnTo>
                <a:lnTo>
                  <a:pt x="7357682" y="2724280"/>
                </a:lnTo>
                <a:lnTo>
                  <a:pt x="7361867" y="2726619"/>
                </a:lnTo>
                <a:close/>
              </a:path>
              <a:path w="8858885" h="3127375">
                <a:moveTo>
                  <a:pt x="7261134" y="2904812"/>
                </a:moveTo>
                <a:lnTo>
                  <a:pt x="7259570" y="2907608"/>
                </a:lnTo>
                <a:lnTo>
                  <a:pt x="7256774" y="2906045"/>
                </a:lnTo>
                <a:lnTo>
                  <a:pt x="7258342" y="2903256"/>
                </a:lnTo>
                <a:lnTo>
                  <a:pt x="7261134" y="2904812"/>
                </a:lnTo>
                <a:close/>
              </a:path>
              <a:path w="8858885" h="3127375">
                <a:moveTo>
                  <a:pt x="7160948" y="3082855"/>
                </a:moveTo>
                <a:lnTo>
                  <a:pt x="7159775" y="3084950"/>
                </a:lnTo>
                <a:lnTo>
                  <a:pt x="7157680" y="3083777"/>
                </a:lnTo>
                <a:lnTo>
                  <a:pt x="7158853" y="3081682"/>
                </a:lnTo>
                <a:lnTo>
                  <a:pt x="7160948" y="3082855"/>
                </a:lnTo>
                <a:close/>
              </a:path>
              <a:path w="8858885" h="3127375">
                <a:moveTo>
                  <a:pt x="8598628" y="131052"/>
                </a:moveTo>
                <a:lnTo>
                  <a:pt x="8582216" y="160348"/>
                </a:lnTo>
                <a:lnTo>
                  <a:pt x="8552921" y="143937"/>
                </a:lnTo>
                <a:lnTo>
                  <a:pt x="8569332" y="114641"/>
                </a:lnTo>
                <a:lnTo>
                  <a:pt x="8598628" y="131052"/>
                </a:lnTo>
                <a:close/>
              </a:path>
              <a:path w="8858885" h="3127375">
                <a:moveTo>
                  <a:pt x="8497355" y="309395"/>
                </a:moveTo>
                <a:lnTo>
                  <a:pt x="8482121" y="336603"/>
                </a:lnTo>
                <a:lnTo>
                  <a:pt x="8454910" y="321362"/>
                </a:lnTo>
                <a:lnTo>
                  <a:pt x="8470155" y="294157"/>
                </a:lnTo>
                <a:lnTo>
                  <a:pt x="8497355" y="309395"/>
                </a:lnTo>
                <a:close/>
              </a:path>
              <a:path w="8858885" h="3127375">
                <a:moveTo>
                  <a:pt x="8396075" y="487742"/>
                </a:moveTo>
                <a:lnTo>
                  <a:pt x="8382008" y="512859"/>
                </a:lnTo>
                <a:lnTo>
                  <a:pt x="8356887" y="498784"/>
                </a:lnTo>
                <a:lnTo>
                  <a:pt x="8370958" y="473675"/>
                </a:lnTo>
                <a:lnTo>
                  <a:pt x="8396075" y="487742"/>
                </a:lnTo>
                <a:close/>
              </a:path>
              <a:path w="8858885" h="3127375">
                <a:moveTo>
                  <a:pt x="8295345" y="665941"/>
                </a:moveTo>
                <a:lnTo>
                  <a:pt x="8282057" y="689656"/>
                </a:lnTo>
                <a:lnTo>
                  <a:pt x="8258335" y="676372"/>
                </a:lnTo>
                <a:lnTo>
                  <a:pt x="8271618" y="652650"/>
                </a:lnTo>
                <a:lnTo>
                  <a:pt x="8295345" y="665941"/>
                </a:lnTo>
                <a:close/>
              </a:path>
              <a:path w="8858885" h="3127375">
                <a:moveTo>
                  <a:pt x="8193515" y="844437"/>
                </a:moveTo>
                <a:lnTo>
                  <a:pt x="8181795" y="865362"/>
                </a:lnTo>
                <a:lnTo>
                  <a:pt x="8160865" y="853635"/>
                </a:lnTo>
                <a:lnTo>
                  <a:pt x="8172586" y="832709"/>
                </a:lnTo>
                <a:lnTo>
                  <a:pt x="8193515" y="844437"/>
                </a:lnTo>
                <a:close/>
              </a:path>
              <a:path w="8858885" h="3127375">
                <a:moveTo>
                  <a:pt x="8092781" y="1022629"/>
                </a:moveTo>
                <a:lnTo>
                  <a:pt x="8081837" y="1042164"/>
                </a:lnTo>
                <a:lnTo>
                  <a:pt x="8062302" y="1031220"/>
                </a:lnTo>
                <a:lnTo>
                  <a:pt x="8073246" y="1011684"/>
                </a:lnTo>
                <a:lnTo>
                  <a:pt x="8092781" y="1022629"/>
                </a:lnTo>
                <a:close/>
              </a:path>
              <a:path w="8858885" h="3127375">
                <a:moveTo>
                  <a:pt x="7991501" y="1200976"/>
                </a:moveTo>
                <a:lnTo>
                  <a:pt x="7981730" y="1218416"/>
                </a:lnTo>
                <a:lnTo>
                  <a:pt x="7964289" y="1208646"/>
                </a:lnTo>
                <a:lnTo>
                  <a:pt x="7974060" y="1191205"/>
                </a:lnTo>
                <a:lnTo>
                  <a:pt x="7991501" y="1200976"/>
                </a:lnTo>
                <a:close/>
              </a:path>
              <a:path w="8858885" h="3127375">
                <a:moveTo>
                  <a:pt x="7890217" y="1379317"/>
                </a:moveTo>
                <a:lnTo>
                  <a:pt x="7881623" y="1394669"/>
                </a:lnTo>
                <a:lnTo>
                  <a:pt x="7866278" y="1386071"/>
                </a:lnTo>
                <a:lnTo>
                  <a:pt x="7874876" y="1370726"/>
                </a:lnTo>
                <a:lnTo>
                  <a:pt x="7890217" y="1379317"/>
                </a:lnTo>
                <a:close/>
              </a:path>
              <a:path w="8858885" h="3127375">
                <a:moveTo>
                  <a:pt x="7788941" y="1557671"/>
                </a:moveTo>
                <a:lnTo>
                  <a:pt x="7781521" y="1570928"/>
                </a:lnTo>
                <a:lnTo>
                  <a:pt x="7768260" y="1563501"/>
                </a:lnTo>
                <a:lnTo>
                  <a:pt x="7775691" y="1550247"/>
                </a:lnTo>
                <a:lnTo>
                  <a:pt x="7788941" y="1557671"/>
                </a:lnTo>
                <a:close/>
              </a:path>
              <a:path w="8858885" h="3127375">
                <a:moveTo>
                  <a:pt x="7688207" y="1735863"/>
                </a:moveTo>
                <a:lnTo>
                  <a:pt x="7681559" y="1747723"/>
                </a:lnTo>
                <a:lnTo>
                  <a:pt x="7669700" y="1741075"/>
                </a:lnTo>
                <a:lnTo>
                  <a:pt x="7676347" y="1729215"/>
                </a:lnTo>
                <a:lnTo>
                  <a:pt x="7688207" y="1735863"/>
                </a:lnTo>
                <a:close/>
              </a:path>
              <a:path w="8858885" h="3127375">
                <a:moveTo>
                  <a:pt x="7587472" y="1914054"/>
                </a:moveTo>
                <a:lnTo>
                  <a:pt x="7581609" y="1924519"/>
                </a:lnTo>
                <a:lnTo>
                  <a:pt x="7571143" y="1918656"/>
                </a:lnTo>
                <a:lnTo>
                  <a:pt x="7577007" y="1908191"/>
                </a:lnTo>
                <a:lnTo>
                  <a:pt x="7587472" y="1914054"/>
                </a:lnTo>
                <a:close/>
              </a:path>
              <a:path w="8858885" h="3127375">
                <a:moveTo>
                  <a:pt x="7486731" y="2092251"/>
                </a:moveTo>
                <a:lnTo>
                  <a:pt x="7481657" y="2101317"/>
                </a:lnTo>
                <a:lnTo>
                  <a:pt x="7472582" y="2096230"/>
                </a:lnTo>
                <a:lnTo>
                  <a:pt x="7477660" y="2087171"/>
                </a:lnTo>
                <a:lnTo>
                  <a:pt x="7486731" y="2092251"/>
                </a:lnTo>
                <a:close/>
              </a:path>
              <a:path w="8858885" h="3127375">
                <a:moveTo>
                  <a:pt x="7385996" y="2270442"/>
                </a:moveTo>
                <a:lnTo>
                  <a:pt x="7381706" y="2278114"/>
                </a:lnTo>
                <a:lnTo>
                  <a:pt x="7374030" y="2273818"/>
                </a:lnTo>
                <a:lnTo>
                  <a:pt x="7378331" y="2266148"/>
                </a:lnTo>
                <a:lnTo>
                  <a:pt x="7385996" y="2270442"/>
                </a:lnTo>
                <a:close/>
              </a:path>
              <a:path w="8858885" h="3127375">
                <a:moveTo>
                  <a:pt x="7285265" y="2448640"/>
                </a:moveTo>
                <a:lnTo>
                  <a:pt x="7281756" y="2454911"/>
                </a:lnTo>
                <a:lnTo>
                  <a:pt x="7275470" y="2451391"/>
                </a:lnTo>
                <a:lnTo>
                  <a:pt x="7278988" y="2445116"/>
                </a:lnTo>
                <a:lnTo>
                  <a:pt x="7285265" y="2448640"/>
                </a:lnTo>
                <a:close/>
              </a:path>
              <a:path w="8858885" h="3127375">
                <a:moveTo>
                  <a:pt x="7184534" y="2626822"/>
                </a:moveTo>
                <a:lnTo>
                  <a:pt x="7181794" y="2631706"/>
                </a:lnTo>
                <a:lnTo>
                  <a:pt x="7176914" y="2628972"/>
                </a:lnTo>
                <a:lnTo>
                  <a:pt x="7179654" y="2624088"/>
                </a:lnTo>
                <a:lnTo>
                  <a:pt x="7184534" y="2626822"/>
                </a:lnTo>
                <a:close/>
              </a:path>
              <a:path w="8858885" h="3127375">
                <a:moveTo>
                  <a:pt x="7083792" y="2805018"/>
                </a:moveTo>
                <a:lnTo>
                  <a:pt x="7081842" y="2808503"/>
                </a:lnTo>
                <a:lnTo>
                  <a:pt x="7078352" y="2806547"/>
                </a:lnTo>
                <a:lnTo>
                  <a:pt x="7080302" y="2803061"/>
                </a:lnTo>
                <a:lnTo>
                  <a:pt x="7083792" y="2805018"/>
                </a:lnTo>
                <a:close/>
              </a:path>
              <a:path w="8858885" h="3127375">
                <a:moveTo>
                  <a:pt x="6983606" y="2983061"/>
                </a:moveTo>
                <a:lnTo>
                  <a:pt x="6982040" y="2985850"/>
                </a:lnTo>
                <a:lnTo>
                  <a:pt x="6979254" y="2984290"/>
                </a:lnTo>
                <a:lnTo>
                  <a:pt x="6980810" y="2981498"/>
                </a:lnTo>
                <a:lnTo>
                  <a:pt x="6983606" y="2983061"/>
                </a:lnTo>
                <a:close/>
              </a:path>
              <a:path w="8858885" h="3127375">
                <a:moveTo>
                  <a:pt x="8421839" y="31099"/>
                </a:moveTo>
                <a:lnTo>
                  <a:pt x="8404644" y="61789"/>
                </a:lnTo>
                <a:lnTo>
                  <a:pt x="8373953" y="44595"/>
                </a:lnTo>
                <a:lnTo>
                  <a:pt x="8391141" y="13909"/>
                </a:lnTo>
                <a:lnTo>
                  <a:pt x="8421839" y="31099"/>
                </a:lnTo>
                <a:close/>
              </a:path>
              <a:path w="8858885" h="3127375">
                <a:moveTo>
                  <a:pt x="8321104" y="209291"/>
                </a:moveTo>
                <a:lnTo>
                  <a:pt x="8304693" y="238587"/>
                </a:lnTo>
                <a:lnTo>
                  <a:pt x="8275390" y="222180"/>
                </a:lnTo>
                <a:lnTo>
                  <a:pt x="8291805" y="192873"/>
                </a:lnTo>
                <a:lnTo>
                  <a:pt x="8321104" y="209291"/>
                </a:lnTo>
                <a:close/>
              </a:path>
              <a:path w="8858885" h="3127375">
                <a:moveTo>
                  <a:pt x="8219279" y="387794"/>
                </a:moveTo>
                <a:lnTo>
                  <a:pt x="8204431" y="414293"/>
                </a:lnTo>
                <a:lnTo>
                  <a:pt x="8177925" y="399449"/>
                </a:lnTo>
                <a:lnTo>
                  <a:pt x="8192773" y="372949"/>
                </a:lnTo>
                <a:lnTo>
                  <a:pt x="8219279" y="387794"/>
                </a:lnTo>
                <a:close/>
              </a:path>
              <a:path w="8858885" h="3127375">
                <a:moveTo>
                  <a:pt x="8117995" y="566134"/>
                </a:moveTo>
                <a:lnTo>
                  <a:pt x="8104317" y="590550"/>
                </a:lnTo>
                <a:lnTo>
                  <a:pt x="8079901" y="576873"/>
                </a:lnTo>
                <a:lnTo>
                  <a:pt x="8093579" y="552457"/>
                </a:lnTo>
                <a:lnTo>
                  <a:pt x="8117995" y="566134"/>
                </a:lnTo>
                <a:close/>
              </a:path>
              <a:path w="8858885" h="3127375">
                <a:moveTo>
                  <a:pt x="8017260" y="744325"/>
                </a:moveTo>
                <a:lnTo>
                  <a:pt x="8004367" y="767347"/>
                </a:lnTo>
                <a:lnTo>
                  <a:pt x="7981350" y="754460"/>
                </a:lnTo>
                <a:lnTo>
                  <a:pt x="7994251" y="731435"/>
                </a:lnTo>
                <a:lnTo>
                  <a:pt x="8017260" y="744325"/>
                </a:lnTo>
                <a:close/>
              </a:path>
              <a:path w="8858885" h="3127375">
                <a:moveTo>
                  <a:pt x="7915443" y="922825"/>
                </a:moveTo>
                <a:lnTo>
                  <a:pt x="7904109" y="943061"/>
                </a:lnTo>
                <a:lnTo>
                  <a:pt x="7883879" y="931723"/>
                </a:lnTo>
                <a:lnTo>
                  <a:pt x="7895210" y="911498"/>
                </a:lnTo>
                <a:lnTo>
                  <a:pt x="7915443" y="922825"/>
                </a:lnTo>
                <a:close/>
              </a:path>
              <a:path w="8858885" h="3127375">
                <a:moveTo>
                  <a:pt x="7814712" y="1101023"/>
                </a:moveTo>
                <a:lnTo>
                  <a:pt x="7804158" y="1119858"/>
                </a:lnTo>
                <a:lnTo>
                  <a:pt x="7785315" y="1109308"/>
                </a:lnTo>
                <a:lnTo>
                  <a:pt x="7795870" y="1090473"/>
                </a:lnTo>
                <a:lnTo>
                  <a:pt x="7814712" y="1101023"/>
                </a:lnTo>
                <a:close/>
              </a:path>
              <a:path w="8858885" h="3127375">
                <a:moveTo>
                  <a:pt x="7713425" y="1279375"/>
                </a:moveTo>
                <a:lnTo>
                  <a:pt x="7704044" y="1296114"/>
                </a:lnTo>
                <a:lnTo>
                  <a:pt x="7687304" y="1286733"/>
                </a:lnTo>
                <a:lnTo>
                  <a:pt x="7696685" y="1269994"/>
                </a:lnTo>
                <a:lnTo>
                  <a:pt x="7713425" y="1279375"/>
                </a:lnTo>
                <a:close/>
              </a:path>
              <a:path w="8858885" h="3127375">
                <a:moveTo>
                  <a:pt x="7612148" y="1457711"/>
                </a:moveTo>
                <a:lnTo>
                  <a:pt x="7603938" y="1472366"/>
                </a:lnTo>
                <a:lnTo>
                  <a:pt x="7589287" y="1464163"/>
                </a:lnTo>
                <a:lnTo>
                  <a:pt x="7597497" y="1449507"/>
                </a:lnTo>
                <a:lnTo>
                  <a:pt x="7612148" y="1457711"/>
                </a:lnTo>
                <a:close/>
              </a:path>
              <a:path w="8858885" h="3127375">
                <a:moveTo>
                  <a:pt x="7510862" y="1636062"/>
                </a:moveTo>
                <a:lnTo>
                  <a:pt x="7503831" y="1648618"/>
                </a:lnTo>
                <a:lnTo>
                  <a:pt x="7491275" y="1641588"/>
                </a:lnTo>
                <a:lnTo>
                  <a:pt x="7498312" y="1629028"/>
                </a:lnTo>
                <a:lnTo>
                  <a:pt x="7510862" y="1636062"/>
                </a:lnTo>
                <a:close/>
              </a:path>
              <a:path w="8858885" h="3127375">
                <a:moveTo>
                  <a:pt x="7410127" y="1814254"/>
                </a:moveTo>
                <a:lnTo>
                  <a:pt x="7403880" y="1825416"/>
                </a:lnTo>
                <a:lnTo>
                  <a:pt x="7392714" y="1819162"/>
                </a:lnTo>
                <a:lnTo>
                  <a:pt x="7398972" y="1808003"/>
                </a:lnTo>
                <a:lnTo>
                  <a:pt x="7410127" y="1814254"/>
                </a:lnTo>
                <a:close/>
              </a:path>
              <a:path w="8858885" h="3127375">
                <a:moveTo>
                  <a:pt x="7309397" y="1992452"/>
                </a:moveTo>
                <a:lnTo>
                  <a:pt x="7303923" y="2002217"/>
                </a:lnTo>
                <a:lnTo>
                  <a:pt x="7294158" y="1996743"/>
                </a:lnTo>
                <a:lnTo>
                  <a:pt x="7299632" y="1986979"/>
                </a:lnTo>
                <a:lnTo>
                  <a:pt x="7309397" y="1992452"/>
                </a:lnTo>
                <a:close/>
              </a:path>
              <a:path w="8858885" h="3127375">
                <a:moveTo>
                  <a:pt x="7208663" y="2170644"/>
                </a:moveTo>
                <a:lnTo>
                  <a:pt x="7203979" y="2179010"/>
                </a:lnTo>
                <a:lnTo>
                  <a:pt x="7195598" y="2174317"/>
                </a:lnTo>
                <a:lnTo>
                  <a:pt x="7200289" y="2165947"/>
                </a:lnTo>
                <a:lnTo>
                  <a:pt x="7208663" y="2170644"/>
                </a:lnTo>
                <a:close/>
              </a:path>
              <a:path w="8858885" h="3127375">
                <a:moveTo>
                  <a:pt x="7107924" y="2348829"/>
                </a:moveTo>
                <a:lnTo>
                  <a:pt x="7104010" y="2355808"/>
                </a:lnTo>
                <a:lnTo>
                  <a:pt x="7097035" y="2351901"/>
                </a:lnTo>
                <a:lnTo>
                  <a:pt x="7100949" y="2344922"/>
                </a:lnTo>
                <a:lnTo>
                  <a:pt x="7107924" y="2348829"/>
                </a:lnTo>
                <a:close/>
              </a:path>
              <a:path w="8858885" h="3127375">
                <a:moveTo>
                  <a:pt x="7007182" y="2527025"/>
                </a:moveTo>
                <a:lnTo>
                  <a:pt x="7004059" y="2532606"/>
                </a:lnTo>
                <a:lnTo>
                  <a:pt x="6998482" y="2529490"/>
                </a:lnTo>
                <a:lnTo>
                  <a:pt x="7001613" y="2523905"/>
                </a:lnTo>
                <a:lnTo>
                  <a:pt x="7007182" y="2527025"/>
                </a:lnTo>
                <a:close/>
              </a:path>
              <a:path w="8858885" h="3127375">
                <a:moveTo>
                  <a:pt x="6906452" y="2705224"/>
                </a:moveTo>
                <a:lnTo>
                  <a:pt x="6904108" y="2709403"/>
                </a:lnTo>
                <a:lnTo>
                  <a:pt x="6899929" y="2707059"/>
                </a:lnTo>
                <a:lnTo>
                  <a:pt x="6902269" y="2702873"/>
                </a:lnTo>
                <a:lnTo>
                  <a:pt x="6906452" y="2705224"/>
                </a:lnTo>
                <a:close/>
              </a:path>
              <a:path w="8858885" h="3127375">
                <a:moveTo>
                  <a:pt x="6805717" y="2883414"/>
                </a:moveTo>
                <a:lnTo>
                  <a:pt x="6804162" y="2886207"/>
                </a:lnTo>
                <a:lnTo>
                  <a:pt x="6801366" y="2884644"/>
                </a:lnTo>
                <a:lnTo>
                  <a:pt x="6802929" y="2881848"/>
                </a:lnTo>
                <a:lnTo>
                  <a:pt x="6805717" y="2883414"/>
                </a:lnTo>
                <a:close/>
              </a:path>
              <a:path w="8858885" h="3127375">
                <a:moveTo>
                  <a:pt x="6705528" y="3061451"/>
                </a:moveTo>
                <a:lnTo>
                  <a:pt x="6704355" y="3063547"/>
                </a:lnTo>
                <a:lnTo>
                  <a:pt x="6702264" y="3062381"/>
                </a:lnTo>
                <a:lnTo>
                  <a:pt x="6703444" y="3060281"/>
                </a:lnTo>
                <a:lnTo>
                  <a:pt x="6705528" y="3061451"/>
                </a:lnTo>
                <a:close/>
              </a:path>
              <a:path w="8858885" h="3127375">
                <a:moveTo>
                  <a:pt x="8143758" y="109489"/>
                </a:moveTo>
                <a:lnTo>
                  <a:pt x="8126950" y="139490"/>
                </a:lnTo>
                <a:lnTo>
                  <a:pt x="8096960" y="122684"/>
                </a:lnTo>
                <a:lnTo>
                  <a:pt x="8113762" y="92688"/>
                </a:lnTo>
                <a:lnTo>
                  <a:pt x="8143758" y="109489"/>
                </a:lnTo>
                <a:close/>
              </a:path>
              <a:path w="8858885" h="3127375">
                <a:moveTo>
                  <a:pt x="8043024" y="287681"/>
                </a:moveTo>
                <a:lnTo>
                  <a:pt x="8027007" y="316282"/>
                </a:lnTo>
                <a:lnTo>
                  <a:pt x="7998405" y="300265"/>
                </a:lnTo>
                <a:lnTo>
                  <a:pt x="8014422" y="271663"/>
                </a:lnTo>
                <a:lnTo>
                  <a:pt x="8043024" y="287681"/>
                </a:lnTo>
                <a:close/>
              </a:path>
              <a:path w="8858885" h="3127375">
                <a:moveTo>
                  <a:pt x="7941199" y="466183"/>
                </a:moveTo>
                <a:lnTo>
                  <a:pt x="7926741" y="492000"/>
                </a:lnTo>
                <a:lnTo>
                  <a:pt x="7900932" y="477539"/>
                </a:lnTo>
                <a:lnTo>
                  <a:pt x="7915389" y="451722"/>
                </a:lnTo>
                <a:lnTo>
                  <a:pt x="7941199" y="466183"/>
                </a:lnTo>
                <a:close/>
              </a:path>
              <a:path w="8858885" h="3127375">
                <a:moveTo>
                  <a:pt x="7840468" y="644382"/>
                </a:moveTo>
                <a:lnTo>
                  <a:pt x="7826790" y="668797"/>
                </a:lnTo>
                <a:lnTo>
                  <a:pt x="7802375" y="655120"/>
                </a:lnTo>
                <a:lnTo>
                  <a:pt x="7816053" y="630704"/>
                </a:lnTo>
                <a:lnTo>
                  <a:pt x="7840468" y="644382"/>
                </a:lnTo>
                <a:close/>
              </a:path>
              <a:path w="8858885" h="3127375">
                <a:moveTo>
                  <a:pt x="7738639" y="822878"/>
                </a:moveTo>
                <a:lnTo>
                  <a:pt x="7726525" y="844497"/>
                </a:lnTo>
                <a:lnTo>
                  <a:pt x="7704905" y="832383"/>
                </a:lnTo>
                <a:lnTo>
                  <a:pt x="7717019" y="810763"/>
                </a:lnTo>
                <a:lnTo>
                  <a:pt x="7738639" y="822878"/>
                </a:lnTo>
                <a:close/>
              </a:path>
              <a:path w="8858885" h="3127375">
                <a:moveTo>
                  <a:pt x="7637359" y="1001225"/>
                </a:moveTo>
                <a:lnTo>
                  <a:pt x="7626418" y="1020749"/>
                </a:lnTo>
                <a:lnTo>
                  <a:pt x="7606894" y="1009808"/>
                </a:lnTo>
                <a:lnTo>
                  <a:pt x="7617835" y="990284"/>
                </a:lnTo>
                <a:lnTo>
                  <a:pt x="7637359" y="1001225"/>
                </a:lnTo>
                <a:close/>
              </a:path>
              <a:path w="8858885" h="3127375">
                <a:moveTo>
                  <a:pt x="7536624" y="1179417"/>
                </a:moveTo>
                <a:lnTo>
                  <a:pt x="7526471" y="1197554"/>
                </a:lnTo>
                <a:lnTo>
                  <a:pt x="7508330" y="1187393"/>
                </a:lnTo>
                <a:lnTo>
                  <a:pt x="7518494" y="1169259"/>
                </a:lnTo>
                <a:lnTo>
                  <a:pt x="7536624" y="1179417"/>
                </a:lnTo>
                <a:close/>
              </a:path>
              <a:path w="8858885" h="3127375">
                <a:moveTo>
                  <a:pt x="7435348" y="1357753"/>
                </a:moveTo>
                <a:lnTo>
                  <a:pt x="7426354" y="1373803"/>
                </a:lnTo>
                <a:lnTo>
                  <a:pt x="7410319" y="1364819"/>
                </a:lnTo>
                <a:lnTo>
                  <a:pt x="7419306" y="1348773"/>
                </a:lnTo>
                <a:lnTo>
                  <a:pt x="7435348" y="1357753"/>
                </a:lnTo>
                <a:close/>
              </a:path>
              <a:path w="8858885" h="3127375">
                <a:moveTo>
                  <a:pt x="7334072" y="1536107"/>
                </a:moveTo>
                <a:lnTo>
                  <a:pt x="7326251" y="1550062"/>
                </a:lnTo>
                <a:lnTo>
                  <a:pt x="7312300" y="1542248"/>
                </a:lnTo>
                <a:lnTo>
                  <a:pt x="7320122" y="1528293"/>
                </a:lnTo>
                <a:lnTo>
                  <a:pt x="7334072" y="1536107"/>
                </a:lnTo>
                <a:close/>
              </a:path>
              <a:path w="8858885" h="3127375">
                <a:moveTo>
                  <a:pt x="7232792" y="1714455"/>
                </a:moveTo>
                <a:lnTo>
                  <a:pt x="7226145" y="1726315"/>
                </a:lnTo>
                <a:lnTo>
                  <a:pt x="7214285" y="1719667"/>
                </a:lnTo>
                <a:lnTo>
                  <a:pt x="7220933" y="1707807"/>
                </a:lnTo>
                <a:lnTo>
                  <a:pt x="7232792" y="1714455"/>
                </a:lnTo>
                <a:close/>
              </a:path>
              <a:path w="8858885" h="3127375">
                <a:moveTo>
                  <a:pt x="7132058" y="1892647"/>
                </a:moveTo>
                <a:lnTo>
                  <a:pt x="7126194" y="1903111"/>
                </a:lnTo>
                <a:lnTo>
                  <a:pt x="7115729" y="1897248"/>
                </a:lnTo>
                <a:lnTo>
                  <a:pt x="7121592" y="1886783"/>
                </a:lnTo>
                <a:lnTo>
                  <a:pt x="7132058" y="1892647"/>
                </a:lnTo>
                <a:close/>
              </a:path>
              <a:path w="8858885" h="3127375">
                <a:moveTo>
                  <a:pt x="7031862" y="2070687"/>
                </a:moveTo>
                <a:lnTo>
                  <a:pt x="7026391" y="2080458"/>
                </a:lnTo>
                <a:lnTo>
                  <a:pt x="7016620" y="2074988"/>
                </a:lnTo>
                <a:lnTo>
                  <a:pt x="7022090" y="2065217"/>
                </a:lnTo>
                <a:lnTo>
                  <a:pt x="7031862" y="2070687"/>
                </a:lnTo>
                <a:close/>
              </a:path>
              <a:path w="8858885" h="3127375">
                <a:moveTo>
                  <a:pt x="6930581" y="2249034"/>
                </a:moveTo>
                <a:lnTo>
                  <a:pt x="6926285" y="2256710"/>
                </a:lnTo>
                <a:lnTo>
                  <a:pt x="6918609" y="2252413"/>
                </a:lnTo>
                <a:lnTo>
                  <a:pt x="6922912" y="2244733"/>
                </a:lnTo>
                <a:lnTo>
                  <a:pt x="6930581" y="2249034"/>
                </a:lnTo>
                <a:close/>
              </a:path>
              <a:path w="8858885" h="3127375">
                <a:moveTo>
                  <a:pt x="6829847" y="2427226"/>
                </a:moveTo>
                <a:lnTo>
                  <a:pt x="6826330" y="2433501"/>
                </a:lnTo>
                <a:lnTo>
                  <a:pt x="6820048" y="2429987"/>
                </a:lnTo>
                <a:lnTo>
                  <a:pt x="6823573" y="2423709"/>
                </a:lnTo>
                <a:lnTo>
                  <a:pt x="6829847" y="2427226"/>
                </a:lnTo>
                <a:close/>
              </a:path>
              <a:path w="8858885" h="3127375">
                <a:moveTo>
                  <a:pt x="6729113" y="2605418"/>
                </a:moveTo>
                <a:lnTo>
                  <a:pt x="6726377" y="2610309"/>
                </a:lnTo>
                <a:lnTo>
                  <a:pt x="6721493" y="2607568"/>
                </a:lnTo>
                <a:lnTo>
                  <a:pt x="6724229" y="2602677"/>
                </a:lnTo>
                <a:lnTo>
                  <a:pt x="6729113" y="2605418"/>
                </a:lnTo>
                <a:close/>
              </a:path>
              <a:path w="8858885" h="3127375">
                <a:moveTo>
                  <a:pt x="6628378" y="2783609"/>
                </a:moveTo>
                <a:lnTo>
                  <a:pt x="6626428" y="2787095"/>
                </a:lnTo>
                <a:lnTo>
                  <a:pt x="6622942" y="2785145"/>
                </a:lnTo>
                <a:lnTo>
                  <a:pt x="6624893" y="2781660"/>
                </a:lnTo>
                <a:lnTo>
                  <a:pt x="6628378" y="2783609"/>
                </a:lnTo>
                <a:close/>
              </a:path>
              <a:path w="8858885" h="3127375">
                <a:moveTo>
                  <a:pt x="6527644" y="2961801"/>
                </a:moveTo>
                <a:lnTo>
                  <a:pt x="6526464" y="2963901"/>
                </a:lnTo>
                <a:lnTo>
                  <a:pt x="6524380" y="2962730"/>
                </a:lnTo>
                <a:lnTo>
                  <a:pt x="6525553" y="2960635"/>
                </a:lnTo>
                <a:lnTo>
                  <a:pt x="6527644" y="2961801"/>
                </a:lnTo>
                <a:close/>
              </a:path>
              <a:path w="8858885" h="3127375">
                <a:moveTo>
                  <a:pt x="7966963" y="9537"/>
                </a:moveTo>
                <a:lnTo>
                  <a:pt x="7949378" y="40928"/>
                </a:lnTo>
                <a:lnTo>
                  <a:pt x="7917987" y="23343"/>
                </a:lnTo>
                <a:lnTo>
                  <a:pt x="7931064" y="0"/>
                </a:lnTo>
                <a:lnTo>
                  <a:pt x="7949938" y="0"/>
                </a:lnTo>
                <a:lnTo>
                  <a:pt x="7966963" y="9537"/>
                </a:lnTo>
                <a:close/>
              </a:path>
              <a:path w="8858885" h="3127375">
                <a:moveTo>
                  <a:pt x="7865691" y="187880"/>
                </a:moveTo>
                <a:lnTo>
                  <a:pt x="7849273" y="217180"/>
                </a:lnTo>
                <a:lnTo>
                  <a:pt x="7819977" y="200768"/>
                </a:lnTo>
                <a:lnTo>
                  <a:pt x="7836395" y="171469"/>
                </a:lnTo>
                <a:lnTo>
                  <a:pt x="7865691" y="187880"/>
                </a:lnTo>
                <a:close/>
              </a:path>
              <a:path w="8858885" h="3127375">
                <a:moveTo>
                  <a:pt x="7764404" y="366231"/>
                </a:moveTo>
                <a:lnTo>
                  <a:pt x="7749159" y="393436"/>
                </a:lnTo>
                <a:lnTo>
                  <a:pt x="7721959" y="378198"/>
                </a:lnTo>
                <a:lnTo>
                  <a:pt x="7737199" y="350986"/>
                </a:lnTo>
                <a:lnTo>
                  <a:pt x="7764404" y="366231"/>
                </a:lnTo>
                <a:close/>
              </a:path>
              <a:path w="8858885" h="3127375">
                <a:moveTo>
                  <a:pt x="7663127" y="544568"/>
                </a:moveTo>
                <a:lnTo>
                  <a:pt x="7649052" y="569688"/>
                </a:lnTo>
                <a:lnTo>
                  <a:pt x="7623947" y="555623"/>
                </a:lnTo>
                <a:lnTo>
                  <a:pt x="7638015" y="530507"/>
                </a:lnTo>
                <a:lnTo>
                  <a:pt x="7663127" y="544568"/>
                </a:lnTo>
                <a:close/>
              </a:path>
              <a:path w="8858885" h="3127375">
                <a:moveTo>
                  <a:pt x="7561851" y="722922"/>
                </a:moveTo>
                <a:lnTo>
                  <a:pt x="7548950" y="745947"/>
                </a:lnTo>
                <a:lnTo>
                  <a:pt x="7525929" y="733053"/>
                </a:lnTo>
                <a:lnTo>
                  <a:pt x="7538830" y="710028"/>
                </a:lnTo>
                <a:lnTo>
                  <a:pt x="7561851" y="722922"/>
                </a:lnTo>
                <a:close/>
              </a:path>
              <a:path w="8858885" h="3127375">
                <a:moveTo>
                  <a:pt x="7460564" y="901273"/>
                </a:moveTo>
                <a:lnTo>
                  <a:pt x="7448844" y="922199"/>
                </a:lnTo>
                <a:lnTo>
                  <a:pt x="7427918" y="910478"/>
                </a:lnTo>
                <a:lnTo>
                  <a:pt x="7439638" y="889553"/>
                </a:lnTo>
                <a:lnTo>
                  <a:pt x="7460564" y="901273"/>
                </a:lnTo>
                <a:close/>
              </a:path>
              <a:path w="8858885" h="3127375">
                <a:moveTo>
                  <a:pt x="7359288" y="1079610"/>
                </a:moveTo>
                <a:lnTo>
                  <a:pt x="7348737" y="1098451"/>
                </a:lnTo>
                <a:lnTo>
                  <a:pt x="7329907" y="1087904"/>
                </a:lnTo>
                <a:lnTo>
                  <a:pt x="7340457" y="1069062"/>
                </a:lnTo>
                <a:lnTo>
                  <a:pt x="7359288" y="1079610"/>
                </a:lnTo>
                <a:close/>
              </a:path>
              <a:path w="8858885" h="3127375">
                <a:moveTo>
                  <a:pt x="7258557" y="1257808"/>
                </a:moveTo>
                <a:lnTo>
                  <a:pt x="7248786" y="1275249"/>
                </a:lnTo>
                <a:lnTo>
                  <a:pt x="7231346" y="1265478"/>
                </a:lnTo>
                <a:lnTo>
                  <a:pt x="7241117" y="1248037"/>
                </a:lnTo>
                <a:lnTo>
                  <a:pt x="7258557" y="1257808"/>
                </a:lnTo>
                <a:close/>
              </a:path>
              <a:path w="8858885" h="3127375">
                <a:moveTo>
                  <a:pt x="7156728" y="1436304"/>
                </a:moveTo>
                <a:lnTo>
                  <a:pt x="7148518" y="1450959"/>
                </a:lnTo>
                <a:lnTo>
                  <a:pt x="7133873" y="1442752"/>
                </a:lnTo>
                <a:lnTo>
                  <a:pt x="7142077" y="1428100"/>
                </a:lnTo>
                <a:lnTo>
                  <a:pt x="7156728" y="1436304"/>
                </a:lnTo>
                <a:close/>
              </a:path>
              <a:path w="8858885" h="3127375">
                <a:moveTo>
                  <a:pt x="7055452" y="1614658"/>
                </a:moveTo>
                <a:lnTo>
                  <a:pt x="7048418" y="1627208"/>
                </a:lnTo>
                <a:lnTo>
                  <a:pt x="7035858" y="1620170"/>
                </a:lnTo>
                <a:lnTo>
                  <a:pt x="7042892" y="1607621"/>
                </a:lnTo>
                <a:lnTo>
                  <a:pt x="7055452" y="1614658"/>
                </a:lnTo>
                <a:close/>
              </a:path>
              <a:path w="8858885" h="3127375">
                <a:moveTo>
                  <a:pt x="6954706" y="1792848"/>
                </a:moveTo>
                <a:lnTo>
                  <a:pt x="6948459" y="1804009"/>
                </a:lnTo>
                <a:lnTo>
                  <a:pt x="6937301" y="1797751"/>
                </a:lnTo>
                <a:lnTo>
                  <a:pt x="6943552" y="1786597"/>
                </a:lnTo>
                <a:lnTo>
                  <a:pt x="6954706" y="1792848"/>
                </a:lnTo>
                <a:close/>
              </a:path>
              <a:path w="8858885" h="3127375">
                <a:moveTo>
                  <a:pt x="6853972" y="1971039"/>
                </a:moveTo>
                <a:lnTo>
                  <a:pt x="6848502" y="1980811"/>
                </a:lnTo>
                <a:lnTo>
                  <a:pt x="6838737" y="1975337"/>
                </a:lnTo>
                <a:lnTo>
                  <a:pt x="6844207" y="1965565"/>
                </a:lnTo>
                <a:lnTo>
                  <a:pt x="6853972" y="1971039"/>
                </a:lnTo>
                <a:close/>
              </a:path>
              <a:path w="8858885" h="3127375">
                <a:moveTo>
                  <a:pt x="6753242" y="2149238"/>
                </a:moveTo>
                <a:lnTo>
                  <a:pt x="6748558" y="2157604"/>
                </a:lnTo>
                <a:lnTo>
                  <a:pt x="6740188" y="2152913"/>
                </a:lnTo>
                <a:lnTo>
                  <a:pt x="6744872" y="2144547"/>
                </a:lnTo>
                <a:lnTo>
                  <a:pt x="6753242" y="2149238"/>
                </a:lnTo>
                <a:close/>
              </a:path>
              <a:path w="8858885" h="3127375">
                <a:moveTo>
                  <a:pt x="6652507" y="2327430"/>
                </a:moveTo>
                <a:lnTo>
                  <a:pt x="6648600" y="2334405"/>
                </a:lnTo>
                <a:lnTo>
                  <a:pt x="6641625" y="2330498"/>
                </a:lnTo>
                <a:lnTo>
                  <a:pt x="6645532" y="2323523"/>
                </a:lnTo>
                <a:lnTo>
                  <a:pt x="6652507" y="2327430"/>
                </a:lnTo>
                <a:close/>
              </a:path>
              <a:path w="8858885" h="3127375">
                <a:moveTo>
                  <a:pt x="6551773" y="2505622"/>
                </a:moveTo>
                <a:lnTo>
                  <a:pt x="6548650" y="2511202"/>
                </a:lnTo>
                <a:lnTo>
                  <a:pt x="6543065" y="2508072"/>
                </a:lnTo>
                <a:lnTo>
                  <a:pt x="6546192" y="2502498"/>
                </a:lnTo>
                <a:lnTo>
                  <a:pt x="6551773" y="2505622"/>
                </a:lnTo>
                <a:close/>
              </a:path>
              <a:path w="8858885" h="3127375">
                <a:moveTo>
                  <a:pt x="6451038" y="2683812"/>
                </a:moveTo>
                <a:lnTo>
                  <a:pt x="6448688" y="2687997"/>
                </a:lnTo>
                <a:lnTo>
                  <a:pt x="6444509" y="2685653"/>
                </a:lnTo>
                <a:lnTo>
                  <a:pt x="6446849" y="2681466"/>
                </a:lnTo>
                <a:lnTo>
                  <a:pt x="6451038" y="2683812"/>
                </a:lnTo>
                <a:close/>
              </a:path>
              <a:path w="8858885" h="3127375">
                <a:moveTo>
                  <a:pt x="6350297" y="2862009"/>
                </a:moveTo>
                <a:lnTo>
                  <a:pt x="6348744" y="2864790"/>
                </a:lnTo>
                <a:lnTo>
                  <a:pt x="6345948" y="2863227"/>
                </a:lnTo>
                <a:lnTo>
                  <a:pt x="6347508" y="2860442"/>
                </a:lnTo>
                <a:lnTo>
                  <a:pt x="6350297" y="2862009"/>
                </a:lnTo>
                <a:close/>
              </a:path>
              <a:path w="8858885" h="3127375">
                <a:moveTo>
                  <a:pt x="6249562" y="3040201"/>
                </a:moveTo>
                <a:lnTo>
                  <a:pt x="6248786" y="3041591"/>
                </a:lnTo>
                <a:lnTo>
                  <a:pt x="6247395" y="3040815"/>
                </a:lnTo>
                <a:lnTo>
                  <a:pt x="6248172" y="3039424"/>
                </a:lnTo>
                <a:lnTo>
                  <a:pt x="6249562" y="3040201"/>
                </a:lnTo>
                <a:close/>
              </a:path>
              <a:path w="8858885" h="3127375">
                <a:moveTo>
                  <a:pt x="7688893" y="87929"/>
                </a:moveTo>
                <a:lnTo>
                  <a:pt x="7671702" y="118626"/>
                </a:lnTo>
                <a:lnTo>
                  <a:pt x="7641001" y="101429"/>
                </a:lnTo>
                <a:lnTo>
                  <a:pt x="7658196" y="70739"/>
                </a:lnTo>
                <a:lnTo>
                  <a:pt x="7688893" y="87929"/>
                </a:lnTo>
                <a:close/>
              </a:path>
              <a:path w="8858885" h="3127375">
                <a:moveTo>
                  <a:pt x="7587606" y="266281"/>
                </a:moveTo>
                <a:lnTo>
                  <a:pt x="7571589" y="294883"/>
                </a:lnTo>
                <a:lnTo>
                  <a:pt x="7542983" y="278858"/>
                </a:lnTo>
                <a:lnTo>
                  <a:pt x="7559000" y="250256"/>
                </a:lnTo>
                <a:lnTo>
                  <a:pt x="7587606" y="266281"/>
                </a:lnTo>
                <a:close/>
              </a:path>
              <a:path w="8858885" h="3127375">
                <a:moveTo>
                  <a:pt x="7486329" y="444617"/>
                </a:moveTo>
                <a:lnTo>
                  <a:pt x="7471478" y="471128"/>
                </a:lnTo>
                <a:lnTo>
                  <a:pt x="7444971" y="456284"/>
                </a:lnTo>
                <a:lnTo>
                  <a:pt x="7459823" y="429773"/>
                </a:lnTo>
                <a:lnTo>
                  <a:pt x="7486329" y="444617"/>
                </a:lnTo>
                <a:close/>
              </a:path>
              <a:path w="8858885" h="3127375">
                <a:moveTo>
                  <a:pt x="7385042" y="622968"/>
                </a:moveTo>
                <a:lnTo>
                  <a:pt x="7371372" y="647380"/>
                </a:lnTo>
                <a:lnTo>
                  <a:pt x="7346960" y="633709"/>
                </a:lnTo>
                <a:lnTo>
                  <a:pt x="7360631" y="609298"/>
                </a:lnTo>
                <a:lnTo>
                  <a:pt x="7385042" y="622968"/>
                </a:lnTo>
                <a:close/>
              </a:path>
              <a:path w="8858885" h="3127375">
                <a:moveTo>
                  <a:pt x="7283770" y="801312"/>
                </a:moveTo>
                <a:lnTo>
                  <a:pt x="7271258" y="823636"/>
                </a:lnTo>
                <a:lnTo>
                  <a:pt x="7248942" y="811139"/>
                </a:lnTo>
                <a:lnTo>
                  <a:pt x="7261449" y="788807"/>
                </a:lnTo>
                <a:lnTo>
                  <a:pt x="7283770" y="801312"/>
                </a:lnTo>
                <a:close/>
              </a:path>
              <a:path w="8858885" h="3127375">
                <a:moveTo>
                  <a:pt x="7182494" y="979665"/>
                </a:moveTo>
                <a:lnTo>
                  <a:pt x="7171163" y="999891"/>
                </a:lnTo>
                <a:lnTo>
                  <a:pt x="7150931" y="988564"/>
                </a:lnTo>
                <a:lnTo>
                  <a:pt x="7162264" y="968327"/>
                </a:lnTo>
                <a:lnTo>
                  <a:pt x="7182494" y="979665"/>
                </a:lnTo>
                <a:close/>
              </a:path>
              <a:path w="8858885" h="3127375">
                <a:moveTo>
                  <a:pt x="7081217" y="1158002"/>
                </a:moveTo>
                <a:lnTo>
                  <a:pt x="7071050" y="1176147"/>
                </a:lnTo>
                <a:lnTo>
                  <a:pt x="7052909" y="1165987"/>
                </a:lnTo>
                <a:lnTo>
                  <a:pt x="7063076" y="1147842"/>
                </a:lnTo>
                <a:lnTo>
                  <a:pt x="7081217" y="1158002"/>
                </a:lnTo>
                <a:close/>
              </a:path>
              <a:path w="8858885" h="3127375">
                <a:moveTo>
                  <a:pt x="6979930" y="1336353"/>
                </a:moveTo>
                <a:lnTo>
                  <a:pt x="6970943" y="1352399"/>
                </a:lnTo>
                <a:lnTo>
                  <a:pt x="6954897" y="1343412"/>
                </a:lnTo>
                <a:lnTo>
                  <a:pt x="6963884" y="1327366"/>
                </a:lnTo>
                <a:lnTo>
                  <a:pt x="6979930" y="1336353"/>
                </a:lnTo>
                <a:close/>
              </a:path>
              <a:path w="8858885" h="3127375">
                <a:moveTo>
                  <a:pt x="6878650" y="1514701"/>
                </a:moveTo>
                <a:lnTo>
                  <a:pt x="6870837" y="1528651"/>
                </a:lnTo>
                <a:lnTo>
                  <a:pt x="6856886" y="1520837"/>
                </a:lnTo>
                <a:lnTo>
                  <a:pt x="6864699" y="1506887"/>
                </a:lnTo>
                <a:lnTo>
                  <a:pt x="6878650" y="1514701"/>
                </a:lnTo>
                <a:close/>
              </a:path>
              <a:path w="8858885" h="3127375">
                <a:moveTo>
                  <a:pt x="6777370" y="1693048"/>
                </a:moveTo>
                <a:lnTo>
                  <a:pt x="6770722" y="1704908"/>
                </a:lnTo>
                <a:lnTo>
                  <a:pt x="6758867" y="1698267"/>
                </a:lnTo>
                <a:lnTo>
                  <a:pt x="6765511" y="1686401"/>
                </a:lnTo>
                <a:lnTo>
                  <a:pt x="6777370" y="1693048"/>
                </a:lnTo>
                <a:close/>
              </a:path>
              <a:path w="8858885" h="3127375">
                <a:moveTo>
                  <a:pt x="6676636" y="1871240"/>
                </a:moveTo>
                <a:lnTo>
                  <a:pt x="6670779" y="1881701"/>
                </a:lnTo>
                <a:lnTo>
                  <a:pt x="6660313" y="1875837"/>
                </a:lnTo>
                <a:lnTo>
                  <a:pt x="6666170" y="1865376"/>
                </a:lnTo>
                <a:lnTo>
                  <a:pt x="6676636" y="1871240"/>
                </a:lnTo>
                <a:close/>
              </a:path>
              <a:path w="8858885" h="3127375">
                <a:moveTo>
                  <a:pt x="6575901" y="2049432"/>
                </a:moveTo>
                <a:lnTo>
                  <a:pt x="6570821" y="2058502"/>
                </a:lnTo>
                <a:lnTo>
                  <a:pt x="6561751" y="2053422"/>
                </a:lnTo>
                <a:lnTo>
                  <a:pt x="6566831" y="2044352"/>
                </a:lnTo>
                <a:lnTo>
                  <a:pt x="6575901" y="2049432"/>
                </a:lnTo>
                <a:close/>
              </a:path>
              <a:path w="8858885" h="3127375">
                <a:moveTo>
                  <a:pt x="6475167" y="2227623"/>
                </a:moveTo>
                <a:lnTo>
                  <a:pt x="6470870" y="2235300"/>
                </a:lnTo>
                <a:lnTo>
                  <a:pt x="6463190" y="2230996"/>
                </a:lnTo>
                <a:lnTo>
                  <a:pt x="6467491" y="2223327"/>
                </a:lnTo>
                <a:lnTo>
                  <a:pt x="6475167" y="2227623"/>
                </a:lnTo>
                <a:close/>
              </a:path>
              <a:path w="8858885" h="3127375">
                <a:moveTo>
                  <a:pt x="6374425" y="2405819"/>
                </a:moveTo>
                <a:lnTo>
                  <a:pt x="6370908" y="2412094"/>
                </a:lnTo>
                <a:lnTo>
                  <a:pt x="6364637" y="2408584"/>
                </a:lnTo>
                <a:lnTo>
                  <a:pt x="6368151" y="2402302"/>
                </a:lnTo>
                <a:lnTo>
                  <a:pt x="6374425" y="2405819"/>
                </a:lnTo>
                <a:close/>
              </a:path>
              <a:path w="8858885" h="3127375">
                <a:moveTo>
                  <a:pt x="6273691" y="2584011"/>
                </a:moveTo>
                <a:lnTo>
                  <a:pt x="6270958" y="2588891"/>
                </a:lnTo>
                <a:lnTo>
                  <a:pt x="6266078" y="2586158"/>
                </a:lnTo>
                <a:lnTo>
                  <a:pt x="6268811" y="2581278"/>
                </a:lnTo>
                <a:lnTo>
                  <a:pt x="6273691" y="2584011"/>
                </a:lnTo>
                <a:close/>
              </a:path>
              <a:path w="8858885" h="3127375">
                <a:moveTo>
                  <a:pt x="6172956" y="2762203"/>
                </a:moveTo>
                <a:lnTo>
                  <a:pt x="6171006" y="2765689"/>
                </a:lnTo>
                <a:lnTo>
                  <a:pt x="6167521" y="2763739"/>
                </a:lnTo>
                <a:lnTo>
                  <a:pt x="6169471" y="2760253"/>
                </a:lnTo>
                <a:lnTo>
                  <a:pt x="6172956" y="2762203"/>
                </a:lnTo>
                <a:close/>
              </a:path>
              <a:path w="8858885" h="3127375">
                <a:moveTo>
                  <a:pt x="6072226" y="2940402"/>
                </a:moveTo>
                <a:lnTo>
                  <a:pt x="6071052" y="2942497"/>
                </a:lnTo>
                <a:lnTo>
                  <a:pt x="6068953" y="2941317"/>
                </a:lnTo>
                <a:lnTo>
                  <a:pt x="6070126" y="2939222"/>
                </a:lnTo>
                <a:lnTo>
                  <a:pt x="6072226" y="2940402"/>
                </a:lnTo>
                <a:close/>
              </a:path>
              <a:path w="8858885" h="3127375">
                <a:moveTo>
                  <a:pt x="7505351" y="0"/>
                </a:moveTo>
                <a:lnTo>
                  <a:pt x="7494116" y="20063"/>
                </a:lnTo>
                <a:lnTo>
                  <a:pt x="7462025" y="2089"/>
                </a:lnTo>
                <a:lnTo>
                  <a:pt x="7463196" y="0"/>
                </a:lnTo>
                <a:lnTo>
                  <a:pt x="7505351" y="0"/>
                </a:lnTo>
                <a:close/>
              </a:path>
              <a:path w="8858885" h="3127375">
                <a:moveTo>
                  <a:pt x="7410811" y="166319"/>
                </a:moveTo>
                <a:lnTo>
                  <a:pt x="7394003" y="196319"/>
                </a:lnTo>
                <a:lnTo>
                  <a:pt x="7364002" y="179511"/>
                </a:lnTo>
                <a:lnTo>
                  <a:pt x="7380811" y="149510"/>
                </a:lnTo>
                <a:lnTo>
                  <a:pt x="7410811" y="166319"/>
                </a:lnTo>
                <a:close/>
              </a:path>
              <a:path w="8858885" h="3127375">
                <a:moveTo>
                  <a:pt x="7309531" y="344666"/>
                </a:moveTo>
                <a:lnTo>
                  <a:pt x="7293897" y="372572"/>
                </a:lnTo>
                <a:lnTo>
                  <a:pt x="7265991" y="356937"/>
                </a:lnTo>
                <a:lnTo>
                  <a:pt x="7281626" y="329031"/>
                </a:lnTo>
                <a:lnTo>
                  <a:pt x="7309531" y="344666"/>
                </a:lnTo>
                <a:close/>
              </a:path>
              <a:path w="8858885" h="3127375">
                <a:moveTo>
                  <a:pt x="7207705" y="523169"/>
                </a:moveTo>
                <a:lnTo>
                  <a:pt x="7193641" y="548274"/>
                </a:lnTo>
                <a:lnTo>
                  <a:pt x="7168529" y="534214"/>
                </a:lnTo>
                <a:lnTo>
                  <a:pt x="7182596" y="509097"/>
                </a:lnTo>
                <a:lnTo>
                  <a:pt x="7207705" y="523169"/>
                </a:lnTo>
                <a:close/>
              </a:path>
              <a:path w="8858885" h="3127375">
                <a:moveTo>
                  <a:pt x="7106427" y="701517"/>
                </a:moveTo>
                <a:lnTo>
                  <a:pt x="7093528" y="724531"/>
                </a:lnTo>
                <a:lnTo>
                  <a:pt x="7070507" y="711637"/>
                </a:lnTo>
                <a:lnTo>
                  <a:pt x="7083401" y="688616"/>
                </a:lnTo>
                <a:lnTo>
                  <a:pt x="7106427" y="701517"/>
                </a:lnTo>
                <a:close/>
              </a:path>
              <a:path w="8858885" h="3127375">
                <a:moveTo>
                  <a:pt x="7005142" y="879857"/>
                </a:moveTo>
                <a:lnTo>
                  <a:pt x="6993422" y="900783"/>
                </a:lnTo>
                <a:lnTo>
                  <a:pt x="6972496" y="889062"/>
                </a:lnTo>
                <a:lnTo>
                  <a:pt x="6984216" y="868136"/>
                </a:lnTo>
                <a:lnTo>
                  <a:pt x="7005142" y="879857"/>
                </a:lnTo>
                <a:close/>
              </a:path>
              <a:path w="8858885" h="3127375">
                <a:moveTo>
                  <a:pt x="6903866" y="1058212"/>
                </a:moveTo>
                <a:lnTo>
                  <a:pt x="6893319" y="1077043"/>
                </a:lnTo>
                <a:lnTo>
                  <a:pt x="6874484" y="1066488"/>
                </a:lnTo>
                <a:lnTo>
                  <a:pt x="6885032" y="1047657"/>
                </a:lnTo>
                <a:lnTo>
                  <a:pt x="6903866" y="1058212"/>
                </a:lnTo>
                <a:close/>
              </a:path>
              <a:path w="8858885" h="3127375">
                <a:moveTo>
                  <a:pt x="6803132" y="1236403"/>
                </a:moveTo>
                <a:lnTo>
                  <a:pt x="6793361" y="1253844"/>
                </a:lnTo>
                <a:lnTo>
                  <a:pt x="6775920" y="1244073"/>
                </a:lnTo>
                <a:lnTo>
                  <a:pt x="6785691" y="1226633"/>
                </a:lnTo>
                <a:lnTo>
                  <a:pt x="6803132" y="1236403"/>
                </a:lnTo>
                <a:close/>
              </a:path>
              <a:path w="8858885" h="3127375">
                <a:moveTo>
                  <a:pt x="6701314" y="1414902"/>
                </a:moveTo>
                <a:lnTo>
                  <a:pt x="6693106" y="1429547"/>
                </a:lnTo>
                <a:lnTo>
                  <a:pt x="6678455" y="1421343"/>
                </a:lnTo>
                <a:lnTo>
                  <a:pt x="6686662" y="1406698"/>
                </a:lnTo>
                <a:lnTo>
                  <a:pt x="6701314" y="1414902"/>
                </a:lnTo>
                <a:close/>
              </a:path>
              <a:path w="8858885" h="3127375">
                <a:moveTo>
                  <a:pt x="6600027" y="1593253"/>
                </a:moveTo>
                <a:lnTo>
                  <a:pt x="6592992" y="1605803"/>
                </a:lnTo>
                <a:lnTo>
                  <a:pt x="6580432" y="1598765"/>
                </a:lnTo>
                <a:lnTo>
                  <a:pt x="6587467" y="1586216"/>
                </a:lnTo>
                <a:lnTo>
                  <a:pt x="6600027" y="1593253"/>
                </a:lnTo>
                <a:close/>
              </a:path>
              <a:path w="8858885" h="3127375">
                <a:moveTo>
                  <a:pt x="6499292" y="1771446"/>
                </a:moveTo>
                <a:lnTo>
                  <a:pt x="6493041" y="1782600"/>
                </a:lnTo>
                <a:lnTo>
                  <a:pt x="6481879" y="1776354"/>
                </a:lnTo>
                <a:lnTo>
                  <a:pt x="6488133" y="1765188"/>
                </a:lnTo>
                <a:lnTo>
                  <a:pt x="6499292" y="1771446"/>
                </a:lnTo>
                <a:close/>
              </a:path>
              <a:path w="8858885" h="3127375">
                <a:moveTo>
                  <a:pt x="6398557" y="1949636"/>
                </a:moveTo>
                <a:lnTo>
                  <a:pt x="6393091" y="1959397"/>
                </a:lnTo>
                <a:lnTo>
                  <a:pt x="6383320" y="1953927"/>
                </a:lnTo>
                <a:lnTo>
                  <a:pt x="6388794" y="1944163"/>
                </a:lnTo>
                <a:lnTo>
                  <a:pt x="6398557" y="1949636"/>
                </a:lnTo>
                <a:close/>
              </a:path>
              <a:path w="8858885" h="3127375">
                <a:moveTo>
                  <a:pt x="6297830" y="2127825"/>
                </a:moveTo>
                <a:lnTo>
                  <a:pt x="6293133" y="2136199"/>
                </a:lnTo>
                <a:lnTo>
                  <a:pt x="6284763" y="2131508"/>
                </a:lnTo>
                <a:lnTo>
                  <a:pt x="6289449" y="2123132"/>
                </a:lnTo>
                <a:lnTo>
                  <a:pt x="6297830" y="2127825"/>
                </a:lnTo>
                <a:close/>
              </a:path>
              <a:path w="8858885" h="3127375">
                <a:moveTo>
                  <a:pt x="6196544" y="2306176"/>
                </a:moveTo>
                <a:lnTo>
                  <a:pt x="6193026" y="2312451"/>
                </a:lnTo>
                <a:lnTo>
                  <a:pt x="6186751" y="2308934"/>
                </a:lnTo>
                <a:lnTo>
                  <a:pt x="6190265" y="2302652"/>
                </a:lnTo>
                <a:lnTo>
                  <a:pt x="6196544" y="2306176"/>
                </a:lnTo>
                <a:close/>
              </a:path>
              <a:path w="8858885" h="3127375">
                <a:moveTo>
                  <a:pt x="6096350" y="2484205"/>
                </a:moveTo>
                <a:lnTo>
                  <a:pt x="6093227" y="2489787"/>
                </a:lnTo>
                <a:lnTo>
                  <a:pt x="6087646" y="2486663"/>
                </a:lnTo>
                <a:lnTo>
                  <a:pt x="6090769" y="2481082"/>
                </a:lnTo>
                <a:lnTo>
                  <a:pt x="6096350" y="2484205"/>
                </a:lnTo>
                <a:close/>
              </a:path>
              <a:path w="8858885" h="3127375">
                <a:moveTo>
                  <a:pt x="5995619" y="2662404"/>
                </a:moveTo>
                <a:lnTo>
                  <a:pt x="5993273" y="2666595"/>
                </a:lnTo>
                <a:lnTo>
                  <a:pt x="5989082" y="2664248"/>
                </a:lnTo>
                <a:lnTo>
                  <a:pt x="5991436" y="2660053"/>
                </a:lnTo>
                <a:lnTo>
                  <a:pt x="5995619" y="2662404"/>
                </a:lnTo>
                <a:close/>
              </a:path>
              <a:path w="8858885" h="3127375">
                <a:moveTo>
                  <a:pt x="5894884" y="2840596"/>
                </a:moveTo>
                <a:lnTo>
                  <a:pt x="5893322" y="2843392"/>
                </a:lnTo>
                <a:lnTo>
                  <a:pt x="5890533" y="2841825"/>
                </a:lnTo>
                <a:lnTo>
                  <a:pt x="5892089" y="2839033"/>
                </a:lnTo>
                <a:lnTo>
                  <a:pt x="5894884" y="2840596"/>
                </a:lnTo>
                <a:close/>
              </a:path>
              <a:path w="8858885" h="3127375">
                <a:moveTo>
                  <a:pt x="5794139" y="3018785"/>
                </a:moveTo>
                <a:lnTo>
                  <a:pt x="5793359" y="3020187"/>
                </a:lnTo>
                <a:lnTo>
                  <a:pt x="5791965" y="3019403"/>
                </a:lnTo>
                <a:lnTo>
                  <a:pt x="5792748" y="3018008"/>
                </a:lnTo>
                <a:lnTo>
                  <a:pt x="5794139" y="3018785"/>
                </a:lnTo>
                <a:close/>
              </a:path>
              <a:path w="8858885" h="3127375">
                <a:moveTo>
                  <a:pt x="7233467" y="66524"/>
                </a:moveTo>
                <a:lnTo>
                  <a:pt x="7216272" y="97215"/>
                </a:lnTo>
                <a:lnTo>
                  <a:pt x="7185575" y="80024"/>
                </a:lnTo>
                <a:lnTo>
                  <a:pt x="7202770" y="49334"/>
                </a:lnTo>
                <a:lnTo>
                  <a:pt x="7233467" y="66524"/>
                </a:lnTo>
                <a:close/>
              </a:path>
              <a:path w="8858885" h="3127375">
                <a:moveTo>
                  <a:pt x="7132183" y="244865"/>
                </a:moveTo>
                <a:lnTo>
                  <a:pt x="7116158" y="273471"/>
                </a:lnTo>
                <a:lnTo>
                  <a:pt x="7087563" y="257449"/>
                </a:lnTo>
                <a:lnTo>
                  <a:pt x="7103588" y="228843"/>
                </a:lnTo>
                <a:lnTo>
                  <a:pt x="7132183" y="244865"/>
                </a:lnTo>
                <a:close/>
              </a:path>
              <a:path w="8858885" h="3127375">
                <a:moveTo>
                  <a:pt x="7030902" y="423213"/>
                </a:moveTo>
                <a:lnTo>
                  <a:pt x="7016051" y="449723"/>
                </a:lnTo>
                <a:lnTo>
                  <a:pt x="6989552" y="434875"/>
                </a:lnTo>
                <a:lnTo>
                  <a:pt x="7004396" y="408369"/>
                </a:lnTo>
                <a:lnTo>
                  <a:pt x="7030902" y="423213"/>
                </a:lnTo>
                <a:close/>
              </a:path>
              <a:path w="8858885" h="3127375">
                <a:moveTo>
                  <a:pt x="6929627" y="601567"/>
                </a:moveTo>
                <a:lnTo>
                  <a:pt x="6915949" y="625983"/>
                </a:lnTo>
                <a:lnTo>
                  <a:pt x="6891529" y="612298"/>
                </a:lnTo>
                <a:lnTo>
                  <a:pt x="6905207" y="587882"/>
                </a:lnTo>
                <a:lnTo>
                  <a:pt x="6929627" y="601567"/>
                </a:lnTo>
                <a:close/>
              </a:path>
              <a:path w="8858885" h="3127375">
                <a:moveTo>
                  <a:pt x="6828355" y="779910"/>
                </a:moveTo>
                <a:lnTo>
                  <a:pt x="6815843" y="802235"/>
                </a:lnTo>
                <a:lnTo>
                  <a:pt x="6793512" y="789727"/>
                </a:lnTo>
                <a:lnTo>
                  <a:pt x="6806023" y="767403"/>
                </a:lnTo>
                <a:lnTo>
                  <a:pt x="6828355" y="779910"/>
                </a:lnTo>
                <a:close/>
              </a:path>
              <a:path w="8858885" h="3127375">
                <a:moveTo>
                  <a:pt x="6726525" y="958406"/>
                </a:moveTo>
                <a:lnTo>
                  <a:pt x="6715582" y="977941"/>
                </a:lnTo>
                <a:lnTo>
                  <a:pt x="6696050" y="967004"/>
                </a:lnTo>
                <a:lnTo>
                  <a:pt x="6706994" y="947469"/>
                </a:lnTo>
                <a:lnTo>
                  <a:pt x="6726525" y="958406"/>
                </a:lnTo>
                <a:close/>
              </a:path>
              <a:path w="8858885" h="3127375">
                <a:moveTo>
                  <a:pt x="6625790" y="1136597"/>
                </a:moveTo>
                <a:lnTo>
                  <a:pt x="6615624" y="1154743"/>
                </a:lnTo>
                <a:lnTo>
                  <a:pt x="6597494" y="1144585"/>
                </a:lnTo>
                <a:lnTo>
                  <a:pt x="6607654" y="1126444"/>
                </a:lnTo>
                <a:lnTo>
                  <a:pt x="6625790" y="1136597"/>
                </a:lnTo>
                <a:close/>
              </a:path>
              <a:path w="8858885" h="3127375">
                <a:moveTo>
                  <a:pt x="6524504" y="1314949"/>
                </a:moveTo>
                <a:lnTo>
                  <a:pt x="6515520" y="1330984"/>
                </a:lnTo>
                <a:lnTo>
                  <a:pt x="6499478" y="1322004"/>
                </a:lnTo>
                <a:lnTo>
                  <a:pt x="6508469" y="1305965"/>
                </a:lnTo>
                <a:lnTo>
                  <a:pt x="6524504" y="1314949"/>
                </a:lnTo>
                <a:close/>
              </a:path>
              <a:path w="8858885" h="3127375">
                <a:moveTo>
                  <a:pt x="6422686" y="1493448"/>
                </a:moveTo>
                <a:lnTo>
                  <a:pt x="6415261" y="1506698"/>
                </a:lnTo>
                <a:lnTo>
                  <a:pt x="6402005" y="1499278"/>
                </a:lnTo>
                <a:lnTo>
                  <a:pt x="6409429" y="1486028"/>
                </a:lnTo>
                <a:lnTo>
                  <a:pt x="6422686" y="1493448"/>
                </a:lnTo>
                <a:close/>
              </a:path>
              <a:path w="8858885" h="3127375">
                <a:moveTo>
                  <a:pt x="6321951" y="1671639"/>
                </a:moveTo>
                <a:lnTo>
                  <a:pt x="6315311" y="1683495"/>
                </a:lnTo>
                <a:lnTo>
                  <a:pt x="6303445" y="1676852"/>
                </a:lnTo>
                <a:lnTo>
                  <a:pt x="6310085" y="1664996"/>
                </a:lnTo>
                <a:lnTo>
                  <a:pt x="6321951" y="1671639"/>
                </a:lnTo>
                <a:close/>
              </a:path>
              <a:path w="8858885" h="3127375">
                <a:moveTo>
                  <a:pt x="6221221" y="1849838"/>
                </a:moveTo>
                <a:lnTo>
                  <a:pt x="6215357" y="1860303"/>
                </a:lnTo>
                <a:lnTo>
                  <a:pt x="6204892" y="1854439"/>
                </a:lnTo>
                <a:lnTo>
                  <a:pt x="6210756" y="1843974"/>
                </a:lnTo>
                <a:lnTo>
                  <a:pt x="6221221" y="1849838"/>
                </a:lnTo>
                <a:close/>
              </a:path>
              <a:path w="8858885" h="3127375">
                <a:moveTo>
                  <a:pt x="6120475" y="2028027"/>
                </a:moveTo>
                <a:lnTo>
                  <a:pt x="6115395" y="2037098"/>
                </a:lnTo>
                <a:lnTo>
                  <a:pt x="6106335" y="2032020"/>
                </a:lnTo>
                <a:lnTo>
                  <a:pt x="6111415" y="2022950"/>
                </a:lnTo>
                <a:lnTo>
                  <a:pt x="6120475" y="2028027"/>
                </a:lnTo>
                <a:close/>
              </a:path>
              <a:path w="8858885" h="3127375">
                <a:moveTo>
                  <a:pt x="6019202" y="2206370"/>
                </a:moveTo>
                <a:lnTo>
                  <a:pt x="6015296" y="2213345"/>
                </a:lnTo>
                <a:lnTo>
                  <a:pt x="6008320" y="2209438"/>
                </a:lnTo>
                <a:lnTo>
                  <a:pt x="6012227" y="2202463"/>
                </a:lnTo>
                <a:lnTo>
                  <a:pt x="6019202" y="2206370"/>
                </a:lnTo>
                <a:close/>
              </a:path>
              <a:path w="8858885" h="3127375">
                <a:moveTo>
                  <a:pt x="5918467" y="2384561"/>
                </a:moveTo>
                <a:lnTo>
                  <a:pt x="5915338" y="2390147"/>
                </a:lnTo>
                <a:lnTo>
                  <a:pt x="5909764" y="2387019"/>
                </a:lnTo>
                <a:lnTo>
                  <a:pt x="5912887" y="2381438"/>
                </a:lnTo>
                <a:lnTo>
                  <a:pt x="5918467" y="2384561"/>
                </a:lnTo>
                <a:close/>
              </a:path>
              <a:path w="8858885" h="3127375">
                <a:moveTo>
                  <a:pt x="5817733" y="2562754"/>
                </a:moveTo>
                <a:lnTo>
                  <a:pt x="5815380" y="2566948"/>
                </a:lnTo>
                <a:lnTo>
                  <a:pt x="5811200" y="2564605"/>
                </a:lnTo>
                <a:lnTo>
                  <a:pt x="5813547" y="2560414"/>
                </a:lnTo>
                <a:lnTo>
                  <a:pt x="5817733" y="2562754"/>
                </a:lnTo>
                <a:close/>
              </a:path>
              <a:path w="8858885" h="3127375">
                <a:moveTo>
                  <a:pt x="5717541" y="2740801"/>
                </a:moveTo>
                <a:lnTo>
                  <a:pt x="5715584" y="2744291"/>
                </a:lnTo>
                <a:lnTo>
                  <a:pt x="5712095" y="2742334"/>
                </a:lnTo>
                <a:lnTo>
                  <a:pt x="5714051" y="2738844"/>
                </a:lnTo>
                <a:lnTo>
                  <a:pt x="5717541" y="2740801"/>
                </a:lnTo>
                <a:close/>
              </a:path>
              <a:path w="8858885" h="3127375">
                <a:moveTo>
                  <a:pt x="5616795" y="2918990"/>
                </a:moveTo>
                <a:lnTo>
                  <a:pt x="5615629" y="2921081"/>
                </a:lnTo>
                <a:lnTo>
                  <a:pt x="5613545" y="2919911"/>
                </a:lnTo>
                <a:lnTo>
                  <a:pt x="5614711" y="2917820"/>
                </a:lnTo>
                <a:lnTo>
                  <a:pt x="5616795" y="2918990"/>
                </a:lnTo>
                <a:close/>
              </a:path>
              <a:path w="8858885" h="3127375">
                <a:moveTo>
                  <a:pt x="6955396" y="144916"/>
                </a:moveTo>
                <a:lnTo>
                  <a:pt x="6938588" y="174917"/>
                </a:lnTo>
                <a:lnTo>
                  <a:pt x="6908588" y="158109"/>
                </a:lnTo>
                <a:lnTo>
                  <a:pt x="6925396" y="128108"/>
                </a:lnTo>
                <a:lnTo>
                  <a:pt x="6955396" y="144916"/>
                </a:lnTo>
                <a:close/>
              </a:path>
              <a:path w="8858885" h="3127375">
                <a:moveTo>
                  <a:pt x="6853567" y="323412"/>
                </a:moveTo>
                <a:lnTo>
                  <a:pt x="6838322" y="350617"/>
                </a:lnTo>
                <a:lnTo>
                  <a:pt x="6811122" y="335379"/>
                </a:lnTo>
                <a:lnTo>
                  <a:pt x="6826356" y="308171"/>
                </a:lnTo>
                <a:lnTo>
                  <a:pt x="6853567" y="323412"/>
                </a:lnTo>
                <a:close/>
              </a:path>
              <a:path w="8858885" h="3127375">
                <a:moveTo>
                  <a:pt x="6752279" y="501764"/>
                </a:moveTo>
                <a:lnTo>
                  <a:pt x="6738216" y="526869"/>
                </a:lnTo>
                <a:lnTo>
                  <a:pt x="6713103" y="512809"/>
                </a:lnTo>
                <a:lnTo>
                  <a:pt x="6727170" y="487692"/>
                </a:lnTo>
                <a:lnTo>
                  <a:pt x="6752279" y="501764"/>
                </a:lnTo>
                <a:close/>
              </a:path>
              <a:path w="8858885" h="3127375">
                <a:moveTo>
                  <a:pt x="6651008" y="680107"/>
                </a:moveTo>
                <a:lnTo>
                  <a:pt x="6638114" y="703128"/>
                </a:lnTo>
                <a:lnTo>
                  <a:pt x="6615093" y="690235"/>
                </a:lnTo>
                <a:lnTo>
                  <a:pt x="6627987" y="667213"/>
                </a:lnTo>
                <a:lnTo>
                  <a:pt x="6651008" y="680107"/>
                </a:lnTo>
                <a:close/>
              </a:path>
              <a:path w="8858885" h="3127375">
                <a:moveTo>
                  <a:pt x="6549728" y="858455"/>
                </a:moveTo>
                <a:lnTo>
                  <a:pt x="6538008" y="879381"/>
                </a:lnTo>
                <a:lnTo>
                  <a:pt x="6517082" y="867660"/>
                </a:lnTo>
                <a:lnTo>
                  <a:pt x="6528803" y="846734"/>
                </a:lnTo>
                <a:lnTo>
                  <a:pt x="6549728" y="858455"/>
                </a:lnTo>
                <a:close/>
              </a:path>
              <a:path w="8858885" h="3127375">
                <a:moveTo>
                  <a:pt x="6448448" y="1036803"/>
                </a:moveTo>
                <a:lnTo>
                  <a:pt x="6437894" y="1055637"/>
                </a:lnTo>
                <a:lnTo>
                  <a:pt x="6419063" y="1045089"/>
                </a:lnTo>
                <a:lnTo>
                  <a:pt x="6429618" y="1026255"/>
                </a:lnTo>
                <a:lnTo>
                  <a:pt x="6448448" y="1036803"/>
                </a:lnTo>
                <a:close/>
              </a:path>
              <a:path w="8858885" h="3127375">
                <a:moveTo>
                  <a:pt x="6347164" y="1215143"/>
                </a:moveTo>
                <a:lnTo>
                  <a:pt x="6337787" y="1231890"/>
                </a:lnTo>
                <a:lnTo>
                  <a:pt x="6321047" y="1222509"/>
                </a:lnTo>
                <a:lnTo>
                  <a:pt x="6330424" y="1205762"/>
                </a:lnTo>
                <a:lnTo>
                  <a:pt x="6347164" y="1215143"/>
                </a:lnTo>
                <a:close/>
              </a:path>
              <a:path w="8858885" h="3127375">
                <a:moveTo>
                  <a:pt x="6245346" y="1393642"/>
                </a:moveTo>
                <a:lnTo>
                  <a:pt x="6237532" y="1407592"/>
                </a:lnTo>
                <a:lnTo>
                  <a:pt x="6223581" y="1399778"/>
                </a:lnTo>
                <a:lnTo>
                  <a:pt x="6231395" y="1385828"/>
                </a:lnTo>
                <a:lnTo>
                  <a:pt x="6245346" y="1393642"/>
                </a:lnTo>
                <a:close/>
              </a:path>
              <a:path w="8858885" h="3127375">
                <a:moveTo>
                  <a:pt x="6144615" y="1571840"/>
                </a:moveTo>
                <a:lnTo>
                  <a:pt x="6137578" y="1584401"/>
                </a:lnTo>
                <a:lnTo>
                  <a:pt x="6125018" y="1577363"/>
                </a:lnTo>
                <a:lnTo>
                  <a:pt x="6132055" y="1564803"/>
                </a:lnTo>
                <a:lnTo>
                  <a:pt x="6144615" y="1571840"/>
                </a:lnTo>
                <a:close/>
              </a:path>
              <a:path w="8858885" h="3127375">
                <a:moveTo>
                  <a:pt x="6043869" y="1750030"/>
                </a:moveTo>
                <a:lnTo>
                  <a:pt x="6037616" y="1761195"/>
                </a:lnTo>
                <a:lnTo>
                  <a:pt x="6026454" y="1754948"/>
                </a:lnTo>
                <a:lnTo>
                  <a:pt x="6032714" y="1743779"/>
                </a:lnTo>
                <a:lnTo>
                  <a:pt x="6043869" y="1750030"/>
                </a:lnTo>
                <a:close/>
              </a:path>
              <a:path w="8858885" h="3127375">
                <a:moveTo>
                  <a:pt x="5943135" y="1928221"/>
                </a:moveTo>
                <a:lnTo>
                  <a:pt x="5937665" y="1937993"/>
                </a:lnTo>
                <a:lnTo>
                  <a:pt x="5927900" y="1932519"/>
                </a:lnTo>
                <a:lnTo>
                  <a:pt x="5933371" y="1922747"/>
                </a:lnTo>
                <a:lnTo>
                  <a:pt x="5943135" y="1928221"/>
                </a:lnTo>
                <a:close/>
              </a:path>
              <a:path w="8858885" h="3127375">
                <a:moveTo>
                  <a:pt x="5841855" y="2106568"/>
                </a:moveTo>
                <a:lnTo>
                  <a:pt x="5837559" y="2114245"/>
                </a:lnTo>
                <a:lnTo>
                  <a:pt x="5829882" y="2109948"/>
                </a:lnTo>
                <a:lnTo>
                  <a:pt x="5834179" y="2102272"/>
                </a:lnTo>
                <a:lnTo>
                  <a:pt x="5841855" y="2106568"/>
                </a:lnTo>
                <a:close/>
              </a:path>
              <a:path w="8858885" h="3127375">
                <a:moveTo>
                  <a:pt x="5741125" y="2284767"/>
                </a:moveTo>
                <a:lnTo>
                  <a:pt x="5737600" y="2291046"/>
                </a:lnTo>
                <a:lnTo>
                  <a:pt x="5731326" y="2287529"/>
                </a:lnTo>
                <a:lnTo>
                  <a:pt x="5734839" y="2281247"/>
                </a:lnTo>
                <a:lnTo>
                  <a:pt x="5741125" y="2284767"/>
                </a:lnTo>
                <a:close/>
              </a:path>
              <a:path w="8858885" h="3127375">
                <a:moveTo>
                  <a:pt x="5640390" y="2462959"/>
                </a:moveTo>
                <a:lnTo>
                  <a:pt x="5637650" y="2467843"/>
                </a:lnTo>
                <a:lnTo>
                  <a:pt x="5632769" y="2465110"/>
                </a:lnTo>
                <a:lnTo>
                  <a:pt x="5635510" y="2460226"/>
                </a:lnTo>
                <a:lnTo>
                  <a:pt x="5640390" y="2462959"/>
                </a:lnTo>
                <a:close/>
              </a:path>
              <a:path w="8858885" h="3127375">
                <a:moveTo>
                  <a:pt x="5539649" y="2641155"/>
                </a:moveTo>
                <a:lnTo>
                  <a:pt x="5537698" y="2644641"/>
                </a:lnTo>
                <a:lnTo>
                  <a:pt x="5534213" y="2642691"/>
                </a:lnTo>
                <a:lnTo>
                  <a:pt x="5536163" y="2639205"/>
                </a:lnTo>
                <a:lnTo>
                  <a:pt x="5539649" y="2641155"/>
                </a:lnTo>
                <a:close/>
              </a:path>
              <a:path w="8858885" h="3127375">
                <a:moveTo>
                  <a:pt x="5438914" y="2819347"/>
                </a:moveTo>
                <a:lnTo>
                  <a:pt x="5437748" y="2821438"/>
                </a:lnTo>
                <a:lnTo>
                  <a:pt x="5435652" y="2820265"/>
                </a:lnTo>
                <a:lnTo>
                  <a:pt x="5436818" y="2818174"/>
                </a:lnTo>
                <a:lnTo>
                  <a:pt x="5438914" y="2819347"/>
                </a:lnTo>
                <a:close/>
              </a:path>
              <a:path w="8858885" h="3127375">
                <a:moveTo>
                  <a:pt x="6778042" y="45119"/>
                </a:moveTo>
                <a:lnTo>
                  <a:pt x="6760847" y="75810"/>
                </a:lnTo>
                <a:lnTo>
                  <a:pt x="6730161" y="58622"/>
                </a:lnTo>
                <a:lnTo>
                  <a:pt x="6747351" y="27925"/>
                </a:lnTo>
                <a:lnTo>
                  <a:pt x="6778042" y="45119"/>
                </a:lnTo>
                <a:close/>
              </a:path>
              <a:path w="8858885" h="3127375">
                <a:moveTo>
                  <a:pt x="6676769" y="223463"/>
                </a:moveTo>
                <a:lnTo>
                  <a:pt x="6660748" y="252058"/>
                </a:lnTo>
                <a:lnTo>
                  <a:pt x="6632146" y="236040"/>
                </a:lnTo>
                <a:lnTo>
                  <a:pt x="6648163" y="207438"/>
                </a:lnTo>
                <a:lnTo>
                  <a:pt x="6676769" y="223463"/>
                </a:lnTo>
                <a:close/>
              </a:path>
              <a:path w="8858885" h="3127375">
                <a:moveTo>
                  <a:pt x="6574940" y="401959"/>
                </a:moveTo>
                <a:lnTo>
                  <a:pt x="6560483" y="427776"/>
                </a:lnTo>
                <a:lnTo>
                  <a:pt x="6534673" y="413314"/>
                </a:lnTo>
                <a:lnTo>
                  <a:pt x="6549134" y="387504"/>
                </a:lnTo>
                <a:lnTo>
                  <a:pt x="6574940" y="401959"/>
                </a:lnTo>
                <a:close/>
              </a:path>
              <a:path w="8858885" h="3127375">
                <a:moveTo>
                  <a:pt x="6474206" y="580150"/>
                </a:moveTo>
                <a:lnTo>
                  <a:pt x="6460528" y="604566"/>
                </a:lnTo>
                <a:lnTo>
                  <a:pt x="6436116" y="590896"/>
                </a:lnTo>
                <a:lnTo>
                  <a:pt x="6449794" y="566480"/>
                </a:lnTo>
                <a:lnTo>
                  <a:pt x="6474206" y="580150"/>
                </a:lnTo>
                <a:close/>
              </a:path>
              <a:path w="8858885" h="3127375">
                <a:moveTo>
                  <a:pt x="6372387" y="758649"/>
                </a:moveTo>
                <a:lnTo>
                  <a:pt x="6360270" y="780279"/>
                </a:lnTo>
                <a:lnTo>
                  <a:pt x="6338643" y="768169"/>
                </a:lnTo>
                <a:lnTo>
                  <a:pt x="6350761" y="746538"/>
                </a:lnTo>
                <a:lnTo>
                  <a:pt x="6372387" y="758649"/>
                </a:lnTo>
                <a:close/>
              </a:path>
              <a:path w="8858885" h="3127375">
                <a:moveTo>
                  <a:pt x="6271100" y="937001"/>
                </a:moveTo>
                <a:lnTo>
                  <a:pt x="6260163" y="956532"/>
                </a:lnTo>
                <a:lnTo>
                  <a:pt x="6240632" y="945594"/>
                </a:lnTo>
                <a:lnTo>
                  <a:pt x="6251569" y="926063"/>
                </a:lnTo>
                <a:lnTo>
                  <a:pt x="6271100" y="937001"/>
                </a:lnTo>
                <a:close/>
              </a:path>
              <a:path w="8858885" h="3127375">
                <a:moveTo>
                  <a:pt x="6169821" y="1115348"/>
                </a:moveTo>
                <a:lnTo>
                  <a:pt x="6160050" y="1132789"/>
                </a:lnTo>
                <a:lnTo>
                  <a:pt x="6142613" y="1123026"/>
                </a:lnTo>
                <a:lnTo>
                  <a:pt x="6152384" y="1105585"/>
                </a:lnTo>
                <a:lnTo>
                  <a:pt x="6169821" y="1115348"/>
                </a:lnTo>
                <a:close/>
              </a:path>
              <a:path w="8858885" h="3127375">
                <a:moveTo>
                  <a:pt x="6068549" y="1293692"/>
                </a:moveTo>
                <a:lnTo>
                  <a:pt x="6059944" y="1309041"/>
                </a:lnTo>
                <a:lnTo>
                  <a:pt x="6044603" y="1300451"/>
                </a:lnTo>
                <a:lnTo>
                  <a:pt x="6053203" y="1285095"/>
                </a:lnTo>
                <a:lnTo>
                  <a:pt x="6068549" y="1293692"/>
                </a:lnTo>
                <a:close/>
              </a:path>
              <a:path w="8858885" h="3127375">
                <a:moveTo>
                  <a:pt x="5966723" y="1472194"/>
                </a:moveTo>
                <a:lnTo>
                  <a:pt x="5959686" y="1484755"/>
                </a:lnTo>
                <a:lnTo>
                  <a:pt x="5947126" y="1477717"/>
                </a:lnTo>
                <a:lnTo>
                  <a:pt x="5954163" y="1465157"/>
                </a:lnTo>
                <a:lnTo>
                  <a:pt x="5966723" y="1472194"/>
                </a:lnTo>
                <a:close/>
              </a:path>
              <a:path w="8858885" h="3127375">
                <a:moveTo>
                  <a:pt x="5865989" y="1650386"/>
                </a:moveTo>
                <a:lnTo>
                  <a:pt x="5859735" y="1661552"/>
                </a:lnTo>
                <a:lnTo>
                  <a:pt x="5848569" y="1655298"/>
                </a:lnTo>
                <a:lnTo>
                  <a:pt x="5854823" y="1644133"/>
                </a:lnTo>
                <a:lnTo>
                  <a:pt x="5865989" y="1650386"/>
                </a:lnTo>
                <a:close/>
              </a:path>
              <a:path w="8858885" h="3127375">
                <a:moveTo>
                  <a:pt x="5765254" y="1828578"/>
                </a:moveTo>
                <a:lnTo>
                  <a:pt x="5759780" y="1838342"/>
                </a:lnTo>
                <a:lnTo>
                  <a:pt x="5750020" y="1832875"/>
                </a:lnTo>
                <a:lnTo>
                  <a:pt x="5755489" y="1823104"/>
                </a:lnTo>
                <a:lnTo>
                  <a:pt x="5765254" y="1828578"/>
                </a:lnTo>
                <a:close/>
              </a:path>
              <a:path w="8858885" h="3127375">
                <a:moveTo>
                  <a:pt x="5664513" y="2006774"/>
                </a:moveTo>
                <a:lnTo>
                  <a:pt x="5659822" y="2015144"/>
                </a:lnTo>
                <a:lnTo>
                  <a:pt x="5651456" y="2010460"/>
                </a:lnTo>
                <a:lnTo>
                  <a:pt x="5656143" y="2002084"/>
                </a:lnTo>
                <a:lnTo>
                  <a:pt x="5664513" y="2006774"/>
                </a:lnTo>
                <a:close/>
              </a:path>
              <a:path w="8858885" h="3127375">
                <a:moveTo>
                  <a:pt x="5563778" y="2184966"/>
                </a:moveTo>
                <a:lnTo>
                  <a:pt x="5559871" y="2191941"/>
                </a:lnTo>
                <a:lnTo>
                  <a:pt x="5552896" y="2188034"/>
                </a:lnTo>
                <a:lnTo>
                  <a:pt x="5556803" y="2181059"/>
                </a:lnTo>
                <a:lnTo>
                  <a:pt x="5563778" y="2184966"/>
                </a:lnTo>
                <a:close/>
              </a:path>
              <a:path w="8858885" h="3127375">
                <a:moveTo>
                  <a:pt x="5463043" y="2363158"/>
                </a:moveTo>
                <a:lnTo>
                  <a:pt x="5459920" y="2368739"/>
                </a:lnTo>
                <a:lnTo>
                  <a:pt x="5454339" y="2365615"/>
                </a:lnTo>
                <a:lnTo>
                  <a:pt x="5457462" y="2360034"/>
                </a:lnTo>
                <a:lnTo>
                  <a:pt x="5463043" y="2363158"/>
                </a:lnTo>
                <a:close/>
              </a:path>
              <a:path w="8858885" h="3127375">
                <a:moveTo>
                  <a:pt x="5362312" y="2541356"/>
                </a:moveTo>
                <a:lnTo>
                  <a:pt x="5359969" y="2545536"/>
                </a:lnTo>
                <a:lnTo>
                  <a:pt x="5355778" y="2543189"/>
                </a:lnTo>
                <a:lnTo>
                  <a:pt x="5358118" y="2539003"/>
                </a:lnTo>
                <a:lnTo>
                  <a:pt x="5362312" y="2541356"/>
                </a:lnTo>
                <a:close/>
              </a:path>
              <a:path w="8858885" h="3127375">
                <a:moveTo>
                  <a:pt x="5261573" y="2719541"/>
                </a:moveTo>
                <a:lnTo>
                  <a:pt x="5260006" y="2722330"/>
                </a:lnTo>
                <a:lnTo>
                  <a:pt x="5257226" y="2720777"/>
                </a:lnTo>
                <a:lnTo>
                  <a:pt x="5258789" y="2717981"/>
                </a:lnTo>
                <a:lnTo>
                  <a:pt x="5261573" y="2719541"/>
                </a:lnTo>
                <a:close/>
              </a:path>
              <a:path w="8858885" h="3127375">
                <a:moveTo>
                  <a:pt x="5160839" y="2897733"/>
                </a:moveTo>
                <a:lnTo>
                  <a:pt x="5160055" y="2899128"/>
                </a:lnTo>
                <a:lnTo>
                  <a:pt x="5158665" y="2898351"/>
                </a:lnTo>
                <a:lnTo>
                  <a:pt x="5159448" y="2896957"/>
                </a:lnTo>
                <a:lnTo>
                  <a:pt x="5160839" y="2897733"/>
                </a:lnTo>
                <a:close/>
              </a:path>
              <a:path w="8858885" h="3127375">
                <a:moveTo>
                  <a:pt x="6499415" y="123666"/>
                </a:moveTo>
                <a:lnTo>
                  <a:pt x="6483011" y="152958"/>
                </a:lnTo>
                <a:lnTo>
                  <a:pt x="6453715" y="136546"/>
                </a:lnTo>
                <a:lnTo>
                  <a:pt x="6470119" y="107255"/>
                </a:lnTo>
                <a:lnTo>
                  <a:pt x="6499415" y="123666"/>
                </a:lnTo>
                <a:close/>
              </a:path>
              <a:path w="8858885" h="3127375">
                <a:moveTo>
                  <a:pt x="6398143" y="302009"/>
                </a:moveTo>
                <a:lnTo>
                  <a:pt x="6382909" y="329216"/>
                </a:lnTo>
                <a:lnTo>
                  <a:pt x="6355698" y="313976"/>
                </a:lnTo>
                <a:lnTo>
                  <a:pt x="6370942" y="286771"/>
                </a:lnTo>
                <a:lnTo>
                  <a:pt x="6398143" y="302009"/>
                </a:lnTo>
                <a:close/>
              </a:path>
              <a:path w="8858885" h="3127375">
                <a:moveTo>
                  <a:pt x="6296863" y="480358"/>
                </a:moveTo>
                <a:lnTo>
                  <a:pt x="6282796" y="505473"/>
                </a:lnTo>
                <a:lnTo>
                  <a:pt x="6257687" y="491402"/>
                </a:lnTo>
                <a:lnTo>
                  <a:pt x="6271758" y="466293"/>
                </a:lnTo>
                <a:lnTo>
                  <a:pt x="6296863" y="480358"/>
                </a:lnTo>
                <a:close/>
              </a:path>
              <a:path w="8858885" h="3127375">
                <a:moveTo>
                  <a:pt x="6195038" y="658860"/>
                </a:moveTo>
                <a:lnTo>
                  <a:pt x="6182533" y="681180"/>
                </a:lnTo>
                <a:lnTo>
                  <a:pt x="6160213" y="668676"/>
                </a:lnTo>
                <a:lnTo>
                  <a:pt x="6172717" y="646355"/>
                </a:lnTo>
                <a:lnTo>
                  <a:pt x="6195038" y="658860"/>
                </a:lnTo>
                <a:close/>
              </a:path>
              <a:path w="8858885" h="3127375">
                <a:moveTo>
                  <a:pt x="6093765" y="837203"/>
                </a:moveTo>
                <a:lnTo>
                  <a:pt x="6082434" y="857428"/>
                </a:lnTo>
                <a:lnTo>
                  <a:pt x="6062202" y="846101"/>
                </a:lnTo>
                <a:lnTo>
                  <a:pt x="6073536" y="825865"/>
                </a:lnTo>
                <a:lnTo>
                  <a:pt x="6093765" y="837203"/>
                </a:lnTo>
                <a:close/>
              </a:path>
              <a:path w="8858885" h="3127375">
                <a:moveTo>
                  <a:pt x="5992484" y="1015549"/>
                </a:moveTo>
                <a:lnTo>
                  <a:pt x="5982321" y="1033684"/>
                </a:lnTo>
                <a:lnTo>
                  <a:pt x="5964191" y="1023527"/>
                </a:lnTo>
                <a:lnTo>
                  <a:pt x="5974344" y="1005389"/>
                </a:lnTo>
                <a:lnTo>
                  <a:pt x="5992484" y="1015549"/>
                </a:lnTo>
                <a:close/>
              </a:path>
              <a:path w="8858885" h="3127375">
                <a:moveTo>
                  <a:pt x="5891199" y="1193902"/>
                </a:moveTo>
                <a:lnTo>
                  <a:pt x="5882214" y="1209937"/>
                </a:lnTo>
                <a:lnTo>
                  <a:pt x="5866169" y="1200950"/>
                </a:lnTo>
                <a:lnTo>
                  <a:pt x="5875153" y="1184915"/>
                </a:lnTo>
                <a:lnTo>
                  <a:pt x="5891199" y="1193902"/>
                </a:lnTo>
                <a:close/>
              </a:path>
              <a:path w="8858885" h="3127375">
                <a:moveTo>
                  <a:pt x="5789380" y="1372401"/>
                </a:moveTo>
                <a:lnTo>
                  <a:pt x="5781956" y="1385651"/>
                </a:lnTo>
                <a:lnTo>
                  <a:pt x="5768699" y="1378231"/>
                </a:lnTo>
                <a:lnTo>
                  <a:pt x="5776126" y="1364970"/>
                </a:lnTo>
                <a:lnTo>
                  <a:pt x="5789380" y="1372401"/>
                </a:lnTo>
                <a:close/>
              </a:path>
              <a:path w="8858885" h="3127375">
                <a:moveTo>
                  <a:pt x="5688642" y="1550586"/>
                </a:moveTo>
                <a:lnTo>
                  <a:pt x="5681994" y="1562445"/>
                </a:lnTo>
                <a:lnTo>
                  <a:pt x="5670139" y="1555805"/>
                </a:lnTo>
                <a:lnTo>
                  <a:pt x="5676787" y="1543946"/>
                </a:lnTo>
                <a:lnTo>
                  <a:pt x="5688642" y="1550586"/>
                </a:lnTo>
                <a:close/>
              </a:path>
              <a:path w="8858885" h="3127375">
                <a:moveTo>
                  <a:pt x="5587900" y="1728782"/>
                </a:moveTo>
                <a:lnTo>
                  <a:pt x="5582044" y="1739243"/>
                </a:lnTo>
                <a:lnTo>
                  <a:pt x="5571583" y="1733386"/>
                </a:lnTo>
                <a:lnTo>
                  <a:pt x="5577440" y="1722925"/>
                </a:lnTo>
                <a:lnTo>
                  <a:pt x="5587900" y="1728782"/>
                </a:lnTo>
                <a:close/>
              </a:path>
              <a:path w="8858885" h="3127375">
                <a:moveTo>
                  <a:pt x="5487170" y="1906981"/>
                </a:moveTo>
                <a:lnTo>
                  <a:pt x="5482092" y="1916040"/>
                </a:lnTo>
                <a:lnTo>
                  <a:pt x="5473022" y="1910960"/>
                </a:lnTo>
                <a:lnTo>
                  <a:pt x="5478099" y="1901900"/>
                </a:lnTo>
                <a:lnTo>
                  <a:pt x="5487170" y="1906981"/>
                </a:lnTo>
                <a:close/>
              </a:path>
              <a:path w="8858885" h="3127375">
                <a:moveTo>
                  <a:pt x="5385893" y="2085317"/>
                </a:moveTo>
                <a:lnTo>
                  <a:pt x="5381986" y="2092292"/>
                </a:lnTo>
                <a:lnTo>
                  <a:pt x="5375011" y="2088385"/>
                </a:lnTo>
                <a:lnTo>
                  <a:pt x="5378918" y="2081410"/>
                </a:lnTo>
                <a:lnTo>
                  <a:pt x="5385893" y="2085317"/>
                </a:lnTo>
                <a:close/>
              </a:path>
              <a:path w="8858885" h="3127375">
                <a:moveTo>
                  <a:pt x="5285158" y="2263509"/>
                </a:moveTo>
                <a:lnTo>
                  <a:pt x="5282028" y="2269094"/>
                </a:lnTo>
                <a:lnTo>
                  <a:pt x="5276447" y="2265971"/>
                </a:lnTo>
                <a:lnTo>
                  <a:pt x="5279577" y="2260386"/>
                </a:lnTo>
                <a:lnTo>
                  <a:pt x="5285158" y="2263509"/>
                </a:lnTo>
                <a:close/>
              </a:path>
              <a:path w="8858885" h="3127375">
                <a:moveTo>
                  <a:pt x="5184427" y="2441708"/>
                </a:moveTo>
                <a:lnTo>
                  <a:pt x="5182077" y="2445891"/>
                </a:lnTo>
                <a:lnTo>
                  <a:pt x="5177897" y="2443548"/>
                </a:lnTo>
                <a:lnTo>
                  <a:pt x="5180237" y="2439361"/>
                </a:lnTo>
                <a:lnTo>
                  <a:pt x="5184427" y="2441708"/>
                </a:lnTo>
                <a:close/>
              </a:path>
              <a:path w="8858885" h="3127375">
                <a:moveTo>
                  <a:pt x="5083693" y="2619899"/>
                </a:moveTo>
                <a:lnTo>
                  <a:pt x="5082126" y="2622689"/>
                </a:lnTo>
                <a:lnTo>
                  <a:pt x="5079334" y="2621132"/>
                </a:lnTo>
                <a:lnTo>
                  <a:pt x="5080897" y="2618336"/>
                </a:lnTo>
                <a:lnTo>
                  <a:pt x="5083693" y="2619899"/>
                </a:lnTo>
                <a:close/>
              </a:path>
              <a:path w="8858885" h="3127375">
                <a:moveTo>
                  <a:pt x="4983497" y="2797940"/>
                </a:moveTo>
                <a:lnTo>
                  <a:pt x="4982323" y="2800035"/>
                </a:lnTo>
                <a:lnTo>
                  <a:pt x="4980228" y="2798862"/>
                </a:lnTo>
                <a:lnTo>
                  <a:pt x="4981401" y="2796767"/>
                </a:lnTo>
                <a:lnTo>
                  <a:pt x="4983497" y="2797940"/>
                </a:lnTo>
                <a:close/>
              </a:path>
              <a:path w="8858885" h="3127375">
                <a:moveTo>
                  <a:pt x="6322082" y="23869"/>
                </a:moveTo>
                <a:lnTo>
                  <a:pt x="6305281" y="53865"/>
                </a:lnTo>
                <a:lnTo>
                  <a:pt x="6275284" y="37064"/>
                </a:lnTo>
                <a:lnTo>
                  <a:pt x="6292092" y="7063"/>
                </a:lnTo>
                <a:lnTo>
                  <a:pt x="6322082" y="23869"/>
                </a:lnTo>
                <a:close/>
              </a:path>
              <a:path w="8858885" h="3127375">
                <a:moveTo>
                  <a:pt x="6220802" y="202216"/>
                </a:moveTo>
                <a:lnTo>
                  <a:pt x="6205174" y="230118"/>
                </a:lnTo>
                <a:lnTo>
                  <a:pt x="6177262" y="214487"/>
                </a:lnTo>
                <a:lnTo>
                  <a:pt x="6192897" y="186582"/>
                </a:lnTo>
                <a:lnTo>
                  <a:pt x="6220802" y="202216"/>
                </a:lnTo>
                <a:close/>
              </a:path>
              <a:path w="8858885" h="3127375">
                <a:moveTo>
                  <a:pt x="6119530" y="380560"/>
                </a:moveTo>
                <a:lnTo>
                  <a:pt x="6105068" y="406370"/>
                </a:lnTo>
                <a:lnTo>
                  <a:pt x="6079251" y="391913"/>
                </a:lnTo>
                <a:lnTo>
                  <a:pt x="6093713" y="366103"/>
                </a:lnTo>
                <a:lnTo>
                  <a:pt x="6119530" y="380560"/>
                </a:lnTo>
                <a:close/>
              </a:path>
              <a:path w="8858885" h="3127375">
                <a:moveTo>
                  <a:pt x="6018243" y="558911"/>
                </a:moveTo>
                <a:lnTo>
                  <a:pt x="6004955" y="582627"/>
                </a:lnTo>
                <a:lnTo>
                  <a:pt x="5981240" y="569339"/>
                </a:lnTo>
                <a:lnTo>
                  <a:pt x="5994528" y="545624"/>
                </a:lnTo>
                <a:lnTo>
                  <a:pt x="6018243" y="558911"/>
                </a:lnTo>
                <a:close/>
              </a:path>
              <a:path w="8858885" h="3127375">
                <a:moveTo>
                  <a:pt x="5916424" y="737409"/>
                </a:moveTo>
                <a:lnTo>
                  <a:pt x="5904704" y="758336"/>
                </a:lnTo>
                <a:lnTo>
                  <a:pt x="5883767" y="746612"/>
                </a:lnTo>
                <a:lnTo>
                  <a:pt x="5895495" y="725682"/>
                </a:lnTo>
                <a:lnTo>
                  <a:pt x="5916424" y="737409"/>
                </a:lnTo>
                <a:close/>
              </a:path>
              <a:path w="8858885" h="3127375">
                <a:moveTo>
                  <a:pt x="5815148" y="915746"/>
                </a:moveTo>
                <a:lnTo>
                  <a:pt x="5804598" y="934588"/>
                </a:lnTo>
                <a:lnTo>
                  <a:pt x="5785756" y="924038"/>
                </a:lnTo>
                <a:lnTo>
                  <a:pt x="5796306" y="905196"/>
                </a:lnTo>
                <a:lnTo>
                  <a:pt x="5815148" y="915746"/>
                </a:lnTo>
                <a:close/>
              </a:path>
              <a:path w="8858885" h="3127375">
                <a:moveTo>
                  <a:pt x="5713861" y="1094098"/>
                </a:moveTo>
                <a:lnTo>
                  <a:pt x="5704484" y="1110844"/>
                </a:lnTo>
                <a:lnTo>
                  <a:pt x="5687744" y="1101463"/>
                </a:lnTo>
                <a:lnTo>
                  <a:pt x="5697121" y="1084717"/>
                </a:lnTo>
                <a:lnTo>
                  <a:pt x="5713861" y="1094098"/>
                </a:lnTo>
                <a:close/>
              </a:path>
              <a:path w="8858885" h="3127375">
                <a:moveTo>
                  <a:pt x="5612032" y="1272594"/>
                </a:moveTo>
                <a:lnTo>
                  <a:pt x="5604218" y="1286544"/>
                </a:lnTo>
                <a:lnTo>
                  <a:pt x="5590268" y="1278730"/>
                </a:lnTo>
                <a:lnTo>
                  <a:pt x="5598082" y="1264780"/>
                </a:lnTo>
                <a:lnTo>
                  <a:pt x="5612032" y="1272594"/>
                </a:lnTo>
                <a:close/>
              </a:path>
              <a:path w="8858885" h="3127375">
                <a:moveTo>
                  <a:pt x="5511301" y="1450792"/>
                </a:moveTo>
                <a:lnTo>
                  <a:pt x="5504271" y="1463348"/>
                </a:lnTo>
                <a:lnTo>
                  <a:pt x="5491715" y="1456318"/>
                </a:lnTo>
                <a:lnTo>
                  <a:pt x="5498752" y="1443758"/>
                </a:lnTo>
                <a:lnTo>
                  <a:pt x="5511301" y="1450792"/>
                </a:lnTo>
                <a:close/>
              </a:path>
              <a:path w="8858885" h="3127375">
                <a:moveTo>
                  <a:pt x="5410567" y="1628984"/>
                </a:moveTo>
                <a:lnTo>
                  <a:pt x="5404316" y="1640139"/>
                </a:lnTo>
                <a:lnTo>
                  <a:pt x="5393154" y="1633892"/>
                </a:lnTo>
                <a:lnTo>
                  <a:pt x="5399412" y="1622733"/>
                </a:lnTo>
                <a:lnTo>
                  <a:pt x="5410567" y="1628984"/>
                </a:lnTo>
                <a:close/>
              </a:path>
              <a:path w="8858885" h="3127375">
                <a:moveTo>
                  <a:pt x="5309832" y="1807176"/>
                </a:moveTo>
                <a:lnTo>
                  <a:pt x="5304362" y="1816947"/>
                </a:lnTo>
                <a:lnTo>
                  <a:pt x="5294598" y="1811473"/>
                </a:lnTo>
                <a:lnTo>
                  <a:pt x="5300068" y="1801702"/>
                </a:lnTo>
                <a:lnTo>
                  <a:pt x="5309832" y="1807176"/>
                </a:lnTo>
                <a:close/>
              </a:path>
              <a:path w="8858885" h="3127375">
                <a:moveTo>
                  <a:pt x="5208552" y="1985523"/>
                </a:moveTo>
                <a:lnTo>
                  <a:pt x="5204255" y="1993199"/>
                </a:lnTo>
                <a:lnTo>
                  <a:pt x="5196579" y="1988903"/>
                </a:lnTo>
                <a:lnTo>
                  <a:pt x="5200876" y="1981227"/>
                </a:lnTo>
                <a:lnTo>
                  <a:pt x="5208552" y="1985523"/>
                </a:lnTo>
                <a:close/>
              </a:path>
              <a:path w="8858885" h="3127375">
                <a:moveTo>
                  <a:pt x="5107817" y="2163715"/>
                </a:moveTo>
                <a:lnTo>
                  <a:pt x="5104300" y="2169990"/>
                </a:lnTo>
                <a:lnTo>
                  <a:pt x="5098026" y="2166473"/>
                </a:lnTo>
                <a:lnTo>
                  <a:pt x="5101536" y="2160202"/>
                </a:lnTo>
                <a:lnTo>
                  <a:pt x="5107817" y="2163715"/>
                </a:lnTo>
                <a:close/>
              </a:path>
              <a:path w="8858885" h="3127375">
                <a:moveTo>
                  <a:pt x="5007087" y="2341914"/>
                </a:moveTo>
                <a:lnTo>
                  <a:pt x="5004354" y="2346794"/>
                </a:lnTo>
                <a:lnTo>
                  <a:pt x="4999462" y="2344058"/>
                </a:lnTo>
                <a:lnTo>
                  <a:pt x="5002196" y="2339178"/>
                </a:lnTo>
                <a:lnTo>
                  <a:pt x="5007087" y="2341914"/>
                </a:lnTo>
                <a:close/>
              </a:path>
              <a:path w="8858885" h="3127375">
                <a:moveTo>
                  <a:pt x="4906341" y="2520103"/>
                </a:moveTo>
                <a:lnTo>
                  <a:pt x="4904391" y="2523588"/>
                </a:lnTo>
                <a:lnTo>
                  <a:pt x="4900906" y="2521638"/>
                </a:lnTo>
                <a:lnTo>
                  <a:pt x="4902856" y="2518153"/>
                </a:lnTo>
                <a:lnTo>
                  <a:pt x="4906341" y="2520103"/>
                </a:lnTo>
                <a:close/>
              </a:path>
              <a:path w="8858885" h="3127375">
                <a:moveTo>
                  <a:pt x="4805614" y="2698291"/>
                </a:moveTo>
                <a:lnTo>
                  <a:pt x="4804440" y="2700386"/>
                </a:lnTo>
                <a:lnTo>
                  <a:pt x="4802349" y="2699220"/>
                </a:lnTo>
                <a:lnTo>
                  <a:pt x="4803522" y="2697124"/>
                </a:lnTo>
                <a:lnTo>
                  <a:pt x="4805614" y="2698291"/>
                </a:lnTo>
                <a:close/>
              </a:path>
              <a:path w="8858885" h="3127375">
                <a:moveTo>
                  <a:pt x="6043462" y="102410"/>
                </a:moveTo>
                <a:lnTo>
                  <a:pt x="6027441" y="131005"/>
                </a:lnTo>
                <a:lnTo>
                  <a:pt x="5998839" y="114988"/>
                </a:lnTo>
                <a:lnTo>
                  <a:pt x="6014860" y="86393"/>
                </a:lnTo>
                <a:lnTo>
                  <a:pt x="6043462" y="102410"/>
                </a:lnTo>
                <a:close/>
              </a:path>
              <a:path w="8858885" h="3127375">
                <a:moveTo>
                  <a:pt x="5942189" y="280753"/>
                </a:moveTo>
                <a:lnTo>
                  <a:pt x="5927338" y="307264"/>
                </a:lnTo>
                <a:lnTo>
                  <a:pt x="5900827" y="292412"/>
                </a:lnTo>
                <a:lnTo>
                  <a:pt x="5915679" y="265902"/>
                </a:lnTo>
                <a:lnTo>
                  <a:pt x="5942189" y="280753"/>
                </a:lnTo>
                <a:close/>
              </a:path>
              <a:path w="8858885" h="3127375">
                <a:moveTo>
                  <a:pt x="5840903" y="459105"/>
                </a:moveTo>
                <a:lnTo>
                  <a:pt x="5827225" y="483521"/>
                </a:lnTo>
                <a:lnTo>
                  <a:pt x="5802809" y="469843"/>
                </a:lnTo>
                <a:lnTo>
                  <a:pt x="5816487" y="445427"/>
                </a:lnTo>
                <a:lnTo>
                  <a:pt x="5840903" y="459105"/>
                </a:lnTo>
                <a:close/>
              </a:path>
              <a:path w="8858885" h="3127375">
                <a:moveTo>
                  <a:pt x="5739074" y="637601"/>
                </a:moveTo>
                <a:lnTo>
                  <a:pt x="5726963" y="659227"/>
                </a:lnTo>
                <a:lnTo>
                  <a:pt x="5705337" y="647117"/>
                </a:lnTo>
                <a:lnTo>
                  <a:pt x="5717454" y="625486"/>
                </a:lnTo>
                <a:lnTo>
                  <a:pt x="5739074" y="637601"/>
                </a:lnTo>
                <a:close/>
              </a:path>
              <a:path w="8858885" h="3127375">
                <a:moveTo>
                  <a:pt x="5637805" y="815951"/>
                </a:moveTo>
                <a:lnTo>
                  <a:pt x="5626868" y="835482"/>
                </a:lnTo>
                <a:lnTo>
                  <a:pt x="5607333" y="824538"/>
                </a:lnTo>
                <a:lnTo>
                  <a:pt x="5618270" y="805007"/>
                </a:lnTo>
                <a:lnTo>
                  <a:pt x="5637805" y="815951"/>
                </a:lnTo>
                <a:close/>
              </a:path>
              <a:path w="8858885" h="3127375">
                <a:moveTo>
                  <a:pt x="5536525" y="994299"/>
                </a:moveTo>
                <a:lnTo>
                  <a:pt x="5526754" y="1011739"/>
                </a:lnTo>
                <a:lnTo>
                  <a:pt x="5509313" y="1001968"/>
                </a:lnTo>
                <a:lnTo>
                  <a:pt x="5519084" y="984528"/>
                </a:lnTo>
                <a:lnTo>
                  <a:pt x="5536525" y="994299"/>
                </a:lnTo>
                <a:close/>
              </a:path>
              <a:path w="8858885" h="3127375">
                <a:moveTo>
                  <a:pt x="5435245" y="1172647"/>
                </a:moveTo>
                <a:lnTo>
                  <a:pt x="5426648" y="1187992"/>
                </a:lnTo>
                <a:lnTo>
                  <a:pt x="5411298" y="1179387"/>
                </a:lnTo>
                <a:lnTo>
                  <a:pt x="5419888" y="1164046"/>
                </a:lnTo>
                <a:lnTo>
                  <a:pt x="5435245" y="1172647"/>
                </a:lnTo>
                <a:close/>
              </a:path>
              <a:path w="8858885" h="3127375">
                <a:moveTo>
                  <a:pt x="5333420" y="1351149"/>
                </a:moveTo>
                <a:lnTo>
                  <a:pt x="5326390" y="1363705"/>
                </a:lnTo>
                <a:lnTo>
                  <a:pt x="5313830" y="1356668"/>
                </a:lnTo>
                <a:lnTo>
                  <a:pt x="5320860" y="1344112"/>
                </a:lnTo>
                <a:lnTo>
                  <a:pt x="5333420" y="1351149"/>
                </a:lnTo>
                <a:close/>
              </a:path>
              <a:path w="8858885" h="3127375">
                <a:moveTo>
                  <a:pt x="5232682" y="1529335"/>
                </a:moveTo>
                <a:lnTo>
                  <a:pt x="5226428" y="1540500"/>
                </a:lnTo>
                <a:lnTo>
                  <a:pt x="5215269" y="1534243"/>
                </a:lnTo>
                <a:lnTo>
                  <a:pt x="5221520" y="1523088"/>
                </a:lnTo>
                <a:lnTo>
                  <a:pt x="5232682" y="1529335"/>
                </a:lnTo>
                <a:close/>
              </a:path>
              <a:path w="8858885" h="3127375">
                <a:moveTo>
                  <a:pt x="5131947" y="1707526"/>
                </a:moveTo>
                <a:lnTo>
                  <a:pt x="5126477" y="1717297"/>
                </a:lnTo>
                <a:lnTo>
                  <a:pt x="5116706" y="1711827"/>
                </a:lnTo>
                <a:lnTo>
                  <a:pt x="5122175" y="1702056"/>
                </a:lnTo>
                <a:lnTo>
                  <a:pt x="5131947" y="1707526"/>
                </a:lnTo>
                <a:close/>
              </a:path>
              <a:path w="8858885" h="3127375">
                <a:moveTo>
                  <a:pt x="5031216" y="1885725"/>
                </a:moveTo>
                <a:lnTo>
                  <a:pt x="5026526" y="1894095"/>
                </a:lnTo>
                <a:lnTo>
                  <a:pt x="5018151" y="1889397"/>
                </a:lnTo>
                <a:lnTo>
                  <a:pt x="5022835" y="1881031"/>
                </a:lnTo>
                <a:lnTo>
                  <a:pt x="5031216" y="1885725"/>
                </a:lnTo>
                <a:close/>
              </a:path>
              <a:path w="8858885" h="3127375">
                <a:moveTo>
                  <a:pt x="4929929" y="2064076"/>
                </a:moveTo>
                <a:lnTo>
                  <a:pt x="4926419" y="2070347"/>
                </a:lnTo>
                <a:lnTo>
                  <a:pt x="4920133" y="2066827"/>
                </a:lnTo>
                <a:lnTo>
                  <a:pt x="4923650" y="2060552"/>
                </a:lnTo>
                <a:lnTo>
                  <a:pt x="4929929" y="2064076"/>
                </a:lnTo>
                <a:close/>
              </a:path>
              <a:path w="8858885" h="3127375">
                <a:moveTo>
                  <a:pt x="4829195" y="2242268"/>
                </a:moveTo>
                <a:lnTo>
                  <a:pt x="4826461" y="2247148"/>
                </a:lnTo>
                <a:lnTo>
                  <a:pt x="4821577" y="2244408"/>
                </a:lnTo>
                <a:lnTo>
                  <a:pt x="4824310" y="2239528"/>
                </a:lnTo>
                <a:lnTo>
                  <a:pt x="4829195" y="2242268"/>
                </a:lnTo>
                <a:close/>
              </a:path>
              <a:path w="8858885" h="3127375">
                <a:moveTo>
                  <a:pt x="4728460" y="2420460"/>
                </a:moveTo>
                <a:lnTo>
                  <a:pt x="4726510" y="2423946"/>
                </a:lnTo>
                <a:lnTo>
                  <a:pt x="4723024" y="2421996"/>
                </a:lnTo>
                <a:lnTo>
                  <a:pt x="4724974" y="2418510"/>
                </a:lnTo>
                <a:lnTo>
                  <a:pt x="4728460" y="2420460"/>
                </a:lnTo>
                <a:close/>
              </a:path>
              <a:path w="8858885" h="3127375">
                <a:moveTo>
                  <a:pt x="4627732" y="2598648"/>
                </a:moveTo>
                <a:lnTo>
                  <a:pt x="4626559" y="2600743"/>
                </a:lnTo>
                <a:lnTo>
                  <a:pt x="4624464" y="2599570"/>
                </a:lnTo>
                <a:lnTo>
                  <a:pt x="4625637" y="2597475"/>
                </a:lnTo>
                <a:lnTo>
                  <a:pt x="4627732" y="2598648"/>
                </a:lnTo>
                <a:close/>
              </a:path>
              <a:path w="8858885" h="3127375">
                <a:moveTo>
                  <a:pt x="5866115" y="2610"/>
                </a:moveTo>
                <a:lnTo>
                  <a:pt x="5849708" y="31913"/>
                </a:lnTo>
                <a:lnTo>
                  <a:pt x="5820412" y="15501"/>
                </a:lnTo>
                <a:lnTo>
                  <a:pt x="5829096" y="0"/>
                </a:lnTo>
                <a:lnTo>
                  <a:pt x="5861454" y="0"/>
                </a:lnTo>
                <a:lnTo>
                  <a:pt x="5866115" y="2610"/>
                </a:lnTo>
                <a:close/>
              </a:path>
              <a:path w="8858885" h="3127375">
                <a:moveTo>
                  <a:pt x="5764835" y="180958"/>
                </a:moveTo>
                <a:lnTo>
                  <a:pt x="5749595" y="208169"/>
                </a:lnTo>
                <a:lnTo>
                  <a:pt x="5722390" y="192924"/>
                </a:lnTo>
                <a:lnTo>
                  <a:pt x="5737635" y="165720"/>
                </a:lnTo>
                <a:lnTo>
                  <a:pt x="5764835" y="180958"/>
                </a:lnTo>
                <a:close/>
              </a:path>
              <a:path w="8858885" h="3127375">
                <a:moveTo>
                  <a:pt x="5663567" y="359308"/>
                </a:moveTo>
                <a:lnTo>
                  <a:pt x="5649500" y="384424"/>
                </a:lnTo>
                <a:lnTo>
                  <a:pt x="5624379" y="370350"/>
                </a:lnTo>
                <a:lnTo>
                  <a:pt x="5638446" y="345233"/>
                </a:lnTo>
                <a:lnTo>
                  <a:pt x="5663567" y="359308"/>
                </a:lnTo>
                <a:close/>
              </a:path>
              <a:path w="8858885" h="3127375">
                <a:moveTo>
                  <a:pt x="5561731" y="537808"/>
                </a:moveTo>
                <a:lnTo>
                  <a:pt x="5549233" y="560124"/>
                </a:lnTo>
                <a:lnTo>
                  <a:pt x="5526917" y="547626"/>
                </a:lnTo>
                <a:lnTo>
                  <a:pt x="5539414" y="525310"/>
                </a:lnTo>
                <a:lnTo>
                  <a:pt x="5561731" y="537808"/>
                </a:lnTo>
                <a:close/>
              </a:path>
              <a:path w="8858885" h="3127375">
                <a:moveTo>
                  <a:pt x="5460459" y="716151"/>
                </a:moveTo>
                <a:lnTo>
                  <a:pt x="5449121" y="736380"/>
                </a:lnTo>
                <a:lnTo>
                  <a:pt x="5428895" y="725049"/>
                </a:lnTo>
                <a:lnTo>
                  <a:pt x="5440223" y="704817"/>
                </a:lnTo>
                <a:lnTo>
                  <a:pt x="5460459" y="716151"/>
                </a:lnTo>
                <a:close/>
              </a:path>
              <a:path w="8858885" h="3127375">
                <a:moveTo>
                  <a:pt x="5359182" y="894505"/>
                </a:moveTo>
                <a:lnTo>
                  <a:pt x="5349025" y="912635"/>
                </a:lnTo>
                <a:lnTo>
                  <a:pt x="5330883" y="902475"/>
                </a:lnTo>
                <a:lnTo>
                  <a:pt x="5341037" y="884338"/>
                </a:lnTo>
                <a:lnTo>
                  <a:pt x="5359182" y="894505"/>
                </a:lnTo>
                <a:close/>
              </a:path>
              <a:path w="8858885" h="3127375">
                <a:moveTo>
                  <a:pt x="5257899" y="1072845"/>
                </a:moveTo>
                <a:lnTo>
                  <a:pt x="5248912" y="1088891"/>
                </a:lnTo>
                <a:lnTo>
                  <a:pt x="5232866" y="1079904"/>
                </a:lnTo>
                <a:lnTo>
                  <a:pt x="5241853" y="1063858"/>
                </a:lnTo>
                <a:lnTo>
                  <a:pt x="5257899" y="1072845"/>
                </a:lnTo>
                <a:close/>
              </a:path>
              <a:path w="8858885" h="3127375">
                <a:moveTo>
                  <a:pt x="5156073" y="1251348"/>
                </a:moveTo>
                <a:lnTo>
                  <a:pt x="5148649" y="1264598"/>
                </a:lnTo>
                <a:lnTo>
                  <a:pt x="5135399" y="1257173"/>
                </a:lnTo>
                <a:lnTo>
                  <a:pt x="5142823" y="1243924"/>
                </a:lnTo>
                <a:lnTo>
                  <a:pt x="5156073" y="1251348"/>
                </a:lnTo>
                <a:close/>
              </a:path>
              <a:path w="8858885" h="3127375">
                <a:moveTo>
                  <a:pt x="5055346" y="1429536"/>
                </a:moveTo>
                <a:lnTo>
                  <a:pt x="5048698" y="1441395"/>
                </a:lnTo>
                <a:lnTo>
                  <a:pt x="5036843" y="1434755"/>
                </a:lnTo>
                <a:lnTo>
                  <a:pt x="5043486" y="1422888"/>
                </a:lnTo>
                <a:lnTo>
                  <a:pt x="5055346" y="1429536"/>
                </a:lnTo>
                <a:close/>
              </a:path>
              <a:path w="8858885" h="3127375">
                <a:moveTo>
                  <a:pt x="4954611" y="1607728"/>
                </a:moveTo>
                <a:lnTo>
                  <a:pt x="4948747" y="1618193"/>
                </a:lnTo>
                <a:lnTo>
                  <a:pt x="4938283" y="1612329"/>
                </a:lnTo>
                <a:lnTo>
                  <a:pt x="4944146" y="1601864"/>
                </a:lnTo>
                <a:lnTo>
                  <a:pt x="4954611" y="1607728"/>
                </a:lnTo>
                <a:close/>
              </a:path>
              <a:path w="8858885" h="3127375">
                <a:moveTo>
                  <a:pt x="4853325" y="1786079"/>
                </a:moveTo>
                <a:lnTo>
                  <a:pt x="4848641" y="1794445"/>
                </a:lnTo>
                <a:lnTo>
                  <a:pt x="4840271" y="1789755"/>
                </a:lnTo>
                <a:lnTo>
                  <a:pt x="4844955" y="1781389"/>
                </a:lnTo>
                <a:lnTo>
                  <a:pt x="4853325" y="1786079"/>
                </a:lnTo>
                <a:close/>
              </a:path>
              <a:path w="8858885" h="3127375">
                <a:moveTo>
                  <a:pt x="4752590" y="1964271"/>
                </a:moveTo>
                <a:lnTo>
                  <a:pt x="4748683" y="1971247"/>
                </a:lnTo>
                <a:lnTo>
                  <a:pt x="4741708" y="1967340"/>
                </a:lnTo>
                <a:lnTo>
                  <a:pt x="4745615" y="1960365"/>
                </a:lnTo>
                <a:lnTo>
                  <a:pt x="4752590" y="1964271"/>
                </a:lnTo>
                <a:close/>
              </a:path>
              <a:path w="8858885" h="3127375">
                <a:moveTo>
                  <a:pt x="4651855" y="2142463"/>
                </a:moveTo>
                <a:lnTo>
                  <a:pt x="4648725" y="2148048"/>
                </a:lnTo>
                <a:lnTo>
                  <a:pt x="4643144" y="2144925"/>
                </a:lnTo>
                <a:lnTo>
                  <a:pt x="4646274" y="2139340"/>
                </a:lnTo>
                <a:lnTo>
                  <a:pt x="4651855" y="2142463"/>
                </a:lnTo>
                <a:close/>
              </a:path>
              <a:path w="8858885" h="3127375">
                <a:moveTo>
                  <a:pt x="4551125" y="2320662"/>
                </a:moveTo>
                <a:lnTo>
                  <a:pt x="4548781" y="2324842"/>
                </a:lnTo>
                <a:lnTo>
                  <a:pt x="4544590" y="2322495"/>
                </a:lnTo>
                <a:lnTo>
                  <a:pt x="4546930" y="2318309"/>
                </a:lnTo>
                <a:lnTo>
                  <a:pt x="4551125" y="2320662"/>
                </a:lnTo>
                <a:close/>
              </a:path>
              <a:path w="8858885" h="3127375">
                <a:moveTo>
                  <a:pt x="4450379" y="2498851"/>
                </a:moveTo>
                <a:lnTo>
                  <a:pt x="4448812" y="2501640"/>
                </a:lnTo>
                <a:lnTo>
                  <a:pt x="4446031" y="2500087"/>
                </a:lnTo>
                <a:lnTo>
                  <a:pt x="4447594" y="2497291"/>
                </a:lnTo>
                <a:lnTo>
                  <a:pt x="4450379" y="2498851"/>
                </a:lnTo>
                <a:close/>
              </a:path>
              <a:path w="8858885" h="3127375">
                <a:moveTo>
                  <a:pt x="4349644" y="2677043"/>
                </a:moveTo>
                <a:lnTo>
                  <a:pt x="4348868" y="2678433"/>
                </a:lnTo>
                <a:lnTo>
                  <a:pt x="4347477" y="2677657"/>
                </a:lnTo>
                <a:lnTo>
                  <a:pt x="4348254" y="2676266"/>
                </a:lnTo>
                <a:lnTo>
                  <a:pt x="4349644" y="2677043"/>
                </a:lnTo>
                <a:close/>
              </a:path>
              <a:path w="8858885" h="3127375">
                <a:moveTo>
                  <a:pt x="5587503" y="81159"/>
                </a:moveTo>
                <a:lnTo>
                  <a:pt x="5571875" y="109061"/>
                </a:lnTo>
                <a:lnTo>
                  <a:pt x="5543969" y="93426"/>
                </a:lnTo>
                <a:lnTo>
                  <a:pt x="5559597" y="65525"/>
                </a:lnTo>
                <a:lnTo>
                  <a:pt x="5587503" y="81159"/>
                </a:lnTo>
                <a:close/>
              </a:path>
              <a:path w="8858885" h="3127375">
                <a:moveTo>
                  <a:pt x="5485684" y="259658"/>
                </a:moveTo>
                <a:lnTo>
                  <a:pt x="5471610" y="284779"/>
                </a:lnTo>
                <a:lnTo>
                  <a:pt x="5446501" y="270707"/>
                </a:lnTo>
                <a:lnTo>
                  <a:pt x="5460568" y="245591"/>
                </a:lnTo>
                <a:lnTo>
                  <a:pt x="5485684" y="259658"/>
                </a:lnTo>
                <a:close/>
              </a:path>
              <a:path w="8858885" h="3127375">
                <a:moveTo>
                  <a:pt x="5384398" y="438010"/>
                </a:moveTo>
                <a:lnTo>
                  <a:pt x="5371504" y="461031"/>
                </a:lnTo>
                <a:lnTo>
                  <a:pt x="5348478" y="448129"/>
                </a:lnTo>
                <a:lnTo>
                  <a:pt x="5361372" y="425108"/>
                </a:lnTo>
                <a:lnTo>
                  <a:pt x="5384398" y="438010"/>
                </a:lnTo>
                <a:close/>
              </a:path>
              <a:path w="8858885" h="3127375">
                <a:moveTo>
                  <a:pt x="5283118" y="616357"/>
                </a:moveTo>
                <a:lnTo>
                  <a:pt x="5271397" y="637283"/>
                </a:lnTo>
                <a:lnTo>
                  <a:pt x="5250467" y="625555"/>
                </a:lnTo>
                <a:lnTo>
                  <a:pt x="5262188" y="604629"/>
                </a:lnTo>
                <a:lnTo>
                  <a:pt x="5283118" y="616357"/>
                </a:lnTo>
                <a:close/>
              </a:path>
              <a:path w="8858885" h="3127375">
                <a:moveTo>
                  <a:pt x="5181833" y="794698"/>
                </a:moveTo>
                <a:lnTo>
                  <a:pt x="5171283" y="813540"/>
                </a:lnTo>
                <a:lnTo>
                  <a:pt x="5152452" y="802992"/>
                </a:lnTo>
                <a:lnTo>
                  <a:pt x="5163002" y="784150"/>
                </a:lnTo>
                <a:lnTo>
                  <a:pt x="5181833" y="794698"/>
                </a:lnTo>
                <a:close/>
              </a:path>
              <a:path w="8858885" h="3127375">
                <a:moveTo>
                  <a:pt x="5080015" y="973196"/>
                </a:moveTo>
                <a:lnTo>
                  <a:pt x="5071028" y="989242"/>
                </a:lnTo>
                <a:lnTo>
                  <a:pt x="5054982" y="980255"/>
                </a:lnTo>
                <a:lnTo>
                  <a:pt x="5063969" y="964209"/>
                </a:lnTo>
                <a:lnTo>
                  <a:pt x="5080015" y="973196"/>
                </a:lnTo>
                <a:close/>
              </a:path>
              <a:path w="8858885" h="3127375">
                <a:moveTo>
                  <a:pt x="4978736" y="1151544"/>
                </a:moveTo>
                <a:lnTo>
                  <a:pt x="4970915" y="1165498"/>
                </a:lnTo>
                <a:lnTo>
                  <a:pt x="4956964" y="1157685"/>
                </a:lnTo>
                <a:lnTo>
                  <a:pt x="4964785" y="1143730"/>
                </a:lnTo>
                <a:lnTo>
                  <a:pt x="4978736" y="1151544"/>
                </a:lnTo>
                <a:close/>
              </a:path>
              <a:path w="8858885" h="3127375">
                <a:moveTo>
                  <a:pt x="4877456" y="1329891"/>
                </a:moveTo>
                <a:lnTo>
                  <a:pt x="4870809" y="1341750"/>
                </a:lnTo>
                <a:lnTo>
                  <a:pt x="4858953" y="1335110"/>
                </a:lnTo>
                <a:lnTo>
                  <a:pt x="4865601" y="1323251"/>
                </a:lnTo>
                <a:lnTo>
                  <a:pt x="4877456" y="1329891"/>
                </a:lnTo>
                <a:close/>
              </a:path>
              <a:path w="8858885" h="3127375">
                <a:moveTo>
                  <a:pt x="4776721" y="1508083"/>
                </a:moveTo>
                <a:lnTo>
                  <a:pt x="4770858" y="1518548"/>
                </a:lnTo>
                <a:lnTo>
                  <a:pt x="4760393" y="1512685"/>
                </a:lnTo>
                <a:lnTo>
                  <a:pt x="4766257" y="1502219"/>
                </a:lnTo>
                <a:lnTo>
                  <a:pt x="4776721" y="1508083"/>
                </a:lnTo>
                <a:close/>
              </a:path>
              <a:path w="8858885" h="3127375">
                <a:moveTo>
                  <a:pt x="4675987" y="1686275"/>
                </a:moveTo>
                <a:lnTo>
                  <a:pt x="4670907" y="1695346"/>
                </a:lnTo>
                <a:lnTo>
                  <a:pt x="4661836" y="1690266"/>
                </a:lnTo>
                <a:lnTo>
                  <a:pt x="4666916" y="1681195"/>
                </a:lnTo>
                <a:lnTo>
                  <a:pt x="4675987" y="1686275"/>
                </a:lnTo>
                <a:close/>
              </a:path>
              <a:path w="8858885" h="3127375">
                <a:moveTo>
                  <a:pt x="4574707" y="1864623"/>
                </a:moveTo>
                <a:lnTo>
                  <a:pt x="4570793" y="1871602"/>
                </a:lnTo>
                <a:lnTo>
                  <a:pt x="4563818" y="1867695"/>
                </a:lnTo>
                <a:lnTo>
                  <a:pt x="4567732" y="1860716"/>
                </a:lnTo>
                <a:lnTo>
                  <a:pt x="4574707" y="1864623"/>
                </a:lnTo>
                <a:close/>
              </a:path>
              <a:path w="8858885" h="3127375">
                <a:moveTo>
                  <a:pt x="4473966" y="2042819"/>
                </a:moveTo>
                <a:lnTo>
                  <a:pt x="4470842" y="2048399"/>
                </a:lnTo>
                <a:lnTo>
                  <a:pt x="4465261" y="2045276"/>
                </a:lnTo>
                <a:lnTo>
                  <a:pt x="4468385" y="2039695"/>
                </a:lnTo>
                <a:lnTo>
                  <a:pt x="4473966" y="2042819"/>
                </a:lnTo>
                <a:close/>
              </a:path>
              <a:path w="8858885" h="3127375">
                <a:moveTo>
                  <a:pt x="4373235" y="2221017"/>
                </a:moveTo>
                <a:lnTo>
                  <a:pt x="4370891" y="2225196"/>
                </a:lnTo>
                <a:lnTo>
                  <a:pt x="4366711" y="2222852"/>
                </a:lnTo>
                <a:lnTo>
                  <a:pt x="4369051" y="2218666"/>
                </a:lnTo>
                <a:lnTo>
                  <a:pt x="4373235" y="2221017"/>
                </a:lnTo>
                <a:close/>
              </a:path>
              <a:path w="8858885" h="3127375">
                <a:moveTo>
                  <a:pt x="4272501" y="2399210"/>
                </a:moveTo>
                <a:lnTo>
                  <a:pt x="4270933" y="2401998"/>
                </a:lnTo>
                <a:lnTo>
                  <a:pt x="4268149" y="2400438"/>
                </a:lnTo>
                <a:lnTo>
                  <a:pt x="4269712" y="2397642"/>
                </a:lnTo>
                <a:lnTo>
                  <a:pt x="4272501" y="2399210"/>
                </a:lnTo>
                <a:close/>
              </a:path>
              <a:path w="8858885" h="3127375">
                <a:moveTo>
                  <a:pt x="4171762" y="2577394"/>
                </a:moveTo>
                <a:lnTo>
                  <a:pt x="4170978" y="2578789"/>
                </a:lnTo>
                <a:lnTo>
                  <a:pt x="4169587" y="2578012"/>
                </a:lnTo>
                <a:lnTo>
                  <a:pt x="4170371" y="2576618"/>
                </a:lnTo>
                <a:lnTo>
                  <a:pt x="4171762" y="2577394"/>
                </a:lnTo>
                <a:close/>
              </a:path>
              <a:path w="8858885" h="3127375">
                <a:moveTo>
                  <a:pt x="5399721" y="0"/>
                </a:moveTo>
                <a:lnTo>
                  <a:pt x="5394139" y="9962"/>
                </a:lnTo>
                <a:lnTo>
                  <a:pt x="5376350" y="0"/>
                </a:lnTo>
                <a:lnTo>
                  <a:pt x="5399721" y="0"/>
                </a:lnTo>
                <a:close/>
              </a:path>
              <a:path w="8858885" h="3127375">
                <a:moveTo>
                  <a:pt x="5308341" y="159864"/>
                </a:moveTo>
                <a:lnTo>
                  <a:pt x="5293880" y="185675"/>
                </a:lnTo>
                <a:lnTo>
                  <a:pt x="5268071" y="171214"/>
                </a:lnTo>
                <a:lnTo>
                  <a:pt x="5282525" y="145408"/>
                </a:lnTo>
                <a:lnTo>
                  <a:pt x="5308341" y="159864"/>
                </a:lnTo>
                <a:close/>
              </a:path>
              <a:path w="8858885" h="3127375">
                <a:moveTo>
                  <a:pt x="5207058" y="338206"/>
                </a:moveTo>
                <a:lnTo>
                  <a:pt x="5193774" y="361928"/>
                </a:lnTo>
                <a:lnTo>
                  <a:pt x="5170052" y="348644"/>
                </a:lnTo>
                <a:lnTo>
                  <a:pt x="5183342" y="324918"/>
                </a:lnTo>
                <a:lnTo>
                  <a:pt x="5207058" y="338206"/>
                </a:lnTo>
                <a:close/>
              </a:path>
              <a:path w="8858885" h="3127375">
                <a:moveTo>
                  <a:pt x="5105226" y="516712"/>
                </a:moveTo>
                <a:lnTo>
                  <a:pt x="5093505" y="537638"/>
                </a:lnTo>
                <a:lnTo>
                  <a:pt x="5072579" y="525917"/>
                </a:lnTo>
                <a:lnTo>
                  <a:pt x="5084300" y="504992"/>
                </a:lnTo>
                <a:lnTo>
                  <a:pt x="5105226" y="516712"/>
                </a:lnTo>
                <a:close/>
              </a:path>
              <a:path w="8858885" h="3127375">
                <a:moveTo>
                  <a:pt x="5003953" y="695056"/>
                </a:moveTo>
                <a:lnTo>
                  <a:pt x="4993403" y="713898"/>
                </a:lnTo>
                <a:lnTo>
                  <a:pt x="4974568" y="703343"/>
                </a:lnTo>
                <a:lnTo>
                  <a:pt x="4985118" y="684501"/>
                </a:lnTo>
                <a:lnTo>
                  <a:pt x="5003953" y="695056"/>
                </a:lnTo>
                <a:close/>
              </a:path>
              <a:path w="8858885" h="3127375">
                <a:moveTo>
                  <a:pt x="4902673" y="873403"/>
                </a:moveTo>
                <a:lnTo>
                  <a:pt x="4893296" y="890150"/>
                </a:lnTo>
                <a:lnTo>
                  <a:pt x="4876550" y="880773"/>
                </a:lnTo>
                <a:lnTo>
                  <a:pt x="4885927" y="864026"/>
                </a:lnTo>
                <a:lnTo>
                  <a:pt x="4902673" y="873403"/>
                </a:lnTo>
                <a:close/>
              </a:path>
              <a:path w="8858885" h="3127375">
                <a:moveTo>
                  <a:pt x="4800844" y="1051899"/>
                </a:moveTo>
                <a:lnTo>
                  <a:pt x="4793030" y="1065850"/>
                </a:lnTo>
                <a:lnTo>
                  <a:pt x="4779080" y="1058036"/>
                </a:lnTo>
                <a:lnTo>
                  <a:pt x="4786894" y="1044085"/>
                </a:lnTo>
                <a:lnTo>
                  <a:pt x="4800844" y="1051899"/>
                </a:lnTo>
                <a:close/>
              </a:path>
              <a:path w="8858885" h="3127375">
                <a:moveTo>
                  <a:pt x="4700114" y="1230098"/>
                </a:moveTo>
                <a:lnTo>
                  <a:pt x="4693076" y="1242658"/>
                </a:lnTo>
                <a:lnTo>
                  <a:pt x="4680527" y="1235624"/>
                </a:lnTo>
                <a:lnTo>
                  <a:pt x="4687564" y="1223063"/>
                </a:lnTo>
                <a:lnTo>
                  <a:pt x="4700114" y="1230098"/>
                </a:lnTo>
                <a:close/>
              </a:path>
              <a:path w="8858885" h="3127375">
                <a:moveTo>
                  <a:pt x="4599379" y="1408290"/>
                </a:moveTo>
                <a:lnTo>
                  <a:pt x="4593128" y="1419444"/>
                </a:lnTo>
                <a:lnTo>
                  <a:pt x="4581966" y="1413198"/>
                </a:lnTo>
                <a:lnTo>
                  <a:pt x="4588217" y="1402043"/>
                </a:lnTo>
                <a:lnTo>
                  <a:pt x="4599379" y="1408290"/>
                </a:lnTo>
                <a:close/>
              </a:path>
              <a:path w="8858885" h="3127375">
                <a:moveTo>
                  <a:pt x="4498644" y="1586482"/>
                </a:moveTo>
                <a:lnTo>
                  <a:pt x="4493174" y="1596253"/>
                </a:lnTo>
                <a:lnTo>
                  <a:pt x="4483403" y="1590783"/>
                </a:lnTo>
                <a:lnTo>
                  <a:pt x="4488873" y="1581012"/>
                </a:lnTo>
                <a:lnTo>
                  <a:pt x="4498644" y="1586482"/>
                </a:lnTo>
                <a:close/>
              </a:path>
              <a:path w="8858885" h="3127375">
                <a:moveTo>
                  <a:pt x="4397365" y="1764829"/>
                </a:moveTo>
                <a:lnTo>
                  <a:pt x="4393068" y="1772505"/>
                </a:lnTo>
                <a:lnTo>
                  <a:pt x="4385392" y="1768209"/>
                </a:lnTo>
                <a:lnTo>
                  <a:pt x="4389695" y="1760528"/>
                </a:lnTo>
                <a:lnTo>
                  <a:pt x="4397365" y="1764829"/>
                </a:lnTo>
                <a:close/>
              </a:path>
              <a:path w="8858885" h="3127375">
                <a:moveTo>
                  <a:pt x="4296630" y="1943021"/>
                </a:moveTo>
                <a:lnTo>
                  <a:pt x="4293113" y="1949296"/>
                </a:lnTo>
                <a:lnTo>
                  <a:pt x="4286831" y="1945782"/>
                </a:lnTo>
                <a:lnTo>
                  <a:pt x="4290355" y="1939504"/>
                </a:lnTo>
                <a:lnTo>
                  <a:pt x="4296630" y="1943021"/>
                </a:lnTo>
                <a:close/>
              </a:path>
              <a:path w="8858885" h="3127375">
                <a:moveTo>
                  <a:pt x="4195895" y="2121213"/>
                </a:moveTo>
                <a:lnTo>
                  <a:pt x="4193159" y="2126105"/>
                </a:lnTo>
                <a:lnTo>
                  <a:pt x="4188275" y="2123364"/>
                </a:lnTo>
                <a:lnTo>
                  <a:pt x="4191011" y="2118473"/>
                </a:lnTo>
                <a:lnTo>
                  <a:pt x="4195895" y="2121213"/>
                </a:lnTo>
                <a:close/>
              </a:path>
              <a:path w="8858885" h="3127375">
                <a:moveTo>
                  <a:pt x="4095161" y="2299405"/>
                </a:moveTo>
                <a:lnTo>
                  <a:pt x="4093204" y="2302895"/>
                </a:lnTo>
                <a:lnTo>
                  <a:pt x="4089714" y="2300938"/>
                </a:lnTo>
                <a:lnTo>
                  <a:pt x="4091671" y="2297448"/>
                </a:lnTo>
                <a:lnTo>
                  <a:pt x="4095161" y="2299405"/>
                </a:lnTo>
                <a:close/>
              </a:path>
              <a:path w="8858885" h="3127375">
                <a:moveTo>
                  <a:pt x="3994425" y="2477596"/>
                </a:moveTo>
                <a:lnTo>
                  <a:pt x="3993246" y="2479697"/>
                </a:lnTo>
                <a:lnTo>
                  <a:pt x="3991161" y="2478526"/>
                </a:lnTo>
                <a:lnTo>
                  <a:pt x="3992335" y="2476430"/>
                </a:lnTo>
                <a:lnTo>
                  <a:pt x="3994425" y="2477596"/>
                </a:lnTo>
                <a:close/>
              </a:path>
              <a:path w="8858885" h="3127375">
                <a:moveTo>
                  <a:pt x="5130992" y="60057"/>
                </a:moveTo>
                <a:lnTo>
                  <a:pt x="5116141" y="86568"/>
                </a:lnTo>
                <a:lnTo>
                  <a:pt x="5089634" y="71724"/>
                </a:lnTo>
                <a:lnTo>
                  <a:pt x="5104486" y="45213"/>
                </a:lnTo>
                <a:lnTo>
                  <a:pt x="5130992" y="60057"/>
                </a:lnTo>
                <a:close/>
              </a:path>
              <a:path w="8858885" h="3127375">
                <a:moveTo>
                  <a:pt x="5029716" y="238412"/>
                </a:moveTo>
                <a:lnTo>
                  <a:pt x="5016039" y="262827"/>
                </a:lnTo>
                <a:lnTo>
                  <a:pt x="4991623" y="249150"/>
                </a:lnTo>
                <a:lnTo>
                  <a:pt x="5005300" y="224734"/>
                </a:lnTo>
                <a:lnTo>
                  <a:pt x="5029716" y="238412"/>
                </a:lnTo>
                <a:close/>
              </a:path>
              <a:path w="8858885" h="3127375">
                <a:moveTo>
                  <a:pt x="4927887" y="416907"/>
                </a:moveTo>
                <a:lnTo>
                  <a:pt x="4915777" y="438534"/>
                </a:lnTo>
                <a:lnTo>
                  <a:pt x="4894157" y="426419"/>
                </a:lnTo>
                <a:lnTo>
                  <a:pt x="4906267" y="404793"/>
                </a:lnTo>
                <a:lnTo>
                  <a:pt x="4927887" y="416907"/>
                </a:lnTo>
                <a:close/>
              </a:path>
              <a:path w="8858885" h="3127375">
                <a:moveTo>
                  <a:pt x="4826608" y="595255"/>
                </a:moveTo>
                <a:lnTo>
                  <a:pt x="4815670" y="614786"/>
                </a:lnTo>
                <a:lnTo>
                  <a:pt x="4796139" y="603849"/>
                </a:lnTo>
                <a:lnTo>
                  <a:pt x="4807076" y="584318"/>
                </a:lnTo>
                <a:lnTo>
                  <a:pt x="4826608" y="595255"/>
                </a:lnTo>
                <a:close/>
              </a:path>
              <a:path w="8858885" h="3127375">
                <a:moveTo>
                  <a:pt x="4725339" y="773605"/>
                </a:moveTo>
                <a:lnTo>
                  <a:pt x="4715568" y="791046"/>
                </a:lnTo>
                <a:lnTo>
                  <a:pt x="4698128" y="781275"/>
                </a:lnTo>
                <a:lnTo>
                  <a:pt x="4707898" y="763834"/>
                </a:lnTo>
                <a:lnTo>
                  <a:pt x="4725339" y="773605"/>
                </a:lnTo>
                <a:close/>
              </a:path>
              <a:path w="8858885" h="3127375">
                <a:moveTo>
                  <a:pt x="4623510" y="952101"/>
                </a:moveTo>
                <a:lnTo>
                  <a:pt x="4615299" y="966756"/>
                </a:lnTo>
                <a:lnTo>
                  <a:pt x="4600655" y="958549"/>
                </a:lnTo>
                <a:lnTo>
                  <a:pt x="4608858" y="943897"/>
                </a:lnTo>
                <a:lnTo>
                  <a:pt x="4623510" y="952101"/>
                </a:lnTo>
                <a:close/>
              </a:path>
              <a:path w="8858885" h="3127375">
                <a:moveTo>
                  <a:pt x="4522230" y="1130448"/>
                </a:moveTo>
                <a:lnTo>
                  <a:pt x="4515193" y="1143009"/>
                </a:lnTo>
                <a:lnTo>
                  <a:pt x="4502636" y="1135978"/>
                </a:lnTo>
                <a:lnTo>
                  <a:pt x="4509674" y="1123418"/>
                </a:lnTo>
                <a:lnTo>
                  <a:pt x="4522230" y="1130448"/>
                </a:lnTo>
                <a:close/>
              </a:path>
              <a:path w="8858885" h="3127375">
                <a:moveTo>
                  <a:pt x="4421489" y="1308645"/>
                </a:moveTo>
                <a:lnTo>
                  <a:pt x="4415242" y="1319807"/>
                </a:lnTo>
                <a:lnTo>
                  <a:pt x="4404083" y="1313549"/>
                </a:lnTo>
                <a:lnTo>
                  <a:pt x="4410334" y="1302394"/>
                </a:lnTo>
                <a:lnTo>
                  <a:pt x="4421489" y="1308645"/>
                </a:lnTo>
                <a:close/>
              </a:path>
              <a:path w="8858885" h="3127375">
                <a:moveTo>
                  <a:pt x="4320754" y="1486836"/>
                </a:moveTo>
                <a:lnTo>
                  <a:pt x="4315284" y="1496608"/>
                </a:lnTo>
                <a:lnTo>
                  <a:pt x="4305520" y="1491133"/>
                </a:lnTo>
                <a:lnTo>
                  <a:pt x="4310990" y="1481362"/>
                </a:lnTo>
                <a:lnTo>
                  <a:pt x="4320754" y="1486836"/>
                </a:lnTo>
                <a:close/>
              </a:path>
              <a:path w="8858885" h="3127375">
                <a:moveTo>
                  <a:pt x="4219481" y="1665180"/>
                </a:moveTo>
                <a:lnTo>
                  <a:pt x="4215178" y="1672860"/>
                </a:lnTo>
                <a:lnTo>
                  <a:pt x="4207508" y="1668559"/>
                </a:lnTo>
                <a:lnTo>
                  <a:pt x="4211805" y="1660883"/>
                </a:lnTo>
                <a:lnTo>
                  <a:pt x="4219481" y="1665180"/>
                </a:lnTo>
                <a:close/>
              </a:path>
              <a:path w="8858885" h="3127375">
                <a:moveTo>
                  <a:pt x="4118746" y="1843372"/>
                </a:moveTo>
                <a:lnTo>
                  <a:pt x="4115226" y="1849658"/>
                </a:lnTo>
                <a:lnTo>
                  <a:pt x="4108947" y="1846133"/>
                </a:lnTo>
                <a:lnTo>
                  <a:pt x="4112465" y="1839859"/>
                </a:lnTo>
                <a:lnTo>
                  <a:pt x="4118746" y="1843372"/>
                </a:lnTo>
                <a:close/>
              </a:path>
              <a:path w="8858885" h="3127375">
                <a:moveTo>
                  <a:pt x="4018012" y="2021564"/>
                </a:moveTo>
                <a:lnTo>
                  <a:pt x="4015276" y="2026455"/>
                </a:lnTo>
                <a:lnTo>
                  <a:pt x="4010385" y="2023719"/>
                </a:lnTo>
                <a:lnTo>
                  <a:pt x="4013121" y="2018828"/>
                </a:lnTo>
                <a:lnTo>
                  <a:pt x="4018012" y="2021564"/>
                </a:lnTo>
                <a:close/>
              </a:path>
              <a:path w="8858885" h="3127375">
                <a:moveTo>
                  <a:pt x="3917281" y="2199763"/>
                </a:moveTo>
                <a:lnTo>
                  <a:pt x="3915325" y="2203253"/>
                </a:lnTo>
                <a:lnTo>
                  <a:pt x="3911835" y="2201296"/>
                </a:lnTo>
                <a:lnTo>
                  <a:pt x="3913791" y="2197806"/>
                </a:lnTo>
                <a:lnTo>
                  <a:pt x="3917281" y="2199763"/>
                </a:lnTo>
                <a:close/>
              </a:path>
              <a:path w="8858885" h="3127375">
                <a:moveTo>
                  <a:pt x="3816535" y="2377952"/>
                </a:moveTo>
                <a:lnTo>
                  <a:pt x="3815362" y="2380047"/>
                </a:lnTo>
                <a:lnTo>
                  <a:pt x="3813271" y="2378881"/>
                </a:lnTo>
                <a:lnTo>
                  <a:pt x="3814451" y="2376781"/>
                </a:lnTo>
                <a:lnTo>
                  <a:pt x="3816535" y="2377952"/>
                </a:lnTo>
                <a:close/>
              </a:path>
              <a:path w="8858885" h="3127375">
                <a:moveTo>
                  <a:pt x="4851827" y="138768"/>
                </a:moveTo>
                <a:lnTo>
                  <a:pt x="4838157" y="163180"/>
                </a:lnTo>
                <a:lnTo>
                  <a:pt x="4813745" y="149510"/>
                </a:lnTo>
                <a:lnTo>
                  <a:pt x="4827416" y="125098"/>
                </a:lnTo>
                <a:lnTo>
                  <a:pt x="4851827" y="138768"/>
                </a:lnTo>
                <a:close/>
              </a:path>
              <a:path w="8858885" h="3127375">
                <a:moveTo>
                  <a:pt x="4750555" y="317112"/>
                </a:moveTo>
                <a:lnTo>
                  <a:pt x="4738043" y="339436"/>
                </a:lnTo>
                <a:lnTo>
                  <a:pt x="4715727" y="326939"/>
                </a:lnTo>
                <a:lnTo>
                  <a:pt x="4728234" y="304607"/>
                </a:lnTo>
                <a:lnTo>
                  <a:pt x="4750555" y="317112"/>
                </a:lnTo>
                <a:close/>
              </a:path>
              <a:path w="8858885" h="3127375">
                <a:moveTo>
                  <a:pt x="4648729" y="495614"/>
                </a:moveTo>
                <a:lnTo>
                  <a:pt x="4637792" y="515145"/>
                </a:lnTo>
                <a:lnTo>
                  <a:pt x="4618257" y="504202"/>
                </a:lnTo>
                <a:lnTo>
                  <a:pt x="4629198" y="484677"/>
                </a:lnTo>
                <a:lnTo>
                  <a:pt x="4648729" y="495614"/>
                </a:lnTo>
                <a:close/>
              </a:path>
              <a:path w="8858885" h="3127375">
                <a:moveTo>
                  <a:pt x="4547450" y="673962"/>
                </a:moveTo>
                <a:lnTo>
                  <a:pt x="4537679" y="691403"/>
                </a:lnTo>
                <a:lnTo>
                  <a:pt x="4520239" y="681631"/>
                </a:lnTo>
                <a:lnTo>
                  <a:pt x="4530009" y="664191"/>
                </a:lnTo>
                <a:lnTo>
                  <a:pt x="4547450" y="673962"/>
                </a:lnTo>
                <a:close/>
              </a:path>
              <a:path w="8858885" h="3127375">
                <a:moveTo>
                  <a:pt x="4446170" y="852309"/>
                </a:moveTo>
                <a:lnTo>
                  <a:pt x="4437573" y="867655"/>
                </a:lnTo>
                <a:lnTo>
                  <a:pt x="4422228" y="859057"/>
                </a:lnTo>
                <a:lnTo>
                  <a:pt x="4430825" y="843712"/>
                </a:lnTo>
                <a:lnTo>
                  <a:pt x="4446170" y="852309"/>
                </a:lnTo>
                <a:close/>
              </a:path>
              <a:path w="8858885" h="3127375">
                <a:moveTo>
                  <a:pt x="4344352" y="1030808"/>
                </a:moveTo>
                <a:lnTo>
                  <a:pt x="4337315" y="1043368"/>
                </a:lnTo>
                <a:lnTo>
                  <a:pt x="4324755" y="1036331"/>
                </a:lnTo>
                <a:lnTo>
                  <a:pt x="4331792" y="1023771"/>
                </a:lnTo>
                <a:lnTo>
                  <a:pt x="4344352" y="1030808"/>
                </a:lnTo>
                <a:close/>
              </a:path>
              <a:path w="8858885" h="3127375">
                <a:moveTo>
                  <a:pt x="4243611" y="1209004"/>
                </a:moveTo>
                <a:lnTo>
                  <a:pt x="4237364" y="1220166"/>
                </a:lnTo>
                <a:lnTo>
                  <a:pt x="4226194" y="1213905"/>
                </a:lnTo>
                <a:lnTo>
                  <a:pt x="4232446" y="1202751"/>
                </a:lnTo>
                <a:lnTo>
                  <a:pt x="4243611" y="1209004"/>
                </a:lnTo>
                <a:close/>
              </a:path>
              <a:path w="8858885" h="3127375">
                <a:moveTo>
                  <a:pt x="4142872" y="1387188"/>
                </a:moveTo>
                <a:lnTo>
                  <a:pt x="4137402" y="1396960"/>
                </a:lnTo>
                <a:lnTo>
                  <a:pt x="4127631" y="1391490"/>
                </a:lnTo>
                <a:lnTo>
                  <a:pt x="4133105" y="1381726"/>
                </a:lnTo>
                <a:lnTo>
                  <a:pt x="4142872" y="1387188"/>
                </a:lnTo>
                <a:close/>
              </a:path>
              <a:path w="8858885" h="3127375">
                <a:moveTo>
                  <a:pt x="4042141" y="1565388"/>
                </a:moveTo>
                <a:lnTo>
                  <a:pt x="4037451" y="1573758"/>
                </a:lnTo>
                <a:lnTo>
                  <a:pt x="4029081" y="1569068"/>
                </a:lnTo>
                <a:lnTo>
                  <a:pt x="4033772" y="1560698"/>
                </a:lnTo>
                <a:lnTo>
                  <a:pt x="4042141" y="1565388"/>
                </a:lnTo>
                <a:close/>
              </a:path>
              <a:path w="8858885" h="3127375">
                <a:moveTo>
                  <a:pt x="3940857" y="1743728"/>
                </a:moveTo>
                <a:lnTo>
                  <a:pt x="3937344" y="1750009"/>
                </a:lnTo>
                <a:lnTo>
                  <a:pt x="3931058" y="1746489"/>
                </a:lnTo>
                <a:lnTo>
                  <a:pt x="3934583" y="1740210"/>
                </a:lnTo>
                <a:lnTo>
                  <a:pt x="3940857" y="1743728"/>
                </a:lnTo>
                <a:close/>
              </a:path>
              <a:path w="8858885" h="3127375">
                <a:moveTo>
                  <a:pt x="3840123" y="1921920"/>
                </a:moveTo>
                <a:lnTo>
                  <a:pt x="3837387" y="1926811"/>
                </a:lnTo>
                <a:lnTo>
                  <a:pt x="3832506" y="1924078"/>
                </a:lnTo>
                <a:lnTo>
                  <a:pt x="3835243" y="1919186"/>
                </a:lnTo>
                <a:lnTo>
                  <a:pt x="3840123" y="1921920"/>
                </a:lnTo>
                <a:close/>
              </a:path>
              <a:path w="8858885" h="3127375">
                <a:moveTo>
                  <a:pt x="3739392" y="2100118"/>
                </a:moveTo>
                <a:lnTo>
                  <a:pt x="3737442" y="2103604"/>
                </a:lnTo>
                <a:lnTo>
                  <a:pt x="3733953" y="2101648"/>
                </a:lnTo>
                <a:lnTo>
                  <a:pt x="3735903" y="2098162"/>
                </a:lnTo>
                <a:lnTo>
                  <a:pt x="3739392" y="2100118"/>
                </a:lnTo>
                <a:close/>
              </a:path>
              <a:path w="8858885" h="3127375">
                <a:moveTo>
                  <a:pt x="3638657" y="2278310"/>
                </a:moveTo>
                <a:lnTo>
                  <a:pt x="3637484" y="2280406"/>
                </a:lnTo>
                <a:lnTo>
                  <a:pt x="3635389" y="2279232"/>
                </a:lnTo>
                <a:lnTo>
                  <a:pt x="3636562" y="2277137"/>
                </a:lnTo>
                <a:lnTo>
                  <a:pt x="3638657" y="2278310"/>
                </a:lnTo>
                <a:close/>
              </a:path>
              <a:path w="8858885" h="3127375">
                <a:moveTo>
                  <a:pt x="4674495" y="38969"/>
                </a:moveTo>
                <a:lnTo>
                  <a:pt x="4660427" y="64086"/>
                </a:lnTo>
                <a:lnTo>
                  <a:pt x="4635307" y="50011"/>
                </a:lnTo>
                <a:lnTo>
                  <a:pt x="4649374" y="24894"/>
                </a:lnTo>
                <a:lnTo>
                  <a:pt x="4674495" y="38969"/>
                </a:lnTo>
                <a:close/>
              </a:path>
              <a:path w="8858885" h="3127375">
                <a:moveTo>
                  <a:pt x="4572665" y="217465"/>
                </a:moveTo>
                <a:lnTo>
                  <a:pt x="4560165" y="239792"/>
                </a:lnTo>
                <a:lnTo>
                  <a:pt x="4537844" y="227288"/>
                </a:lnTo>
                <a:lnTo>
                  <a:pt x="4550345" y="204960"/>
                </a:lnTo>
                <a:lnTo>
                  <a:pt x="4572665" y="217465"/>
                </a:lnTo>
                <a:close/>
              </a:path>
              <a:path w="8858885" h="3127375">
                <a:moveTo>
                  <a:pt x="4471397" y="395815"/>
                </a:moveTo>
                <a:lnTo>
                  <a:pt x="4460059" y="416045"/>
                </a:lnTo>
                <a:lnTo>
                  <a:pt x="4439826" y="404718"/>
                </a:lnTo>
                <a:lnTo>
                  <a:pt x="4451160" y="384481"/>
                </a:lnTo>
                <a:lnTo>
                  <a:pt x="4471397" y="395815"/>
                </a:lnTo>
                <a:close/>
              </a:path>
              <a:path w="8858885" h="3127375">
                <a:moveTo>
                  <a:pt x="4370110" y="574166"/>
                </a:moveTo>
                <a:lnTo>
                  <a:pt x="4359952" y="592297"/>
                </a:lnTo>
                <a:lnTo>
                  <a:pt x="4341811" y="582136"/>
                </a:lnTo>
                <a:lnTo>
                  <a:pt x="4351965" y="563999"/>
                </a:lnTo>
                <a:lnTo>
                  <a:pt x="4370110" y="574166"/>
                </a:lnTo>
                <a:close/>
              </a:path>
              <a:path w="8858885" h="3127375">
                <a:moveTo>
                  <a:pt x="4268281" y="752663"/>
                </a:moveTo>
                <a:lnTo>
                  <a:pt x="4259690" y="768004"/>
                </a:lnTo>
                <a:lnTo>
                  <a:pt x="4244345" y="759406"/>
                </a:lnTo>
                <a:lnTo>
                  <a:pt x="4252935" y="744065"/>
                </a:lnTo>
                <a:lnTo>
                  <a:pt x="4268281" y="752663"/>
                </a:lnTo>
                <a:close/>
              </a:path>
              <a:path w="8858885" h="3127375">
                <a:moveTo>
                  <a:pt x="4167008" y="931006"/>
                </a:moveTo>
                <a:lnTo>
                  <a:pt x="4159588" y="944263"/>
                </a:lnTo>
                <a:lnTo>
                  <a:pt x="4146327" y="936836"/>
                </a:lnTo>
                <a:lnTo>
                  <a:pt x="4153758" y="923582"/>
                </a:lnTo>
                <a:lnTo>
                  <a:pt x="4167008" y="931006"/>
                </a:lnTo>
                <a:close/>
              </a:path>
              <a:path w="8858885" h="3127375">
                <a:moveTo>
                  <a:pt x="4066273" y="1109198"/>
                </a:moveTo>
                <a:lnTo>
                  <a:pt x="4059626" y="1121058"/>
                </a:lnTo>
                <a:lnTo>
                  <a:pt x="4047770" y="1114417"/>
                </a:lnTo>
                <a:lnTo>
                  <a:pt x="4054418" y="1102558"/>
                </a:lnTo>
                <a:lnTo>
                  <a:pt x="4066273" y="1109198"/>
                </a:lnTo>
                <a:close/>
              </a:path>
              <a:path w="8858885" h="3127375">
                <a:moveTo>
                  <a:pt x="3965539" y="1287390"/>
                </a:moveTo>
                <a:lnTo>
                  <a:pt x="3959675" y="1297856"/>
                </a:lnTo>
                <a:lnTo>
                  <a:pt x="3949210" y="1291992"/>
                </a:lnTo>
                <a:lnTo>
                  <a:pt x="3955074" y="1281527"/>
                </a:lnTo>
                <a:lnTo>
                  <a:pt x="3965539" y="1287390"/>
                </a:lnTo>
                <a:close/>
              </a:path>
              <a:path w="8858885" h="3127375">
                <a:moveTo>
                  <a:pt x="3864252" y="1465742"/>
                </a:moveTo>
                <a:lnTo>
                  <a:pt x="3859569" y="1474108"/>
                </a:lnTo>
                <a:lnTo>
                  <a:pt x="3851199" y="1469418"/>
                </a:lnTo>
                <a:lnTo>
                  <a:pt x="3855882" y="1461052"/>
                </a:lnTo>
                <a:lnTo>
                  <a:pt x="3864252" y="1465742"/>
                </a:lnTo>
                <a:close/>
              </a:path>
              <a:path w="8858885" h="3127375">
                <a:moveTo>
                  <a:pt x="3763517" y="1643934"/>
                </a:moveTo>
                <a:lnTo>
                  <a:pt x="3759610" y="1650909"/>
                </a:lnTo>
                <a:lnTo>
                  <a:pt x="3752635" y="1647002"/>
                </a:lnTo>
                <a:lnTo>
                  <a:pt x="3756542" y="1640027"/>
                </a:lnTo>
                <a:lnTo>
                  <a:pt x="3763517" y="1643934"/>
                </a:lnTo>
                <a:close/>
              </a:path>
              <a:path w="8858885" h="3127375">
                <a:moveTo>
                  <a:pt x="3662783" y="1822126"/>
                </a:moveTo>
                <a:lnTo>
                  <a:pt x="3659659" y="1827707"/>
                </a:lnTo>
                <a:lnTo>
                  <a:pt x="3654074" y="1824576"/>
                </a:lnTo>
                <a:lnTo>
                  <a:pt x="3657202" y="1819003"/>
                </a:lnTo>
                <a:lnTo>
                  <a:pt x="3662783" y="1822126"/>
                </a:lnTo>
                <a:close/>
              </a:path>
              <a:path w="8858885" h="3127375">
                <a:moveTo>
                  <a:pt x="3562051" y="2000323"/>
                </a:moveTo>
                <a:lnTo>
                  <a:pt x="3559708" y="2004504"/>
                </a:lnTo>
                <a:lnTo>
                  <a:pt x="3555522" y="2002164"/>
                </a:lnTo>
                <a:lnTo>
                  <a:pt x="3557868" y="1997973"/>
                </a:lnTo>
                <a:lnTo>
                  <a:pt x="3562051" y="2000323"/>
                </a:lnTo>
                <a:close/>
              </a:path>
              <a:path w="8858885" h="3127375">
                <a:moveTo>
                  <a:pt x="3461317" y="2178517"/>
                </a:moveTo>
                <a:lnTo>
                  <a:pt x="3459757" y="2181302"/>
                </a:lnTo>
                <a:lnTo>
                  <a:pt x="3456968" y="2179734"/>
                </a:lnTo>
                <a:lnTo>
                  <a:pt x="3458521" y="2176953"/>
                </a:lnTo>
                <a:lnTo>
                  <a:pt x="3461317" y="2178517"/>
                </a:lnTo>
                <a:close/>
              </a:path>
              <a:path w="8858885" h="3127375">
                <a:moveTo>
                  <a:pt x="4395323" y="117671"/>
                </a:moveTo>
                <a:lnTo>
                  <a:pt x="4382432" y="140682"/>
                </a:lnTo>
                <a:lnTo>
                  <a:pt x="4359411" y="127788"/>
                </a:lnTo>
                <a:lnTo>
                  <a:pt x="4372302" y="104778"/>
                </a:lnTo>
                <a:lnTo>
                  <a:pt x="4395323" y="117671"/>
                </a:lnTo>
                <a:close/>
              </a:path>
              <a:path w="8858885" h="3127375">
                <a:moveTo>
                  <a:pt x="4293505" y="296170"/>
                </a:moveTo>
                <a:lnTo>
                  <a:pt x="4282167" y="316399"/>
                </a:lnTo>
                <a:lnTo>
                  <a:pt x="4261942" y="305068"/>
                </a:lnTo>
                <a:lnTo>
                  <a:pt x="4273276" y="284832"/>
                </a:lnTo>
                <a:lnTo>
                  <a:pt x="4293505" y="296170"/>
                </a:lnTo>
                <a:close/>
              </a:path>
              <a:path w="8858885" h="3127375">
                <a:moveTo>
                  <a:pt x="4192225" y="474517"/>
                </a:moveTo>
                <a:lnTo>
                  <a:pt x="4182061" y="492651"/>
                </a:lnTo>
                <a:lnTo>
                  <a:pt x="4163931" y="482493"/>
                </a:lnTo>
                <a:lnTo>
                  <a:pt x="4174084" y="464356"/>
                </a:lnTo>
                <a:lnTo>
                  <a:pt x="4192225" y="474517"/>
                </a:lnTo>
                <a:close/>
              </a:path>
              <a:path w="8858885" h="3127375">
                <a:moveTo>
                  <a:pt x="4090942" y="652857"/>
                </a:moveTo>
                <a:lnTo>
                  <a:pt x="4081955" y="668903"/>
                </a:lnTo>
                <a:lnTo>
                  <a:pt x="4065913" y="659923"/>
                </a:lnTo>
                <a:lnTo>
                  <a:pt x="4074907" y="643873"/>
                </a:lnTo>
                <a:lnTo>
                  <a:pt x="4090942" y="652857"/>
                </a:lnTo>
                <a:close/>
              </a:path>
              <a:path w="8858885" h="3127375">
                <a:moveTo>
                  <a:pt x="3989124" y="831356"/>
                </a:moveTo>
                <a:lnTo>
                  <a:pt x="3981697" y="844616"/>
                </a:lnTo>
                <a:lnTo>
                  <a:pt x="3968443" y="837185"/>
                </a:lnTo>
                <a:lnTo>
                  <a:pt x="3975867" y="823936"/>
                </a:lnTo>
                <a:lnTo>
                  <a:pt x="3989124" y="831356"/>
                </a:lnTo>
                <a:close/>
              </a:path>
              <a:path w="8858885" h="3127375">
                <a:moveTo>
                  <a:pt x="3888393" y="1009554"/>
                </a:moveTo>
                <a:lnTo>
                  <a:pt x="3881746" y="1021414"/>
                </a:lnTo>
                <a:lnTo>
                  <a:pt x="3869879" y="1014770"/>
                </a:lnTo>
                <a:lnTo>
                  <a:pt x="3876527" y="1002911"/>
                </a:lnTo>
                <a:lnTo>
                  <a:pt x="3888393" y="1009554"/>
                </a:lnTo>
                <a:close/>
              </a:path>
              <a:path w="8858885" h="3127375">
                <a:moveTo>
                  <a:pt x="3787648" y="1187744"/>
                </a:moveTo>
                <a:lnTo>
                  <a:pt x="3781791" y="1198205"/>
                </a:lnTo>
                <a:lnTo>
                  <a:pt x="3771326" y="1192341"/>
                </a:lnTo>
                <a:lnTo>
                  <a:pt x="3777183" y="1181880"/>
                </a:lnTo>
                <a:lnTo>
                  <a:pt x="3787648" y="1187744"/>
                </a:lnTo>
                <a:close/>
              </a:path>
              <a:path w="8858885" h="3127375">
                <a:moveTo>
                  <a:pt x="3686372" y="1366097"/>
                </a:moveTo>
                <a:lnTo>
                  <a:pt x="3681689" y="1374464"/>
                </a:lnTo>
                <a:lnTo>
                  <a:pt x="3673312" y="1369778"/>
                </a:lnTo>
                <a:lnTo>
                  <a:pt x="3678003" y="1361408"/>
                </a:lnTo>
                <a:lnTo>
                  <a:pt x="3686372" y="1366097"/>
                </a:lnTo>
                <a:close/>
              </a:path>
              <a:path w="8858885" h="3127375">
                <a:moveTo>
                  <a:pt x="3585633" y="1544283"/>
                </a:moveTo>
                <a:lnTo>
                  <a:pt x="3581727" y="1551258"/>
                </a:lnTo>
                <a:lnTo>
                  <a:pt x="3574751" y="1547351"/>
                </a:lnTo>
                <a:lnTo>
                  <a:pt x="3578658" y="1540376"/>
                </a:lnTo>
                <a:lnTo>
                  <a:pt x="3585633" y="1544283"/>
                </a:lnTo>
                <a:close/>
              </a:path>
              <a:path w="8858885" h="3127375">
                <a:moveTo>
                  <a:pt x="3484903" y="1722482"/>
                </a:moveTo>
                <a:lnTo>
                  <a:pt x="3481775" y="1728056"/>
                </a:lnTo>
                <a:lnTo>
                  <a:pt x="3476194" y="1724932"/>
                </a:lnTo>
                <a:lnTo>
                  <a:pt x="3479322" y="1719358"/>
                </a:lnTo>
                <a:lnTo>
                  <a:pt x="3484903" y="1722482"/>
                </a:lnTo>
                <a:close/>
              </a:path>
              <a:path w="8858885" h="3127375">
                <a:moveTo>
                  <a:pt x="3384168" y="1900674"/>
                </a:moveTo>
                <a:lnTo>
                  <a:pt x="3381817" y="1904857"/>
                </a:lnTo>
                <a:lnTo>
                  <a:pt x="3377637" y="1902513"/>
                </a:lnTo>
                <a:lnTo>
                  <a:pt x="3379981" y="1898334"/>
                </a:lnTo>
                <a:lnTo>
                  <a:pt x="3384168" y="1900674"/>
                </a:lnTo>
                <a:close/>
              </a:path>
              <a:path w="8858885" h="3127375">
                <a:moveTo>
                  <a:pt x="3283427" y="2078870"/>
                </a:moveTo>
                <a:lnTo>
                  <a:pt x="3281874" y="2081651"/>
                </a:lnTo>
                <a:lnTo>
                  <a:pt x="3279077" y="2080087"/>
                </a:lnTo>
                <a:lnTo>
                  <a:pt x="3280637" y="2077302"/>
                </a:lnTo>
                <a:lnTo>
                  <a:pt x="3283427" y="2078870"/>
                </a:lnTo>
                <a:close/>
              </a:path>
              <a:path w="8858885" h="3127375">
                <a:moveTo>
                  <a:pt x="4217441" y="18020"/>
                </a:moveTo>
                <a:lnTo>
                  <a:pt x="4204547" y="41041"/>
                </a:lnTo>
                <a:lnTo>
                  <a:pt x="4181533" y="28143"/>
                </a:lnTo>
                <a:lnTo>
                  <a:pt x="4194424" y="5133"/>
                </a:lnTo>
                <a:lnTo>
                  <a:pt x="4217441" y="18020"/>
                </a:lnTo>
                <a:close/>
              </a:path>
              <a:path w="8858885" h="3127375">
                <a:moveTo>
                  <a:pt x="4116168" y="196363"/>
                </a:moveTo>
                <a:lnTo>
                  <a:pt x="4104447" y="217289"/>
                </a:lnTo>
                <a:lnTo>
                  <a:pt x="4083522" y="205568"/>
                </a:lnTo>
                <a:lnTo>
                  <a:pt x="4095242" y="184643"/>
                </a:lnTo>
                <a:lnTo>
                  <a:pt x="4116168" y="196363"/>
                </a:lnTo>
                <a:close/>
              </a:path>
              <a:path w="8858885" h="3127375">
                <a:moveTo>
                  <a:pt x="4014881" y="374715"/>
                </a:moveTo>
                <a:lnTo>
                  <a:pt x="4004334" y="393545"/>
                </a:lnTo>
                <a:lnTo>
                  <a:pt x="3985499" y="382991"/>
                </a:lnTo>
                <a:lnTo>
                  <a:pt x="3996046" y="364160"/>
                </a:lnTo>
                <a:lnTo>
                  <a:pt x="4014881" y="374715"/>
                </a:lnTo>
                <a:close/>
              </a:path>
              <a:path w="8858885" h="3127375">
                <a:moveTo>
                  <a:pt x="3913063" y="553213"/>
                </a:moveTo>
                <a:lnTo>
                  <a:pt x="3904069" y="569263"/>
                </a:lnTo>
                <a:lnTo>
                  <a:pt x="3888031" y="560272"/>
                </a:lnTo>
                <a:lnTo>
                  <a:pt x="3897018" y="544226"/>
                </a:lnTo>
                <a:lnTo>
                  <a:pt x="3913063" y="553213"/>
                </a:lnTo>
                <a:close/>
              </a:path>
              <a:path w="8858885" h="3127375">
                <a:moveTo>
                  <a:pt x="3811784" y="731561"/>
                </a:moveTo>
                <a:lnTo>
                  <a:pt x="3803970" y="745511"/>
                </a:lnTo>
                <a:lnTo>
                  <a:pt x="3790019" y="737698"/>
                </a:lnTo>
                <a:lnTo>
                  <a:pt x="3797833" y="723747"/>
                </a:lnTo>
                <a:lnTo>
                  <a:pt x="3811784" y="731561"/>
                </a:lnTo>
                <a:close/>
              </a:path>
              <a:path w="8858885" h="3127375">
                <a:moveTo>
                  <a:pt x="3710504" y="909908"/>
                </a:moveTo>
                <a:lnTo>
                  <a:pt x="3703857" y="921768"/>
                </a:lnTo>
                <a:lnTo>
                  <a:pt x="3691997" y="915120"/>
                </a:lnTo>
                <a:lnTo>
                  <a:pt x="3698644" y="903261"/>
                </a:lnTo>
                <a:lnTo>
                  <a:pt x="3710504" y="909908"/>
                </a:lnTo>
                <a:close/>
              </a:path>
              <a:path w="8858885" h="3127375">
                <a:moveTo>
                  <a:pt x="3609770" y="1088100"/>
                </a:moveTo>
                <a:lnTo>
                  <a:pt x="3603913" y="1098561"/>
                </a:lnTo>
                <a:lnTo>
                  <a:pt x="3593448" y="1092698"/>
                </a:lnTo>
                <a:lnTo>
                  <a:pt x="3599305" y="1082237"/>
                </a:lnTo>
                <a:lnTo>
                  <a:pt x="3609770" y="1088100"/>
                </a:lnTo>
                <a:close/>
              </a:path>
              <a:path w="8858885" h="3127375">
                <a:moveTo>
                  <a:pt x="3509035" y="1266292"/>
                </a:moveTo>
                <a:lnTo>
                  <a:pt x="3503948" y="1275367"/>
                </a:lnTo>
                <a:lnTo>
                  <a:pt x="3494884" y="1270283"/>
                </a:lnTo>
                <a:lnTo>
                  <a:pt x="3499964" y="1261212"/>
                </a:lnTo>
                <a:lnTo>
                  <a:pt x="3509035" y="1266292"/>
                </a:lnTo>
                <a:close/>
              </a:path>
              <a:path w="8858885" h="3127375">
                <a:moveTo>
                  <a:pt x="3407755" y="1444640"/>
                </a:moveTo>
                <a:lnTo>
                  <a:pt x="3403848" y="1451615"/>
                </a:lnTo>
                <a:lnTo>
                  <a:pt x="3396873" y="1447708"/>
                </a:lnTo>
                <a:lnTo>
                  <a:pt x="3400780" y="1440733"/>
                </a:lnTo>
                <a:lnTo>
                  <a:pt x="3407755" y="1444640"/>
                </a:lnTo>
                <a:close/>
              </a:path>
              <a:path w="8858885" h="3127375">
                <a:moveTo>
                  <a:pt x="3307014" y="1622836"/>
                </a:moveTo>
                <a:lnTo>
                  <a:pt x="3303886" y="1628410"/>
                </a:lnTo>
                <a:lnTo>
                  <a:pt x="3298312" y="1625282"/>
                </a:lnTo>
                <a:lnTo>
                  <a:pt x="3301440" y="1619708"/>
                </a:lnTo>
                <a:lnTo>
                  <a:pt x="3307014" y="1622836"/>
                </a:lnTo>
                <a:close/>
              </a:path>
              <a:path w="8858885" h="3127375">
                <a:moveTo>
                  <a:pt x="3206279" y="1801028"/>
                </a:moveTo>
                <a:lnTo>
                  <a:pt x="3203940" y="1805214"/>
                </a:lnTo>
                <a:lnTo>
                  <a:pt x="3199749" y="1802867"/>
                </a:lnTo>
                <a:lnTo>
                  <a:pt x="3202100" y="1798684"/>
                </a:lnTo>
                <a:lnTo>
                  <a:pt x="3206279" y="1801028"/>
                </a:lnTo>
                <a:close/>
              </a:path>
              <a:path w="8858885" h="3127375">
                <a:moveTo>
                  <a:pt x="3105545" y="1979220"/>
                </a:moveTo>
                <a:lnTo>
                  <a:pt x="3103984" y="1982005"/>
                </a:lnTo>
                <a:lnTo>
                  <a:pt x="3101195" y="1980437"/>
                </a:lnTo>
                <a:lnTo>
                  <a:pt x="3102748" y="1977656"/>
                </a:lnTo>
                <a:lnTo>
                  <a:pt x="3105545" y="1979220"/>
                </a:lnTo>
                <a:close/>
              </a:path>
              <a:path w="8858885" h="3127375">
                <a:moveTo>
                  <a:pt x="3004814" y="2157419"/>
                </a:moveTo>
                <a:lnTo>
                  <a:pt x="3004030" y="2158813"/>
                </a:lnTo>
                <a:lnTo>
                  <a:pt x="3002631" y="2158022"/>
                </a:lnTo>
                <a:lnTo>
                  <a:pt x="3003408" y="2156632"/>
                </a:lnTo>
                <a:lnTo>
                  <a:pt x="3004814" y="2157419"/>
                </a:lnTo>
                <a:close/>
              </a:path>
              <a:path w="8858885" h="3127375">
                <a:moveTo>
                  <a:pt x="3938282" y="96724"/>
                </a:moveTo>
                <a:lnTo>
                  <a:pt x="3926561" y="117650"/>
                </a:lnTo>
                <a:lnTo>
                  <a:pt x="3905631" y="105922"/>
                </a:lnTo>
                <a:lnTo>
                  <a:pt x="3917352" y="84996"/>
                </a:lnTo>
                <a:lnTo>
                  <a:pt x="3938282" y="96724"/>
                </a:lnTo>
                <a:close/>
              </a:path>
              <a:path w="8858885" h="3127375">
                <a:moveTo>
                  <a:pt x="3837003" y="275072"/>
                </a:moveTo>
                <a:lnTo>
                  <a:pt x="3826455" y="293902"/>
                </a:lnTo>
                <a:lnTo>
                  <a:pt x="3807620" y="283348"/>
                </a:lnTo>
                <a:lnTo>
                  <a:pt x="3818168" y="264517"/>
                </a:lnTo>
                <a:lnTo>
                  <a:pt x="3837003" y="275072"/>
                </a:lnTo>
                <a:close/>
              </a:path>
              <a:path w="8858885" h="3127375">
                <a:moveTo>
                  <a:pt x="3735723" y="453419"/>
                </a:moveTo>
                <a:lnTo>
                  <a:pt x="3726342" y="470159"/>
                </a:lnTo>
                <a:lnTo>
                  <a:pt x="3709603" y="460778"/>
                </a:lnTo>
                <a:lnTo>
                  <a:pt x="3718977" y="444042"/>
                </a:lnTo>
                <a:lnTo>
                  <a:pt x="3735723" y="453419"/>
                </a:lnTo>
                <a:close/>
              </a:path>
              <a:path w="8858885" h="3127375">
                <a:moveTo>
                  <a:pt x="3633898" y="631922"/>
                </a:moveTo>
                <a:lnTo>
                  <a:pt x="3626084" y="645873"/>
                </a:lnTo>
                <a:lnTo>
                  <a:pt x="3612129" y="638052"/>
                </a:lnTo>
                <a:lnTo>
                  <a:pt x="3619943" y="624101"/>
                </a:lnTo>
                <a:lnTo>
                  <a:pt x="3633898" y="631922"/>
                </a:lnTo>
                <a:close/>
              </a:path>
              <a:path w="8858885" h="3127375">
                <a:moveTo>
                  <a:pt x="3532621" y="810258"/>
                </a:moveTo>
                <a:lnTo>
                  <a:pt x="3525978" y="822125"/>
                </a:lnTo>
                <a:lnTo>
                  <a:pt x="3514118" y="815477"/>
                </a:lnTo>
                <a:lnTo>
                  <a:pt x="3520765" y="803618"/>
                </a:lnTo>
                <a:lnTo>
                  <a:pt x="3532621" y="810258"/>
                </a:lnTo>
                <a:close/>
              </a:path>
              <a:path w="8858885" h="3127375">
                <a:moveTo>
                  <a:pt x="3431886" y="988450"/>
                </a:moveTo>
                <a:lnTo>
                  <a:pt x="3426022" y="998915"/>
                </a:lnTo>
                <a:lnTo>
                  <a:pt x="3415561" y="993059"/>
                </a:lnTo>
                <a:lnTo>
                  <a:pt x="3421425" y="982593"/>
                </a:lnTo>
                <a:lnTo>
                  <a:pt x="3431886" y="988450"/>
                </a:lnTo>
                <a:close/>
              </a:path>
              <a:path w="8858885" h="3127375">
                <a:moveTo>
                  <a:pt x="3331155" y="1166649"/>
                </a:moveTo>
                <a:lnTo>
                  <a:pt x="3326068" y="1175724"/>
                </a:lnTo>
                <a:lnTo>
                  <a:pt x="3316994" y="1170637"/>
                </a:lnTo>
                <a:lnTo>
                  <a:pt x="3322081" y="1161562"/>
                </a:lnTo>
                <a:lnTo>
                  <a:pt x="3331155" y="1166649"/>
                </a:lnTo>
                <a:close/>
              </a:path>
              <a:path w="8858885" h="3127375">
                <a:moveTo>
                  <a:pt x="3229869" y="1345001"/>
                </a:moveTo>
                <a:lnTo>
                  <a:pt x="3225962" y="1351976"/>
                </a:lnTo>
                <a:lnTo>
                  <a:pt x="3218983" y="1348062"/>
                </a:lnTo>
                <a:lnTo>
                  <a:pt x="3222890" y="1341087"/>
                </a:lnTo>
                <a:lnTo>
                  <a:pt x="3229869" y="1345001"/>
                </a:lnTo>
                <a:close/>
              </a:path>
              <a:path w="8858885" h="3127375">
                <a:moveTo>
                  <a:pt x="3129134" y="1523192"/>
                </a:moveTo>
                <a:lnTo>
                  <a:pt x="3126007" y="1528766"/>
                </a:lnTo>
                <a:lnTo>
                  <a:pt x="3120426" y="1525643"/>
                </a:lnTo>
                <a:lnTo>
                  <a:pt x="3123549" y="1520062"/>
                </a:lnTo>
                <a:lnTo>
                  <a:pt x="3129134" y="1523192"/>
                </a:lnTo>
                <a:close/>
              </a:path>
              <a:path w="8858885" h="3127375">
                <a:moveTo>
                  <a:pt x="3028395" y="1701379"/>
                </a:moveTo>
                <a:lnTo>
                  <a:pt x="3026049" y="1705568"/>
                </a:lnTo>
                <a:lnTo>
                  <a:pt x="3021865" y="1703218"/>
                </a:lnTo>
                <a:lnTo>
                  <a:pt x="3024209" y="1699038"/>
                </a:lnTo>
                <a:lnTo>
                  <a:pt x="3028395" y="1701379"/>
                </a:lnTo>
                <a:close/>
              </a:path>
              <a:path w="8858885" h="3127375">
                <a:moveTo>
                  <a:pt x="2927654" y="1879574"/>
                </a:moveTo>
                <a:lnTo>
                  <a:pt x="2926101" y="1882355"/>
                </a:lnTo>
                <a:lnTo>
                  <a:pt x="2923309" y="1880799"/>
                </a:lnTo>
                <a:lnTo>
                  <a:pt x="2924869" y="1878014"/>
                </a:lnTo>
                <a:lnTo>
                  <a:pt x="2927654" y="1879574"/>
                </a:lnTo>
                <a:close/>
              </a:path>
              <a:path w="8858885" h="3127375">
                <a:moveTo>
                  <a:pt x="2826923" y="2057772"/>
                </a:moveTo>
                <a:lnTo>
                  <a:pt x="2826147" y="2059163"/>
                </a:lnTo>
                <a:lnTo>
                  <a:pt x="2824752" y="2058380"/>
                </a:lnTo>
                <a:lnTo>
                  <a:pt x="2825529" y="2056989"/>
                </a:lnTo>
                <a:lnTo>
                  <a:pt x="2826923" y="2057772"/>
                </a:lnTo>
                <a:close/>
              </a:path>
              <a:path w="8858885" h="3127375">
                <a:moveTo>
                  <a:pt x="3758761" y="0"/>
                </a:moveTo>
                <a:lnTo>
                  <a:pt x="3748678" y="18001"/>
                </a:lnTo>
                <a:lnTo>
                  <a:pt x="3727748" y="6273"/>
                </a:lnTo>
                <a:lnTo>
                  <a:pt x="3731262" y="0"/>
                </a:lnTo>
                <a:lnTo>
                  <a:pt x="3758761" y="0"/>
                </a:lnTo>
                <a:close/>
              </a:path>
              <a:path w="8858885" h="3127375">
                <a:moveTo>
                  <a:pt x="3659113" y="175427"/>
                </a:moveTo>
                <a:lnTo>
                  <a:pt x="3648565" y="194257"/>
                </a:lnTo>
                <a:lnTo>
                  <a:pt x="3629734" y="183709"/>
                </a:lnTo>
                <a:lnTo>
                  <a:pt x="3640282" y="164879"/>
                </a:lnTo>
                <a:lnTo>
                  <a:pt x="3659113" y="175427"/>
                </a:lnTo>
                <a:close/>
              </a:path>
              <a:path w="8858885" h="3127375">
                <a:moveTo>
                  <a:pt x="3557833" y="353774"/>
                </a:moveTo>
                <a:lnTo>
                  <a:pt x="3548459" y="370510"/>
                </a:lnTo>
                <a:lnTo>
                  <a:pt x="3531724" y="361135"/>
                </a:lnTo>
                <a:lnTo>
                  <a:pt x="3541097" y="344400"/>
                </a:lnTo>
                <a:lnTo>
                  <a:pt x="3557833" y="353774"/>
                </a:lnTo>
                <a:close/>
              </a:path>
              <a:path w="8858885" h="3127375">
                <a:moveTo>
                  <a:pt x="3456015" y="532273"/>
                </a:moveTo>
                <a:lnTo>
                  <a:pt x="3448201" y="546223"/>
                </a:lnTo>
                <a:lnTo>
                  <a:pt x="3434250" y="538409"/>
                </a:lnTo>
                <a:lnTo>
                  <a:pt x="3442064" y="524459"/>
                </a:lnTo>
                <a:lnTo>
                  <a:pt x="3456015" y="532273"/>
                </a:lnTo>
                <a:close/>
              </a:path>
              <a:path w="8858885" h="3127375">
                <a:moveTo>
                  <a:pt x="3354731" y="710613"/>
                </a:moveTo>
                <a:lnTo>
                  <a:pt x="3348088" y="722479"/>
                </a:lnTo>
                <a:lnTo>
                  <a:pt x="3336233" y="715839"/>
                </a:lnTo>
                <a:lnTo>
                  <a:pt x="3342876" y="703972"/>
                </a:lnTo>
                <a:lnTo>
                  <a:pt x="3354731" y="710613"/>
                </a:lnTo>
                <a:close/>
              </a:path>
              <a:path w="8858885" h="3127375">
                <a:moveTo>
                  <a:pt x="3253996" y="888805"/>
                </a:moveTo>
                <a:lnTo>
                  <a:pt x="3248140" y="899266"/>
                </a:lnTo>
                <a:lnTo>
                  <a:pt x="3237679" y="893409"/>
                </a:lnTo>
                <a:lnTo>
                  <a:pt x="3243535" y="882948"/>
                </a:lnTo>
                <a:lnTo>
                  <a:pt x="3253996" y="888805"/>
                </a:lnTo>
                <a:close/>
              </a:path>
              <a:path w="8858885" h="3127375">
                <a:moveTo>
                  <a:pt x="3153266" y="1067003"/>
                </a:moveTo>
                <a:lnTo>
                  <a:pt x="3148185" y="1076074"/>
                </a:lnTo>
                <a:lnTo>
                  <a:pt x="3139115" y="1070994"/>
                </a:lnTo>
                <a:lnTo>
                  <a:pt x="3144195" y="1061923"/>
                </a:lnTo>
                <a:lnTo>
                  <a:pt x="3153266" y="1067003"/>
                </a:lnTo>
                <a:close/>
              </a:path>
              <a:path w="8858885" h="3127375">
                <a:moveTo>
                  <a:pt x="3051986" y="1245351"/>
                </a:moveTo>
                <a:lnTo>
                  <a:pt x="3048079" y="1252326"/>
                </a:lnTo>
                <a:lnTo>
                  <a:pt x="3041104" y="1248419"/>
                </a:lnTo>
                <a:lnTo>
                  <a:pt x="3045011" y="1241444"/>
                </a:lnTo>
                <a:lnTo>
                  <a:pt x="3051986" y="1245351"/>
                </a:lnTo>
                <a:close/>
              </a:path>
              <a:path w="8858885" h="3127375">
                <a:moveTo>
                  <a:pt x="2951251" y="1423543"/>
                </a:moveTo>
                <a:lnTo>
                  <a:pt x="2948124" y="1429117"/>
                </a:lnTo>
                <a:lnTo>
                  <a:pt x="2942543" y="1425993"/>
                </a:lnTo>
                <a:lnTo>
                  <a:pt x="2945666" y="1420413"/>
                </a:lnTo>
                <a:lnTo>
                  <a:pt x="2951251" y="1423543"/>
                </a:lnTo>
                <a:close/>
              </a:path>
              <a:path w="8858885" h="3127375">
                <a:moveTo>
                  <a:pt x="2850517" y="1601735"/>
                </a:moveTo>
                <a:lnTo>
                  <a:pt x="2848170" y="1605925"/>
                </a:lnTo>
                <a:lnTo>
                  <a:pt x="2843980" y="1603579"/>
                </a:lnTo>
                <a:lnTo>
                  <a:pt x="2846326" y="1599388"/>
                </a:lnTo>
                <a:lnTo>
                  <a:pt x="2850517" y="1601735"/>
                </a:lnTo>
                <a:close/>
              </a:path>
              <a:path w="8858885" h="3127375">
                <a:moveTo>
                  <a:pt x="2749775" y="1779931"/>
                </a:moveTo>
                <a:lnTo>
                  <a:pt x="2748215" y="1782716"/>
                </a:lnTo>
                <a:lnTo>
                  <a:pt x="2745430" y="1781156"/>
                </a:lnTo>
                <a:lnTo>
                  <a:pt x="2746991" y="1778371"/>
                </a:lnTo>
                <a:lnTo>
                  <a:pt x="2749775" y="1779931"/>
                </a:lnTo>
                <a:close/>
              </a:path>
              <a:path w="8858885" h="3127375">
                <a:moveTo>
                  <a:pt x="2649041" y="1958123"/>
                </a:moveTo>
                <a:lnTo>
                  <a:pt x="2648257" y="1959517"/>
                </a:lnTo>
                <a:lnTo>
                  <a:pt x="2646862" y="1958734"/>
                </a:lnTo>
                <a:lnTo>
                  <a:pt x="2647646" y="1957339"/>
                </a:lnTo>
                <a:lnTo>
                  <a:pt x="2649041" y="1958123"/>
                </a:lnTo>
                <a:close/>
              </a:path>
              <a:path w="8858885" h="3127375">
                <a:moveTo>
                  <a:pt x="3481233" y="75783"/>
                </a:moveTo>
                <a:lnTo>
                  <a:pt x="3470685" y="94614"/>
                </a:lnTo>
                <a:lnTo>
                  <a:pt x="3451850" y="84059"/>
                </a:lnTo>
                <a:lnTo>
                  <a:pt x="3462398" y="65229"/>
                </a:lnTo>
                <a:lnTo>
                  <a:pt x="3481233" y="75783"/>
                </a:lnTo>
                <a:close/>
              </a:path>
              <a:path w="8858885" h="3127375">
                <a:moveTo>
                  <a:pt x="3379953" y="254131"/>
                </a:moveTo>
                <a:lnTo>
                  <a:pt x="3370579" y="270867"/>
                </a:lnTo>
                <a:lnTo>
                  <a:pt x="3353833" y="261490"/>
                </a:lnTo>
                <a:lnTo>
                  <a:pt x="3363214" y="244750"/>
                </a:lnTo>
                <a:lnTo>
                  <a:pt x="3379953" y="254131"/>
                </a:lnTo>
                <a:close/>
              </a:path>
              <a:path w="8858885" h="3127375">
                <a:moveTo>
                  <a:pt x="3278124" y="432627"/>
                </a:moveTo>
                <a:lnTo>
                  <a:pt x="3270310" y="446577"/>
                </a:lnTo>
                <a:lnTo>
                  <a:pt x="3256360" y="438764"/>
                </a:lnTo>
                <a:lnTo>
                  <a:pt x="3264174" y="424813"/>
                </a:lnTo>
                <a:lnTo>
                  <a:pt x="3278124" y="432627"/>
                </a:lnTo>
                <a:close/>
              </a:path>
              <a:path w="8858885" h="3127375">
                <a:moveTo>
                  <a:pt x="3176851" y="610970"/>
                </a:moveTo>
                <a:lnTo>
                  <a:pt x="3170208" y="622837"/>
                </a:lnTo>
                <a:lnTo>
                  <a:pt x="3158348" y="616189"/>
                </a:lnTo>
                <a:lnTo>
                  <a:pt x="3164991" y="604323"/>
                </a:lnTo>
                <a:lnTo>
                  <a:pt x="3176851" y="610970"/>
                </a:lnTo>
                <a:close/>
              </a:path>
              <a:path w="8858885" h="3127375">
                <a:moveTo>
                  <a:pt x="3076117" y="789162"/>
                </a:moveTo>
                <a:lnTo>
                  <a:pt x="3070253" y="799628"/>
                </a:lnTo>
                <a:lnTo>
                  <a:pt x="3059788" y="793764"/>
                </a:lnTo>
                <a:lnTo>
                  <a:pt x="3065652" y="783299"/>
                </a:lnTo>
                <a:lnTo>
                  <a:pt x="3076117" y="789162"/>
                </a:lnTo>
                <a:close/>
              </a:path>
              <a:path w="8858885" h="3127375">
                <a:moveTo>
                  <a:pt x="2975382" y="967354"/>
                </a:moveTo>
                <a:lnTo>
                  <a:pt x="2970295" y="976429"/>
                </a:lnTo>
                <a:lnTo>
                  <a:pt x="2961224" y="971349"/>
                </a:lnTo>
                <a:lnTo>
                  <a:pt x="2966311" y="962274"/>
                </a:lnTo>
                <a:lnTo>
                  <a:pt x="2975382" y="967354"/>
                </a:lnTo>
                <a:close/>
              </a:path>
              <a:path w="8858885" h="3127375">
                <a:moveTo>
                  <a:pt x="2874095" y="1145706"/>
                </a:moveTo>
                <a:lnTo>
                  <a:pt x="2870188" y="1152681"/>
                </a:lnTo>
                <a:lnTo>
                  <a:pt x="2863213" y="1148774"/>
                </a:lnTo>
                <a:lnTo>
                  <a:pt x="2867120" y="1141799"/>
                </a:lnTo>
                <a:lnTo>
                  <a:pt x="2874095" y="1145706"/>
                </a:lnTo>
                <a:close/>
              </a:path>
              <a:path w="8858885" h="3127375">
                <a:moveTo>
                  <a:pt x="2773361" y="1323898"/>
                </a:moveTo>
                <a:lnTo>
                  <a:pt x="2770237" y="1329479"/>
                </a:lnTo>
                <a:lnTo>
                  <a:pt x="2764652" y="1326348"/>
                </a:lnTo>
                <a:lnTo>
                  <a:pt x="2767776" y="1320768"/>
                </a:lnTo>
                <a:lnTo>
                  <a:pt x="2773361" y="1323898"/>
                </a:lnTo>
                <a:close/>
              </a:path>
              <a:path w="8858885" h="3127375">
                <a:moveTo>
                  <a:pt x="2672625" y="1502089"/>
                </a:moveTo>
                <a:lnTo>
                  <a:pt x="2670286" y="1506276"/>
                </a:lnTo>
                <a:lnTo>
                  <a:pt x="2666100" y="1503936"/>
                </a:lnTo>
                <a:lnTo>
                  <a:pt x="2668447" y="1499746"/>
                </a:lnTo>
                <a:lnTo>
                  <a:pt x="2672625" y="1502089"/>
                </a:lnTo>
                <a:close/>
              </a:path>
              <a:path w="8858885" h="3127375">
                <a:moveTo>
                  <a:pt x="2571895" y="1680289"/>
                </a:moveTo>
                <a:lnTo>
                  <a:pt x="2570335" y="1683074"/>
                </a:lnTo>
                <a:lnTo>
                  <a:pt x="2567546" y="1681506"/>
                </a:lnTo>
                <a:lnTo>
                  <a:pt x="2569099" y="1678725"/>
                </a:lnTo>
                <a:lnTo>
                  <a:pt x="2571895" y="1680289"/>
                </a:lnTo>
                <a:close/>
              </a:path>
              <a:path w="8858885" h="3127375">
                <a:moveTo>
                  <a:pt x="2471150" y="1858478"/>
                </a:moveTo>
                <a:lnTo>
                  <a:pt x="2470373" y="1859868"/>
                </a:lnTo>
                <a:lnTo>
                  <a:pt x="2468983" y="1859092"/>
                </a:lnTo>
                <a:lnTo>
                  <a:pt x="2469759" y="1857701"/>
                </a:lnTo>
                <a:lnTo>
                  <a:pt x="2471150" y="1858478"/>
                </a:lnTo>
                <a:close/>
              </a:path>
              <a:path w="8858885" h="3127375">
                <a:moveTo>
                  <a:pt x="3202070" y="154483"/>
                </a:moveTo>
                <a:lnTo>
                  <a:pt x="3192689" y="171223"/>
                </a:lnTo>
                <a:lnTo>
                  <a:pt x="3175949" y="161841"/>
                </a:lnTo>
                <a:lnTo>
                  <a:pt x="3185323" y="145106"/>
                </a:lnTo>
                <a:lnTo>
                  <a:pt x="3202070" y="154483"/>
                </a:lnTo>
                <a:close/>
              </a:path>
              <a:path w="8858885" h="3127375">
                <a:moveTo>
                  <a:pt x="3100244" y="332985"/>
                </a:moveTo>
                <a:lnTo>
                  <a:pt x="3092430" y="346936"/>
                </a:lnTo>
                <a:lnTo>
                  <a:pt x="3078476" y="339115"/>
                </a:lnTo>
                <a:lnTo>
                  <a:pt x="3086289" y="325164"/>
                </a:lnTo>
                <a:lnTo>
                  <a:pt x="3100244" y="332985"/>
                </a:lnTo>
                <a:close/>
              </a:path>
              <a:path w="8858885" h="3127375">
                <a:moveTo>
                  <a:pt x="2998967" y="511321"/>
                </a:moveTo>
                <a:lnTo>
                  <a:pt x="2992324" y="523188"/>
                </a:lnTo>
                <a:lnTo>
                  <a:pt x="2980458" y="516544"/>
                </a:lnTo>
                <a:lnTo>
                  <a:pt x="2987101" y="504678"/>
                </a:lnTo>
                <a:lnTo>
                  <a:pt x="2998967" y="511321"/>
                </a:lnTo>
                <a:close/>
              </a:path>
              <a:path w="8858885" h="3127375">
                <a:moveTo>
                  <a:pt x="2898236" y="689520"/>
                </a:moveTo>
                <a:lnTo>
                  <a:pt x="2892373" y="699985"/>
                </a:lnTo>
                <a:lnTo>
                  <a:pt x="2881903" y="694114"/>
                </a:lnTo>
                <a:lnTo>
                  <a:pt x="2887760" y="683653"/>
                </a:lnTo>
                <a:lnTo>
                  <a:pt x="2898236" y="689520"/>
                </a:lnTo>
                <a:close/>
              </a:path>
              <a:path w="8858885" h="3127375">
                <a:moveTo>
                  <a:pt x="2797491" y="867709"/>
                </a:moveTo>
                <a:lnTo>
                  <a:pt x="2792411" y="876780"/>
                </a:lnTo>
                <a:lnTo>
                  <a:pt x="2783344" y="871707"/>
                </a:lnTo>
                <a:lnTo>
                  <a:pt x="2788431" y="862632"/>
                </a:lnTo>
                <a:lnTo>
                  <a:pt x="2797491" y="867709"/>
                </a:lnTo>
                <a:close/>
              </a:path>
              <a:path w="8858885" h="3127375">
                <a:moveTo>
                  <a:pt x="2696216" y="1046064"/>
                </a:moveTo>
                <a:lnTo>
                  <a:pt x="2692309" y="1053039"/>
                </a:lnTo>
                <a:lnTo>
                  <a:pt x="2685333" y="1049132"/>
                </a:lnTo>
                <a:lnTo>
                  <a:pt x="2689240" y="1042157"/>
                </a:lnTo>
                <a:lnTo>
                  <a:pt x="2696216" y="1046064"/>
                </a:lnTo>
                <a:close/>
              </a:path>
              <a:path w="8858885" h="3127375">
                <a:moveTo>
                  <a:pt x="2595477" y="1224249"/>
                </a:moveTo>
                <a:lnTo>
                  <a:pt x="2592353" y="1229829"/>
                </a:lnTo>
                <a:lnTo>
                  <a:pt x="2586772" y="1226706"/>
                </a:lnTo>
                <a:lnTo>
                  <a:pt x="2589896" y="1221125"/>
                </a:lnTo>
                <a:lnTo>
                  <a:pt x="2595477" y="1224249"/>
                </a:lnTo>
                <a:close/>
              </a:path>
              <a:path w="8858885" h="3127375">
                <a:moveTo>
                  <a:pt x="2494745" y="1402447"/>
                </a:moveTo>
                <a:lnTo>
                  <a:pt x="2492395" y="1406631"/>
                </a:lnTo>
                <a:lnTo>
                  <a:pt x="2488215" y="1404287"/>
                </a:lnTo>
                <a:lnTo>
                  <a:pt x="2490555" y="1400100"/>
                </a:lnTo>
                <a:lnTo>
                  <a:pt x="2494745" y="1402447"/>
                </a:lnTo>
                <a:close/>
              </a:path>
              <a:path w="8858885" h="3127375">
                <a:moveTo>
                  <a:pt x="2394005" y="1580643"/>
                </a:moveTo>
                <a:lnTo>
                  <a:pt x="2392452" y="1583424"/>
                </a:lnTo>
                <a:lnTo>
                  <a:pt x="2389655" y="1581861"/>
                </a:lnTo>
                <a:lnTo>
                  <a:pt x="2391216" y="1579076"/>
                </a:lnTo>
                <a:lnTo>
                  <a:pt x="2394005" y="1580643"/>
                </a:lnTo>
                <a:close/>
              </a:path>
              <a:path w="8858885" h="3127375">
                <a:moveTo>
                  <a:pt x="2293270" y="1758835"/>
                </a:moveTo>
                <a:lnTo>
                  <a:pt x="2292493" y="1760226"/>
                </a:lnTo>
                <a:lnTo>
                  <a:pt x="2291092" y="1759447"/>
                </a:lnTo>
                <a:lnTo>
                  <a:pt x="2291876" y="1758052"/>
                </a:lnTo>
                <a:lnTo>
                  <a:pt x="2293270" y="1758835"/>
                </a:lnTo>
                <a:close/>
              </a:path>
              <a:path w="8858885" h="3127375">
                <a:moveTo>
                  <a:pt x="3024179" y="54836"/>
                </a:moveTo>
                <a:lnTo>
                  <a:pt x="3014805" y="71572"/>
                </a:lnTo>
                <a:lnTo>
                  <a:pt x="2998058" y="62195"/>
                </a:lnTo>
                <a:lnTo>
                  <a:pt x="3007439" y="45455"/>
                </a:lnTo>
                <a:lnTo>
                  <a:pt x="3024179" y="54836"/>
                </a:lnTo>
                <a:close/>
              </a:path>
              <a:path w="8858885" h="3127375">
                <a:moveTo>
                  <a:pt x="2922361" y="233334"/>
                </a:moveTo>
                <a:lnTo>
                  <a:pt x="2914546" y="247285"/>
                </a:lnTo>
                <a:lnTo>
                  <a:pt x="2900596" y="239471"/>
                </a:lnTo>
                <a:lnTo>
                  <a:pt x="2908410" y="225521"/>
                </a:lnTo>
                <a:lnTo>
                  <a:pt x="2922361" y="233334"/>
                </a:lnTo>
                <a:close/>
              </a:path>
              <a:path w="8858885" h="3127375">
                <a:moveTo>
                  <a:pt x="2821081" y="411682"/>
                </a:moveTo>
                <a:lnTo>
                  <a:pt x="2814433" y="423541"/>
                </a:lnTo>
                <a:lnTo>
                  <a:pt x="2802578" y="416901"/>
                </a:lnTo>
                <a:lnTo>
                  <a:pt x="2809221" y="405034"/>
                </a:lnTo>
                <a:lnTo>
                  <a:pt x="2821081" y="411682"/>
                </a:lnTo>
                <a:close/>
              </a:path>
              <a:path w="8858885" h="3127375">
                <a:moveTo>
                  <a:pt x="2720346" y="589874"/>
                </a:moveTo>
                <a:lnTo>
                  <a:pt x="2714490" y="600335"/>
                </a:lnTo>
                <a:lnTo>
                  <a:pt x="2704025" y="594471"/>
                </a:lnTo>
                <a:lnTo>
                  <a:pt x="2709881" y="584010"/>
                </a:lnTo>
                <a:lnTo>
                  <a:pt x="2720346" y="589874"/>
                </a:lnTo>
                <a:close/>
              </a:path>
              <a:path w="8858885" h="3127375">
                <a:moveTo>
                  <a:pt x="2619612" y="768066"/>
                </a:moveTo>
                <a:lnTo>
                  <a:pt x="2614531" y="777136"/>
                </a:lnTo>
                <a:lnTo>
                  <a:pt x="2605461" y="772056"/>
                </a:lnTo>
                <a:lnTo>
                  <a:pt x="2610541" y="762986"/>
                </a:lnTo>
                <a:lnTo>
                  <a:pt x="2619612" y="768066"/>
                </a:lnTo>
                <a:close/>
              </a:path>
              <a:path w="8858885" h="3127375">
                <a:moveTo>
                  <a:pt x="2518332" y="946413"/>
                </a:moveTo>
                <a:lnTo>
                  <a:pt x="2514425" y="953389"/>
                </a:lnTo>
                <a:lnTo>
                  <a:pt x="2507450" y="949482"/>
                </a:lnTo>
                <a:lnTo>
                  <a:pt x="2511357" y="942507"/>
                </a:lnTo>
                <a:lnTo>
                  <a:pt x="2518332" y="946413"/>
                </a:lnTo>
                <a:close/>
              </a:path>
              <a:path w="8858885" h="3127375">
                <a:moveTo>
                  <a:pt x="2417597" y="1124605"/>
                </a:moveTo>
                <a:lnTo>
                  <a:pt x="2414474" y="1130186"/>
                </a:lnTo>
                <a:lnTo>
                  <a:pt x="2408889" y="1127056"/>
                </a:lnTo>
                <a:lnTo>
                  <a:pt x="2412016" y="1121482"/>
                </a:lnTo>
                <a:lnTo>
                  <a:pt x="2417597" y="1124605"/>
                </a:lnTo>
                <a:close/>
              </a:path>
              <a:path w="8858885" h="3127375">
                <a:moveTo>
                  <a:pt x="2316855" y="1302800"/>
                </a:moveTo>
                <a:lnTo>
                  <a:pt x="2314512" y="1306980"/>
                </a:lnTo>
                <a:lnTo>
                  <a:pt x="2310326" y="1304640"/>
                </a:lnTo>
                <a:lnTo>
                  <a:pt x="2312672" y="1300450"/>
                </a:lnTo>
                <a:lnTo>
                  <a:pt x="2316855" y="1302800"/>
                </a:lnTo>
                <a:close/>
              </a:path>
              <a:path w="8858885" h="3127375">
                <a:moveTo>
                  <a:pt x="2216121" y="1480993"/>
                </a:moveTo>
                <a:lnTo>
                  <a:pt x="2214561" y="1483779"/>
                </a:lnTo>
                <a:lnTo>
                  <a:pt x="2211772" y="1482211"/>
                </a:lnTo>
                <a:lnTo>
                  <a:pt x="2213325" y="1479430"/>
                </a:lnTo>
                <a:lnTo>
                  <a:pt x="2216121" y="1480993"/>
                </a:lnTo>
                <a:close/>
              </a:path>
              <a:path w="8858885" h="3127375">
                <a:moveTo>
                  <a:pt x="2115387" y="1659185"/>
                </a:moveTo>
                <a:lnTo>
                  <a:pt x="2114603" y="1660580"/>
                </a:lnTo>
                <a:lnTo>
                  <a:pt x="2113212" y="1659803"/>
                </a:lnTo>
                <a:lnTo>
                  <a:pt x="2113996" y="1658409"/>
                </a:lnTo>
                <a:lnTo>
                  <a:pt x="2115387" y="1659185"/>
                </a:lnTo>
                <a:close/>
              </a:path>
              <a:path w="8858885" h="3127375">
                <a:moveTo>
                  <a:pt x="2744470" y="133689"/>
                </a:moveTo>
                <a:lnTo>
                  <a:pt x="2736656" y="147639"/>
                </a:lnTo>
                <a:lnTo>
                  <a:pt x="2722705" y="139826"/>
                </a:lnTo>
                <a:lnTo>
                  <a:pt x="2730519" y="125875"/>
                </a:lnTo>
                <a:lnTo>
                  <a:pt x="2744470" y="133689"/>
                </a:lnTo>
                <a:close/>
              </a:path>
              <a:path w="8858885" h="3127375">
                <a:moveTo>
                  <a:pt x="2643197" y="312032"/>
                </a:moveTo>
                <a:lnTo>
                  <a:pt x="2636549" y="323891"/>
                </a:lnTo>
                <a:lnTo>
                  <a:pt x="2624694" y="317251"/>
                </a:lnTo>
                <a:lnTo>
                  <a:pt x="2631341" y="305392"/>
                </a:lnTo>
                <a:lnTo>
                  <a:pt x="2643197" y="312032"/>
                </a:lnTo>
                <a:close/>
              </a:path>
              <a:path w="8858885" h="3127375">
                <a:moveTo>
                  <a:pt x="2542462" y="490224"/>
                </a:moveTo>
                <a:lnTo>
                  <a:pt x="2536598" y="500689"/>
                </a:lnTo>
                <a:lnTo>
                  <a:pt x="2526134" y="494826"/>
                </a:lnTo>
                <a:lnTo>
                  <a:pt x="2531997" y="484360"/>
                </a:lnTo>
                <a:lnTo>
                  <a:pt x="2542462" y="490224"/>
                </a:lnTo>
                <a:close/>
              </a:path>
              <a:path w="8858885" h="3127375">
                <a:moveTo>
                  <a:pt x="2441727" y="668416"/>
                </a:moveTo>
                <a:lnTo>
                  <a:pt x="2436640" y="677491"/>
                </a:lnTo>
                <a:lnTo>
                  <a:pt x="2427570" y="672411"/>
                </a:lnTo>
                <a:lnTo>
                  <a:pt x="2432657" y="663336"/>
                </a:lnTo>
                <a:lnTo>
                  <a:pt x="2441727" y="668416"/>
                </a:lnTo>
                <a:close/>
              </a:path>
              <a:path w="8858885" h="3127375">
                <a:moveTo>
                  <a:pt x="2340441" y="846768"/>
                </a:moveTo>
                <a:lnTo>
                  <a:pt x="2336534" y="853743"/>
                </a:lnTo>
                <a:lnTo>
                  <a:pt x="2329559" y="849836"/>
                </a:lnTo>
                <a:lnTo>
                  <a:pt x="2333466" y="842861"/>
                </a:lnTo>
                <a:lnTo>
                  <a:pt x="2340441" y="846768"/>
                </a:lnTo>
                <a:close/>
              </a:path>
              <a:path w="8858885" h="3127375">
                <a:moveTo>
                  <a:pt x="2239706" y="1024960"/>
                </a:moveTo>
                <a:lnTo>
                  <a:pt x="2236583" y="1030540"/>
                </a:lnTo>
                <a:lnTo>
                  <a:pt x="2230997" y="1027410"/>
                </a:lnTo>
                <a:lnTo>
                  <a:pt x="2234125" y="1021836"/>
                </a:lnTo>
                <a:lnTo>
                  <a:pt x="2239706" y="1024960"/>
                </a:lnTo>
                <a:close/>
              </a:path>
              <a:path w="8858885" h="3127375">
                <a:moveTo>
                  <a:pt x="2138975" y="1203158"/>
                </a:moveTo>
                <a:lnTo>
                  <a:pt x="2136632" y="1207338"/>
                </a:lnTo>
                <a:lnTo>
                  <a:pt x="2132441" y="1204991"/>
                </a:lnTo>
                <a:lnTo>
                  <a:pt x="2134785" y="1200812"/>
                </a:lnTo>
                <a:lnTo>
                  <a:pt x="2138975" y="1203158"/>
                </a:lnTo>
                <a:close/>
              </a:path>
              <a:path w="8858885" h="3127375">
                <a:moveTo>
                  <a:pt x="2038230" y="1381348"/>
                </a:moveTo>
                <a:lnTo>
                  <a:pt x="2036677" y="1384129"/>
                </a:lnTo>
                <a:lnTo>
                  <a:pt x="2033892" y="1382569"/>
                </a:lnTo>
                <a:lnTo>
                  <a:pt x="2035445" y="1379788"/>
                </a:lnTo>
                <a:lnTo>
                  <a:pt x="2038230" y="1381348"/>
                </a:lnTo>
                <a:close/>
              </a:path>
              <a:path w="8858885" h="3127375">
                <a:moveTo>
                  <a:pt x="1937495" y="1559540"/>
                </a:moveTo>
                <a:lnTo>
                  <a:pt x="1936719" y="1560930"/>
                </a:lnTo>
                <a:lnTo>
                  <a:pt x="1935328" y="1560154"/>
                </a:lnTo>
                <a:lnTo>
                  <a:pt x="1936105" y="1558763"/>
                </a:lnTo>
                <a:lnTo>
                  <a:pt x="1937495" y="1559540"/>
                </a:lnTo>
                <a:close/>
              </a:path>
              <a:path w="8858885" h="3127375">
                <a:moveTo>
                  <a:pt x="2566587" y="34040"/>
                </a:moveTo>
                <a:lnTo>
                  <a:pt x="2558773" y="47991"/>
                </a:lnTo>
                <a:lnTo>
                  <a:pt x="2544822" y="40177"/>
                </a:lnTo>
                <a:lnTo>
                  <a:pt x="2552636" y="26226"/>
                </a:lnTo>
                <a:lnTo>
                  <a:pt x="2566587" y="34040"/>
                </a:lnTo>
                <a:close/>
              </a:path>
              <a:path w="8858885" h="3127375">
                <a:moveTo>
                  <a:pt x="2465307" y="212388"/>
                </a:moveTo>
                <a:lnTo>
                  <a:pt x="2458660" y="224247"/>
                </a:lnTo>
                <a:lnTo>
                  <a:pt x="2446804" y="217607"/>
                </a:lnTo>
                <a:lnTo>
                  <a:pt x="2453452" y="205747"/>
                </a:lnTo>
                <a:lnTo>
                  <a:pt x="2465307" y="212388"/>
                </a:lnTo>
                <a:close/>
              </a:path>
              <a:path w="8858885" h="3127375">
                <a:moveTo>
                  <a:pt x="2364572" y="390579"/>
                </a:moveTo>
                <a:lnTo>
                  <a:pt x="2358716" y="401041"/>
                </a:lnTo>
                <a:lnTo>
                  <a:pt x="2348251" y="395177"/>
                </a:lnTo>
                <a:lnTo>
                  <a:pt x="2354107" y="384716"/>
                </a:lnTo>
                <a:lnTo>
                  <a:pt x="2364572" y="390579"/>
                </a:lnTo>
                <a:close/>
              </a:path>
              <a:path w="8858885" h="3127375">
                <a:moveTo>
                  <a:pt x="2263838" y="568771"/>
                </a:moveTo>
                <a:lnTo>
                  <a:pt x="2258758" y="577842"/>
                </a:lnTo>
                <a:lnTo>
                  <a:pt x="2249687" y="572762"/>
                </a:lnTo>
                <a:lnTo>
                  <a:pt x="2254767" y="563691"/>
                </a:lnTo>
                <a:lnTo>
                  <a:pt x="2263838" y="568771"/>
                </a:lnTo>
                <a:close/>
              </a:path>
              <a:path w="8858885" h="3127375">
                <a:moveTo>
                  <a:pt x="2162558" y="747119"/>
                </a:moveTo>
                <a:lnTo>
                  <a:pt x="2158651" y="754094"/>
                </a:lnTo>
                <a:lnTo>
                  <a:pt x="2151676" y="750187"/>
                </a:lnTo>
                <a:lnTo>
                  <a:pt x="2155583" y="743212"/>
                </a:lnTo>
                <a:lnTo>
                  <a:pt x="2162558" y="747119"/>
                </a:lnTo>
                <a:close/>
              </a:path>
              <a:path w="8858885" h="3127375">
                <a:moveTo>
                  <a:pt x="2061827" y="925318"/>
                </a:moveTo>
                <a:lnTo>
                  <a:pt x="2058700" y="930892"/>
                </a:lnTo>
                <a:lnTo>
                  <a:pt x="2053115" y="927761"/>
                </a:lnTo>
                <a:lnTo>
                  <a:pt x="2056242" y="922188"/>
                </a:lnTo>
                <a:lnTo>
                  <a:pt x="2061827" y="925318"/>
                </a:lnTo>
                <a:close/>
              </a:path>
              <a:path w="8858885" h="3127375">
                <a:moveTo>
                  <a:pt x="1961092" y="1103510"/>
                </a:moveTo>
                <a:lnTo>
                  <a:pt x="1958742" y="1107693"/>
                </a:lnTo>
                <a:lnTo>
                  <a:pt x="1954562" y="1105349"/>
                </a:lnTo>
                <a:lnTo>
                  <a:pt x="1956906" y="1101170"/>
                </a:lnTo>
                <a:lnTo>
                  <a:pt x="1961092" y="1103510"/>
                </a:lnTo>
                <a:close/>
              </a:path>
              <a:path w="8858885" h="3127375">
                <a:moveTo>
                  <a:pt x="1860351" y="1281706"/>
                </a:moveTo>
                <a:lnTo>
                  <a:pt x="1858798" y="1284487"/>
                </a:lnTo>
                <a:lnTo>
                  <a:pt x="1856002" y="1282923"/>
                </a:lnTo>
                <a:lnTo>
                  <a:pt x="1857562" y="1280138"/>
                </a:lnTo>
                <a:lnTo>
                  <a:pt x="1860351" y="1281706"/>
                </a:lnTo>
                <a:close/>
              </a:path>
              <a:path w="8858885" h="3127375">
                <a:moveTo>
                  <a:pt x="1759613" y="1459891"/>
                </a:moveTo>
                <a:lnTo>
                  <a:pt x="1758829" y="1461286"/>
                </a:lnTo>
                <a:lnTo>
                  <a:pt x="1757438" y="1460509"/>
                </a:lnTo>
                <a:lnTo>
                  <a:pt x="1758222" y="1459114"/>
                </a:lnTo>
                <a:lnTo>
                  <a:pt x="1759613" y="1459891"/>
                </a:lnTo>
                <a:close/>
              </a:path>
              <a:path w="8858885" h="3127375">
                <a:moveTo>
                  <a:pt x="2287427" y="112745"/>
                </a:moveTo>
                <a:lnTo>
                  <a:pt x="2280780" y="124604"/>
                </a:lnTo>
                <a:lnTo>
                  <a:pt x="2268920" y="117957"/>
                </a:lnTo>
                <a:lnTo>
                  <a:pt x="2275567" y="106098"/>
                </a:lnTo>
                <a:lnTo>
                  <a:pt x="2287427" y="112745"/>
                </a:lnTo>
                <a:close/>
              </a:path>
              <a:path w="8858885" h="3127375">
                <a:moveTo>
                  <a:pt x="2186689" y="290930"/>
                </a:moveTo>
                <a:lnTo>
                  <a:pt x="2180825" y="301396"/>
                </a:lnTo>
                <a:lnTo>
                  <a:pt x="2170364" y="295539"/>
                </a:lnTo>
                <a:lnTo>
                  <a:pt x="2176228" y="285073"/>
                </a:lnTo>
                <a:lnTo>
                  <a:pt x="2186689" y="290930"/>
                </a:lnTo>
                <a:close/>
              </a:path>
              <a:path w="8858885" h="3127375">
                <a:moveTo>
                  <a:pt x="2085958" y="469129"/>
                </a:moveTo>
                <a:lnTo>
                  <a:pt x="2080871" y="478204"/>
                </a:lnTo>
                <a:lnTo>
                  <a:pt x="2071807" y="473120"/>
                </a:lnTo>
                <a:lnTo>
                  <a:pt x="2076887" y="464049"/>
                </a:lnTo>
                <a:lnTo>
                  <a:pt x="2085958" y="469129"/>
                </a:lnTo>
                <a:close/>
              </a:path>
              <a:path w="8858885" h="3127375">
                <a:moveTo>
                  <a:pt x="1984667" y="647473"/>
                </a:moveTo>
                <a:lnTo>
                  <a:pt x="1980760" y="654449"/>
                </a:lnTo>
                <a:lnTo>
                  <a:pt x="1973785" y="650542"/>
                </a:lnTo>
                <a:lnTo>
                  <a:pt x="1977692" y="643567"/>
                </a:lnTo>
                <a:lnTo>
                  <a:pt x="1984667" y="647473"/>
                </a:lnTo>
                <a:close/>
              </a:path>
              <a:path w="8858885" h="3127375">
                <a:moveTo>
                  <a:pt x="1883936" y="825672"/>
                </a:moveTo>
                <a:lnTo>
                  <a:pt x="1880809" y="831246"/>
                </a:lnTo>
                <a:lnTo>
                  <a:pt x="1875235" y="828119"/>
                </a:lnTo>
                <a:lnTo>
                  <a:pt x="1878362" y="822545"/>
                </a:lnTo>
                <a:lnTo>
                  <a:pt x="1883936" y="825672"/>
                </a:lnTo>
                <a:close/>
              </a:path>
              <a:path w="8858885" h="3127375">
                <a:moveTo>
                  <a:pt x="1783201" y="1003863"/>
                </a:moveTo>
                <a:lnTo>
                  <a:pt x="1780858" y="1008043"/>
                </a:lnTo>
                <a:lnTo>
                  <a:pt x="1776671" y="1005703"/>
                </a:lnTo>
                <a:lnTo>
                  <a:pt x="1779022" y="1001520"/>
                </a:lnTo>
                <a:lnTo>
                  <a:pt x="1783201" y="1003863"/>
                </a:lnTo>
                <a:close/>
              </a:path>
              <a:path w="8858885" h="3127375">
                <a:moveTo>
                  <a:pt x="1682467" y="1182056"/>
                </a:moveTo>
                <a:lnTo>
                  <a:pt x="1680907" y="1184841"/>
                </a:lnTo>
                <a:lnTo>
                  <a:pt x="1678117" y="1183274"/>
                </a:lnTo>
                <a:lnTo>
                  <a:pt x="1679671" y="1180493"/>
                </a:lnTo>
                <a:lnTo>
                  <a:pt x="1682467" y="1182056"/>
                </a:lnTo>
                <a:close/>
              </a:path>
              <a:path w="8858885" h="3127375">
                <a:moveTo>
                  <a:pt x="1581736" y="1360255"/>
                </a:moveTo>
                <a:lnTo>
                  <a:pt x="1580953" y="1361649"/>
                </a:lnTo>
                <a:lnTo>
                  <a:pt x="1579554" y="1360858"/>
                </a:lnTo>
                <a:lnTo>
                  <a:pt x="1580331" y="1359468"/>
                </a:lnTo>
                <a:lnTo>
                  <a:pt x="1581736" y="1360255"/>
                </a:lnTo>
                <a:close/>
              </a:path>
              <a:path w="8858885" h="3127375">
                <a:moveTo>
                  <a:pt x="2109543" y="13097"/>
                </a:moveTo>
                <a:lnTo>
                  <a:pt x="2102895" y="24956"/>
                </a:lnTo>
                <a:lnTo>
                  <a:pt x="2091033" y="18320"/>
                </a:lnTo>
                <a:lnTo>
                  <a:pt x="2097676" y="6453"/>
                </a:lnTo>
                <a:lnTo>
                  <a:pt x="2109543" y="13097"/>
                </a:lnTo>
                <a:close/>
              </a:path>
              <a:path w="8858885" h="3127375">
                <a:moveTo>
                  <a:pt x="2008808" y="191288"/>
                </a:moveTo>
                <a:lnTo>
                  <a:pt x="2002944" y="201754"/>
                </a:lnTo>
                <a:lnTo>
                  <a:pt x="1992484" y="195897"/>
                </a:lnTo>
                <a:lnTo>
                  <a:pt x="1998347" y="185432"/>
                </a:lnTo>
                <a:lnTo>
                  <a:pt x="2008808" y="191288"/>
                </a:lnTo>
                <a:close/>
              </a:path>
              <a:path w="8858885" h="3127375">
                <a:moveTo>
                  <a:pt x="1907521" y="369640"/>
                </a:moveTo>
                <a:lnTo>
                  <a:pt x="1902838" y="378006"/>
                </a:lnTo>
                <a:lnTo>
                  <a:pt x="1894462" y="373320"/>
                </a:lnTo>
                <a:lnTo>
                  <a:pt x="1899152" y="364950"/>
                </a:lnTo>
                <a:lnTo>
                  <a:pt x="1907521" y="369640"/>
                </a:lnTo>
                <a:close/>
              </a:path>
              <a:path w="8858885" h="3127375">
                <a:moveTo>
                  <a:pt x="1806787" y="547832"/>
                </a:moveTo>
                <a:lnTo>
                  <a:pt x="1802880" y="554807"/>
                </a:lnTo>
                <a:lnTo>
                  <a:pt x="1795905" y="550901"/>
                </a:lnTo>
                <a:lnTo>
                  <a:pt x="1799812" y="543925"/>
                </a:lnTo>
                <a:lnTo>
                  <a:pt x="1806787" y="547832"/>
                </a:lnTo>
                <a:close/>
              </a:path>
              <a:path w="8858885" h="3127375">
                <a:moveTo>
                  <a:pt x="1706056" y="726031"/>
                </a:moveTo>
                <a:lnTo>
                  <a:pt x="1702929" y="731605"/>
                </a:lnTo>
                <a:lnTo>
                  <a:pt x="1697348" y="728481"/>
                </a:lnTo>
                <a:lnTo>
                  <a:pt x="1700471" y="722901"/>
                </a:lnTo>
                <a:lnTo>
                  <a:pt x="1706056" y="726031"/>
                </a:lnTo>
                <a:close/>
              </a:path>
              <a:path w="8858885" h="3127375">
                <a:moveTo>
                  <a:pt x="1605318" y="904217"/>
                </a:moveTo>
                <a:lnTo>
                  <a:pt x="1602971" y="908407"/>
                </a:lnTo>
                <a:lnTo>
                  <a:pt x="1598787" y="906056"/>
                </a:lnTo>
                <a:lnTo>
                  <a:pt x="1601131" y="901877"/>
                </a:lnTo>
                <a:lnTo>
                  <a:pt x="1605318" y="904217"/>
                </a:lnTo>
                <a:close/>
              </a:path>
              <a:path w="8858885" h="3127375">
                <a:moveTo>
                  <a:pt x="1504576" y="1082412"/>
                </a:moveTo>
                <a:lnTo>
                  <a:pt x="1503023" y="1085193"/>
                </a:lnTo>
                <a:lnTo>
                  <a:pt x="1500231" y="1083637"/>
                </a:lnTo>
                <a:lnTo>
                  <a:pt x="1501791" y="1080852"/>
                </a:lnTo>
                <a:lnTo>
                  <a:pt x="1504576" y="1082412"/>
                </a:lnTo>
                <a:close/>
              </a:path>
              <a:path w="8858885" h="3127375">
                <a:moveTo>
                  <a:pt x="1830371" y="91798"/>
                </a:moveTo>
                <a:lnTo>
                  <a:pt x="1824901" y="101569"/>
                </a:lnTo>
                <a:lnTo>
                  <a:pt x="1815142" y="96102"/>
                </a:lnTo>
                <a:lnTo>
                  <a:pt x="1820611" y="86331"/>
                </a:lnTo>
                <a:lnTo>
                  <a:pt x="1830371" y="91798"/>
                </a:lnTo>
                <a:close/>
              </a:path>
              <a:path w="8858885" h="3127375">
                <a:moveTo>
                  <a:pt x="1729637" y="269990"/>
                </a:moveTo>
                <a:lnTo>
                  <a:pt x="1724946" y="278360"/>
                </a:lnTo>
                <a:lnTo>
                  <a:pt x="1716580" y="273677"/>
                </a:lnTo>
                <a:lnTo>
                  <a:pt x="1721271" y="265307"/>
                </a:lnTo>
                <a:lnTo>
                  <a:pt x="1729637" y="269990"/>
                </a:lnTo>
                <a:close/>
              </a:path>
              <a:path w="8858885" h="3127375">
                <a:moveTo>
                  <a:pt x="1628906" y="448189"/>
                </a:moveTo>
                <a:lnTo>
                  <a:pt x="1624999" y="455164"/>
                </a:lnTo>
                <a:lnTo>
                  <a:pt x="1618024" y="451257"/>
                </a:lnTo>
                <a:lnTo>
                  <a:pt x="1621931" y="444282"/>
                </a:lnTo>
                <a:lnTo>
                  <a:pt x="1628906" y="448189"/>
                </a:lnTo>
                <a:close/>
              </a:path>
              <a:path w="8858885" h="3127375">
                <a:moveTo>
                  <a:pt x="1528171" y="626381"/>
                </a:moveTo>
                <a:lnTo>
                  <a:pt x="1525044" y="631955"/>
                </a:lnTo>
                <a:lnTo>
                  <a:pt x="1519463" y="628831"/>
                </a:lnTo>
                <a:lnTo>
                  <a:pt x="1522586" y="623250"/>
                </a:lnTo>
                <a:lnTo>
                  <a:pt x="1528171" y="626381"/>
                </a:lnTo>
                <a:close/>
              </a:path>
              <a:path w="8858885" h="3127375">
                <a:moveTo>
                  <a:pt x="1427437" y="804573"/>
                </a:moveTo>
                <a:lnTo>
                  <a:pt x="1425090" y="808763"/>
                </a:lnTo>
                <a:lnTo>
                  <a:pt x="1420900" y="806417"/>
                </a:lnTo>
                <a:lnTo>
                  <a:pt x="1423246" y="802226"/>
                </a:lnTo>
                <a:lnTo>
                  <a:pt x="1427437" y="804573"/>
                </a:lnTo>
                <a:close/>
              </a:path>
              <a:path w="8858885" h="3127375">
                <a:moveTo>
                  <a:pt x="1326695" y="982768"/>
                </a:moveTo>
                <a:lnTo>
                  <a:pt x="1325135" y="985554"/>
                </a:lnTo>
                <a:lnTo>
                  <a:pt x="1322350" y="983994"/>
                </a:lnTo>
                <a:lnTo>
                  <a:pt x="1323910" y="981208"/>
                </a:lnTo>
                <a:lnTo>
                  <a:pt x="1326695" y="982768"/>
                </a:lnTo>
                <a:close/>
              </a:path>
              <a:path w="8858885" h="3127375">
                <a:moveTo>
                  <a:pt x="1648099" y="0"/>
                </a:moveTo>
                <a:lnTo>
                  <a:pt x="1647021" y="1927"/>
                </a:lnTo>
                <a:lnTo>
                  <a:pt x="1643578" y="0"/>
                </a:lnTo>
                <a:lnTo>
                  <a:pt x="1648099" y="0"/>
                </a:lnTo>
                <a:close/>
              </a:path>
              <a:path w="8858885" h="3127375">
                <a:moveTo>
                  <a:pt x="1551211" y="170503"/>
                </a:moveTo>
                <a:lnTo>
                  <a:pt x="1546914" y="178179"/>
                </a:lnTo>
                <a:lnTo>
                  <a:pt x="1539238" y="173882"/>
                </a:lnTo>
                <a:lnTo>
                  <a:pt x="1543542" y="166202"/>
                </a:lnTo>
                <a:lnTo>
                  <a:pt x="1551211" y="170503"/>
                </a:lnTo>
                <a:close/>
              </a:path>
              <a:path w="8858885" h="3127375">
                <a:moveTo>
                  <a:pt x="1450476" y="348695"/>
                </a:moveTo>
                <a:lnTo>
                  <a:pt x="1446959" y="354969"/>
                </a:lnTo>
                <a:lnTo>
                  <a:pt x="1440677" y="351456"/>
                </a:lnTo>
                <a:lnTo>
                  <a:pt x="1444201" y="345177"/>
                </a:lnTo>
                <a:lnTo>
                  <a:pt x="1450476" y="348695"/>
                </a:lnTo>
                <a:close/>
              </a:path>
              <a:path w="8858885" h="3127375">
                <a:moveTo>
                  <a:pt x="1349738" y="526880"/>
                </a:moveTo>
                <a:lnTo>
                  <a:pt x="1347001" y="531771"/>
                </a:lnTo>
                <a:lnTo>
                  <a:pt x="1342121" y="529038"/>
                </a:lnTo>
                <a:lnTo>
                  <a:pt x="1344857" y="524147"/>
                </a:lnTo>
                <a:lnTo>
                  <a:pt x="1349738" y="526880"/>
                </a:lnTo>
                <a:close/>
              </a:path>
              <a:path w="8858885" h="3127375">
                <a:moveTo>
                  <a:pt x="1249007" y="705079"/>
                </a:moveTo>
                <a:lnTo>
                  <a:pt x="1247050" y="708569"/>
                </a:lnTo>
                <a:lnTo>
                  <a:pt x="1243561" y="706612"/>
                </a:lnTo>
                <a:lnTo>
                  <a:pt x="1245517" y="703122"/>
                </a:lnTo>
                <a:lnTo>
                  <a:pt x="1249007" y="705079"/>
                </a:lnTo>
                <a:close/>
              </a:path>
              <a:path w="8858885" h="3127375">
                <a:moveTo>
                  <a:pt x="1148273" y="883270"/>
                </a:moveTo>
                <a:lnTo>
                  <a:pt x="1147092" y="885370"/>
                </a:lnTo>
                <a:lnTo>
                  <a:pt x="1144997" y="884197"/>
                </a:lnTo>
                <a:lnTo>
                  <a:pt x="1146177" y="882097"/>
                </a:lnTo>
                <a:lnTo>
                  <a:pt x="1148273" y="883270"/>
                </a:lnTo>
                <a:close/>
              </a:path>
              <a:path w="8858885" h="3127375">
                <a:moveTo>
                  <a:pt x="1373326" y="70853"/>
                </a:moveTo>
                <a:lnTo>
                  <a:pt x="1369023" y="78533"/>
                </a:lnTo>
                <a:lnTo>
                  <a:pt x="1361354" y="74233"/>
                </a:lnTo>
                <a:lnTo>
                  <a:pt x="1365650" y="66556"/>
                </a:lnTo>
                <a:lnTo>
                  <a:pt x="1373326" y="70853"/>
                </a:lnTo>
                <a:close/>
              </a:path>
              <a:path w="8858885" h="3127375">
                <a:moveTo>
                  <a:pt x="1272592" y="249045"/>
                </a:moveTo>
                <a:lnTo>
                  <a:pt x="1269071" y="255331"/>
                </a:lnTo>
                <a:lnTo>
                  <a:pt x="1262793" y="251807"/>
                </a:lnTo>
                <a:lnTo>
                  <a:pt x="1266310" y="245532"/>
                </a:lnTo>
                <a:lnTo>
                  <a:pt x="1272592" y="249045"/>
                </a:lnTo>
                <a:close/>
              </a:path>
              <a:path w="8858885" h="3127375">
                <a:moveTo>
                  <a:pt x="1171857" y="427237"/>
                </a:moveTo>
                <a:lnTo>
                  <a:pt x="1169121" y="432129"/>
                </a:lnTo>
                <a:lnTo>
                  <a:pt x="1164230" y="429393"/>
                </a:lnTo>
                <a:lnTo>
                  <a:pt x="1166966" y="424501"/>
                </a:lnTo>
                <a:lnTo>
                  <a:pt x="1171857" y="427237"/>
                </a:lnTo>
                <a:close/>
              </a:path>
              <a:path w="8858885" h="3127375">
                <a:moveTo>
                  <a:pt x="1071116" y="605433"/>
                </a:moveTo>
                <a:lnTo>
                  <a:pt x="1069166" y="608919"/>
                </a:lnTo>
                <a:lnTo>
                  <a:pt x="1065676" y="606962"/>
                </a:lnTo>
                <a:lnTo>
                  <a:pt x="1067626" y="603476"/>
                </a:lnTo>
                <a:lnTo>
                  <a:pt x="1071116" y="605433"/>
                </a:lnTo>
                <a:close/>
              </a:path>
              <a:path w="8858885" h="3127375">
                <a:moveTo>
                  <a:pt x="970381" y="783625"/>
                </a:moveTo>
                <a:lnTo>
                  <a:pt x="969208" y="785720"/>
                </a:lnTo>
                <a:lnTo>
                  <a:pt x="967117" y="784554"/>
                </a:lnTo>
                <a:lnTo>
                  <a:pt x="968297" y="782454"/>
                </a:lnTo>
                <a:lnTo>
                  <a:pt x="970381" y="783625"/>
                </a:lnTo>
                <a:close/>
              </a:path>
              <a:path w="8858885" h="3127375">
                <a:moveTo>
                  <a:pt x="1094701" y="149399"/>
                </a:moveTo>
                <a:lnTo>
                  <a:pt x="1091188" y="155680"/>
                </a:lnTo>
                <a:lnTo>
                  <a:pt x="1084902" y="152160"/>
                </a:lnTo>
                <a:lnTo>
                  <a:pt x="1088426" y="145881"/>
                </a:lnTo>
                <a:lnTo>
                  <a:pt x="1094701" y="149399"/>
                </a:lnTo>
                <a:close/>
              </a:path>
              <a:path w="8858885" h="3127375">
                <a:moveTo>
                  <a:pt x="993967" y="327591"/>
                </a:moveTo>
                <a:lnTo>
                  <a:pt x="991230" y="332482"/>
                </a:lnTo>
                <a:lnTo>
                  <a:pt x="986346" y="329742"/>
                </a:lnTo>
                <a:lnTo>
                  <a:pt x="989087" y="324858"/>
                </a:lnTo>
                <a:lnTo>
                  <a:pt x="993967" y="327591"/>
                </a:lnTo>
                <a:close/>
              </a:path>
              <a:path w="8858885" h="3127375">
                <a:moveTo>
                  <a:pt x="893236" y="505789"/>
                </a:moveTo>
                <a:lnTo>
                  <a:pt x="891286" y="509275"/>
                </a:lnTo>
                <a:lnTo>
                  <a:pt x="887796" y="507318"/>
                </a:lnTo>
                <a:lnTo>
                  <a:pt x="889746" y="503832"/>
                </a:lnTo>
                <a:lnTo>
                  <a:pt x="893236" y="505789"/>
                </a:lnTo>
                <a:close/>
              </a:path>
              <a:path w="8858885" h="3127375">
                <a:moveTo>
                  <a:pt x="792497" y="683974"/>
                </a:moveTo>
                <a:lnTo>
                  <a:pt x="791317" y="686074"/>
                </a:lnTo>
                <a:lnTo>
                  <a:pt x="789233" y="684903"/>
                </a:lnTo>
                <a:lnTo>
                  <a:pt x="790406" y="682808"/>
                </a:lnTo>
                <a:lnTo>
                  <a:pt x="792497" y="683974"/>
                </a:lnTo>
                <a:close/>
              </a:path>
              <a:path w="8858885" h="3127375">
                <a:moveTo>
                  <a:pt x="916276" y="49910"/>
                </a:moveTo>
                <a:lnTo>
                  <a:pt x="913146" y="55495"/>
                </a:lnTo>
                <a:lnTo>
                  <a:pt x="907561" y="52365"/>
                </a:lnTo>
                <a:lnTo>
                  <a:pt x="910691" y="46780"/>
                </a:lnTo>
                <a:lnTo>
                  <a:pt x="916276" y="49910"/>
                </a:lnTo>
                <a:close/>
              </a:path>
              <a:path w="8858885" h="3127375">
                <a:moveTo>
                  <a:pt x="815531" y="228099"/>
                </a:moveTo>
                <a:lnTo>
                  <a:pt x="813191" y="232286"/>
                </a:lnTo>
                <a:lnTo>
                  <a:pt x="809012" y="229942"/>
                </a:lnTo>
                <a:lnTo>
                  <a:pt x="811351" y="225755"/>
                </a:lnTo>
                <a:lnTo>
                  <a:pt x="815531" y="228099"/>
                </a:lnTo>
                <a:close/>
              </a:path>
              <a:path w="8858885" h="3127375">
                <a:moveTo>
                  <a:pt x="714800" y="406298"/>
                </a:moveTo>
                <a:lnTo>
                  <a:pt x="713233" y="409087"/>
                </a:lnTo>
                <a:lnTo>
                  <a:pt x="710444" y="407520"/>
                </a:lnTo>
                <a:lnTo>
                  <a:pt x="712011" y="404730"/>
                </a:lnTo>
                <a:lnTo>
                  <a:pt x="714800" y="406298"/>
                </a:lnTo>
                <a:close/>
              </a:path>
              <a:path w="8858885" h="3127375">
                <a:moveTo>
                  <a:pt x="614066" y="584490"/>
                </a:moveTo>
                <a:lnTo>
                  <a:pt x="613289" y="585880"/>
                </a:lnTo>
                <a:lnTo>
                  <a:pt x="611895" y="585097"/>
                </a:lnTo>
                <a:lnTo>
                  <a:pt x="612671" y="583706"/>
                </a:lnTo>
                <a:lnTo>
                  <a:pt x="614066" y="584490"/>
                </a:lnTo>
                <a:close/>
              </a:path>
              <a:path w="8858885" h="3127375">
                <a:moveTo>
                  <a:pt x="637651" y="128457"/>
                </a:moveTo>
                <a:lnTo>
                  <a:pt x="635312" y="132643"/>
                </a:lnTo>
                <a:lnTo>
                  <a:pt x="631121" y="130296"/>
                </a:lnTo>
                <a:lnTo>
                  <a:pt x="633461" y="126110"/>
                </a:lnTo>
                <a:lnTo>
                  <a:pt x="637651" y="128457"/>
                </a:lnTo>
                <a:close/>
              </a:path>
              <a:path w="8858885" h="3127375">
                <a:moveTo>
                  <a:pt x="536921" y="306655"/>
                </a:moveTo>
                <a:lnTo>
                  <a:pt x="535354" y="309445"/>
                </a:lnTo>
                <a:lnTo>
                  <a:pt x="532565" y="307877"/>
                </a:lnTo>
                <a:lnTo>
                  <a:pt x="534132" y="305088"/>
                </a:lnTo>
                <a:lnTo>
                  <a:pt x="536921" y="306655"/>
                </a:lnTo>
                <a:close/>
              </a:path>
              <a:path w="8858885" h="3127375">
                <a:moveTo>
                  <a:pt x="436182" y="484840"/>
                </a:moveTo>
                <a:lnTo>
                  <a:pt x="435399" y="486235"/>
                </a:lnTo>
                <a:lnTo>
                  <a:pt x="434004" y="485452"/>
                </a:lnTo>
                <a:lnTo>
                  <a:pt x="434788" y="484057"/>
                </a:lnTo>
                <a:lnTo>
                  <a:pt x="436182" y="484840"/>
                </a:lnTo>
                <a:close/>
              </a:path>
              <a:path w="8858885" h="3127375">
                <a:moveTo>
                  <a:pt x="459222" y="28963"/>
                </a:moveTo>
                <a:lnTo>
                  <a:pt x="457265" y="32453"/>
                </a:lnTo>
                <a:lnTo>
                  <a:pt x="453780" y="30503"/>
                </a:lnTo>
                <a:lnTo>
                  <a:pt x="455736" y="27013"/>
                </a:lnTo>
                <a:lnTo>
                  <a:pt x="459222" y="28963"/>
                </a:lnTo>
                <a:close/>
              </a:path>
              <a:path w="8858885" h="3127375">
                <a:moveTo>
                  <a:pt x="358487" y="207154"/>
                </a:moveTo>
                <a:lnTo>
                  <a:pt x="357314" y="209250"/>
                </a:lnTo>
                <a:lnTo>
                  <a:pt x="355230" y="208079"/>
                </a:lnTo>
                <a:lnTo>
                  <a:pt x="356403" y="205984"/>
                </a:lnTo>
                <a:lnTo>
                  <a:pt x="358487" y="207154"/>
                </a:lnTo>
                <a:close/>
              </a:path>
              <a:path w="8858885" h="3127375">
                <a:moveTo>
                  <a:pt x="180603" y="107503"/>
                </a:moveTo>
                <a:lnTo>
                  <a:pt x="179430" y="109599"/>
                </a:lnTo>
                <a:lnTo>
                  <a:pt x="177338" y="108432"/>
                </a:lnTo>
                <a:lnTo>
                  <a:pt x="178512" y="106336"/>
                </a:lnTo>
                <a:lnTo>
                  <a:pt x="180603" y="107503"/>
                </a:lnTo>
                <a:close/>
              </a:path>
              <a:path w="8858885" h="3127375">
                <a:moveTo>
                  <a:pt x="2177" y="8016"/>
                </a:moveTo>
                <a:lnTo>
                  <a:pt x="1394" y="9411"/>
                </a:lnTo>
                <a:lnTo>
                  <a:pt x="0" y="8627"/>
                </a:lnTo>
                <a:lnTo>
                  <a:pt x="783" y="7233"/>
                </a:lnTo>
                <a:lnTo>
                  <a:pt x="2177" y="8016"/>
                </a:lnTo>
                <a:close/>
              </a:path>
            </a:pathLst>
          </a:custGeom>
          <a:solidFill>
            <a:srgbClr val="37727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7205" y="0"/>
            <a:ext cx="17591405" cy="10114915"/>
            <a:chOff x="697205" y="0"/>
            <a:chExt cx="17591405" cy="10114915"/>
          </a:xfrm>
        </p:grpSpPr>
        <p:sp>
          <p:nvSpPr>
            <p:cNvPr id="3" name="object 3"/>
            <p:cNvSpPr/>
            <p:nvPr/>
          </p:nvSpPr>
          <p:spPr>
            <a:xfrm>
              <a:off x="716023" y="6590595"/>
              <a:ext cx="15996285" cy="3506470"/>
            </a:xfrm>
            <a:custGeom>
              <a:avLst/>
              <a:gdLst/>
              <a:ahLst/>
              <a:cxnLst/>
              <a:rect l="l" t="t" r="r" b="b"/>
              <a:pathLst>
                <a:path w="15996285" h="3506470">
                  <a:moveTo>
                    <a:pt x="15713507" y="3505915"/>
                  </a:moveTo>
                  <a:lnTo>
                    <a:pt x="285749" y="3505915"/>
                  </a:lnTo>
                  <a:lnTo>
                    <a:pt x="240779" y="3502356"/>
                  </a:lnTo>
                  <a:lnTo>
                    <a:pt x="197320" y="3491888"/>
                  </a:lnTo>
                  <a:lnTo>
                    <a:pt x="156141" y="3474831"/>
                  </a:lnTo>
                  <a:lnTo>
                    <a:pt x="118010" y="3451503"/>
                  </a:lnTo>
                  <a:lnTo>
                    <a:pt x="83694" y="3422220"/>
                  </a:lnTo>
                  <a:lnTo>
                    <a:pt x="54412" y="3387904"/>
                  </a:lnTo>
                  <a:lnTo>
                    <a:pt x="31083" y="3349773"/>
                  </a:lnTo>
                  <a:lnTo>
                    <a:pt x="14026" y="3308594"/>
                  </a:lnTo>
                  <a:lnTo>
                    <a:pt x="3559" y="3265136"/>
                  </a:lnTo>
                  <a:lnTo>
                    <a:pt x="0" y="3220165"/>
                  </a:lnTo>
                  <a:lnTo>
                    <a:pt x="0" y="285749"/>
                  </a:lnTo>
                  <a:lnTo>
                    <a:pt x="3559" y="240779"/>
                  </a:lnTo>
                  <a:lnTo>
                    <a:pt x="14026" y="197320"/>
                  </a:lnTo>
                  <a:lnTo>
                    <a:pt x="31083" y="156141"/>
                  </a:lnTo>
                  <a:lnTo>
                    <a:pt x="54412" y="118010"/>
                  </a:lnTo>
                  <a:lnTo>
                    <a:pt x="83694" y="83694"/>
                  </a:lnTo>
                  <a:lnTo>
                    <a:pt x="118010" y="54412"/>
                  </a:lnTo>
                  <a:lnTo>
                    <a:pt x="156141" y="31083"/>
                  </a:lnTo>
                  <a:lnTo>
                    <a:pt x="197320" y="14026"/>
                  </a:lnTo>
                  <a:lnTo>
                    <a:pt x="240779" y="3559"/>
                  </a:lnTo>
                  <a:lnTo>
                    <a:pt x="285749" y="0"/>
                  </a:lnTo>
                  <a:lnTo>
                    <a:pt x="15713507" y="0"/>
                  </a:lnTo>
                  <a:lnTo>
                    <a:pt x="15758478" y="3559"/>
                  </a:lnTo>
                  <a:lnTo>
                    <a:pt x="15801936" y="14026"/>
                  </a:lnTo>
                  <a:lnTo>
                    <a:pt x="15843115" y="31083"/>
                  </a:lnTo>
                  <a:lnTo>
                    <a:pt x="15881246" y="54412"/>
                  </a:lnTo>
                  <a:lnTo>
                    <a:pt x="15915563" y="83694"/>
                  </a:lnTo>
                  <a:lnTo>
                    <a:pt x="15944845" y="118010"/>
                  </a:lnTo>
                  <a:lnTo>
                    <a:pt x="15968174" y="156141"/>
                  </a:lnTo>
                  <a:lnTo>
                    <a:pt x="15985230" y="197320"/>
                  </a:lnTo>
                  <a:lnTo>
                    <a:pt x="15995739" y="240779"/>
                  </a:lnTo>
                  <a:lnTo>
                    <a:pt x="15995739" y="3265136"/>
                  </a:lnTo>
                  <a:lnTo>
                    <a:pt x="15985230" y="3308594"/>
                  </a:lnTo>
                  <a:lnTo>
                    <a:pt x="15968174" y="3349773"/>
                  </a:lnTo>
                  <a:lnTo>
                    <a:pt x="15944845" y="3387904"/>
                  </a:lnTo>
                  <a:lnTo>
                    <a:pt x="15915563" y="3422220"/>
                  </a:lnTo>
                  <a:lnTo>
                    <a:pt x="15881246" y="3451503"/>
                  </a:lnTo>
                  <a:lnTo>
                    <a:pt x="15843115" y="3474831"/>
                  </a:lnTo>
                  <a:lnTo>
                    <a:pt x="15801936" y="3491888"/>
                  </a:lnTo>
                  <a:lnTo>
                    <a:pt x="15758478" y="3502356"/>
                  </a:lnTo>
                  <a:lnTo>
                    <a:pt x="15713507" y="3505915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6255" y="6590595"/>
              <a:ext cx="15998825" cy="3505200"/>
            </a:xfrm>
            <a:custGeom>
              <a:avLst/>
              <a:gdLst/>
              <a:ahLst/>
              <a:cxnLst/>
              <a:rect l="l" t="t" r="r" b="b"/>
              <a:pathLst>
                <a:path w="15998825" h="3505200">
                  <a:moveTo>
                    <a:pt x="278216" y="3505199"/>
                  </a:moveTo>
                  <a:lnTo>
                    <a:pt x="197313" y="3491768"/>
                  </a:lnTo>
                  <a:lnTo>
                    <a:pt x="156136" y="3474712"/>
                  </a:lnTo>
                  <a:lnTo>
                    <a:pt x="118006" y="3451384"/>
                  </a:lnTo>
                  <a:lnTo>
                    <a:pt x="83691" y="3422103"/>
                  </a:lnTo>
                  <a:lnTo>
                    <a:pt x="54409" y="3387788"/>
                  </a:lnTo>
                  <a:lnTo>
                    <a:pt x="31082" y="3349658"/>
                  </a:lnTo>
                  <a:lnTo>
                    <a:pt x="14026" y="3308481"/>
                  </a:lnTo>
                  <a:lnTo>
                    <a:pt x="3559" y="3265023"/>
                  </a:lnTo>
                  <a:lnTo>
                    <a:pt x="0" y="3220054"/>
                  </a:lnTo>
                  <a:lnTo>
                    <a:pt x="0" y="285740"/>
                  </a:lnTo>
                  <a:lnTo>
                    <a:pt x="3559" y="240770"/>
                  </a:lnTo>
                  <a:lnTo>
                    <a:pt x="14026" y="197313"/>
                  </a:lnTo>
                  <a:lnTo>
                    <a:pt x="31082" y="156136"/>
                  </a:lnTo>
                  <a:lnTo>
                    <a:pt x="54410" y="118006"/>
                  </a:lnTo>
                  <a:lnTo>
                    <a:pt x="83691" y="83691"/>
                  </a:lnTo>
                  <a:lnTo>
                    <a:pt x="118006" y="54410"/>
                  </a:lnTo>
                  <a:lnTo>
                    <a:pt x="156136" y="31082"/>
                  </a:lnTo>
                  <a:lnTo>
                    <a:pt x="197313" y="14026"/>
                  </a:lnTo>
                  <a:lnTo>
                    <a:pt x="240770" y="3559"/>
                  </a:lnTo>
                  <a:lnTo>
                    <a:pt x="285740" y="0"/>
                  </a:lnTo>
                  <a:lnTo>
                    <a:pt x="15712966" y="0"/>
                  </a:lnTo>
                  <a:lnTo>
                    <a:pt x="15757936" y="3559"/>
                  </a:lnTo>
                  <a:lnTo>
                    <a:pt x="15801393" y="14025"/>
                  </a:lnTo>
                  <a:lnTo>
                    <a:pt x="15842570" y="31081"/>
                  </a:lnTo>
                  <a:lnTo>
                    <a:pt x="15880700" y="54409"/>
                  </a:lnTo>
                  <a:lnTo>
                    <a:pt x="15915016" y="83690"/>
                  </a:lnTo>
                  <a:lnTo>
                    <a:pt x="15944297" y="118005"/>
                  </a:lnTo>
                  <a:lnTo>
                    <a:pt x="15967625" y="156135"/>
                  </a:lnTo>
                  <a:lnTo>
                    <a:pt x="15984682" y="197313"/>
                  </a:lnTo>
                  <a:lnTo>
                    <a:pt x="15995149" y="240770"/>
                  </a:lnTo>
                  <a:lnTo>
                    <a:pt x="15998708" y="285740"/>
                  </a:lnTo>
                  <a:lnTo>
                    <a:pt x="15998708" y="3220054"/>
                  </a:lnTo>
                  <a:lnTo>
                    <a:pt x="15995149" y="3265024"/>
                  </a:lnTo>
                  <a:lnTo>
                    <a:pt x="15984682" y="3308482"/>
                  </a:lnTo>
                  <a:lnTo>
                    <a:pt x="15967625" y="3349659"/>
                  </a:lnTo>
                  <a:lnTo>
                    <a:pt x="15944297" y="3387789"/>
                  </a:lnTo>
                  <a:lnTo>
                    <a:pt x="15915016" y="3422104"/>
                  </a:lnTo>
                  <a:lnTo>
                    <a:pt x="15880700" y="3451385"/>
                  </a:lnTo>
                  <a:lnTo>
                    <a:pt x="15842570" y="3474713"/>
                  </a:lnTo>
                  <a:lnTo>
                    <a:pt x="15801393" y="3491769"/>
                  </a:lnTo>
                  <a:lnTo>
                    <a:pt x="15757936" y="3502235"/>
                  </a:lnTo>
                  <a:lnTo>
                    <a:pt x="15720493" y="3505198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778881" y="0"/>
              <a:ext cx="5509260" cy="7655559"/>
            </a:xfrm>
            <a:custGeom>
              <a:avLst/>
              <a:gdLst/>
              <a:ahLst/>
              <a:cxnLst/>
              <a:rect l="l" t="t" r="r" b="b"/>
              <a:pathLst>
                <a:path w="5509259" h="7655559">
                  <a:moveTo>
                    <a:pt x="5489708" y="7547377"/>
                  </a:moveTo>
                  <a:lnTo>
                    <a:pt x="5486977" y="7549043"/>
                  </a:lnTo>
                  <a:lnTo>
                    <a:pt x="5485302" y="7546313"/>
                  </a:lnTo>
                  <a:lnTo>
                    <a:pt x="5488033" y="7544646"/>
                  </a:lnTo>
                  <a:lnTo>
                    <a:pt x="5489708" y="7547377"/>
                  </a:lnTo>
                  <a:close/>
                </a:path>
                <a:path w="5509259" h="7655559">
                  <a:moveTo>
                    <a:pt x="5315245" y="7653692"/>
                  </a:moveTo>
                  <a:lnTo>
                    <a:pt x="5313205" y="7654938"/>
                  </a:lnTo>
                  <a:lnTo>
                    <a:pt x="5311959" y="7652898"/>
                  </a:lnTo>
                  <a:lnTo>
                    <a:pt x="5313999" y="7651652"/>
                  </a:lnTo>
                  <a:lnTo>
                    <a:pt x="5315245" y="7653692"/>
                  </a:lnTo>
                  <a:close/>
                </a:path>
                <a:path w="5509259" h="7655559">
                  <a:moveTo>
                    <a:pt x="5383799" y="7373604"/>
                  </a:moveTo>
                  <a:lnTo>
                    <a:pt x="5380393" y="7375691"/>
                  </a:lnTo>
                  <a:lnTo>
                    <a:pt x="5378306" y="7372286"/>
                  </a:lnTo>
                  <a:lnTo>
                    <a:pt x="5381711" y="7370199"/>
                  </a:lnTo>
                  <a:lnTo>
                    <a:pt x="5383799" y="7373604"/>
                  </a:lnTo>
                  <a:close/>
                </a:path>
                <a:path w="5509259" h="7655559">
                  <a:moveTo>
                    <a:pt x="5209351" y="7479919"/>
                  </a:moveTo>
                  <a:lnTo>
                    <a:pt x="5206620" y="7481594"/>
                  </a:lnTo>
                  <a:lnTo>
                    <a:pt x="5204953" y="7478864"/>
                  </a:lnTo>
                  <a:lnTo>
                    <a:pt x="5207684" y="7477189"/>
                  </a:lnTo>
                  <a:lnTo>
                    <a:pt x="5209351" y="7479919"/>
                  </a:lnTo>
                  <a:close/>
                </a:path>
                <a:path w="5509259" h="7655559">
                  <a:moveTo>
                    <a:pt x="5452903" y="7093656"/>
                  </a:moveTo>
                  <a:lnTo>
                    <a:pt x="5447450" y="7096997"/>
                  </a:lnTo>
                  <a:lnTo>
                    <a:pt x="5444109" y="7091536"/>
                  </a:lnTo>
                  <a:lnTo>
                    <a:pt x="5449562" y="7088195"/>
                  </a:lnTo>
                  <a:lnTo>
                    <a:pt x="5452903" y="7093656"/>
                  </a:lnTo>
                  <a:close/>
                </a:path>
                <a:path w="5509259" h="7655559">
                  <a:moveTo>
                    <a:pt x="5277904" y="7199830"/>
                  </a:moveTo>
                  <a:lnTo>
                    <a:pt x="5273808" y="7202340"/>
                  </a:lnTo>
                  <a:lnTo>
                    <a:pt x="5271308" y="7198244"/>
                  </a:lnTo>
                  <a:lnTo>
                    <a:pt x="5275397" y="7195744"/>
                  </a:lnTo>
                  <a:lnTo>
                    <a:pt x="5277904" y="7199830"/>
                  </a:lnTo>
                  <a:close/>
                </a:path>
                <a:path w="5509259" h="7655559">
                  <a:moveTo>
                    <a:pt x="5102905" y="7306017"/>
                  </a:moveTo>
                  <a:lnTo>
                    <a:pt x="5100174" y="7307691"/>
                  </a:lnTo>
                  <a:lnTo>
                    <a:pt x="5098500" y="7304961"/>
                  </a:lnTo>
                  <a:lnTo>
                    <a:pt x="5101231" y="7303294"/>
                  </a:lnTo>
                  <a:lnTo>
                    <a:pt x="5102905" y="7306017"/>
                  </a:lnTo>
                  <a:close/>
                </a:path>
                <a:path w="5509259" h="7655559">
                  <a:moveTo>
                    <a:pt x="4928458" y="7412340"/>
                  </a:moveTo>
                  <a:lnTo>
                    <a:pt x="4926410" y="7413594"/>
                  </a:lnTo>
                  <a:lnTo>
                    <a:pt x="4925156" y="7411546"/>
                  </a:lnTo>
                  <a:lnTo>
                    <a:pt x="4927204" y="7410292"/>
                  </a:lnTo>
                  <a:lnTo>
                    <a:pt x="4928458" y="7412340"/>
                  </a:lnTo>
                  <a:close/>
                </a:path>
                <a:path w="5509259" h="7655559">
                  <a:moveTo>
                    <a:pt x="5347002" y="6919892"/>
                  </a:moveTo>
                  <a:lnTo>
                    <a:pt x="5340874" y="6923647"/>
                  </a:lnTo>
                  <a:lnTo>
                    <a:pt x="5337112" y="6917503"/>
                  </a:lnTo>
                  <a:lnTo>
                    <a:pt x="5343248" y="6913749"/>
                  </a:lnTo>
                  <a:lnTo>
                    <a:pt x="5347002" y="6919892"/>
                  </a:lnTo>
                  <a:close/>
                </a:path>
                <a:path w="5509259" h="7655559">
                  <a:moveTo>
                    <a:pt x="5172010" y="7026069"/>
                  </a:moveTo>
                  <a:lnTo>
                    <a:pt x="5167232" y="7028990"/>
                  </a:lnTo>
                  <a:lnTo>
                    <a:pt x="5164312" y="7024219"/>
                  </a:lnTo>
                  <a:lnTo>
                    <a:pt x="5169090" y="7021299"/>
                  </a:lnTo>
                  <a:lnTo>
                    <a:pt x="5172010" y="7026069"/>
                  </a:lnTo>
                  <a:close/>
                </a:path>
                <a:path w="5509259" h="7655559">
                  <a:moveTo>
                    <a:pt x="4997003" y="7132254"/>
                  </a:moveTo>
                  <a:lnTo>
                    <a:pt x="4993598" y="7134341"/>
                  </a:lnTo>
                  <a:lnTo>
                    <a:pt x="4991510" y="7130928"/>
                  </a:lnTo>
                  <a:lnTo>
                    <a:pt x="4994915" y="7128841"/>
                  </a:lnTo>
                  <a:lnTo>
                    <a:pt x="4997003" y="7132254"/>
                  </a:lnTo>
                  <a:close/>
                </a:path>
                <a:path w="5509259" h="7655559">
                  <a:moveTo>
                    <a:pt x="4822555" y="7238577"/>
                  </a:moveTo>
                  <a:lnTo>
                    <a:pt x="4819825" y="7240244"/>
                  </a:lnTo>
                  <a:lnTo>
                    <a:pt x="4818158" y="7237521"/>
                  </a:lnTo>
                  <a:lnTo>
                    <a:pt x="4820880" y="7235846"/>
                  </a:lnTo>
                  <a:lnTo>
                    <a:pt x="4822555" y="7238577"/>
                  </a:lnTo>
                  <a:close/>
                </a:path>
                <a:path w="5509259" h="7655559">
                  <a:moveTo>
                    <a:pt x="5416107" y="6639938"/>
                  </a:moveTo>
                  <a:lnTo>
                    <a:pt x="5407931" y="6644946"/>
                  </a:lnTo>
                  <a:lnTo>
                    <a:pt x="5402915" y="6636754"/>
                  </a:lnTo>
                  <a:lnTo>
                    <a:pt x="5411099" y="6631746"/>
                  </a:lnTo>
                  <a:lnTo>
                    <a:pt x="5416107" y="6639938"/>
                  </a:lnTo>
                  <a:close/>
                </a:path>
                <a:path w="5509259" h="7655559">
                  <a:moveTo>
                    <a:pt x="5241108" y="6746115"/>
                  </a:moveTo>
                  <a:lnTo>
                    <a:pt x="5234281" y="6750289"/>
                  </a:lnTo>
                  <a:lnTo>
                    <a:pt x="5230107" y="6743470"/>
                  </a:lnTo>
                  <a:lnTo>
                    <a:pt x="5236933" y="6739296"/>
                  </a:lnTo>
                  <a:lnTo>
                    <a:pt x="5241108" y="6746115"/>
                  </a:lnTo>
                  <a:close/>
                </a:path>
                <a:path w="5509259" h="7655559">
                  <a:moveTo>
                    <a:pt x="5066100" y="6852299"/>
                  </a:moveTo>
                  <a:lnTo>
                    <a:pt x="5060647" y="6855640"/>
                  </a:lnTo>
                  <a:lnTo>
                    <a:pt x="5057306" y="6850195"/>
                  </a:lnTo>
                  <a:lnTo>
                    <a:pt x="5062767" y="6846854"/>
                  </a:lnTo>
                  <a:lnTo>
                    <a:pt x="5066100" y="6852299"/>
                  </a:lnTo>
                  <a:close/>
                </a:path>
                <a:path w="5509259" h="7655559">
                  <a:moveTo>
                    <a:pt x="4891102" y="6958492"/>
                  </a:moveTo>
                  <a:lnTo>
                    <a:pt x="4887013" y="6960991"/>
                  </a:lnTo>
                  <a:lnTo>
                    <a:pt x="4884514" y="6956903"/>
                  </a:lnTo>
                  <a:lnTo>
                    <a:pt x="4888602" y="6954396"/>
                  </a:lnTo>
                  <a:lnTo>
                    <a:pt x="4891102" y="6958492"/>
                  </a:lnTo>
                  <a:close/>
                </a:path>
                <a:path w="5509259" h="7655559">
                  <a:moveTo>
                    <a:pt x="4716103" y="7064674"/>
                  </a:moveTo>
                  <a:lnTo>
                    <a:pt x="4713380" y="7066351"/>
                  </a:lnTo>
                  <a:lnTo>
                    <a:pt x="4711706" y="7063620"/>
                  </a:lnTo>
                  <a:lnTo>
                    <a:pt x="4714437" y="7061945"/>
                  </a:lnTo>
                  <a:lnTo>
                    <a:pt x="4716103" y="7064674"/>
                  </a:lnTo>
                  <a:close/>
                </a:path>
                <a:path w="5509259" h="7655559">
                  <a:moveTo>
                    <a:pt x="4541655" y="7170991"/>
                  </a:moveTo>
                  <a:lnTo>
                    <a:pt x="4539607" y="7172245"/>
                  </a:lnTo>
                  <a:lnTo>
                    <a:pt x="4538353" y="7170205"/>
                  </a:lnTo>
                  <a:lnTo>
                    <a:pt x="4540409" y="7168951"/>
                  </a:lnTo>
                  <a:lnTo>
                    <a:pt x="4541655" y="7170991"/>
                  </a:lnTo>
                  <a:close/>
                </a:path>
                <a:path w="5509259" h="7655559">
                  <a:moveTo>
                    <a:pt x="5485211" y="6359982"/>
                  </a:moveTo>
                  <a:lnTo>
                    <a:pt x="5474979" y="6366243"/>
                  </a:lnTo>
                  <a:lnTo>
                    <a:pt x="5468717" y="6356011"/>
                  </a:lnTo>
                  <a:lnTo>
                    <a:pt x="5478949" y="6349750"/>
                  </a:lnTo>
                  <a:lnTo>
                    <a:pt x="5485211" y="6359982"/>
                  </a:lnTo>
                  <a:close/>
                </a:path>
                <a:path w="5509259" h="7655559">
                  <a:moveTo>
                    <a:pt x="5310755" y="6466297"/>
                  </a:moveTo>
                  <a:lnTo>
                    <a:pt x="5301206" y="6472146"/>
                  </a:lnTo>
                  <a:lnTo>
                    <a:pt x="5295357" y="6462597"/>
                  </a:lnTo>
                  <a:lnTo>
                    <a:pt x="5304906" y="6456748"/>
                  </a:lnTo>
                  <a:lnTo>
                    <a:pt x="5310755" y="6466297"/>
                  </a:lnTo>
                  <a:close/>
                </a:path>
                <a:path w="5509259" h="7655559">
                  <a:moveTo>
                    <a:pt x="5135205" y="6572351"/>
                  </a:moveTo>
                  <a:lnTo>
                    <a:pt x="5127703" y="6576946"/>
                  </a:lnTo>
                  <a:lnTo>
                    <a:pt x="5123108" y="6569444"/>
                  </a:lnTo>
                  <a:lnTo>
                    <a:pt x="5130617" y="6564849"/>
                  </a:lnTo>
                  <a:lnTo>
                    <a:pt x="5135205" y="6572351"/>
                  </a:lnTo>
                  <a:close/>
                </a:path>
                <a:path w="5509259" h="7655559">
                  <a:moveTo>
                    <a:pt x="4960206" y="6678535"/>
                  </a:moveTo>
                  <a:lnTo>
                    <a:pt x="4954069" y="6682289"/>
                  </a:lnTo>
                  <a:lnTo>
                    <a:pt x="4950308" y="6676153"/>
                  </a:lnTo>
                  <a:lnTo>
                    <a:pt x="4956452" y="6672399"/>
                  </a:lnTo>
                  <a:lnTo>
                    <a:pt x="4960206" y="6678535"/>
                  </a:lnTo>
                  <a:close/>
                </a:path>
                <a:path w="5509259" h="7655559">
                  <a:moveTo>
                    <a:pt x="4785207" y="6784719"/>
                  </a:moveTo>
                  <a:lnTo>
                    <a:pt x="4780429" y="6787648"/>
                  </a:lnTo>
                  <a:lnTo>
                    <a:pt x="4777508" y="6782869"/>
                  </a:lnTo>
                  <a:lnTo>
                    <a:pt x="4782286" y="6779941"/>
                  </a:lnTo>
                  <a:lnTo>
                    <a:pt x="4785207" y="6784719"/>
                  </a:lnTo>
                  <a:close/>
                </a:path>
                <a:path w="5509259" h="7655559">
                  <a:moveTo>
                    <a:pt x="4610208" y="6890904"/>
                  </a:moveTo>
                  <a:lnTo>
                    <a:pt x="4606803" y="6892991"/>
                  </a:lnTo>
                  <a:lnTo>
                    <a:pt x="4604715" y="6889586"/>
                  </a:lnTo>
                  <a:lnTo>
                    <a:pt x="4608121" y="6887499"/>
                  </a:lnTo>
                  <a:lnTo>
                    <a:pt x="4610208" y="6890904"/>
                  </a:lnTo>
                  <a:close/>
                </a:path>
                <a:path w="5509259" h="7655559">
                  <a:moveTo>
                    <a:pt x="4435209" y="6997088"/>
                  </a:moveTo>
                  <a:lnTo>
                    <a:pt x="4433153" y="6998343"/>
                  </a:lnTo>
                  <a:lnTo>
                    <a:pt x="4431907" y="6996303"/>
                  </a:lnTo>
                  <a:lnTo>
                    <a:pt x="4433955" y="6995049"/>
                  </a:lnTo>
                  <a:lnTo>
                    <a:pt x="4435209" y="6997088"/>
                  </a:lnTo>
                  <a:close/>
                </a:path>
                <a:path w="5509259" h="7655559">
                  <a:moveTo>
                    <a:pt x="5379302" y="6186210"/>
                  </a:moveTo>
                  <a:lnTo>
                    <a:pt x="5368395" y="6192892"/>
                  </a:lnTo>
                  <a:lnTo>
                    <a:pt x="5361721" y="6181977"/>
                  </a:lnTo>
                  <a:lnTo>
                    <a:pt x="5372628" y="6175303"/>
                  </a:lnTo>
                  <a:lnTo>
                    <a:pt x="5379302" y="6186210"/>
                  </a:lnTo>
                  <a:close/>
                </a:path>
                <a:path w="5509259" h="7655559">
                  <a:moveTo>
                    <a:pt x="5204303" y="6292394"/>
                  </a:moveTo>
                  <a:lnTo>
                    <a:pt x="5194754" y="6298243"/>
                  </a:lnTo>
                  <a:lnTo>
                    <a:pt x="5188912" y="6288694"/>
                  </a:lnTo>
                  <a:lnTo>
                    <a:pt x="5198462" y="6282845"/>
                  </a:lnTo>
                  <a:lnTo>
                    <a:pt x="5204303" y="6292394"/>
                  </a:lnTo>
                  <a:close/>
                </a:path>
                <a:path w="5509259" h="7655559">
                  <a:moveTo>
                    <a:pt x="5029305" y="6398587"/>
                  </a:moveTo>
                  <a:lnTo>
                    <a:pt x="5021129" y="6403594"/>
                  </a:lnTo>
                  <a:lnTo>
                    <a:pt x="5016121" y="6395410"/>
                  </a:lnTo>
                  <a:lnTo>
                    <a:pt x="5024297" y="6390402"/>
                  </a:lnTo>
                  <a:lnTo>
                    <a:pt x="5029305" y="6398587"/>
                  </a:lnTo>
                  <a:close/>
                </a:path>
                <a:path w="5509259" h="7655559">
                  <a:moveTo>
                    <a:pt x="4854306" y="6504771"/>
                  </a:moveTo>
                  <a:lnTo>
                    <a:pt x="4847487" y="6508945"/>
                  </a:lnTo>
                  <a:lnTo>
                    <a:pt x="4843313" y="6502127"/>
                  </a:lnTo>
                  <a:lnTo>
                    <a:pt x="4850131" y="6497952"/>
                  </a:lnTo>
                  <a:lnTo>
                    <a:pt x="4854306" y="6504771"/>
                  </a:lnTo>
                  <a:close/>
                </a:path>
                <a:path w="5509259" h="7655559">
                  <a:moveTo>
                    <a:pt x="4679307" y="6610956"/>
                  </a:moveTo>
                  <a:lnTo>
                    <a:pt x="4673854" y="6614297"/>
                  </a:lnTo>
                  <a:lnTo>
                    <a:pt x="4670513" y="6608835"/>
                  </a:lnTo>
                  <a:lnTo>
                    <a:pt x="4675966" y="6605502"/>
                  </a:lnTo>
                  <a:lnTo>
                    <a:pt x="4679307" y="6610956"/>
                  </a:lnTo>
                  <a:close/>
                </a:path>
                <a:path w="5509259" h="7655559">
                  <a:moveTo>
                    <a:pt x="4504308" y="6717139"/>
                  </a:moveTo>
                  <a:lnTo>
                    <a:pt x="4500212" y="6719640"/>
                  </a:lnTo>
                  <a:lnTo>
                    <a:pt x="4497712" y="6715552"/>
                  </a:lnTo>
                  <a:lnTo>
                    <a:pt x="4501801" y="6713044"/>
                  </a:lnTo>
                  <a:lnTo>
                    <a:pt x="4504308" y="6717139"/>
                  </a:lnTo>
                  <a:close/>
                </a:path>
                <a:path w="5509259" h="7655559">
                  <a:moveTo>
                    <a:pt x="4329301" y="6823324"/>
                  </a:moveTo>
                  <a:lnTo>
                    <a:pt x="4326586" y="6824991"/>
                  </a:lnTo>
                  <a:lnTo>
                    <a:pt x="4324912" y="6822260"/>
                  </a:lnTo>
                  <a:lnTo>
                    <a:pt x="4327634" y="6820594"/>
                  </a:lnTo>
                  <a:lnTo>
                    <a:pt x="4329301" y="6823324"/>
                  </a:lnTo>
                  <a:close/>
                </a:path>
                <a:path w="5509259" h="7655559">
                  <a:moveTo>
                    <a:pt x="4154302" y="6929509"/>
                  </a:moveTo>
                  <a:lnTo>
                    <a:pt x="4152945" y="6930342"/>
                  </a:lnTo>
                  <a:lnTo>
                    <a:pt x="4152111" y="6928985"/>
                  </a:lnTo>
                  <a:lnTo>
                    <a:pt x="4153469" y="6928152"/>
                  </a:lnTo>
                  <a:lnTo>
                    <a:pt x="4154302" y="6929509"/>
                  </a:lnTo>
                  <a:close/>
                </a:path>
                <a:path w="5509259" h="7655559">
                  <a:moveTo>
                    <a:pt x="5448958" y="5906392"/>
                  </a:moveTo>
                  <a:lnTo>
                    <a:pt x="5435321" y="5914740"/>
                  </a:lnTo>
                  <a:lnTo>
                    <a:pt x="5426972" y="5901103"/>
                  </a:lnTo>
                  <a:lnTo>
                    <a:pt x="5440609" y="5892754"/>
                  </a:lnTo>
                  <a:lnTo>
                    <a:pt x="5448958" y="5906392"/>
                  </a:lnTo>
                  <a:close/>
                </a:path>
                <a:path w="5509259" h="7655559">
                  <a:moveTo>
                    <a:pt x="5273407" y="6012445"/>
                  </a:moveTo>
                  <a:lnTo>
                    <a:pt x="5261809" y="6019540"/>
                  </a:lnTo>
                  <a:lnTo>
                    <a:pt x="5254715" y="6007951"/>
                  </a:lnTo>
                  <a:lnTo>
                    <a:pt x="5266312" y="6000848"/>
                  </a:lnTo>
                  <a:lnTo>
                    <a:pt x="5273407" y="6012445"/>
                  </a:lnTo>
                  <a:close/>
                </a:path>
                <a:path w="5509259" h="7655559">
                  <a:moveTo>
                    <a:pt x="5098408" y="6118629"/>
                  </a:moveTo>
                  <a:lnTo>
                    <a:pt x="5088184" y="6124891"/>
                  </a:lnTo>
                  <a:lnTo>
                    <a:pt x="5081922" y="6114659"/>
                  </a:lnTo>
                  <a:lnTo>
                    <a:pt x="5092146" y="6108397"/>
                  </a:lnTo>
                  <a:lnTo>
                    <a:pt x="5098408" y="6118629"/>
                  </a:lnTo>
                  <a:close/>
                </a:path>
                <a:path w="5509259" h="7655559">
                  <a:moveTo>
                    <a:pt x="4923409" y="6224814"/>
                  </a:moveTo>
                  <a:lnTo>
                    <a:pt x="4914543" y="6230242"/>
                  </a:lnTo>
                  <a:lnTo>
                    <a:pt x="4909114" y="6221376"/>
                  </a:lnTo>
                  <a:lnTo>
                    <a:pt x="4917981" y="6215947"/>
                  </a:lnTo>
                  <a:lnTo>
                    <a:pt x="4923409" y="6224814"/>
                  </a:lnTo>
                  <a:close/>
                </a:path>
                <a:path w="5509259" h="7655559">
                  <a:moveTo>
                    <a:pt x="4748410" y="6330998"/>
                  </a:moveTo>
                  <a:lnTo>
                    <a:pt x="4740909" y="6335593"/>
                  </a:lnTo>
                  <a:lnTo>
                    <a:pt x="4736314" y="6328084"/>
                  </a:lnTo>
                  <a:lnTo>
                    <a:pt x="4743815" y="6323497"/>
                  </a:lnTo>
                  <a:lnTo>
                    <a:pt x="4748410" y="6330998"/>
                  </a:lnTo>
                  <a:close/>
                </a:path>
                <a:path w="5509259" h="7655559">
                  <a:moveTo>
                    <a:pt x="4573403" y="6437182"/>
                  </a:moveTo>
                  <a:lnTo>
                    <a:pt x="4567266" y="6440936"/>
                  </a:lnTo>
                  <a:lnTo>
                    <a:pt x="4563513" y="6434808"/>
                  </a:lnTo>
                  <a:lnTo>
                    <a:pt x="4569649" y="6431046"/>
                  </a:lnTo>
                  <a:lnTo>
                    <a:pt x="4573403" y="6437182"/>
                  </a:lnTo>
                  <a:close/>
                </a:path>
                <a:path w="5509259" h="7655559">
                  <a:moveTo>
                    <a:pt x="4398404" y="6543367"/>
                  </a:moveTo>
                  <a:lnTo>
                    <a:pt x="4393634" y="6546288"/>
                  </a:lnTo>
                  <a:lnTo>
                    <a:pt x="4390713" y="6541517"/>
                  </a:lnTo>
                  <a:lnTo>
                    <a:pt x="4395484" y="6538597"/>
                  </a:lnTo>
                  <a:lnTo>
                    <a:pt x="4398404" y="6543367"/>
                  </a:lnTo>
                  <a:close/>
                </a:path>
                <a:path w="5509259" h="7655559">
                  <a:moveTo>
                    <a:pt x="4223405" y="6649552"/>
                  </a:moveTo>
                  <a:lnTo>
                    <a:pt x="4219999" y="6651639"/>
                  </a:lnTo>
                  <a:lnTo>
                    <a:pt x="4217912" y="6648233"/>
                  </a:lnTo>
                  <a:lnTo>
                    <a:pt x="4221318" y="6646146"/>
                  </a:lnTo>
                  <a:lnTo>
                    <a:pt x="4223405" y="6649552"/>
                  </a:lnTo>
                  <a:close/>
                </a:path>
                <a:path w="5509259" h="7655559">
                  <a:moveTo>
                    <a:pt x="4048406" y="6755744"/>
                  </a:moveTo>
                  <a:lnTo>
                    <a:pt x="4046358" y="6756998"/>
                  </a:lnTo>
                  <a:lnTo>
                    <a:pt x="4045103" y="6754942"/>
                  </a:lnTo>
                  <a:lnTo>
                    <a:pt x="4047151" y="6753688"/>
                  </a:lnTo>
                  <a:lnTo>
                    <a:pt x="4048406" y="6755744"/>
                  </a:lnTo>
                  <a:close/>
                </a:path>
                <a:path w="5509259" h="7655559">
                  <a:moveTo>
                    <a:pt x="5509119" y="5610307"/>
                  </a:moveTo>
                  <a:lnTo>
                    <a:pt x="5509119" y="5632848"/>
                  </a:lnTo>
                  <a:lnTo>
                    <a:pt x="5502105" y="5637141"/>
                  </a:lnTo>
                  <a:lnTo>
                    <a:pt x="5491669" y="5620090"/>
                  </a:lnTo>
                  <a:lnTo>
                    <a:pt x="5508526" y="5609773"/>
                  </a:lnTo>
                  <a:lnTo>
                    <a:pt x="5508720" y="5609654"/>
                  </a:lnTo>
                  <a:lnTo>
                    <a:pt x="5509119" y="5610307"/>
                  </a:lnTo>
                  <a:close/>
                </a:path>
                <a:path w="5509259" h="7655559">
                  <a:moveTo>
                    <a:pt x="5343062" y="5732627"/>
                  </a:moveTo>
                  <a:lnTo>
                    <a:pt x="5328742" y="5741389"/>
                  </a:lnTo>
                  <a:lnTo>
                    <a:pt x="5319972" y="5727069"/>
                  </a:lnTo>
                  <a:lnTo>
                    <a:pt x="5334292" y="5718307"/>
                  </a:lnTo>
                  <a:lnTo>
                    <a:pt x="5343062" y="5732627"/>
                  </a:lnTo>
                  <a:close/>
                </a:path>
                <a:path w="5509259" h="7655559">
                  <a:moveTo>
                    <a:pt x="5167503" y="5838681"/>
                  </a:moveTo>
                  <a:lnTo>
                    <a:pt x="5155231" y="5846188"/>
                  </a:lnTo>
                  <a:lnTo>
                    <a:pt x="5147715" y="5833908"/>
                  </a:lnTo>
                  <a:lnTo>
                    <a:pt x="5159987" y="5826400"/>
                  </a:lnTo>
                  <a:lnTo>
                    <a:pt x="5167503" y="5838681"/>
                  </a:lnTo>
                  <a:close/>
                </a:path>
                <a:path w="5509259" h="7655559">
                  <a:moveTo>
                    <a:pt x="4992503" y="5944865"/>
                  </a:moveTo>
                  <a:lnTo>
                    <a:pt x="4981597" y="5951539"/>
                  </a:lnTo>
                  <a:lnTo>
                    <a:pt x="4974915" y="5940633"/>
                  </a:lnTo>
                  <a:lnTo>
                    <a:pt x="4985829" y="5933950"/>
                  </a:lnTo>
                  <a:lnTo>
                    <a:pt x="4992503" y="5944865"/>
                  </a:lnTo>
                  <a:close/>
                </a:path>
                <a:path w="5509259" h="7655559">
                  <a:moveTo>
                    <a:pt x="4817505" y="6051048"/>
                  </a:moveTo>
                  <a:lnTo>
                    <a:pt x="4807964" y="6056890"/>
                  </a:lnTo>
                  <a:lnTo>
                    <a:pt x="4802115" y="6047341"/>
                  </a:lnTo>
                  <a:lnTo>
                    <a:pt x="4811665" y="6041500"/>
                  </a:lnTo>
                  <a:lnTo>
                    <a:pt x="4817505" y="6051048"/>
                  </a:lnTo>
                  <a:close/>
                </a:path>
                <a:path w="5509259" h="7655559">
                  <a:moveTo>
                    <a:pt x="4642513" y="6157234"/>
                  </a:moveTo>
                  <a:lnTo>
                    <a:pt x="4634322" y="6162242"/>
                  </a:lnTo>
                  <a:lnTo>
                    <a:pt x="4629314" y="6154058"/>
                  </a:lnTo>
                  <a:lnTo>
                    <a:pt x="4637498" y="6149042"/>
                  </a:lnTo>
                  <a:lnTo>
                    <a:pt x="4642513" y="6157234"/>
                  </a:lnTo>
                  <a:close/>
                </a:path>
                <a:path w="5509259" h="7655559">
                  <a:moveTo>
                    <a:pt x="4466955" y="6263287"/>
                  </a:moveTo>
                  <a:lnTo>
                    <a:pt x="4460819" y="6267041"/>
                  </a:lnTo>
                  <a:lnTo>
                    <a:pt x="4457065" y="6260905"/>
                  </a:lnTo>
                  <a:lnTo>
                    <a:pt x="4463202" y="6257143"/>
                  </a:lnTo>
                  <a:lnTo>
                    <a:pt x="4466955" y="6263287"/>
                  </a:lnTo>
                  <a:close/>
                </a:path>
                <a:path w="5509259" h="7655559">
                  <a:moveTo>
                    <a:pt x="4292508" y="6369594"/>
                  </a:moveTo>
                  <a:lnTo>
                    <a:pt x="4287054" y="6372936"/>
                  </a:lnTo>
                  <a:lnTo>
                    <a:pt x="4283713" y="6367482"/>
                  </a:lnTo>
                  <a:lnTo>
                    <a:pt x="4289167" y="6364141"/>
                  </a:lnTo>
                  <a:lnTo>
                    <a:pt x="4292508" y="6369594"/>
                  </a:lnTo>
                  <a:close/>
                </a:path>
                <a:path w="5509259" h="7655559">
                  <a:moveTo>
                    <a:pt x="4117509" y="6475787"/>
                  </a:moveTo>
                  <a:lnTo>
                    <a:pt x="4113413" y="6478295"/>
                  </a:lnTo>
                  <a:lnTo>
                    <a:pt x="4110905" y="6474199"/>
                  </a:lnTo>
                  <a:lnTo>
                    <a:pt x="4115009" y="6471691"/>
                  </a:lnTo>
                  <a:lnTo>
                    <a:pt x="4117509" y="6475787"/>
                  </a:lnTo>
                  <a:close/>
                </a:path>
                <a:path w="5509259" h="7655559">
                  <a:moveTo>
                    <a:pt x="3942510" y="6581970"/>
                  </a:moveTo>
                  <a:lnTo>
                    <a:pt x="3939779" y="6583646"/>
                  </a:lnTo>
                  <a:lnTo>
                    <a:pt x="3938113" y="6580915"/>
                  </a:lnTo>
                  <a:lnTo>
                    <a:pt x="3940835" y="6579241"/>
                  </a:lnTo>
                  <a:lnTo>
                    <a:pt x="3942510" y="6581970"/>
                  </a:lnTo>
                  <a:close/>
                </a:path>
                <a:path w="5509259" h="7655559">
                  <a:moveTo>
                    <a:pt x="3767502" y="6688147"/>
                  </a:moveTo>
                  <a:lnTo>
                    <a:pt x="3766137" y="6688989"/>
                  </a:lnTo>
                  <a:lnTo>
                    <a:pt x="3765303" y="6687623"/>
                  </a:lnTo>
                  <a:lnTo>
                    <a:pt x="3766669" y="6686790"/>
                  </a:lnTo>
                  <a:lnTo>
                    <a:pt x="3767502" y="6688147"/>
                  </a:lnTo>
                  <a:close/>
                </a:path>
                <a:path w="5509259" h="7655559">
                  <a:moveTo>
                    <a:pt x="5413260" y="5452931"/>
                  </a:moveTo>
                  <a:lnTo>
                    <a:pt x="5395519" y="5463789"/>
                  </a:lnTo>
                  <a:lnTo>
                    <a:pt x="5384671" y="5446064"/>
                  </a:lnTo>
                  <a:lnTo>
                    <a:pt x="5402404" y="5435207"/>
                  </a:lnTo>
                  <a:lnTo>
                    <a:pt x="5413260" y="5452931"/>
                  </a:lnTo>
                  <a:close/>
                </a:path>
                <a:path w="5509259" h="7655559">
                  <a:moveTo>
                    <a:pt x="5237701" y="5558986"/>
                  </a:moveTo>
                  <a:lnTo>
                    <a:pt x="5222024" y="5568580"/>
                  </a:lnTo>
                  <a:lnTo>
                    <a:pt x="5212421" y="5552903"/>
                  </a:lnTo>
                  <a:lnTo>
                    <a:pt x="5228106" y="5543308"/>
                  </a:lnTo>
                  <a:lnTo>
                    <a:pt x="5237701" y="5558986"/>
                  </a:lnTo>
                  <a:close/>
                </a:path>
                <a:path w="5509259" h="7655559">
                  <a:moveTo>
                    <a:pt x="5061607" y="5664908"/>
                  </a:moveTo>
                  <a:lnTo>
                    <a:pt x="5048652" y="5672836"/>
                  </a:lnTo>
                  <a:lnTo>
                    <a:pt x="5040716" y="5659881"/>
                  </a:lnTo>
                  <a:lnTo>
                    <a:pt x="5053671" y="5651954"/>
                  </a:lnTo>
                  <a:lnTo>
                    <a:pt x="5061607" y="5664908"/>
                  </a:lnTo>
                  <a:close/>
                </a:path>
                <a:path w="5509259" h="7655559">
                  <a:moveTo>
                    <a:pt x="4886608" y="5771092"/>
                  </a:moveTo>
                  <a:lnTo>
                    <a:pt x="4875019" y="5778187"/>
                  </a:lnTo>
                  <a:lnTo>
                    <a:pt x="4867915" y="5766590"/>
                  </a:lnTo>
                  <a:lnTo>
                    <a:pt x="4879504" y="5759495"/>
                  </a:lnTo>
                  <a:lnTo>
                    <a:pt x="4886608" y="5771092"/>
                  </a:lnTo>
                  <a:close/>
                </a:path>
                <a:path w="5509259" h="7655559">
                  <a:moveTo>
                    <a:pt x="4711609" y="5877285"/>
                  </a:moveTo>
                  <a:lnTo>
                    <a:pt x="4701377" y="5883546"/>
                  </a:lnTo>
                  <a:lnTo>
                    <a:pt x="4695116" y="5873314"/>
                  </a:lnTo>
                  <a:lnTo>
                    <a:pt x="4705347" y="5867052"/>
                  </a:lnTo>
                  <a:lnTo>
                    <a:pt x="4711609" y="5877285"/>
                  </a:lnTo>
                  <a:close/>
                </a:path>
                <a:path w="5509259" h="7655559">
                  <a:moveTo>
                    <a:pt x="4536601" y="5983461"/>
                  </a:moveTo>
                  <a:lnTo>
                    <a:pt x="4527735" y="5988889"/>
                  </a:lnTo>
                  <a:lnTo>
                    <a:pt x="4522315" y="5980031"/>
                  </a:lnTo>
                  <a:lnTo>
                    <a:pt x="4531181" y="5974602"/>
                  </a:lnTo>
                  <a:lnTo>
                    <a:pt x="4536601" y="5983461"/>
                  </a:lnTo>
                  <a:close/>
                </a:path>
                <a:path w="5509259" h="7655559">
                  <a:moveTo>
                    <a:pt x="4361059" y="6089514"/>
                  </a:moveTo>
                  <a:lnTo>
                    <a:pt x="4354241" y="6093688"/>
                  </a:lnTo>
                  <a:lnTo>
                    <a:pt x="4350066" y="6086870"/>
                  </a:lnTo>
                  <a:lnTo>
                    <a:pt x="4356885" y="6082696"/>
                  </a:lnTo>
                  <a:lnTo>
                    <a:pt x="4361059" y="6089514"/>
                  </a:lnTo>
                  <a:close/>
                </a:path>
                <a:path w="5509259" h="7655559">
                  <a:moveTo>
                    <a:pt x="4186060" y="6195698"/>
                  </a:moveTo>
                  <a:lnTo>
                    <a:pt x="4180599" y="6199040"/>
                  </a:lnTo>
                  <a:lnTo>
                    <a:pt x="4177266" y="6193586"/>
                  </a:lnTo>
                  <a:lnTo>
                    <a:pt x="4182719" y="6190245"/>
                  </a:lnTo>
                  <a:lnTo>
                    <a:pt x="4186060" y="6195698"/>
                  </a:lnTo>
                  <a:close/>
                </a:path>
                <a:path w="5509259" h="7655559">
                  <a:moveTo>
                    <a:pt x="4011061" y="6301883"/>
                  </a:moveTo>
                  <a:lnTo>
                    <a:pt x="4006957" y="6304391"/>
                  </a:lnTo>
                  <a:lnTo>
                    <a:pt x="4004457" y="6300303"/>
                  </a:lnTo>
                  <a:lnTo>
                    <a:pt x="4008553" y="6297795"/>
                  </a:lnTo>
                  <a:lnTo>
                    <a:pt x="4011061" y="6301883"/>
                  </a:lnTo>
                  <a:close/>
                </a:path>
                <a:path w="5509259" h="7655559">
                  <a:moveTo>
                    <a:pt x="3836606" y="6408206"/>
                  </a:moveTo>
                  <a:lnTo>
                    <a:pt x="3833193" y="6410294"/>
                  </a:lnTo>
                  <a:lnTo>
                    <a:pt x="3831105" y="6406881"/>
                  </a:lnTo>
                  <a:lnTo>
                    <a:pt x="3834518" y="6404793"/>
                  </a:lnTo>
                  <a:lnTo>
                    <a:pt x="3836606" y="6408206"/>
                  </a:lnTo>
                  <a:close/>
                </a:path>
                <a:path w="5509259" h="7655559">
                  <a:moveTo>
                    <a:pt x="3661598" y="6514383"/>
                  </a:moveTo>
                  <a:lnTo>
                    <a:pt x="3659559" y="6515637"/>
                  </a:lnTo>
                  <a:lnTo>
                    <a:pt x="3658313" y="6513597"/>
                  </a:lnTo>
                  <a:lnTo>
                    <a:pt x="3660353" y="6512343"/>
                  </a:lnTo>
                  <a:lnTo>
                    <a:pt x="3661598" y="6514383"/>
                  </a:lnTo>
                  <a:close/>
                </a:path>
                <a:path w="5509259" h="7655559">
                  <a:moveTo>
                    <a:pt x="5482908" y="5173114"/>
                  </a:moveTo>
                  <a:lnTo>
                    <a:pt x="5462452" y="5185637"/>
                  </a:lnTo>
                  <a:lnTo>
                    <a:pt x="5449929" y="5165182"/>
                  </a:lnTo>
                  <a:lnTo>
                    <a:pt x="5470385" y="5152659"/>
                  </a:lnTo>
                  <a:lnTo>
                    <a:pt x="5482908" y="5173114"/>
                  </a:lnTo>
                  <a:close/>
                </a:path>
                <a:path w="5509259" h="7655559">
                  <a:moveTo>
                    <a:pt x="5307357" y="5279168"/>
                  </a:moveTo>
                  <a:lnTo>
                    <a:pt x="5288941" y="5290437"/>
                  </a:lnTo>
                  <a:lnTo>
                    <a:pt x="5277672" y="5272029"/>
                  </a:lnTo>
                  <a:lnTo>
                    <a:pt x="5296088" y="5260760"/>
                  </a:lnTo>
                  <a:lnTo>
                    <a:pt x="5307357" y="5279168"/>
                  </a:lnTo>
                  <a:close/>
                </a:path>
                <a:path w="5509259" h="7655559">
                  <a:moveTo>
                    <a:pt x="5131806" y="5385213"/>
                  </a:moveTo>
                  <a:lnTo>
                    <a:pt x="5115438" y="5395237"/>
                  </a:lnTo>
                  <a:lnTo>
                    <a:pt x="5105422" y="5378869"/>
                  </a:lnTo>
                  <a:lnTo>
                    <a:pt x="5121790" y="5368845"/>
                  </a:lnTo>
                  <a:lnTo>
                    <a:pt x="5131806" y="5385213"/>
                  </a:lnTo>
                  <a:close/>
                </a:path>
                <a:path w="5509259" h="7655559">
                  <a:moveTo>
                    <a:pt x="4955711" y="5491135"/>
                  </a:moveTo>
                  <a:lnTo>
                    <a:pt x="4942074" y="5499484"/>
                  </a:lnTo>
                  <a:lnTo>
                    <a:pt x="4933725" y="5485847"/>
                  </a:lnTo>
                  <a:lnTo>
                    <a:pt x="4947363" y="5477498"/>
                  </a:lnTo>
                  <a:lnTo>
                    <a:pt x="4955711" y="5491135"/>
                  </a:lnTo>
                  <a:close/>
                </a:path>
                <a:path w="5509259" h="7655559">
                  <a:moveTo>
                    <a:pt x="4780713" y="5597328"/>
                  </a:moveTo>
                  <a:lnTo>
                    <a:pt x="4768433" y="5604843"/>
                  </a:lnTo>
                  <a:lnTo>
                    <a:pt x="4760917" y="5592563"/>
                  </a:lnTo>
                  <a:lnTo>
                    <a:pt x="4773197" y="5585048"/>
                  </a:lnTo>
                  <a:lnTo>
                    <a:pt x="4780713" y="5597328"/>
                  </a:lnTo>
                  <a:close/>
                </a:path>
                <a:path w="5509259" h="7655559">
                  <a:moveTo>
                    <a:pt x="4605704" y="5703504"/>
                  </a:moveTo>
                  <a:lnTo>
                    <a:pt x="4594790" y="5710186"/>
                  </a:lnTo>
                  <a:lnTo>
                    <a:pt x="4588108" y="5699280"/>
                  </a:lnTo>
                  <a:lnTo>
                    <a:pt x="4599030" y="5692597"/>
                  </a:lnTo>
                  <a:lnTo>
                    <a:pt x="4605704" y="5703504"/>
                  </a:lnTo>
                  <a:close/>
                </a:path>
                <a:path w="5509259" h="7655559">
                  <a:moveTo>
                    <a:pt x="4430706" y="5809688"/>
                  </a:moveTo>
                  <a:lnTo>
                    <a:pt x="4421157" y="5815538"/>
                  </a:lnTo>
                  <a:lnTo>
                    <a:pt x="4415315" y="5805988"/>
                  </a:lnTo>
                  <a:lnTo>
                    <a:pt x="4424865" y="5800139"/>
                  </a:lnTo>
                  <a:lnTo>
                    <a:pt x="4430706" y="5809688"/>
                  </a:lnTo>
                  <a:close/>
                </a:path>
                <a:path w="5509259" h="7655559">
                  <a:moveTo>
                    <a:pt x="4255156" y="5915742"/>
                  </a:moveTo>
                  <a:lnTo>
                    <a:pt x="4247654" y="5920337"/>
                  </a:lnTo>
                  <a:lnTo>
                    <a:pt x="4243059" y="5912835"/>
                  </a:lnTo>
                  <a:lnTo>
                    <a:pt x="4250561" y="5908240"/>
                  </a:lnTo>
                  <a:lnTo>
                    <a:pt x="4255156" y="5915742"/>
                  </a:lnTo>
                  <a:close/>
                </a:path>
                <a:path w="5509259" h="7655559">
                  <a:moveTo>
                    <a:pt x="4080157" y="6021934"/>
                  </a:moveTo>
                  <a:lnTo>
                    <a:pt x="4074012" y="6025688"/>
                  </a:lnTo>
                  <a:lnTo>
                    <a:pt x="4070259" y="6019552"/>
                  </a:lnTo>
                  <a:lnTo>
                    <a:pt x="4076394" y="6015790"/>
                  </a:lnTo>
                  <a:lnTo>
                    <a:pt x="4080157" y="6021934"/>
                  </a:lnTo>
                  <a:close/>
                </a:path>
                <a:path w="5509259" h="7655559">
                  <a:moveTo>
                    <a:pt x="3905157" y="6128119"/>
                  </a:moveTo>
                  <a:lnTo>
                    <a:pt x="3900379" y="6131039"/>
                  </a:lnTo>
                  <a:lnTo>
                    <a:pt x="3897458" y="6126269"/>
                  </a:lnTo>
                  <a:lnTo>
                    <a:pt x="3902237" y="6123348"/>
                  </a:lnTo>
                  <a:lnTo>
                    <a:pt x="3905157" y="6128119"/>
                  </a:lnTo>
                  <a:close/>
                </a:path>
                <a:path w="5509259" h="7655559">
                  <a:moveTo>
                    <a:pt x="3730150" y="6234303"/>
                  </a:moveTo>
                  <a:lnTo>
                    <a:pt x="3726745" y="6236390"/>
                  </a:lnTo>
                  <a:lnTo>
                    <a:pt x="3724658" y="6232985"/>
                  </a:lnTo>
                  <a:lnTo>
                    <a:pt x="3728063" y="6230898"/>
                  </a:lnTo>
                  <a:lnTo>
                    <a:pt x="3730150" y="6234303"/>
                  </a:lnTo>
                  <a:close/>
                </a:path>
                <a:path w="5509259" h="7655559">
                  <a:moveTo>
                    <a:pt x="3555151" y="6340488"/>
                  </a:moveTo>
                  <a:lnTo>
                    <a:pt x="3553111" y="6341742"/>
                  </a:lnTo>
                  <a:lnTo>
                    <a:pt x="3551857" y="6339694"/>
                  </a:lnTo>
                  <a:lnTo>
                    <a:pt x="3553897" y="6338440"/>
                  </a:lnTo>
                  <a:lnTo>
                    <a:pt x="3555151" y="6340488"/>
                  </a:lnTo>
                  <a:close/>
                </a:path>
                <a:path w="5509259" h="7655559">
                  <a:moveTo>
                    <a:pt x="5377012" y="4999341"/>
                  </a:moveTo>
                  <a:lnTo>
                    <a:pt x="5355865" y="5012285"/>
                  </a:lnTo>
                  <a:lnTo>
                    <a:pt x="5342922" y="4991146"/>
                  </a:lnTo>
                  <a:lnTo>
                    <a:pt x="5364068" y="4978203"/>
                  </a:lnTo>
                  <a:lnTo>
                    <a:pt x="5377012" y="4999341"/>
                  </a:lnTo>
                  <a:close/>
                </a:path>
                <a:path w="5509259" h="7655559">
                  <a:moveTo>
                    <a:pt x="5201453" y="5105395"/>
                  </a:moveTo>
                  <a:lnTo>
                    <a:pt x="5182362" y="5117084"/>
                  </a:lnTo>
                  <a:lnTo>
                    <a:pt x="5170673" y="5097994"/>
                  </a:lnTo>
                  <a:lnTo>
                    <a:pt x="5189763" y="5086305"/>
                  </a:lnTo>
                  <a:lnTo>
                    <a:pt x="5201453" y="5105395"/>
                  </a:lnTo>
                  <a:close/>
                </a:path>
                <a:path w="5509259" h="7655559">
                  <a:moveTo>
                    <a:pt x="5025902" y="5211449"/>
                  </a:moveTo>
                  <a:lnTo>
                    <a:pt x="5008851" y="5221885"/>
                  </a:lnTo>
                  <a:lnTo>
                    <a:pt x="4998415" y="5204843"/>
                  </a:lnTo>
                  <a:lnTo>
                    <a:pt x="5015466" y="5194406"/>
                  </a:lnTo>
                  <a:lnTo>
                    <a:pt x="5025902" y="5211449"/>
                  </a:lnTo>
                  <a:close/>
                </a:path>
                <a:path w="5509259" h="7655559">
                  <a:moveTo>
                    <a:pt x="4850359" y="5317503"/>
                  </a:moveTo>
                  <a:lnTo>
                    <a:pt x="4835349" y="5326685"/>
                  </a:lnTo>
                  <a:lnTo>
                    <a:pt x="4826167" y="5311690"/>
                  </a:lnTo>
                  <a:lnTo>
                    <a:pt x="4841177" y="5302500"/>
                  </a:lnTo>
                  <a:lnTo>
                    <a:pt x="4850359" y="5317503"/>
                  </a:lnTo>
                  <a:close/>
                </a:path>
                <a:path w="5509259" h="7655559">
                  <a:moveTo>
                    <a:pt x="4674257" y="5423424"/>
                  </a:moveTo>
                  <a:lnTo>
                    <a:pt x="4661977" y="5430940"/>
                  </a:lnTo>
                  <a:lnTo>
                    <a:pt x="4654462" y="5418660"/>
                  </a:lnTo>
                  <a:lnTo>
                    <a:pt x="4666742" y="5411144"/>
                  </a:lnTo>
                  <a:lnTo>
                    <a:pt x="4674257" y="5423424"/>
                  </a:lnTo>
                  <a:close/>
                </a:path>
                <a:path w="5509259" h="7655559">
                  <a:moveTo>
                    <a:pt x="4499258" y="5529609"/>
                  </a:moveTo>
                  <a:lnTo>
                    <a:pt x="4488344" y="5536291"/>
                  </a:lnTo>
                  <a:lnTo>
                    <a:pt x="4481661" y="5525377"/>
                  </a:lnTo>
                  <a:lnTo>
                    <a:pt x="4492576" y="5518694"/>
                  </a:lnTo>
                  <a:lnTo>
                    <a:pt x="4499258" y="5529609"/>
                  </a:lnTo>
                  <a:close/>
                </a:path>
                <a:path w="5509259" h="7655559">
                  <a:moveTo>
                    <a:pt x="4324259" y="5635793"/>
                  </a:moveTo>
                  <a:lnTo>
                    <a:pt x="4314710" y="5641634"/>
                  </a:lnTo>
                  <a:lnTo>
                    <a:pt x="4308869" y="5632093"/>
                  </a:lnTo>
                  <a:lnTo>
                    <a:pt x="4318418" y="5626244"/>
                  </a:lnTo>
                  <a:lnTo>
                    <a:pt x="4324259" y="5635793"/>
                  </a:lnTo>
                  <a:close/>
                </a:path>
                <a:path w="5509259" h="7655559">
                  <a:moveTo>
                    <a:pt x="4149252" y="5741978"/>
                  </a:moveTo>
                  <a:lnTo>
                    <a:pt x="4141068" y="5746986"/>
                  </a:lnTo>
                  <a:lnTo>
                    <a:pt x="4136060" y="5738810"/>
                  </a:lnTo>
                  <a:lnTo>
                    <a:pt x="4144244" y="5733794"/>
                  </a:lnTo>
                  <a:lnTo>
                    <a:pt x="4149252" y="5741978"/>
                  </a:lnTo>
                  <a:close/>
                </a:path>
                <a:path w="5509259" h="7655559">
                  <a:moveTo>
                    <a:pt x="3974253" y="5848162"/>
                  </a:moveTo>
                  <a:lnTo>
                    <a:pt x="3967434" y="5852337"/>
                  </a:lnTo>
                  <a:lnTo>
                    <a:pt x="3963260" y="5845518"/>
                  </a:lnTo>
                  <a:lnTo>
                    <a:pt x="3970079" y="5841344"/>
                  </a:lnTo>
                  <a:lnTo>
                    <a:pt x="3974253" y="5848162"/>
                  </a:lnTo>
                  <a:close/>
                </a:path>
                <a:path w="5509259" h="7655559">
                  <a:moveTo>
                    <a:pt x="3799254" y="5954347"/>
                  </a:moveTo>
                  <a:lnTo>
                    <a:pt x="3793800" y="5957688"/>
                  </a:lnTo>
                  <a:lnTo>
                    <a:pt x="3790459" y="5952235"/>
                  </a:lnTo>
                  <a:lnTo>
                    <a:pt x="3795912" y="5948893"/>
                  </a:lnTo>
                  <a:lnTo>
                    <a:pt x="3799254" y="5954347"/>
                  </a:lnTo>
                  <a:close/>
                </a:path>
                <a:path w="5509259" h="7655559">
                  <a:moveTo>
                    <a:pt x="3624255" y="6060539"/>
                  </a:moveTo>
                  <a:lnTo>
                    <a:pt x="3620167" y="6063039"/>
                  </a:lnTo>
                  <a:lnTo>
                    <a:pt x="3617659" y="6058943"/>
                  </a:lnTo>
                  <a:lnTo>
                    <a:pt x="3621746" y="6056435"/>
                  </a:lnTo>
                  <a:lnTo>
                    <a:pt x="3624255" y="6060539"/>
                  </a:lnTo>
                  <a:close/>
                </a:path>
                <a:path w="5509259" h="7655559">
                  <a:moveTo>
                    <a:pt x="3449255" y="6166715"/>
                  </a:moveTo>
                  <a:lnTo>
                    <a:pt x="3446525" y="6168382"/>
                  </a:lnTo>
                  <a:lnTo>
                    <a:pt x="3444858" y="6165667"/>
                  </a:lnTo>
                  <a:lnTo>
                    <a:pt x="3447589" y="6163992"/>
                  </a:lnTo>
                  <a:lnTo>
                    <a:pt x="3449255" y="6166715"/>
                  </a:lnTo>
                  <a:close/>
                </a:path>
                <a:path w="5509259" h="7655559">
                  <a:moveTo>
                    <a:pt x="3274256" y="6272900"/>
                  </a:moveTo>
                  <a:lnTo>
                    <a:pt x="3272890" y="6273733"/>
                  </a:lnTo>
                  <a:lnTo>
                    <a:pt x="3272057" y="6272376"/>
                  </a:lnTo>
                  <a:lnTo>
                    <a:pt x="3273423" y="6271542"/>
                  </a:lnTo>
                  <a:lnTo>
                    <a:pt x="3274256" y="6272900"/>
                  </a:lnTo>
                  <a:close/>
                </a:path>
                <a:path w="5509259" h="7655559">
                  <a:moveTo>
                    <a:pt x="5447202" y="4719657"/>
                  </a:moveTo>
                  <a:lnTo>
                    <a:pt x="5422651" y="4734688"/>
                  </a:lnTo>
                  <a:lnTo>
                    <a:pt x="5407628" y="4710136"/>
                  </a:lnTo>
                  <a:lnTo>
                    <a:pt x="5432180" y="4695113"/>
                  </a:lnTo>
                  <a:lnTo>
                    <a:pt x="5447202" y="4719657"/>
                  </a:lnTo>
                  <a:close/>
                </a:path>
                <a:path w="5509259" h="7655559">
                  <a:moveTo>
                    <a:pt x="5271100" y="4825579"/>
                  </a:moveTo>
                  <a:lnTo>
                    <a:pt x="5249278" y="4838935"/>
                  </a:lnTo>
                  <a:lnTo>
                    <a:pt x="5235922" y="4817113"/>
                  </a:lnTo>
                  <a:lnTo>
                    <a:pt x="5257743" y="4803757"/>
                  </a:lnTo>
                  <a:lnTo>
                    <a:pt x="5271100" y="4825579"/>
                  </a:lnTo>
                  <a:close/>
                </a:path>
                <a:path w="5509259" h="7655559">
                  <a:moveTo>
                    <a:pt x="5095558" y="4931632"/>
                  </a:moveTo>
                  <a:lnTo>
                    <a:pt x="5075784" y="4943734"/>
                  </a:lnTo>
                  <a:lnTo>
                    <a:pt x="5063674" y="4923961"/>
                  </a:lnTo>
                  <a:lnTo>
                    <a:pt x="5083455" y="4911851"/>
                  </a:lnTo>
                  <a:lnTo>
                    <a:pt x="5095558" y="4931632"/>
                  </a:lnTo>
                  <a:close/>
                </a:path>
                <a:path w="5509259" h="7655559">
                  <a:moveTo>
                    <a:pt x="4920006" y="5037684"/>
                  </a:moveTo>
                  <a:lnTo>
                    <a:pt x="4902273" y="5048534"/>
                  </a:lnTo>
                  <a:lnTo>
                    <a:pt x="4891425" y="5030809"/>
                  </a:lnTo>
                  <a:lnTo>
                    <a:pt x="4909150" y="5019952"/>
                  </a:lnTo>
                  <a:lnTo>
                    <a:pt x="4920006" y="5037684"/>
                  </a:lnTo>
                  <a:close/>
                </a:path>
                <a:path w="5509259" h="7655559">
                  <a:moveTo>
                    <a:pt x="4744448" y="5143740"/>
                  </a:moveTo>
                  <a:lnTo>
                    <a:pt x="4728770" y="5153334"/>
                  </a:lnTo>
                  <a:lnTo>
                    <a:pt x="4719167" y="5137649"/>
                  </a:lnTo>
                  <a:lnTo>
                    <a:pt x="4734845" y="5128055"/>
                  </a:lnTo>
                  <a:lnTo>
                    <a:pt x="4744448" y="5143740"/>
                  </a:lnTo>
                  <a:close/>
                </a:path>
                <a:path w="5509259" h="7655559">
                  <a:moveTo>
                    <a:pt x="4568353" y="5249662"/>
                  </a:moveTo>
                  <a:lnTo>
                    <a:pt x="4555398" y="5257590"/>
                  </a:lnTo>
                  <a:lnTo>
                    <a:pt x="4547462" y="5244635"/>
                  </a:lnTo>
                  <a:lnTo>
                    <a:pt x="4560425" y="5236699"/>
                  </a:lnTo>
                  <a:lnTo>
                    <a:pt x="4568353" y="5249662"/>
                  </a:lnTo>
                  <a:close/>
                </a:path>
                <a:path w="5509259" h="7655559">
                  <a:moveTo>
                    <a:pt x="4393354" y="5355838"/>
                  </a:moveTo>
                  <a:lnTo>
                    <a:pt x="4381757" y="5362933"/>
                  </a:lnTo>
                  <a:lnTo>
                    <a:pt x="4374662" y="5351344"/>
                  </a:lnTo>
                  <a:lnTo>
                    <a:pt x="4386260" y="5344249"/>
                  </a:lnTo>
                  <a:lnTo>
                    <a:pt x="4393354" y="5355838"/>
                  </a:lnTo>
                  <a:close/>
                </a:path>
                <a:path w="5509259" h="7655559">
                  <a:moveTo>
                    <a:pt x="4218347" y="5462023"/>
                  </a:moveTo>
                  <a:lnTo>
                    <a:pt x="4208123" y="5468284"/>
                  </a:lnTo>
                  <a:lnTo>
                    <a:pt x="4201862" y="5458060"/>
                  </a:lnTo>
                  <a:lnTo>
                    <a:pt x="4212086" y="5451799"/>
                  </a:lnTo>
                  <a:lnTo>
                    <a:pt x="4218347" y="5462023"/>
                  </a:lnTo>
                  <a:close/>
                </a:path>
                <a:path w="5509259" h="7655559">
                  <a:moveTo>
                    <a:pt x="4043348" y="5568215"/>
                  </a:moveTo>
                  <a:lnTo>
                    <a:pt x="4034489" y="5573635"/>
                  </a:lnTo>
                  <a:lnTo>
                    <a:pt x="4029061" y="5564769"/>
                  </a:lnTo>
                  <a:lnTo>
                    <a:pt x="4037920" y="5559349"/>
                  </a:lnTo>
                  <a:lnTo>
                    <a:pt x="4043348" y="5568215"/>
                  </a:lnTo>
                  <a:close/>
                </a:path>
                <a:path w="5509259" h="7655559">
                  <a:moveTo>
                    <a:pt x="3867805" y="5674260"/>
                  </a:moveTo>
                  <a:lnTo>
                    <a:pt x="3860987" y="5678435"/>
                  </a:lnTo>
                  <a:lnTo>
                    <a:pt x="3856812" y="5671616"/>
                  </a:lnTo>
                  <a:lnTo>
                    <a:pt x="3863631" y="5667442"/>
                  </a:lnTo>
                  <a:lnTo>
                    <a:pt x="3867805" y="5674260"/>
                  </a:lnTo>
                  <a:close/>
                </a:path>
                <a:path w="5509259" h="7655559">
                  <a:moveTo>
                    <a:pt x="3692806" y="5780445"/>
                  </a:moveTo>
                  <a:lnTo>
                    <a:pt x="3687345" y="5783786"/>
                  </a:lnTo>
                  <a:lnTo>
                    <a:pt x="3684004" y="5778333"/>
                  </a:lnTo>
                  <a:lnTo>
                    <a:pt x="3689465" y="5774992"/>
                  </a:lnTo>
                  <a:lnTo>
                    <a:pt x="3692806" y="5780445"/>
                  </a:lnTo>
                  <a:close/>
                </a:path>
                <a:path w="5509259" h="7655559">
                  <a:moveTo>
                    <a:pt x="3517807" y="5886638"/>
                  </a:moveTo>
                  <a:lnTo>
                    <a:pt x="3513711" y="5889137"/>
                  </a:lnTo>
                  <a:lnTo>
                    <a:pt x="3511211" y="5885049"/>
                  </a:lnTo>
                  <a:lnTo>
                    <a:pt x="3515299" y="5882541"/>
                  </a:lnTo>
                  <a:lnTo>
                    <a:pt x="3517807" y="5886638"/>
                  </a:lnTo>
                  <a:close/>
                </a:path>
                <a:path w="5509259" h="7655559">
                  <a:moveTo>
                    <a:pt x="3342808" y="5992821"/>
                  </a:moveTo>
                  <a:lnTo>
                    <a:pt x="3340077" y="5994488"/>
                  </a:lnTo>
                  <a:lnTo>
                    <a:pt x="3338403" y="5991766"/>
                  </a:lnTo>
                  <a:lnTo>
                    <a:pt x="3341133" y="5990091"/>
                  </a:lnTo>
                  <a:lnTo>
                    <a:pt x="3342808" y="5992821"/>
                  </a:lnTo>
                  <a:close/>
                </a:path>
                <a:path w="5509259" h="7655559">
                  <a:moveTo>
                    <a:pt x="3168353" y="6099137"/>
                  </a:moveTo>
                  <a:lnTo>
                    <a:pt x="3166305" y="6100391"/>
                  </a:lnTo>
                  <a:lnTo>
                    <a:pt x="3165050" y="6098343"/>
                  </a:lnTo>
                  <a:lnTo>
                    <a:pt x="3167098" y="6097089"/>
                  </a:lnTo>
                  <a:lnTo>
                    <a:pt x="3168353" y="6099137"/>
                  </a:lnTo>
                  <a:close/>
                </a:path>
                <a:path w="5509259" h="7655559">
                  <a:moveTo>
                    <a:pt x="5509119" y="4427208"/>
                  </a:moveTo>
                  <a:lnTo>
                    <a:pt x="5509119" y="4444575"/>
                  </a:lnTo>
                  <a:lnTo>
                    <a:pt x="5489576" y="4456539"/>
                  </a:lnTo>
                  <a:lnTo>
                    <a:pt x="5472871" y="4429256"/>
                  </a:lnTo>
                  <a:lnTo>
                    <a:pt x="5500153" y="4412559"/>
                  </a:lnTo>
                  <a:lnTo>
                    <a:pt x="5509119" y="4427208"/>
                  </a:lnTo>
                  <a:close/>
                </a:path>
                <a:path w="5509259" h="7655559">
                  <a:moveTo>
                    <a:pt x="5341309" y="4545895"/>
                  </a:moveTo>
                  <a:lnTo>
                    <a:pt x="5316074" y="4561338"/>
                  </a:lnTo>
                  <a:lnTo>
                    <a:pt x="5300622" y="4536104"/>
                  </a:lnTo>
                  <a:lnTo>
                    <a:pt x="5325857" y="4520660"/>
                  </a:lnTo>
                  <a:lnTo>
                    <a:pt x="5341309" y="4545895"/>
                  </a:lnTo>
                  <a:close/>
                </a:path>
                <a:path w="5509259" h="7655559">
                  <a:moveTo>
                    <a:pt x="5165750" y="4651949"/>
                  </a:moveTo>
                  <a:lnTo>
                    <a:pt x="5142563" y="4666139"/>
                  </a:lnTo>
                  <a:lnTo>
                    <a:pt x="5128373" y="4642952"/>
                  </a:lnTo>
                  <a:lnTo>
                    <a:pt x="5151560" y="4628762"/>
                  </a:lnTo>
                  <a:lnTo>
                    <a:pt x="5165750" y="4651949"/>
                  </a:lnTo>
                  <a:close/>
                </a:path>
                <a:path w="5509259" h="7655559">
                  <a:moveTo>
                    <a:pt x="4989655" y="4757869"/>
                  </a:moveTo>
                  <a:lnTo>
                    <a:pt x="4969200" y="4770394"/>
                  </a:lnTo>
                  <a:lnTo>
                    <a:pt x="4956669" y="4749930"/>
                  </a:lnTo>
                  <a:lnTo>
                    <a:pt x="4977133" y="4737407"/>
                  </a:lnTo>
                  <a:lnTo>
                    <a:pt x="4989655" y="4757869"/>
                  </a:lnTo>
                  <a:close/>
                </a:path>
                <a:path w="5509259" h="7655559">
                  <a:moveTo>
                    <a:pt x="4814113" y="4863916"/>
                  </a:moveTo>
                  <a:lnTo>
                    <a:pt x="4795697" y="4875193"/>
                  </a:lnTo>
                  <a:lnTo>
                    <a:pt x="4784419" y="4856777"/>
                  </a:lnTo>
                  <a:lnTo>
                    <a:pt x="4802835" y="4845500"/>
                  </a:lnTo>
                  <a:lnTo>
                    <a:pt x="4814113" y="4863916"/>
                  </a:lnTo>
                  <a:close/>
                </a:path>
                <a:path w="5509259" h="7655559">
                  <a:moveTo>
                    <a:pt x="4638554" y="4969970"/>
                  </a:moveTo>
                  <a:lnTo>
                    <a:pt x="4622186" y="4979993"/>
                  </a:lnTo>
                  <a:lnTo>
                    <a:pt x="4612170" y="4963625"/>
                  </a:lnTo>
                  <a:lnTo>
                    <a:pt x="4628538" y="4953601"/>
                  </a:lnTo>
                  <a:lnTo>
                    <a:pt x="4638554" y="4969970"/>
                  </a:lnTo>
                  <a:close/>
                </a:path>
                <a:path w="5509259" h="7655559">
                  <a:moveTo>
                    <a:pt x="4462451" y="5075884"/>
                  </a:moveTo>
                  <a:lnTo>
                    <a:pt x="4448814" y="5084233"/>
                  </a:lnTo>
                  <a:lnTo>
                    <a:pt x="4440466" y="5070596"/>
                  </a:lnTo>
                  <a:lnTo>
                    <a:pt x="4454103" y="5062247"/>
                  </a:lnTo>
                  <a:lnTo>
                    <a:pt x="4462451" y="5075884"/>
                  </a:lnTo>
                  <a:close/>
                </a:path>
                <a:path w="5509259" h="7655559">
                  <a:moveTo>
                    <a:pt x="4287452" y="5182076"/>
                  </a:moveTo>
                  <a:lnTo>
                    <a:pt x="4275180" y="5189591"/>
                  </a:lnTo>
                  <a:lnTo>
                    <a:pt x="4267665" y="5177319"/>
                  </a:lnTo>
                  <a:lnTo>
                    <a:pt x="4279945" y="5169804"/>
                  </a:lnTo>
                  <a:lnTo>
                    <a:pt x="4287452" y="5182076"/>
                  </a:lnTo>
                  <a:close/>
                </a:path>
                <a:path w="5509259" h="7655559">
                  <a:moveTo>
                    <a:pt x="4112453" y="5288261"/>
                  </a:moveTo>
                  <a:lnTo>
                    <a:pt x="4101546" y="5294934"/>
                  </a:lnTo>
                  <a:lnTo>
                    <a:pt x="4094864" y="5284028"/>
                  </a:lnTo>
                  <a:lnTo>
                    <a:pt x="4105779" y="5277354"/>
                  </a:lnTo>
                  <a:lnTo>
                    <a:pt x="4112453" y="5288261"/>
                  </a:lnTo>
                  <a:close/>
                </a:path>
                <a:path w="5509259" h="7655559">
                  <a:moveTo>
                    <a:pt x="3937454" y="5394445"/>
                  </a:moveTo>
                  <a:lnTo>
                    <a:pt x="3927905" y="5400294"/>
                  </a:lnTo>
                  <a:lnTo>
                    <a:pt x="3922064" y="5390745"/>
                  </a:lnTo>
                  <a:lnTo>
                    <a:pt x="3931613" y="5384895"/>
                  </a:lnTo>
                  <a:lnTo>
                    <a:pt x="3937454" y="5394445"/>
                  </a:lnTo>
                  <a:close/>
                </a:path>
                <a:path w="5509259" h="7655559">
                  <a:moveTo>
                    <a:pt x="3761903" y="5500498"/>
                  </a:moveTo>
                  <a:lnTo>
                    <a:pt x="3754402" y="5505093"/>
                  </a:lnTo>
                  <a:lnTo>
                    <a:pt x="3749807" y="5497592"/>
                  </a:lnTo>
                  <a:lnTo>
                    <a:pt x="3757308" y="5492997"/>
                  </a:lnTo>
                  <a:lnTo>
                    <a:pt x="3761903" y="5500498"/>
                  </a:lnTo>
                  <a:close/>
                </a:path>
                <a:path w="5509259" h="7655559">
                  <a:moveTo>
                    <a:pt x="3586904" y="5606682"/>
                  </a:moveTo>
                  <a:lnTo>
                    <a:pt x="3580768" y="5610437"/>
                  </a:lnTo>
                  <a:lnTo>
                    <a:pt x="3577015" y="5604300"/>
                  </a:lnTo>
                  <a:lnTo>
                    <a:pt x="3583143" y="5600547"/>
                  </a:lnTo>
                  <a:lnTo>
                    <a:pt x="3586904" y="5606682"/>
                  </a:lnTo>
                  <a:close/>
                </a:path>
                <a:path w="5509259" h="7655559">
                  <a:moveTo>
                    <a:pt x="3411905" y="5712875"/>
                  </a:moveTo>
                  <a:lnTo>
                    <a:pt x="3407135" y="5715796"/>
                  </a:lnTo>
                  <a:lnTo>
                    <a:pt x="3404206" y="5711017"/>
                  </a:lnTo>
                  <a:lnTo>
                    <a:pt x="3408977" y="5708097"/>
                  </a:lnTo>
                  <a:lnTo>
                    <a:pt x="3411905" y="5712875"/>
                  </a:lnTo>
                  <a:close/>
                </a:path>
                <a:path w="5509259" h="7655559">
                  <a:moveTo>
                    <a:pt x="3236898" y="5819052"/>
                  </a:moveTo>
                  <a:lnTo>
                    <a:pt x="3233493" y="5821139"/>
                  </a:lnTo>
                  <a:lnTo>
                    <a:pt x="3231406" y="5817733"/>
                  </a:lnTo>
                  <a:lnTo>
                    <a:pt x="3234811" y="5815646"/>
                  </a:lnTo>
                  <a:lnTo>
                    <a:pt x="3236898" y="5819052"/>
                  </a:lnTo>
                  <a:close/>
                </a:path>
                <a:path w="5509259" h="7655559">
                  <a:moveTo>
                    <a:pt x="3061907" y="5925236"/>
                  </a:moveTo>
                  <a:lnTo>
                    <a:pt x="3059859" y="5926490"/>
                  </a:lnTo>
                  <a:lnTo>
                    <a:pt x="3058605" y="5924450"/>
                  </a:lnTo>
                  <a:lnTo>
                    <a:pt x="3060653" y="5923196"/>
                  </a:lnTo>
                  <a:lnTo>
                    <a:pt x="3061907" y="5925236"/>
                  </a:lnTo>
                  <a:close/>
                </a:path>
                <a:path w="5509259" h="7655559">
                  <a:moveTo>
                    <a:pt x="5410955" y="4266068"/>
                  </a:moveTo>
                  <a:lnTo>
                    <a:pt x="5382998" y="4283178"/>
                  </a:lnTo>
                  <a:lnTo>
                    <a:pt x="5365880" y="4255221"/>
                  </a:lnTo>
                  <a:lnTo>
                    <a:pt x="5393838" y="4238111"/>
                  </a:lnTo>
                  <a:lnTo>
                    <a:pt x="5410955" y="4266068"/>
                  </a:lnTo>
                  <a:close/>
                </a:path>
                <a:path w="5509259" h="7655559">
                  <a:moveTo>
                    <a:pt x="5235413" y="4372122"/>
                  </a:moveTo>
                  <a:lnTo>
                    <a:pt x="5209496" y="4387986"/>
                  </a:lnTo>
                  <a:lnTo>
                    <a:pt x="5193632" y="4362068"/>
                  </a:lnTo>
                  <a:lnTo>
                    <a:pt x="5219549" y="4346204"/>
                  </a:lnTo>
                  <a:lnTo>
                    <a:pt x="5235413" y="4372122"/>
                  </a:lnTo>
                  <a:close/>
                </a:path>
                <a:path w="5509259" h="7655559">
                  <a:moveTo>
                    <a:pt x="5059854" y="4478176"/>
                  </a:moveTo>
                  <a:lnTo>
                    <a:pt x="5035985" y="4492786"/>
                  </a:lnTo>
                  <a:lnTo>
                    <a:pt x="5021374" y="4468917"/>
                  </a:lnTo>
                  <a:lnTo>
                    <a:pt x="5045244" y="4454306"/>
                  </a:lnTo>
                  <a:lnTo>
                    <a:pt x="5059854" y="4478176"/>
                  </a:lnTo>
                  <a:close/>
                </a:path>
                <a:path w="5509259" h="7655559">
                  <a:moveTo>
                    <a:pt x="4883752" y="4584090"/>
                  </a:moveTo>
                  <a:lnTo>
                    <a:pt x="4862613" y="4597034"/>
                  </a:lnTo>
                  <a:lnTo>
                    <a:pt x="4849670" y="4575895"/>
                  </a:lnTo>
                  <a:lnTo>
                    <a:pt x="4870816" y="4562951"/>
                  </a:lnTo>
                  <a:lnTo>
                    <a:pt x="4883752" y="4584090"/>
                  </a:lnTo>
                  <a:close/>
                </a:path>
                <a:path w="5509259" h="7655559">
                  <a:moveTo>
                    <a:pt x="4708210" y="4690151"/>
                  </a:moveTo>
                  <a:lnTo>
                    <a:pt x="4689119" y="4701841"/>
                  </a:lnTo>
                  <a:lnTo>
                    <a:pt x="4677430" y="4682742"/>
                  </a:lnTo>
                  <a:lnTo>
                    <a:pt x="4696520" y="4671053"/>
                  </a:lnTo>
                  <a:lnTo>
                    <a:pt x="4708210" y="4690151"/>
                  </a:lnTo>
                  <a:close/>
                </a:path>
                <a:path w="5509259" h="7655559">
                  <a:moveTo>
                    <a:pt x="4532659" y="4796205"/>
                  </a:moveTo>
                  <a:lnTo>
                    <a:pt x="4515608" y="4806641"/>
                  </a:lnTo>
                  <a:lnTo>
                    <a:pt x="4505171" y="4789590"/>
                  </a:lnTo>
                  <a:lnTo>
                    <a:pt x="4522222" y="4779154"/>
                  </a:lnTo>
                  <a:lnTo>
                    <a:pt x="4532659" y="4796205"/>
                  </a:lnTo>
                  <a:close/>
                </a:path>
                <a:path w="5509259" h="7655559">
                  <a:moveTo>
                    <a:pt x="4357107" y="4902259"/>
                  </a:moveTo>
                  <a:lnTo>
                    <a:pt x="4342105" y="4911441"/>
                  </a:lnTo>
                  <a:lnTo>
                    <a:pt x="4332922" y="4896430"/>
                  </a:lnTo>
                  <a:lnTo>
                    <a:pt x="4347917" y="4887248"/>
                  </a:lnTo>
                  <a:lnTo>
                    <a:pt x="4357107" y="4902259"/>
                  </a:lnTo>
                  <a:close/>
                </a:path>
                <a:path w="5509259" h="7655559">
                  <a:moveTo>
                    <a:pt x="4181005" y="5008181"/>
                  </a:moveTo>
                  <a:lnTo>
                    <a:pt x="4168733" y="5015696"/>
                  </a:lnTo>
                  <a:lnTo>
                    <a:pt x="4161218" y="5003416"/>
                  </a:lnTo>
                  <a:lnTo>
                    <a:pt x="4173490" y="4995901"/>
                  </a:lnTo>
                  <a:lnTo>
                    <a:pt x="4181005" y="5008181"/>
                  </a:lnTo>
                  <a:close/>
                </a:path>
                <a:path w="5509259" h="7655559">
                  <a:moveTo>
                    <a:pt x="4006006" y="5114358"/>
                  </a:moveTo>
                  <a:lnTo>
                    <a:pt x="3995091" y="5121040"/>
                  </a:lnTo>
                  <a:lnTo>
                    <a:pt x="3988417" y="5110125"/>
                  </a:lnTo>
                  <a:lnTo>
                    <a:pt x="3999324" y="5103452"/>
                  </a:lnTo>
                  <a:lnTo>
                    <a:pt x="4006006" y="5114358"/>
                  </a:lnTo>
                  <a:close/>
                </a:path>
                <a:path w="5509259" h="7655559">
                  <a:moveTo>
                    <a:pt x="3831007" y="5220542"/>
                  </a:moveTo>
                  <a:lnTo>
                    <a:pt x="3821458" y="5226391"/>
                  </a:lnTo>
                  <a:lnTo>
                    <a:pt x="3815609" y="5216842"/>
                  </a:lnTo>
                  <a:lnTo>
                    <a:pt x="3825158" y="5210993"/>
                  </a:lnTo>
                  <a:lnTo>
                    <a:pt x="3831007" y="5220542"/>
                  </a:lnTo>
                  <a:close/>
                </a:path>
                <a:path w="5509259" h="7655559">
                  <a:moveTo>
                    <a:pt x="3656007" y="5326734"/>
                  </a:moveTo>
                  <a:lnTo>
                    <a:pt x="3647824" y="5331742"/>
                  </a:lnTo>
                  <a:lnTo>
                    <a:pt x="3642816" y="5323550"/>
                  </a:lnTo>
                  <a:lnTo>
                    <a:pt x="3650992" y="5318542"/>
                  </a:lnTo>
                  <a:lnTo>
                    <a:pt x="3656007" y="5326734"/>
                  </a:lnTo>
                  <a:close/>
                </a:path>
                <a:path w="5509259" h="7655559">
                  <a:moveTo>
                    <a:pt x="3480449" y="5432788"/>
                  </a:moveTo>
                  <a:lnTo>
                    <a:pt x="3474321" y="5436541"/>
                  </a:lnTo>
                  <a:lnTo>
                    <a:pt x="3470559" y="5430397"/>
                  </a:lnTo>
                  <a:lnTo>
                    <a:pt x="3476695" y="5426644"/>
                  </a:lnTo>
                  <a:lnTo>
                    <a:pt x="3480449" y="5432788"/>
                  </a:lnTo>
                  <a:close/>
                </a:path>
                <a:path w="5509259" h="7655559">
                  <a:moveTo>
                    <a:pt x="3305450" y="5538972"/>
                  </a:moveTo>
                  <a:lnTo>
                    <a:pt x="3300679" y="5541893"/>
                  </a:lnTo>
                  <a:lnTo>
                    <a:pt x="3297759" y="5537114"/>
                  </a:lnTo>
                  <a:lnTo>
                    <a:pt x="3302529" y="5534194"/>
                  </a:lnTo>
                  <a:lnTo>
                    <a:pt x="3305450" y="5538972"/>
                  </a:lnTo>
                  <a:close/>
                </a:path>
                <a:path w="5509259" h="7655559">
                  <a:moveTo>
                    <a:pt x="3130451" y="5645157"/>
                  </a:moveTo>
                  <a:lnTo>
                    <a:pt x="3127045" y="5647244"/>
                  </a:lnTo>
                  <a:lnTo>
                    <a:pt x="3124958" y="5643838"/>
                  </a:lnTo>
                  <a:lnTo>
                    <a:pt x="3128364" y="5641751"/>
                  </a:lnTo>
                  <a:lnTo>
                    <a:pt x="3130451" y="5645157"/>
                  </a:lnTo>
                  <a:close/>
                </a:path>
                <a:path w="5509259" h="7655559">
                  <a:moveTo>
                    <a:pt x="2955460" y="5751341"/>
                  </a:moveTo>
                  <a:lnTo>
                    <a:pt x="2953412" y="5752595"/>
                  </a:lnTo>
                  <a:lnTo>
                    <a:pt x="2952157" y="5750547"/>
                  </a:lnTo>
                  <a:lnTo>
                    <a:pt x="2954205" y="5749293"/>
                  </a:lnTo>
                  <a:lnTo>
                    <a:pt x="2955460" y="5751341"/>
                  </a:lnTo>
                  <a:close/>
                </a:path>
                <a:path w="5509259" h="7655559">
                  <a:moveTo>
                    <a:pt x="5481154" y="3986383"/>
                  </a:moveTo>
                  <a:lnTo>
                    <a:pt x="5449792" y="4005589"/>
                  </a:lnTo>
                  <a:lnTo>
                    <a:pt x="5430586" y="3974210"/>
                  </a:lnTo>
                  <a:lnTo>
                    <a:pt x="5461948" y="3955013"/>
                  </a:lnTo>
                  <a:lnTo>
                    <a:pt x="5481154" y="3986383"/>
                  </a:lnTo>
                  <a:close/>
                </a:path>
                <a:path w="5509259" h="7655559">
                  <a:moveTo>
                    <a:pt x="5305051" y="4092298"/>
                  </a:moveTo>
                  <a:lnTo>
                    <a:pt x="5276412" y="4109836"/>
                  </a:lnTo>
                  <a:lnTo>
                    <a:pt x="5258881" y="4081196"/>
                  </a:lnTo>
                  <a:lnTo>
                    <a:pt x="5287521" y="4063665"/>
                  </a:lnTo>
                  <a:lnTo>
                    <a:pt x="5305051" y="4092298"/>
                  </a:lnTo>
                  <a:close/>
                </a:path>
                <a:path w="5509259" h="7655559">
                  <a:moveTo>
                    <a:pt x="5129500" y="4198351"/>
                  </a:moveTo>
                  <a:lnTo>
                    <a:pt x="5102901" y="4214636"/>
                  </a:lnTo>
                  <a:lnTo>
                    <a:pt x="5086624" y="4188036"/>
                  </a:lnTo>
                  <a:lnTo>
                    <a:pt x="5113224" y="4171759"/>
                  </a:lnTo>
                  <a:lnTo>
                    <a:pt x="5129500" y="4198351"/>
                  </a:lnTo>
                  <a:close/>
                </a:path>
                <a:path w="5509259" h="7655559">
                  <a:moveTo>
                    <a:pt x="4953958" y="4304413"/>
                  </a:moveTo>
                  <a:lnTo>
                    <a:pt x="4929407" y="4319444"/>
                  </a:lnTo>
                  <a:lnTo>
                    <a:pt x="4914375" y="4294884"/>
                  </a:lnTo>
                  <a:lnTo>
                    <a:pt x="4938927" y="4279852"/>
                  </a:lnTo>
                  <a:lnTo>
                    <a:pt x="4953958" y="4304413"/>
                  </a:lnTo>
                  <a:close/>
                </a:path>
                <a:path w="5509259" h="7655559">
                  <a:moveTo>
                    <a:pt x="4777848" y="4410327"/>
                  </a:moveTo>
                  <a:lnTo>
                    <a:pt x="4756034" y="4423683"/>
                  </a:lnTo>
                  <a:lnTo>
                    <a:pt x="4742678" y="4401870"/>
                  </a:lnTo>
                  <a:lnTo>
                    <a:pt x="4764492" y="4388514"/>
                  </a:lnTo>
                  <a:lnTo>
                    <a:pt x="4777848" y="4410327"/>
                  </a:lnTo>
                  <a:close/>
                </a:path>
                <a:path w="5509259" h="7655559">
                  <a:moveTo>
                    <a:pt x="4602306" y="4516381"/>
                  </a:moveTo>
                  <a:lnTo>
                    <a:pt x="4582524" y="4528483"/>
                  </a:lnTo>
                  <a:lnTo>
                    <a:pt x="4570422" y="4508710"/>
                  </a:lnTo>
                  <a:lnTo>
                    <a:pt x="4590195" y="4496600"/>
                  </a:lnTo>
                  <a:lnTo>
                    <a:pt x="4602306" y="4516381"/>
                  </a:lnTo>
                  <a:close/>
                </a:path>
                <a:path w="5509259" h="7655559">
                  <a:moveTo>
                    <a:pt x="4426755" y="4622442"/>
                  </a:moveTo>
                  <a:lnTo>
                    <a:pt x="4409029" y="4633290"/>
                  </a:lnTo>
                  <a:lnTo>
                    <a:pt x="4398172" y="4615557"/>
                  </a:lnTo>
                  <a:lnTo>
                    <a:pt x="4415898" y="4604701"/>
                  </a:lnTo>
                  <a:lnTo>
                    <a:pt x="4426755" y="4622442"/>
                  </a:lnTo>
                  <a:close/>
                </a:path>
                <a:path w="5509259" h="7655559">
                  <a:moveTo>
                    <a:pt x="4251204" y="4728487"/>
                  </a:moveTo>
                  <a:lnTo>
                    <a:pt x="4235519" y="4738090"/>
                  </a:lnTo>
                  <a:lnTo>
                    <a:pt x="4225916" y="4722405"/>
                  </a:lnTo>
                  <a:lnTo>
                    <a:pt x="4241601" y="4712802"/>
                  </a:lnTo>
                  <a:lnTo>
                    <a:pt x="4251204" y="4728487"/>
                  </a:lnTo>
                  <a:close/>
                </a:path>
                <a:path w="5509259" h="7655559">
                  <a:moveTo>
                    <a:pt x="4075102" y="4834410"/>
                  </a:moveTo>
                  <a:lnTo>
                    <a:pt x="4062147" y="4842338"/>
                  </a:lnTo>
                  <a:lnTo>
                    <a:pt x="4054219" y="4829383"/>
                  </a:lnTo>
                  <a:lnTo>
                    <a:pt x="4067174" y="4821455"/>
                  </a:lnTo>
                  <a:lnTo>
                    <a:pt x="4075102" y="4834410"/>
                  </a:lnTo>
                  <a:close/>
                </a:path>
                <a:path w="5509259" h="7655559">
                  <a:moveTo>
                    <a:pt x="3900111" y="4940594"/>
                  </a:moveTo>
                  <a:lnTo>
                    <a:pt x="3888514" y="4947688"/>
                  </a:lnTo>
                  <a:lnTo>
                    <a:pt x="3881419" y="4936099"/>
                  </a:lnTo>
                  <a:lnTo>
                    <a:pt x="3893016" y="4928996"/>
                  </a:lnTo>
                  <a:lnTo>
                    <a:pt x="3900111" y="4940594"/>
                  </a:lnTo>
                  <a:close/>
                </a:path>
                <a:path w="5509259" h="7655559">
                  <a:moveTo>
                    <a:pt x="3725112" y="5046778"/>
                  </a:moveTo>
                  <a:lnTo>
                    <a:pt x="3714879" y="5053040"/>
                  </a:lnTo>
                  <a:lnTo>
                    <a:pt x="3708618" y="5042809"/>
                  </a:lnTo>
                  <a:lnTo>
                    <a:pt x="3718850" y="5036547"/>
                  </a:lnTo>
                  <a:lnTo>
                    <a:pt x="3725112" y="5046778"/>
                  </a:lnTo>
                  <a:close/>
                </a:path>
                <a:path w="5509259" h="7655559">
                  <a:moveTo>
                    <a:pt x="3549553" y="5152832"/>
                  </a:moveTo>
                  <a:lnTo>
                    <a:pt x="3541377" y="5157840"/>
                  </a:lnTo>
                  <a:lnTo>
                    <a:pt x="3536369" y="5149656"/>
                  </a:lnTo>
                  <a:lnTo>
                    <a:pt x="3544545" y="5144648"/>
                  </a:lnTo>
                  <a:lnTo>
                    <a:pt x="3549553" y="5152832"/>
                  </a:lnTo>
                  <a:close/>
                </a:path>
                <a:path w="5509259" h="7655559">
                  <a:moveTo>
                    <a:pt x="3374554" y="5259017"/>
                  </a:moveTo>
                  <a:lnTo>
                    <a:pt x="3367735" y="5263191"/>
                  </a:lnTo>
                  <a:lnTo>
                    <a:pt x="3363561" y="5256372"/>
                  </a:lnTo>
                  <a:lnTo>
                    <a:pt x="3370379" y="5252198"/>
                  </a:lnTo>
                  <a:lnTo>
                    <a:pt x="3374554" y="5259017"/>
                  </a:lnTo>
                  <a:close/>
                </a:path>
                <a:path w="5509259" h="7655559">
                  <a:moveTo>
                    <a:pt x="3199554" y="5365201"/>
                  </a:moveTo>
                  <a:lnTo>
                    <a:pt x="3194093" y="5368542"/>
                  </a:lnTo>
                  <a:lnTo>
                    <a:pt x="3190752" y="5363089"/>
                  </a:lnTo>
                  <a:lnTo>
                    <a:pt x="3196213" y="5359748"/>
                  </a:lnTo>
                  <a:lnTo>
                    <a:pt x="3199554" y="5365201"/>
                  </a:lnTo>
                  <a:close/>
                </a:path>
                <a:path w="5509259" h="7655559">
                  <a:moveTo>
                    <a:pt x="3024555" y="5471393"/>
                  </a:moveTo>
                  <a:lnTo>
                    <a:pt x="3020467" y="5473893"/>
                  </a:lnTo>
                  <a:lnTo>
                    <a:pt x="3017959" y="5469797"/>
                  </a:lnTo>
                  <a:lnTo>
                    <a:pt x="3022047" y="5467289"/>
                  </a:lnTo>
                  <a:lnTo>
                    <a:pt x="3024555" y="5471393"/>
                  </a:lnTo>
                  <a:close/>
                </a:path>
                <a:path w="5509259" h="7655559">
                  <a:moveTo>
                    <a:pt x="2849548" y="5577570"/>
                  </a:moveTo>
                  <a:lnTo>
                    <a:pt x="2846817" y="5579236"/>
                  </a:lnTo>
                  <a:lnTo>
                    <a:pt x="2845151" y="5576522"/>
                  </a:lnTo>
                  <a:lnTo>
                    <a:pt x="2847882" y="5574847"/>
                  </a:lnTo>
                  <a:lnTo>
                    <a:pt x="2849548" y="5577570"/>
                  </a:lnTo>
                  <a:close/>
                </a:path>
                <a:path w="5509259" h="7655559">
                  <a:moveTo>
                    <a:pt x="2674549" y="5683754"/>
                  </a:moveTo>
                  <a:lnTo>
                    <a:pt x="2673192" y="5684587"/>
                  </a:lnTo>
                  <a:lnTo>
                    <a:pt x="2672358" y="5683230"/>
                  </a:lnTo>
                  <a:lnTo>
                    <a:pt x="2673716" y="5682397"/>
                  </a:lnTo>
                  <a:lnTo>
                    <a:pt x="2674549" y="5683754"/>
                  </a:lnTo>
                  <a:close/>
                </a:path>
                <a:path w="5509259" h="7655559">
                  <a:moveTo>
                    <a:pt x="5509119" y="3684735"/>
                  </a:moveTo>
                  <a:lnTo>
                    <a:pt x="5509119" y="3715818"/>
                  </a:lnTo>
                  <a:lnTo>
                    <a:pt x="5495278" y="3693207"/>
                  </a:lnTo>
                  <a:lnTo>
                    <a:pt x="5509119" y="3684735"/>
                  </a:lnTo>
                  <a:close/>
                </a:path>
                <a:path w="5509259" h="7655559">
                  <a:moveTo>
                    <a:pt x="5375252" y="3812613"/>
                  </a:moveTo>
                  <a:lnTo>
                    <a:pt x="5343199" y="3832231"/>
                  </a:lnTo>
                  <a:lnTo>
                    <a:pt x="5323582" y="3800186"/>
                  </a:lnTo>
                  <a:lnTo>
                    <a:pt x="5355635" y="3780568"/>
                  </a:lnTo>
                  <a:lnTo>
                    <a:pt x="5375252" y="3812613"/>
                  </a:lnTo>
                  <a:close/>
                </a:path>
                <a:path w="5509259" h="7655559">
                  <a:moveTo>
                    <a:pt x="5199150" y="3918536"/>
                  </a:moveTo>
                  <a:lnTo>
                    <a:pt x="5169836" y="3936487"/>
                  </a:lnTo>
                  <a:lnTo>
                    <a:pt x="5151884" y="3907156"/>
                  </a:lnTo>
                  <a:lnTo>
                    <a:pt x="5181199" y="3889213"/>
                  </a:lnTo>
                  <a:lnTo>
                    <a:pt x="5199150" y="3918536"/>
                  </a:lnTo>
                  <a:close/>
                </a:path>
                <a:path w="5509259" h="7655559">
                  <a:moveTo>
                    <a:pt x="5023608" y="4024589"/>
                  </a:moveTo>
                  <a:lnTo>
                    <a:pt x="4996333" y="4041286"/>
                  </a:lnTo>
                  <a:lnTo>
                    <a:pt x="4979635" y="4014004"/>
                  </a:lnTo>
                  <a:lnTo>
                    <a:pt x="5006910" y="3997306"/>
                  </a:lnTo>
                  <a:lnTo>
                    <a:pt x="5023608" y="4024589"/>
                  </a:lnTo>
                  <a:close/>
                </a:path>
                <a:path w="5509259" h="7655559">
                  <a:moveTo>
                    <a:pt x="4847513" y="4130511"/>
                  </a:moveTo>
                  <a:lnTo>
                    <a:pt x="4822953" y="4145543"/>
                  </a:lnTo>
                  <a:lnTo>
                    <a:pt x="4807930" y="4120991"/>
                  </a:lnTo>
                  <a:lnTo>
                    <a:pt x="4832482" y="4105959"/>
                  </a:lnTo>
                  <a:lnTo>
                    <a:pt x="4847513" y="4130511"/>
                  </a:lnTo>
                  <a:close/>
                </a:path>
                <a:path w="5509259" h="7655559">
                  <a:moveTo>
                    <a:pt x="4671954" y="4236565"/>
                  </a:moveTo>
                  <a:lnTo>
                    <a:pt x="4649451" y="4250342"/>
                  </a:lnTo>
                  <a:lnTo>
                    <a:pt x="4635673" y="4227830"/>
                  </a:lnTo>
                  <a:lnTo>
                    <a:pt x="4658177" y="4214053"/>
                  </a:lnTo>
                  <a:lnTo>
                    <a:pt x="4671954" y="4236565"/>
                  </a:lnTo>
                  <a:close/>
                </a:path>
                <a:path w="5509259" h="7655559">
                  <a:moveTo>
                    <a:pt x="4496403" y="4342619"/>
                  </a:moveTo>
                  <a:lnTo>
                    <a:pt x="4475948" y="4355142"/>
                  </a:lnTo>
                  <a:lnTo>
                    <a:pt x="4463425" y="4334677"/>
                  </a:lnTo>
                  <a:lnTo>
                    <a:pt x="4483880" y="4322155"/>
                  </a:lnTo>
                  <a:lnTo>
                    <a:pt x="4496403" y="4342619"/>
                  </a:lnTo>
                  <a:close/>
                </a:path>
                <a:path w="5509259" h="7655559">
                  <a:moveTo>
                    <a:pt x="4320852" y="4448664"/>
                  </a:moveTo>
                  <a:lnTo>
                    <a:pt x="4302436" y="4459941"/>
                  </a:lnTo>
                  <a:lnTo>
                    <a:pt x="4291167" y="4441533"/>
                  </a:lnTo>
                  <a:lnTo>
                    <a:pt x="4309583" y="4430255"/>
                  </a:lnTo>
                  <a:lnTo>
                    <a:pt x="4320852" y="4448664"/>
                  </a:lnTo>
                  <a:close/>
                </a:path>
                <a:path w="5509259" h="7655559">
                  <a:moveTo>
                    <a:pt x="4144758" y="4554586"/>
                  </a:moveTo>
                  <a:lnTo>
                    <a:pt x="4129073" y="4564189"/>
                  </a:lnTo>
                  <a:lnTo>
                    <a:pt x="4119470" y="4548504"/>
                  </a:lnTo>
                  <a:lnTo>
                    <a:pt x="4135155" y="4538901"/>
                  </a:lnTo>
                  <a:lnTo>
                    <a:pt x="4144758" y="4554586"/>
                  </a:lnTo>
                  <a:close/>
                </a:path>
                <a:path w="5509259" h="7655559">
                  <a:moveTo>
                    <a:pt x="3969207" y="4660640"/>
                  </a:moveTo>
                  <a:lnTo>
                    <a:pt x="3955562" y="4668988"/>
                  </a:lnTo>
                  <a:lnTo>
                    <a:pt x="3947214" y="4655351"/>
                  </a:lnTo>
                  <a:lnTo>
                    <a:pt x="3960859" y="4647003"/>
                  </a:lnTo>
                  <a:lnTo>
                    <a:pt x="3969207" y="4660640"/>
                  </a:lnTo>
                  <a:close/>
                </a:path>
                <a:path w="5509259" h="7655559">
                  <a:moveTo>
                    <a:pt x="3793657" y="4766693"/>
                  </a:moveTo>
                  <a:lnTo>
                    <a:pt x="3782060" y="4773788"/>
                  </a:lnTo>
                  <a:lnTo>
                    <a:pt x="3774965" y="4762199"/>
                  </a:lnTo>
                  <a:lnTo>
                    <a:pt x="3786562" y="4755104"/>
                  </a:lnTo>
                  <a:lnTo>
                    <a:pt x="3793657" y="4766693"/>
                  </a:lnTo>
                  <a:close/>
                </a:path>
                <a:path w="5509259" h="7655559">
                  <a:moveTo>
                    <a:pt x="3618658" y="4872878"/>
                  </a:moveTo>
                  <a:lnTo>
                    <a:pt x="3608426" y="4879140"/>
                  </a:lnTo>
                  <a:lnTo>
                    <a:pt x="3602164" y="4868908"/>
                  </a:lnTo>
                  <a:lnTo>
                    <a:pt x="3612396" y="4862646"/>
                  </a:lnTo>
                  <a:lnTo>
                    <a:pt x="3618658" y="4872878"/>
                  </a:lnTo>
                  <a:close/>
                </a:path>
                <a:path w="5509259" h="7655559">
                  <a:moveTo>
                    <a:pt x="3443659" y="4979062"/>
                  </a:moveTo>
                  <a:lnTo>
                    <a:pt x="3434792" y="4984491"/>
                  </a:lnTo>
                  <a:lnTo>
                    <a:pt x="3429364" y="4975624"/>
                  </a:lnTo>
                  <a:lnTo>
                    <a:pt x="3438230" y="4970196"/>
                  </a:lnTo>
                  <a:lnTo>
                    <a:pt x="3443659" y="4979062"/>
                  </a:lnTo>
                  <a:close/>
                </a:path>
                <a:path w="5509259" h="7655559">
                  <a:moveTo>
                    <a:pt x="3268108" y="5085116"/>
                  </a:moveTo>
                  <a:lnTo>
                    <a:pt x="3261281" y="5089290"/>
                  </a:lnTo>
                  <a:lnTo>
                    <a:pt x="3257107" y="5082472"/>
                  </a:lnTo>
                  <a:lnTo>
                    <a:pt x="3263934" y="5078297"/>
                  </a:lnTo>
                  <a:lnTo>
                    <a:pt x="3268108" y="5085116"/>
                  </a:lnTo>
                  <a:close/>
                </a:path>
                <a:path w="5509259" h="7655559">
                  <a:moveTo>
                    <a:pt x="3093101" y="5191300"/>
                  </a:moveTo>
                  <a:lnTo>
                    <a:pt x="3087648" y="5194641"/>
                  </a:lnTo>
                  <a:lnTo>
                    <a:pt x="3084306" y="5189188"/>
                  </a:lnTo>
                  <a:lnTo>
                    <a:pt x="3089760" y="5185847"/>
                  </a:lnTo>
                  <a:lnTo>
                    <a:pt x="3093101" y="5191300"/>
                  </a:lnTo>
                  <a:close/>
                </a:path>
                <a:path w="5509259" h="7655559">
                  <a:moveTo>
                    <a:pt x="2918102" y="5297492"/>
                  </a:moveTo>
                  <a:lnTo>
                    <a:pt x="2914014" y="5299992"/>
                  </a:lnTo>
                  <a:lnTo>
                    <a:pt x="2911514" y="5295904"/>
                  </a:lnTo>
                  <a:lnTo>
                    <a:pt x="2915602" y="5293396"/>
                  </a:lnTo>
                  <a:lnTo>
                    <a:pt x="2918102" y="5297492"/>
                  </a:lnTo>
                  <a:close/>
                </a:path>
                <a:path w="5509259" h="7655559">
                  <a:moveTo>
                    <a:pt x="2743103" y="5403678"/>
                  </a:moveTo>
                  <a:lnTo>
                    <a:pt x="2740372" y="5405344"/>
                  </a:lnTo>
                  <a:lnTo>
                    <a:pt x="2738706" y="5402622"/>
                  </a:lnTo>
                  <a:lnTo>
                    <a:pt x="2741436" y="5400947"/>
                  </a:lnTo>
                  <a:lnTo>
                    <a:pt x="2743103" y="5403678"/>
                  </a:lnTo>
                  <a:close/>
                </a:path>
                <a:path w="5509259" h="7655559">
                  <a:moveTo>
                    <a:pt x="2568103" y="5509853"/>
                  </a:moveTo>
                  <a:lnTo>
                    <a:pt x="2566738" y="5510687"/>
                  </a:lnTo>
                  <a:lnTo>
                    <a:pt x="2565904" y="5509330"/>
                  </a:lnTo>
                  <a:lnTo>
                    <a:pt x="2567270" y="5508496"/>
                  </a:lnTo>
                  <a:lnTo>
                    <a:pt x="2568103" y="5509853"/>
                  </a:lnTo>
                  <a:close/>
                </a:path>
                <a:path w="5509259" h="7655559">
                  <a:moveTo>
                    <a:pt x="5446003" y="3533060"/>
                  </a:moveTo>
                  <a:lnTo>
                    <a:pt x="5409862" y="3555186"/>
                  </a:lnTo>
                  <a:lnTo>
                    <a:pt x="5387736" y="3519044"/>
                  </a:lnTo>
                  <a:lnTo>
                    <a:pt x="5423885" y="3496918"/>
                  </a:lnTo>
                  <a:lnTo>
                    <a:pt x="5446003" y="3533060"/>
                  </a:lnTo>
                  <a:close/>
                </a:path>
                <a:path w="5509259" h="7655559">
                  <a:moveTo>
                    <a:pt x="5269357" y="3638851"/>
                  </a:moveTo>
                  <a:lnTo>
                    <a:pt x="5236621" y="3658889"/>
                  </a:lnTo>
                  <a:lnTo>
                    <a:pt x="5216583" y="3626161"/>
                  </a:lnTo>
                  <a:lnTo>
                    <a:pt x="5249319" y="3606123"/>
                  </a:lnTo>
                  <a:lnTo>
                    <a:pt x="5269357" y="3638851"/>
                  </a:lnTo>
                  <a:close/>
                </a:path>
                <a:path w="5509259" h="7655559">
                  <a:moveTo>
                    <a:pt x="5093255" y="3744773"/>
                  </a:moveTo>
                  <a:lnTo>
                    <a:pt x="5063250" y="3763138"/>
                  </a:lnTo>
                  <a:lnTo>
                    <a:pt x="5044885" y="3733132"/>
                  </a:lnTo>
                  <a:lnTo>
                    <a:pt x="5074891" y="3714768"/>
                  </a:lnTo>
                  <a:lnTo>
                    <a:pt x="5093255" y="3744773"/>
                  </a:lnTo>
                  <a:close/>
                </a:path>
                <a:path w="5509259" h="7655559">
                  <a:moveTo>
                    <a:pt x="4917704" y="3850827"/>
                  </a:moveTo>
                  <a:lnTo>
                    <a:pt x="4889747" y="3867937"/>
                  </a:lnTo>
                  <a:lnTo>
                    <a:pt x="4872629" y="3839980"/>
                  </a:lnTo>
                  <a:lnTo>
                    <a:pt x="4900586" y="3822870"/>
                  </a:lnTo>
                  <a:lnTo>
                    <a:pt x="4917704" y="3850827"/>
                  </a:lnTo>
                  <a:close/>
                </a:path>
                <a:path w="5509259" h="7655559">
                  <a:moveTo>
                    <a:pt x="4741609" y="3956748"/>
                  </a:moveTo>
                  <a:lnTo>
                    <a:pt x="4716375" y="3972192"/>
                  </a:lnTo>
                  <a:lnTo>
                    <a:pt x="4700931" y="3946958"/>
                  </a:lnTo>
                  <a:lnTo>
                    <a:pt x="4726158" y="3931515"/>
                  </a:lnTo>
                  <a:lnTo>
                    <a:pt x="4741609" y="3956748"/>
                  </a:lnTo>
                  <a:close/>
                </a:path>
                <a:path w="5509259" h="7655559">
                  <a:moveTo>
                    <a:pt x="4566058" y="4062794"/>
                  </a:moveTo>
                  <a:lnTo>
                    <a:pt x="4542872" y="4076992"/>
                  </a:lnTo>
                  <a:lnTo>
                    <a:pt x="4528674" y="4053805"/>
                  </a:lnTo>
                  <a:lnTo>
                    <a:pt x="4551868" y="4039608"/>
                  </a:lnTo>
                  <a:lnTo>
                    <a:pt x="4566058" y="4062794"/>
                  </a:lnTo>
                  <a:close/>
                </a:path>
                <a:path w="5509259" h="7655559">
                  <a:moveTo>
                    <a:pt x="4389948" y="4168717"/>
                  </a:moveTo>
                  <a:lnTo>
                    <a:pt x="4369492" y="4181240"/>
                  </a:lnTo>
                  <a:lnTo>
                    <a:pt x="4356969" y="4160784"/>
                  </a:lnTo>
                  <a:lnTo>
                    <a:pt x="4377425" y="4148261"/>
                  </a:lnTo>
                  <a:lnTo>
                    <a:pt x="4389948" y="4168717"/>
                  </a:lnTo>
                  <a:close/>
                </a:path>
                <a:path w="5509259" h="7655559">
                  <a:moveTo>
                    <a:pt x="4214405" y="4274770"/>
                  </a:moveTo>
                  <a:lnTo>
                    <a:pt x="4195989" y="4286048"/>
                  </a:lnTo>
                  <a:lnTo>
                    <a:pt x="4184720" y="4267632"/>
                  </a:lnTo>
                  <a:lnTo>
                    <a:pt x="4203136" y="4256354"/>
                  </a:lnTo>
                  <a:lnTo>
                    <a:pt x="4214405" y="4274770"/>
                  </a:lnTo>
                  <a:close/>
                </a:path>
                <a:path w="5509259" h="7655559">
                  <a:moveTo>
                    <a:pt x="4038855" y="4380824"/>
                  </a:moveTo>
                  <a:lnTo>
                    <a:pt x="4022487" y="4390847"/>
                  </a:lnTo>
                  <a:lnTo>
                    <a:pt x="4012463" y="4374479"/>
                  </a:lnTo>
                  <a:lnTo>
                    <a:pt x="4028831" y="4364456"/>
                  </a:lnTo>
                  <a:lnTo>
                    <a:pt x="4038855" y="4380824"/>
                  </a:lnTo>
                  <a:close/>
                </a:path>
                <a:path w="5509259" h="7655559">
                  <a:moveTo>
                    <a:pt x="3862752" y="4486738"/>
                  </a:moveTo>
                  <a:lnTo>
                    <a:pt x="3849115" y="4495087"/>
                  </a:lnTo>
                  <a:lnTo>
                    <a:pt x="3840766" y="4481450"/>
                  </a:lnTo>
                  <a:lnTo>
                    <a:pt x="3854403" y="4473101"/>
                  </a:lnTo>
                  <a:lnTo>
                    <a:pt x="3862752" y="4486738"/>
                  </a:lnTo>
                  <a:close/>
                </a:path>
                <a:path w="5509259" h="7655559">
                  <a:moveTo>
                    <a:pt x="3687753" y="4592931"/>
                  </a:moveTo>
                  <a:lnTo>
                    <a:pt x="3675473" y="4600446"/>
                  </a:lnTo>
                  <a:lnTo>
                    <a:pt x="3667966" y="4588174"/>
                  </a:lnTo>
                  <a:lnTo>
                    <a:pt x="3680246" y="4580658"/>
                  </a:lnTo>
                  <a:lnTo>
                    <a:pt x="3687753" y="4592931"/>
                  </a:lnTo>
                  <a:close/>
                </a:path>
                <a:path w="5509259" h="7655559">
                  <a:moveTo>
                    <a:pt x="3512754" y="4699115"/>
                  </a:moveTo>
                  <a:lnTo>
                    <a:pt x="3501847" y="4705789"/>
                  </a:lnTo>
                  <a:lnTo>
                    <a:pt x="3495165" y="4694882"/>
                  </a:lnTo>
                  <a:lnTo>
                    <a:pt x="3506072" y="4688208"/>
                  </a:lnTo>
                  <a:lnTo>
                    <a:pt x="3512754" y="4699115"/>
                  </a:lnTo>
                  <a:close/>
                </a:path>
                <a:path w="5509259" h="7655559">
                  <a:moveTo>
                    <a:pt x="3337755" y="4805299"/>
                  </a:moveTo>
                  <a:lnTo>
                    <a:pt x="3328206" y="4811149"/>
                  </a:lnTo>
                  <a:lnTo>
                    <a:pt x="3322357" y="4801599"/>
                  </a:lnTo>
                  <a:lnTo>
                    <a:pt x="3331906" y="4795750"/>
                  </a:lnTo>
                  <a:lnTo>
                    <a:pt x="3337755" y="4805299"/>
                  </a:lnTo>
                  <a:close/>
                </a:path>
                <a:path w="5509259" h="7655559">
                  <a:moveTo>
                    <a:pt x="3162204" y="4911353"/>
                  </a:moveTo>
                  <a:lnTo>
                    <a:pt x="3154703" y="4915948"/>
                  </a:lnTo>
                  <a:lnTo>
                    <a:pt x="3150108" y="4908447"/>
                  </a:lnTo>
                  <a:lnTo>
                    <a:pt x="3157617" y="4903852"/>
                  </a:lnTo>
                  <a:lnTo>
                    <a:pt x="3162204" y="4911353"/>
                  </a:lnTo>
                  <a:close/>
                </a:path>
                <a:path w="5509259" h="7655559">
                  <a:moveTo>
                    <a:pt x="2987205" y="5017538"/>
                  </a:moveTo>
                  <a:lnTo>
                    <a:pt x="2981069" y="5021291"/>
                  </a:lnTo>
                  <a:lnTo>
                    <a:pt x="2977307" y="5015155"/>
                  </a:lnTo>
                  <a:lnTo>
                    <a:pt x="2983451" y="5011401"/>
                  </a:lnTo>
                  <a:lnTo>
                    <a:pt x="2987205" y="5017538"/>
                  </a:lnTo>
                  <a:close/>
                </a:path>
                <a:path w="5509259" h="7655559">
                  <a:moveTo>
                    <a:pt x="2812206" y="5123722"/>
                  </a:moveTo>
                  <a:lnTo>
                    <a:pt x="2807427" y="5126651"/>
                  </a:lnTo>
                  <a:lnTo>
                    <a:pt x="2804507" y="5121873"/>
                  </a:lnTo>
                  <a:lnTo>
                    <a:pt x="2809285" y="5118944"/>
                  </a:lnTo>
                  <a:lnTo>
                    <a:pt x="2812206" y="5123722"/>
                  </a:lnTo>
                  <a:close/>
                </a:path>
                <a:path w="5509259" h="7655559">
                  <a:moveTo>
                    <a:pt x="2637207" y="5229906"/>
                  </a:moveTo>
                  <a:lnTo>
                    <a:pt x="2633793" y="5231994"/>
                  </a:lnTo>
                  <a:lnTo>
                    <a:pt x="2631706" y="5228581"/>
                  </a:lnTo>
                  <a:lnTo>
                    <a:pt x="2635119" y="5226493"/>
                  </a:lnTo>
                  <a:lnTo>
                    <a:pt x="2637207" y="5229906"/>
                  </a:lnTo>
                  <a:close/>
                </a:path>
                <a:path w="5509259" h="7655559">
                  <a:moveTo>
                    <a:pt x="2462207" y="5336090"/>
                  </a:moveTo>
                  <a:lnTo>
                    <a:pt x="2460151" y="5337345"/>
                  </a:lnTo>
                  <a:lnTo>
                    <a:pt x="2458906" y="5335305"/>
                  </a:lnTo>
                  <a:lnTo>
                    <a:pt x="2460954" y="5334051"/>
                  </a:lnTo>
                  <a:lnTo>
                    <a:pt x="2462207" y="5336090"/>
                  </a:lnTo>
                  <a:close/>
                </a:path>
                <a:path w="5509259" h="7655559">
                  <a:moveTo>
                    <a:pt x="5509119" y="3243341"/>
                  </a:moveTo>
                  <a:lnTo>
                    <a:pt x="5509119" y="3256771"/>
                  </a:lnTo>
                  <a:lnTo>
                    <a:pt x="5476909" y="3276483"/>
                  </a:lnTo>
                  <a:lnTo>
                    <a:pt x="5453538" y="3238302"/>
                  </a:lnTo>
                  <a:lnTo>
                    <a:pt x="5491727" y="3214922"/>
                  </a:lnTo>
                  <a:lnTo>
                    <a:pt x="5509119" y="3243341"/>
                  </a:lnTo>
                  <a:close/>
                </a:path>
                <a:path w="5509259" h="7655559">
                  <a:moveTo>
                    <a:pt x="5339556" y="3359165"/>
                  </a:moveTo>
                  <a:lnTo>
                    <a:pt x="5303415" y="3381291"/>
                  </a:lnTo>
                  <a:lnTo>
                    <a:pt x="5281289" y="3345150"/>
                  </a:lnTo>
                  <a:lnTo>
                    <a:pt x="5317431" y="3323024"/>
                  </a:lnTo>
                  <a:lnTo>
                    <a:pt x="5339556" y="3359165"/>
                  </a:lnTo>
                  <a:close/>
                </a:path>
                <a:path w="5509259" h="7655559">
                  <a:moveTo>
                    <a:pt x="5164005" y="3465219"/>
                  </a:moveTo>
                  <a:lnTo>
                    <a:pt x="5129904" y="3486091"/>
                  </a:lnTo>
                  <a:lnTo>
                    <a:pt x="5109033" y="3451997"/>
                  </a:lnTo>
                  <a:lnTo>
                    <a:pt x="5143134" y="3431126"/>
                  </a:lnTo>
                  <a:lnTo>
                    <a:pt x="5164005" y="3465219"/>
                  </a:lnTo>
                  <a:close/>
                </a:path>
                <a:path w="5509259" h="7655559">
                  <a:moveTo>
                    <a:pt x="4987352" y="3571011"/>
                  </a:moveTo>
                  <a:lnTo>
                    <a:pt x="4956664" y="3589796"/>
                  </a:lnTo>
                  <a:lnTo>
                    <a:pt x="4937879" y="3559107"/>
                  </a:lnTo>
                  <a:lnTo>
                    <a:pt x="4968567" y="3540322"/>
                  </a:lnTo>
                  <a:lnTo>
                    <a:pt x="4987352" y="3571011"/>
                  </a:lnTo>
                  <a:close/>
                </a:path>
                <a:path w="5509259" h="7655559">
                  <a:moveTo>
                    <a:pt x="4811809" y="3677055"/>
                  </a:moveTo>
                  <a:lnTo>
                    <a:pt x="4783161" y="3694594"/>
                  </a:lnTo>
                  <a:lnTo>
                    <a:pt x="4765623" y="3665947"/>
                  </a:lnTo>
                  <a:lnTo>
                    <a:pt x="4794271" y="3648416"/>
                  </a:lnTo>
                  <a:lnTo>
                    <a:pt x="4811809" y="3677055"/>
                  </a:lnTo>
                  <a:close/>
                </a:path>
                <a:path w="5509259" h="7655559">
                  <a:moveTo>
                    <a:pt x="4635707" y="3782970"/>
                  </a:moveTo>
                  <a:lnTo>
                    <a:pt x="4609789" y="3798834"/>
                  </a:lnTo>
                  <a:lnTo>
                    <a:pt x="4593925" y="3772925"/>
                  </a:lnTo>
                  <a:lnTo>
                    <a:pt x="4619843" y="3757061"/>
                  </a:lnTo>
                  <a:lnTo>
                    <a:pt x="4635707" y="3782970"/>
                  </a:lnTo>
                  <a:close/>
                </a:path>
                <a:path w="5509259" h="7655559">
                  <a:moveTo>
                    <a:pt x="4460156" y="3889031"/>
                  </a:moveTo>
                  <a:lnTo>
                    <a:pt x="4436286" y="3903642"/>
                  </a:lnTo>
                  <a:lnTo>
                    <a:pt x="4421676" y="3879772"/>
                  </a:lnTo>
                  <a:lnTo>
                    <a:pt x="4445545" y="3865162"/>
                  </a:lnTo>
                  <a:lnTo>
                    <a:pt x="4460156" y="3889031"/>
                  </a:lnTo>
                  <a:close/>
                </a:path>
                <a:path w="5509259" h="7655559">
                  <a:moveTo>
                    <a:pt x="4284053" y="3994946"/>
                  </a:moveTo>
                  <a:lnTo>
                    <a:pt x="4262915" y="4007889"/>
                  </a:lnTo>
                  <a:lnTo>
                    <a:pt x="4249979" y="3986751"/>
                  </a:lnTo>
                  <a:lnTo>
                    <a:pt x="4271118" y="3973807"/>
                  </a:lnTo>
                  <a:lnTo>
                    <a:pt x="4284053" y="3994946"/>
                  </a:lnTo>
                  <a:close/>
                </a:path>
                <a:path w="5509259" h="7655559">
                  <a:moveTo>
                    <a:pt x="4108503" y="4100999"/>
                  </a:moveTo>
                  <a:lnTo>
                    <a:pt x="4089412" y="4112689"/>
                  </a:lnTo>
                  <a:lnTo>
                    <a:pt x="4077722" y="4093599"/>
                  </a:lnTo>
                  <a:lnTo>
                    <a:pt x="4096813" y="4081909"/>
                  </a:lnTo>
                  <a:lnTo>
                    <a:pt x="4108503" y="4100999"/>
                  </a:lnTo>
                  <a:close/>
                </a:path>
                <a:path w="5509259" h="7655559">
                  <a:moveTo>
                    <a:pt x="3932960" y="4207061"/>
                  </a:moveTo>
                  <a:lnTo>
                    <a:pt x="3915910" y="4217497"/>
                  </a:lnTo>
                  <a:lnTo>
                    <a:pt x="3905474" y="4200446"/>
                  </a:lnTo>
                  <a:lnTo>
                    <a:pt x="3922524" y="4190010"/>
                  </a:lnTo>
                  <a:lnTo>
                    <a:pt x="3932960" y="4207061"/>
                  </a:lnTo>
                  <a:close/>
                </a:path>
                <a:path w="5509259" h="7655559">
                  <a:moveTo>
                    <a:pt x="3756858" y="4312975"/>
                  </a:moveTo>
                  <a:lnTo>
                    <a:pt x="3742530" y="4321745"/>
                  </a:lnTo>
                  <a:lnTo>
                    <a:pt x="3733769" y="4307425"/>
                  </a:lnTo>
                  <a:lnTo>
                    <a:pt x="3748088" y="4298655"/>
                  </a:lnTo>
                  <a:lnTo>
                    <a:pt x="3756858" y="4312975"/>
                  </a:lnTo>
                  <a:close/>
                </a:path>
                <a:path w="5509259" h="7655559">
                  <a:moveTo>
                    <a:pt x="3581307" y="4419029"/>
                  </a:moveTo>
                  <a:lnTo>
                    <a:pt x="3569027" y="4426544"/>
                  </a:lnTo>
                  <a:lnTo>
                    <a:pt x="3561511" y="4414272"/>
                  </a:lnTo>
                  <a:lnTo>
                    <a:pt x="3573792" y="4406757"/>
                  </a:lnTo>
                  <a:lnTo>
                    <a:pt x="3581307" y="4419029"/>
                  </a:lnTo>
                  <a:close/>
                </a:path>
                <a:path w="5509259" h="7655559">
                  <a:moveTo>
                    <a:pt x="3406300" y="4525214"/>
                  </a:moveTo>
                  <a:lnTo>
                    <a:pt x="3395393" y="4531896"/>
                  </a:lnTo>
                  <a:lnTo>
                    <a:pt x="3388719" y="4520981"/>
                  </a:lnTo>
                  <a:lnTo>
                    <a:pt x="3399626" y="4514307"/>
                  </a:lnTo>
                  <a:lnTo>
                    <a:pt x="3406300" y="4525214"/>
                  </a:lnTo>
                  <a:close/>
                </a:path>
                <a:path w="5509259" h="7655559">
                  <a:moveTo>
                    <a:pt x="3231301" y="4631398"/>
                  </a:moveTo>
                  <a:lnTo>
                    <a:pt x="3221752" y="4637247"/>
                  </a:lnTo>
                  <a:lnTo>
                    <a:pt x="3215911" y="4627698"/>
                  </a:lnTo>
                  <a:lnTo>
                    <a:pt x="3225460" y="4621848"/>
                  </a:lnTo>
                  <a:lnTo>
                    <a:pt x="3231301" y="4631398"/>
                  </a:lnTo>
                  <a:close/>
                </a:path>
                <a:path w="5509259" h="7655559">
                  <a:moveTo>
                    <a:pt x="3055758" y="4737452"/>
                  </a:moveTo>
                  <a:lnTo>
                    <a:pt x="3048249" y="4742047"/>
                  </a:lnTo>
                  <a:lnTo>
                    <a:pt x="3043662" y="4734545"/>
                  </a:lnTo>
                  <a:lnTo>
                    <a:pt x="3051163" y="4729950"/>
                  </a:lnTo>
                  <a:lnTo>
                    <a:pt x="3055758" y="4737452"/>
                  </a:lnTo>
                  <a:close/>
                </a:path>
                <a:path w="5509259" h="7655559">
                  <a:moveTo>
                    <a:pt x="2880759" y="4843636"/>
                  </a:moveTo>
                  <a:lnTo>
                    <a:pt x="2874615" y="4847398"/>
                  </a:lnTo>
                  <a:lnTo>
                    <a:pt x="2870861" y="4841253"/>
                  </a:lnTo>
                  <a:lnTo>
                    <a:pt x="2876997" y="4837500"/>
                  </a:lnTo>
                  <a:lnTo>
                    <a:pt x="2880759" y="4843636"/>
                  </a:lnTo>
                  <a:close/>
                </a:path>
                <a:path w="5509259" h="7655559">
                  <a:moveTo>
                    <a:pt x="2705760" y="4949820"/>
                  </a:moveTo>
                  <a:lnTo>
                    <a:pt x="2700981" y="4952749"/>
                  </a:lnTo>
                  <a:lnTo>
                    <a:pt x="2698053" y="4947971"/>
                  </a:lnTo>
                  <a:lnTo>
                    <a:pt x="2702831" y="4945042"/>
                  </a:lnTo>
                  <a:lnTo>
                    <a:pt x="2705760" y="4949820"/>
                  </a:lnTo>
                  <a:close/>
                </a:path>
                <a:path w="5509259" h="7655559">
                  <a:moveTo>
                    <a:pt x="2530761" y="5056013"/>
                  </a:moveTo>
                  <a:lnTo>
                    <a:pt x="2527348" y="5058100"/>
                  </a:lnTo>
                  <a:lnTo>
                    <a:pt x="2525260" y="5054687"/>
                  </a:lnTo>
                  <a:lnTo>
                    <a:pt x="2528674" y="5052599"/>
                  </a:lnTo>
                  <a:lnTo>
                    <a:pt x="2530761" y="5056013"/>
                  </a:lnTo>
                  <a:close/>
                </a:path>
                <a:path w="5509259" h="7655559">
                  <a:moveTo>
                    <a:pt x="2355753" y="5162189"/>
                  </a:moveTo>
                  <a:lnTo>
                    <a:pt x="2353705" y="5163444"/>
                  </a:lnTo>
                  <a:lnTo>
                    <a:pt x="2352452" y="5161403"/>
                  </a:lnTo>
                  <a:lnTo>
                    <a:pt x="2354507" y="5160149"/>
                  </a:lnTo>
                  <a:lnTo>
                    <a:pt x="2355753" y="5162189"/>
                  </a:lnTo>
                  <a:close/>
                </a:path>
                <a:path w="5509259" h="7655559">
                  <a:moveTo>
                    <a:pt x="5409206" y="3079345"/>
                  </a:moveTo>
                  <a:lnTo>
                    <a:pt x="5370334" y="3103145"/>
                  </a:lnTo>
                  <a:lnTo>
                    <a:pt x="5346542" y="3064273"/>
                  </a:lnTo>
                  <a:lnTo>
                    <a:pt x="5385414" y="3040481"/>
                  </a:lnTo>
                  <a:lnTo>
                    <a:pt x="5409206" y="3079345"/>
                  </a:lnTo>
                  <a:close/>
                </a:path>
                <a:path w="5509259" h="7655559">
                  <a:moveTo>
                    <a:pt x="5233654" y="3185397"/>
                  </a:moveTo>
                  <a:lnTo>
                    <a:pt x="5196823" y="3207944"/>
                  </a:lnTo>
                  <a:lnTo>
                    <a:pt x="5174284" y="3171112"/>
                  </a:lnTo>
                  <a:lnTo>
                    <a:pt x="5211108" y="3148574"/>
                  </a:lnTo>
                  <a:lnTo>
                    <a:pt x="5233654" y="3185397"/>
                  </a:lnTo>
                  <a:close/>
                </a:path>
                <a:path w="5509259" h="7655559">
                  <a:moveTo>
                    <a:pt x="5057552" y="3291320"/>
                  </a:moveTo>
                  <a:lnTo>
                    <a:pt x="5023459" y="3312192"/>
                  </a:lnTo>
                  <a:lnTo>
                    <a:pt x="5002587" y="3278098"/>
                  </a:lnTo>
                  <a:lnTo>
                    <a:pt x="5036681" y="3257227"/>
                  </a:lnTo>
                  <a:lnTo>
                    <a:pt x="5057552" y="3291320"/>
                  </a:lnTo>
                  <a:close/>
                </a:path>
                <a:path w="5509259" h="7655559">
                  <a:moveTo>
                    <a:pt x="4880907" y="3397111"/>
                  </a:moveTo>
                  <a:lnTo>
                    <a:pt x="4850219" y="3415896"/>
                  </a:lnTo>
                  <a:lnTo>
                    <a:pt x="4831434" y="3385208"/>
                  </a:lnTo>
                  <a:lnTo>
                    <a:pt x="4862122" y="3366423"/>
                  </a:lnTo>
                  <a:lnTo>
                    <a:pt x="4880907" y="3397111"/>
                  </a:lnTo>
                  <a:close/>
                </a:path>
                <a:path w="5509259" h="7655559">
                  <a:moveTo>
                    <a:pt x="4705355" y="3503156"/>
                  </a:moveTo>
                  <a:lnTo>
                    <a:pt x="4676708" y="3520695"/>
                  </a:lnTo>
                  <a:lnTo>
                    <a:pt x="4659177" y="3492055"/>
                  </a:lnTo>
                  <a:lnTo>
                    <a:pt x="4687825" y="3474524"/>
                  </a:lnTo>
                  <a:lnTo>
                    <a:pt x="4705355" y="3503156"/>
                  </a:lnTo>
                  <a:close/>
                </a:path>
                <a:path w="5509259" h="7655559">
                  <a:moveTo>
                    <a:pt x="4529804" y="3609210"/>
                  </a:moveTo>
                  <a:lnTo>
                    <a:pt x="4503205" y="3625495"/>
                  </a:lnTo>
                  <a:lnTo>
                    <a:pt x="4486928" y="3598895"/>
                  </a:lnTo>
                  <a:lnTo>
                    <a:pt x="4513520" y="3582618"/>
                  </a:lnTo>
                  <a:lnTo>
                    <a:pt x="4529804" y="3609210"/>
                  </a:lnTo>
                  <a:close/>
                </a:path>
                <a:path w="5509259" h="7655559">
                  <a:moveTo>
                    <a:pt x="4353702" y="3715132"/>
                  </a:moveTo>
                  <a:lnTo>
                    <a:pt x="4329841" y="3729743"/>
                  </a:lnTo>
                  <a:lnTo>
                    <a:pt x="4315231" y="3705882"/>
                  </a:lnTo>
                  <a:lnTo>
                    <a:pt x="4339092" y="3691272"/>
                  </a:lnTo>
                  <a:lnTo>
                    <a:pt x="4353702" y="3715132"/>
                  </a:lnTo>
                  <a:close/>
                </a:path>
                <a:path w="5509259" h="7655559">
                  <a:moveTo>
                    <a:pt x="4178159" y="3821186"/>
                  </a:moveTo>
                  <a:lnTo>
                    <a:pt x="4156330" y="3834543"/>
                  </a:lnTo>
                  <a:lnTo>
                    <a:pt x="4142974" y="3812729"/>
                  </a:lnTo>
                  <a:lnTo>
                    <a:pt x="4164803" y="3799364"/>
                  </a:lnTo>
                  <a:lnTo>
                    <a:pt x="4178159" y="3821186"/>
                  </a:lnTo>
                  <a:close/>
                </a:path>
                <a:path w="5509259" h="7655559">
                  <a:moveTo>
                    <a:pt x="4002057" y="3927108"/>
                  </a:moveTo>
                  <a:lnTo>
                    <a:pt x="3982967" y="3938798"/>
                  </a:lnTo>
                  <a:lnTo>
                    <a:pt x="3971277" y="3919699"/>
                  </a:lnTo>
                  <a:lnTo>
                    <a:pt x="3990367" y="3908018"/>
                  </a:lnTo>
                  <a:lnTo>
                    <a:pt x="4002057" y="3927108"/>
                  </a:lnTo>
                  <a:close/>
                </a:path>
                <a:path w="5509259" h="7655559">
                  <a:moveTo>
                    <a:pt x="3826506" y="4033162"/>
                  </a:moveTo>
                  <a:lnTo>
                    <a:pt x="3809456" y="4043598"/>
                  </a:lnTo>
                  <a:lnTo>
                    <a:pt x="3799020" y="4026547"/>
                  </a:lnTo>
                  <a:lnTo>
                    <a:pt x="3816071" y="4016111"/>
                  </a:lnTo>
                  <a:lnTo>
                    <a:pt x="3826506" y="4033162"/>
                  </a:lnTo>
                  <a:close/>
                </a:path>
                <a:path w="5509259" h="7655559">
                  <a:moveTo>
                    <a:pt x="3650956" y="4139216"/>
                  </a:moveTo>
                  <a:lnTo>
                    <a:pt x="3635953" y="4148398"/>
                  </a:lnTo>
                  <a:lnTo>
                    <a:pt x="3626771" y="4133395"/>
                  </a:lnTo>
                  <a:lnTo>
                    <a:pt x="3641774" y="4124213"/>
                  </a:lnTo>
                  <a:lnTo>
                    <a:pt x="3650956" y="4139216"/>
                  </a:lnTo>
                  <a:close/>
                </a:path>
                <a:path w="5509259" h="7655559">
                  <a:moveTo>
                    <a:pt x="3474862" y="4245138"/>
                  </a:moveTo>
                  <a:lnTo>
                    <a:pt x="3462582" y="4252653"/>
                  </a:lnTo>
                  <a:lnTo>
                    <a:pt x="3455066" y="4240373"/>
                  </a:lnTo>
                  <a:lnTo>
                    <a:pt x="3467346" y="4232858"/>
                  </a:lnTo>
                  <a:lnTo>
                    <a:pt x="3474862" y="4245138"/>
                  </a:lnTo>
                  <a:close/>
                </a:path>
                <a:path w="5509259" h="7655559">
                  <a:moveTo>
                    <a:pt x="3299855" y="4351323"/>
                  </a:moveTo>
                  <a:lnTo>
                    <a:pt x="3288948" y="4358005"/>
                  </a:lnTo>
                  <a:lnTo>
                    <a:pt x="3282266" y="4347082"/>
                  </a:lnTo>
                  <a:lnTo>
                    <a:pt x="3293173" y="4340408"/>
                  </a:lnTo>
                  <a:lnTo>
                    <a:pt x="3299855" y="4351323"/>
                  </a:lnTo>
                  <a:close/>
                </a:path>
                <a:path w="5509259" h="7655559">
                  <a:moveTo>
                    <a:pt x="3124855" y="4457498"/>
                  </a:moveTo>
                  <a:lnTo>
                    <a:pt x="3115306" y="4463348"/>
                  </a:lnTo>
                  <a:lnTo>
                    <a:pt x="3109457" y="4453799"/>
                  </a:lnTo>
                  <a:lnTo>
                    <a:pt x="3119006" y="4447957"/>
                  </a:lnTo>
                  <a:lnTo>
                    <a:pt x="3124855" y="4457498"/>
                  </a:lnTo>
                  <a:close/>
                </a:path>
                <a:path w="5509259" h="7655559">
                  <a:moveTo>
                    <a:pt x="2949856" y="4563691"/>
                  </a:moveTo>
                  <a:lnTo>
                    <a:pt x="2941672" y="4568699"/>
                  </a:lnTo>
                  <a:lnTo>
                    <a:pt x="2936664" y="4560515"/>
                  </a:lnTo>
                  <a:lnTo>
                    <a:pt x="2944849" y="4555507"/>
                  </a:lnTo>
                  <a:lnTo>
                    <a:pt x="2949856" y="4563691"/>
                  </a:lnTo>
                  <a:close/>
                </a:path>
                <a:path w="5509259" h="7655559">
                  <a:moveTo>
                    <a:pt x="2774306" y="4669736"/>
                  </a:moveTo>
                  <a:lnTo>
                    <a:pt x="2768170" y="4673498"/>
                  </a:lnTo>
                  <a:lnTo>
                    <a:pt x="2764408" y="4667354"/>
                  </a:lnTo>
                  <a:lnTo>
                    <a:pt x="2770552" y="4663600"/>
                  </a:lnTo>
                  <a:lnTo>
                    <a:pt x="2774306" y="4669736"/>
                  </a:lnTo>
                  <a:close/>
                </a:path>
                <a:path w="5509259" h="7655559">
                  <a:moveTo>
                    <a:pt x="2599306" y="4775921"/>
                  </a:moveTo>
                  <a:lnTo>
                    <a:pt x="2594528" y="4778850"/>
                  </a:lnTo>
                  <a:lnTo>
                    <a:pt x="2591607" y="4774079"/>
                  </a:lnTo>
                  <a:lnTo>
                    <a:pt x="2596386" y="4771150"/>
                  </a:lnTo>
                  <a:lnTo>
                    <a:pt x="2599306" y="4775921"/>
                  </a:lnTo>
                  <a:close/>
                </a:path>
                <a:path w="5509259" h="7655559">
                  <a:moveTo>
                    <a:pt x="2424307" y="4882113"/>
                  </a:moveTo>
                  <a:lnTo>
                    <a:pt x="2420902" y="4884200"/>
                  </a:lnTo>
                  <a:lnTo>
                    <a:pt x="2418815" y="4880787"/>
                  </a:lnTo>
                  <a:lnTo>
                    <a:pt x="2422220" y="4878700"/>
                  </a:lnTo>
                  <a:lnTo>
                    <a:pt x="2424307" y="4882113"/>
                  </a:lnTo>
                  <a:close/>
                </a:path>
                <a:path w="5509259" h="7655559">
                  <a:moveTo>
                    <a:pt x="2249308" y="4988297"/>
                  </a:moveTo>
                  <a:lnTo>
                    <a:pt x="2247260" y="4989552"/>
                  </a:lnTo>
                  <a:lnTo>
                    <a:pt x="2246006" y="4987503"/>
                  </a:lnTo>
                  <a:lnTo>
                    <a:pt x="2248054" y="4986249"/>
                  </a:lnTo>
                  <a:lnTo>
                    <a:pt x="2249308" y="4988297"/>
                  </a:lnTo>
                  <a:close/>
                </a:path>
                <a:path w="5509259" h="7655559">
                  <a:moveTo>
                    <a:pt x="5479958" y="2799789"/>
                  </a:moveTo>
                  <a:lnTo>
                    <a:pt x="5436998" y="2826089"/>
                  </a:lnTo>
                  <a:lnTo>
                    <a:pt x="5410698" y="2783121"/>
                  </a:lnTo>
                  <a:lnTo>
                    <a:pt x="5453658" y="2756829"/>
                  </a:lnTo>
                  <a:lnTo>
                    <a:pt x="5479958" y="2799789"/>
                  </a:lnTo>
                  <a:close/>
                </a:path>
                <a:path w="5509259" h="7655559">
                  <a:moveTo>
                    <a:pt x="5303312" y="2905580"/>
                  </a:moveTo>
                  <a:lnTo>
                    <a:pt x="5263758" y="2929793"/>
                  </a:lnTo>
                  <a:lnTo>
                    <a:pt x="5239545" y="2890238"/>
                  </a:lnTo>
                  <a:lnTo>
                    <a:pt x="5279100" y="2866026"/>
                  </a:lnTo>
                  <a:lnTo>
                    <a:pt x="5303312" y="2905580"/>
                  </a:lnTo>
                  <a:close/>
                </a:path>
                <a:path w="5509259" h="7655559">
                  <a:moveTo>
                    <a:pt x="5127753" y="3011634"/>
                  </a:moveTo>
                  <a:lnTo>
                    <a:pt x="5090247" y="3034593"/>
                  </a:lnTo>
                  <a:lnTo>
                    <a:pt x="5067288" y="2997087"/>
                  </a:lnTo>
                  <a:lnTo>
                    <a:pt x="5104794" y="2974128"/>
                  </a:lnTo>
                  <a:lnTo>
                    <a:pt x="5127753" y="3011634"/>
                  </a:lnTo>
                  <a:close/>
                </a:path>
                <a:path w="5509259" h="7655559">
                  <a:moveTo>
                    <a:pt x="4951659" y="3117556"/>
                  </a:moveTo>
                  <a:lnTo>
                    <a:pt x="4916883" y="3138841"/>
                  </a:lnTo>
                  <a:lnTo>
                    <a:pt x="4895591" y="3104057"/>
                  </a:lnTo>
                  <a:lnTo>
                    <a:pt x="4930366" y="3082772"/>
                  </a:lnTo>
                  <a:lnTo>
                    <a:pt x="4951659" y="3117556"/>
                  </a:lnTo>
                  <a:close/>
                </a:path>
                <a:path w="5509259" h="7655559">
                  <a:moveTo>
                    <a:pt x="4775005" y="3223340"/>
                  </a:moveTo>
                  <a:lnTo>
                    <a:pt x="4743643" y="3242545"/>
                  </a:lnTo>
                  <a:lnTo>
                    <a:pt x="4724437" y="3211166"/>
                  </a:lnTo>
                  <a:lnTo>
                    <a:pt x="4755799" y="3191970"/>
                  </a:lnTo>
                  <a:lnTo>
                    <a:pt x="4775005" y="3223340"/>
                  </a:lnTo>
                  <a:close/>
                </a:path>
                <a:path w="5509259" h="7655559">
                  <a:moveTo>
                    <a:pt x="4599463" y="3329393"/>
                  </a:moveTo>
                  <a:lnTo>
                    <a:pt x="4570132" y="3347345"/>
                  </a:lnTo>
                  <a:lnTo>
                    <a:pt x="4552180" y="3318014"/>
                  </a:lnTo>
                  <a:lnTo>
                    <a:pt x="4581511" y="3300063"/>
                  </a:lnTo>
                  <a:lnTo>
                    <a:pt x="4599463" y="3329393"/>
                  </a:lnTo>
                  <a:close/>
                </a:path>
                <a:path w="5509259" h="7655559">
                  <a:moveTo>
                    <a:pt x="4423360" y="3435316"/>
                  </a:moveTo>
                  <a:lnTo>
                    <a:pt x="4396761" y="3451600"/>
                  </a:lnTo>
                  <a:lnTo>
                    <a:pt x="4380484" y="3425000"/>
                  </a:lnTo>
                  <a:lnTo>
                    <a:pt x="4407076" y="3408724"/>
                  </a:lnTo>
                  <a:lnTo>
                    <a:pt x="4423360" y="3435316"/>
                  </a:lnTo>
                  <a:close/>
                </a:path>
                <a:path w="5509259" h="7655559">
                  <a:moveTo>
                    <a:pt x="4247810" y="3541369"/>
                  </a:moveTo>
                  <a:lnTo>
                    <a:pt x="4223258" y="3556401"/>
                  </a:lnTo>
                  <a:lnTo>
                    <a:pt x="4208227" y="3531840"/>
                  </a:lnTo>
                  <a:lnTo>
                    <a:pt x="4232779" y="3516809"/>
                  </a:lnTo>
                  <a:lnTo>
                    <a:pt x="4247810" y="3541369"/>
                  </a:lnTo>
                  <a:close/>
                </a:path>
                <a:path w="5509259" h="7655559">
                  <a:moveTo>
                    <a:pt x="4071707" y="3647284"/>
                  </a:moveTo>
                  <a:lnTo>
                    <a:pt x="4049886" y="3660648"/>
                  </a:lnTo>
                  <a:lnTo>
                    <a:pt x="4036529" y="3638827"/>
                  </a:lnTo>
                  <a:lnTo>
                    <a:pt x="4058351" y="3625462"/>
                  </a:lnTo>
                  <a:lnTo>
                    <a:pt x="4071707" y="3647284"/>
                  </a:lnTo>
                  <a:close/>
                </a:path>
                <a:path w="5509259" h="7655559">
                  <a:moveTo>
                    <a:pt x="3896165" y="3753345"/>
                  </a:moveTo>
                  <a:lnTo>
                    <a:pt x="3876383" y="3765448"/>
                  </a:lnTo>
                  <a:lnTo>
                    <a:pt x="3864273" y="3745674"/>
                  </a:lnTo>
                  <a:lnTo>
                    <a:pt x="3884054" y="3733564"/>
                  </a:lnTo>
                  <a:lnTo>
                    <a:pt x="3896165" y="3753345"/>
                  </a:lnTo>
                  <a:close/>
                </a:path>
                <a:path w="5509259" h="7655559">
                  <a:moveTo>
                    <a:pt x="3720606" y="3859398"/>
                  </a:moveTo>
                  <a:lnTo>
                    <a:pt x="3702880" y="3870247"/>
                  </a:lnTo>
                  <a:lnTo>
                    <a:pt x="3692024" y="3852514"/>
                  </a:lnTo>
                  <a:lnTo>
                    <a:pt x="3709749" y="3841657"/>
                  </a:lnTo>
                  <a:lnTo>
                    <a:pt x="3720606" y="3859398"/>
                  </a:lnTo>
                  <a:close/>
                </a:path>
                <a:path w="5509259" h="7655559">
                  <a:moveTo>
                    <a:pt x="3544503" y="3965313"/>
                  </a:moveTo>
                  <a:lnTo>
                    <a:pt x="3529508" y="3974495"/>
                  </a:lnTo>
                  <a:lnTo>
                    <a:pt x="3520326" y="3959492"/>
                  </a:lnTo>
                  <a:lnTo>
                    <a:pt x="3535321" y="3950310"/>
                  </a:lnTo>
                  <a:lnTo>
                    <a:pt x="3544503" y="3965313"/>
                  </a:lnTo>
                  <a:close/>
                </a:path>
                <a:path w="5509259" h="7655559">
                  <a:moveTo>
                    <a:pt x="3368961" y="4071367"/>
                  </a:moveTo>
                  <a:lnTo>
                    <a:pt x="3356006" y="4079303"/>
                  </a:lnTo>
                  <a:lnTo>
                    <a:pt x="3348070" y="4066340"/>
                  </a:lnTo>
                  <a:lnTo>
                    <a:pt x="3361033" y="4058412"/>
                  </a:lnTo>
                  <a:lnTo>
                    <a:pt x="3368961" y="4071367"/>
                  </a:lnTo>
                  <a:close/>
                </a:path>
                <a:path w="5509259" h="7655559">
                  <a:moveTo>
                    <a:pt x="3193961" y="4177551"/>
                  </a:moveTo>
                  <a:lnTo>
                    <a:pt x="3182364" y="4184646"/>
                  </a:lnTo>
                  <a:lnTo>
                    <a:pt x="3175269" y="4173057"/>
                  </a:lnTo>
                  <a:lnTo>
                    <a:pt x="3186866" y="4165962"/>
                  </a:lnTo>
                  <a:lnTo>
                    <a:pt x="3193961" y="4177551"/>
                  </a:lnTo>
                  <a:close/>
                </a:path>
                <a:path w="5509259" h="7655559">
                  <a:moveTo>
                    <a:pt x="3018962" y="4283736"/>
                  </a:moveTo>
                  <a:lnTo>
                    <a:pt x="3008730" y="4289998"/>
                  </a:lnTo>
                  <a:lnTo>
                    <a:pt x="3002468" y="4279766"/>
                  </a:lnTo>
                  <a:lnTo>
                    <a:pt x="3012701" y="4273504"/>
                  </a:lnTo>
                  <a:lnTo>
                    <a:pt x="3018962" y="4283736"/>
                  </a:lnTo>
                  <a:close/>
                </a:path>
                <a:path w="5509259" h="7655559">
                  <a:moveTo>
                    <a:pt x="2843403" y="4389790"/>
                  </a:moveTo>
                  <a:lnTo>
                    <a:pt x="2835227" y="4394797"/>
                  </a:lnTo>
                  <a:lnTo>
                    <a:pt x="2830220" y="4386614"/>
                  </a:lnTo>
                  <a:lnTo>
                    <a:pt x="2838396" y="4381606"/>
                  </a:lnTo>
                  <a:lnTo>
                    <a:pt x="2843403" y="4389790"/>
                  </a:lnTo>
                  <a:close/>
                </a:path>
                <a:path w="5509259" h="7655559">
                  <a:moveTo>
                    <a:pt x="2668404" y="4495974"/>
                  </a:moveTo>
                  <a:lnTo>
                    <a:pt x="2661586" y="4500148"/>
                  </a:lnTo>
                  <a:lnTo>
                    <a:pt x="2657411" y="4493330"/>
                  </a:lnTo>
                  <a:lnTo>
                    <a:pt x="2664230" y="4489156"/>
                  </a:lnTo>
                  <a:lnTo>
                    <a:pt x="2668404" y="4495974"/>
                  </a:lnTo>
                  <a:close/>
                </a:path>
                <a:path w="5509259" h="7655559">
                  <a:moveTo>
                    <a:pt x="2493405" y="4602159"/>
                  </a:moveTo>
                  <a:lnTo>
                    <a:pt x="2487952" y="4605499"/>
                  </a:lnTo>
                  <a:lnTo>
                    <a:pt x="2484610" y="4600038"/>
                  </a:lnTo>
                  <a:lnTo>
                    <a:pt x="2490064" y="4596705"/>
                  </a:lnTo>
                  <a:lnTo>
                    <a:pt x="2493405" y="4602159"/>
                  </a:lnTo>
                  <a:close/>
                </a:path>
                <a:path w="5509259" h="7655559">
                  <a:moveTo>
                    <a:pt x="2318406" y="4708350"/>
                  </a:moveTo>
                  <a:lnTo>
                    <a:pt x="2314318" y="4710850"/>
                  </a:lnTo>
                  <a:lnTo>
                    <a:pt x="2311810" y="4706762"/>
                  </a:lnTo>
                  <a:lnTo>
                    <a:pt x="2315906" y="4704254"/>
                  </a:lnTo>
                  <a:lnTo>
                    <a:pt x="2318406" y="4708350"/>
                  </a:lnTo>
                  <a:close/>
                </a:path>
                <a:path w="5509259" h="7655559">
                  <a:moveTo>
                    <a:pt x="2143407" y="4814535"/>
                  </a:moveTo>
                  <a:lnTo>
                    <a:pt x="2140684" y="4816202"/>
                  </a:lnTo>
                  <a:lnTo>
                    <a:pt x="2139017" y="4813471"/>
                  </a:lnTo>
                  <a:lnTo>
                    <a:pt x="2141732" y="4811804"/>
                  </a:lnTo>
                  <a:lnTo>
                    <a:pt x="2143407" y="4814535"/>
                  </a:lnTo>
                  <a:close/>
                </a:path>
                <a:path w="5509259" h="7655559">
                  <a:moveTo>
                    <a:pt x="5509119" y="2481474"/>
                  </a:moveTo>
                  <a:lnTo>
                    <a:pt x="5509119" y="2545222"/>
                  </a:lnTo>
                  <a:lnTo>
                    <a:pt x="5503777" y="2548492"/>
                  </a:lnTo>
                  <a:lnTo>
                    <a:pt x="5475389" y="2502119"/>
                  </a:lnTo>
                  <a:lnTo>
                    <a:pt x="5509119" y="2481474"/>
                  </a:lnTo>
                  <a:close/>
                </a:path>
                <a:path w="5509259" h="7655559">
                  <a:moveTo>
                    <a:pt x="5374056" y="2626026"/>
                  </a:moveTo>
                  <a:lnTo>
                    <a:pt x="5330413" y="2652739"/>
                  </a:lnTo>
                  <a:lnTo>
                    <a:pt x="5303692" y="2609096"/>
                  </a:lnTo>
                  <a:lnTo>
                    <a:pt x="5347343" y="2582383"/>
                  </a:lnTo>
                  <a:lnTo>
                    <a:pt x="5374056" y="2626026"/>
                  </a:lnTo>
                  <a:close/>
                </a:path>
                <a:path w="5509259" h="7655559">
                  <a:moveTo>
                    <a:pt x="5197410" y="2731818"/>
                  </a:moveTo>
                  <a:lnTo>
                    <a:pt x="5157172" y="2756443"/>
                  </a:lnTo>
                  <a:lnTo>
                    <a:pt x="5132539" y="2716205"/>
                  </a:lnTo>
                  <a:lnTo>
                    <a:pt x="5172777" y="2691580"/>
                  </a:lnTo>
                  <a:lnTo>
                    <a:pt x="5197410" y="2731818"/>
                  </a:lnTo>
                  <a:close/>
                </a:path>
                <a:path w="5509259" h="7655559">
                  <a:moveTo>
                    <a:pt x="5021307" y="2837732"/>
                  </a:moveTo>
                  <a:lnTo>
                    <a:pt x="4983801" y="2860691"/>
                  </a:lnTo>
                  <a:lnTo>
                    <a:pt x="4960842" y="2823184"/>
                  </a:lnTo>
                  <a:lnTo>
                    <a:pt x="4998348" y="2800225"/>
                  </a:lnTo>
                  <a:lnTo>
                    <a:pt x="5021307" y="2837732"/>
                  </a:lnTo>
                  <a:close/>
                </a:path>
                <a:path w="5509259" h="7655559">
                  <a:moveTo>
                    <a:pt x="4845757" y="2943793"/>
                  </a:moveTo>
                  <a:lnTo>
                    <a:pt x="4810298" y="2965499"/>
                  </a:lnTo>
                  <a:lnTo>
                    <a:pt x="4788593" y="2930032"/>
                  </a:lnTo>
                  <a:lnTo>
                    <a:pt x="4824051" y="2908327"/>
                  </a:lnTo>
                  <a:lnTo>
                    <a:pt x="4845757" y="2943793"/>
                  </a:lnTo>
                  <a:close/>
                </a:path>
                <a:path w="5509259" h="7655559">
                  <a:moveTo>
                    <a:pt x="4669110" y="3049577"/>
                  </a:moveTo>
                  <a:lnTo>
                    <a:pt x="4637057" y="3069195"/>
                  </a:lnTo>
                  <a:lnTo>
                    <a:pt x="4617431" y="3037141"/>
                  </a:lnTo>
                  <a:lnTo>
                    <a:pt x="4649492" y="3017524"/>
                  </a:lnTo>
                  <a:lnTo>
                    <a:pt x="4669110" y="3049577"/>
                  </a:lnTo>
                  <a:close/>
                </a:path>
                <a:path w="5509259" h="7655559">
                  <a:moveTo>
                    <a:pt x="4493008" y="3155491"/>
                  </a:moveTo>
                  <a:lnTo>
                    <a:pt x="4463685" y="3173443"/>
                  </a:lnTo>
                  <a:lnTo>
                    <a:pt x="4445734" y="3144120"/>
                  </a:lnTo>
                  <a:lnTo>
                    <a:pt x="4475056" y="3126168"/>
                  </a:lnTo>
                  <a:lnTo>
                    <a:pt x="4493008" y="3155491"/>
                  </a:lnTo>
                  <a:close/>
                </a:path>
                <a:path w="5509259" h="7655559">
                  <a:moveTo>
                    <a:pt x="4317457" y="3261545"/>
                  </a:moveTo>
                  <a:lnTo>
                    <a:pt x="4290182" y="3278242"/>
                  </a:lnTo>
                  <a:lnTo>
                    <a:pt x="4273485" y="3250967"/>
                  </a:lnTo>
                  <a:lnTo>
                    <a:pt x="4300760" y="3234270"/>
                  </a:lnTo>
                  <a:lnTo>
                    <a:pt x="4317457" y="3261545"/>
                  </a:lnTo>
                  <a:close/>
                </a:path>
                <a:path w="5509259" h="7655559">
                  <a:moveTo>
                    <a:pt x="4141363" y="3367467"/>
                  </a:moveTo>
                  <a:lnTo>
                    <a:pt x="4116803" y="3382499"/>
                  </a:lnTo>
                  <a:lnTo>
                    <a:pt x="4101780" y="3357947"/>
                  </a:lnTo>
                  <a:lnTo>
                    <a:pt x="4126332" y="3342915"/>
                  </a:lnTo>
                  <a:lnTo>
                    <a:pt x="4141363" y="3367467"/>
                  </a:lnTo>
                  <a:close/>
                </a:path>
                <a:path w="5509259" h="7655559">
                  <a:moveTo>
                    <a:pt x="3965804" y="3473521"/>
                  </a:moveTo>
                  <a:lnTo>
                    <a:pt x="3943308" y="3487290"/>
                  </a:lnTo>
                  <a:lnTo>
                    <a:pt x="3929531" y="3464786"/>
                  </a:lnTo>
                  <a:lnTo>
                    <a:pt x="3952027" y="3451017"/>
                  </a:lnTo>
                  <a:lnTo>
                    <a:pt x="3965804" y="3473521"/>
                  </a:lnTo>
                  <a:close/>
                </a:path>
                <a:path w="5509259" h="7655559">
                  <a:moveTo>
                    <a:pt x="3789710" y="3579443"/>
                  </a:moveTo>
                  <a:lnTo>
                    <a:pt x="3769929" y="3591545"/>
                  </a:lnTo>
                  <a:lnTo>
                    <a:pt x="3757826" y="3571772"/>
                  </a:lnTo>
                  <a:lnTo>
                    <a:pt x="3777608" y="3559662"/>
                  </a:lnTo>
                  <a:lnTo>
                    <a:pt x="3789710" y="3579443"/>
                  </a:lnTo>
                  <a:close/>
                </a:path>
                <a:path w="5509259" h="7655559">
                  <a:moveTo>
                    <a:pt x="3614159" y="3685496"/>
                  </a:moveTo>
                  <a:lnTo>
                    <a:pt x="3596426" y="3696345"/>
                  </a:lnTo>
                  <a:lnTo>
                    <a:pt x="3585578" y="3678620"/>
                  </a:lnTo>
                  <a:lnTo>
                    <a:pt x="3603303" y="3667763"/>
                  </a:lnTo>
                  <a:lnTo>
                    <a:pt x="3614159" y="3685496"/>
                  </a:lnTo>
                  <a:close/>
                </a:path>
                <a:path w="5509259" h="7655559">
                  <a:moveTo>
                    <a:pt x="3438609" y="3791542"/>
                  </a:moveTo>
                  <a:lnTo>
                    <a:pt x="3422924" y="3801145"/>
                  </a:lnTo>
                  <a:lnTo>
                    <a:pt x="3413321" y="3785467"/>
                  </a:lnTo>
                  <a:lnTo>
                    <a:pt x="3429014" y="3775864"/>
                  </a:lnTo>
                  <a:lnTo>
                    <a:pt x="3438609" y="3791542"/>
                  </a:lnTo>
                  <a:close/>
                </a:path>
                <a:path w="5509259" h="7655559">
                  <a:moveTo>
                    <a:pt x="3262515" y="3897464"/>
                  </a:moveTo>
                  <a:lnTo>
                    <a:pt x="3249552" y="3905400"/>
                  </a:lnTo>
                  <a:lnTo>
                    <a:pt x="3241624" y="3892437"/>
                  </a:lnTo>
                  <a:lnTo>
                    <a:pt x="3254578" y="3884509"/>
                  </a:lnTo>
                  <a:lnTo>
                    <a:pt x="3262515" y="3897464"/>
                  </a:lnTo>
                  <a:close/>
                </a:path>
                <a:path w="5509259" h="7655559">
                  <a:moveTo>
                    <a:pt x="3087516" y="4003656"/>
                  </a:moveTo>
                  <a:lnTo>
                    <a:pt x="3075918" y="4010751"/>
                  </a:lnTo>
                  <a:lnTo>
                    <a:pt x="3068815" y="3999153"/>
                  </a:lnTo>
                  <a:lnTo>
                    <a:pt x="3080413" y="3992059"/>
                  </a:lnTo>
                  <a:lnTo>
                    <a:pt x="3087516" y="4003656"/>
                  </a:lnTo>
                  <a:close/>
                </a:path>
                <a:path w="5509259" h="7655559">
                  <a:moveTo>
                    <a:pt x="2912508" y="4109833"/>
                  </a:moveTo>
                  <a:lnTo>
                    <a:pt x="2902284" y="4116095"/>
                  </a:lnTo>
                  <a:lnTo>
                    <a:pt x="2896023" y="4105863"/>
                  </a:lnTo>
                  <a:lnTo>
                    <a:pt x="2906247" y="4099601"/>
                  </a:lnTo>
                  <a:lnTo>
                    <a:pt x="2912508" y="4109833"/>
                  </a:lnTo>
                  <a:close/>
                </a:path>
                <a:path w="5509259" h="7655559">
                  <a:moveTo>
                    <a:pt x="2736958" y="4215894"/>
                  </a:moveTo>
                  <a:lnTo>
                    <a:pt x="2728782" y="4220902"/>
                  </a:lnTo>
                  <a:lnTo>
                    <a:pt x="2723766" y="4212719"/>
                  </a:lnTo>
                  <a:lnTo>
                    <a:pt x="2731951" y="4207711"/>
                  </a:lnTo>
                  <a:lnTo>
                    <a:pt x="2736958" y="4215894"/>
                  </a:lnTo>
                  <a:close/>
                </a:path>
                <a:path w="5509259" h="7655559">
                  <a:moveTo>
                    <a:pt x="2561958" y="4322071"/>
                  </a:moveTo>
                  <a:lnTo>
                    <a:pt x="2555140" y="4326245"/>
                  </a:lnTo>
                  <a:lnTo>
                    <a:pt x="2550966" y="4319427"/>
                  </a:lnTo>
                  <a:lnTo>
                    <a:pt x="2557784" y="4315253"/>
                  </a:lnTo>
                  <a:lnTo>
                    <a:pt x="2561958" y="4322071"/>
                  </a:lnTo>
                  <a:close/>
                </a:path>
                <a:path w="5509259" h="7655559">
                  <a:moveTo>
                    <a:pt x="2386959" y="4428263"/>
                  </a:moveTo>
                  <a:lnTo>
                    <a:pt x="2381506" y="4431596"/>
                  </a:lnTo>
                  <a:lnTo>
                    <a:pt x="2378165" y="4426143"/>
                  </a:lnTo>
                  <a:lnTo>
                    <a:pt x="2383618" y="4422810"/>
                  </a:lnTo>
                  <a:lnTo>
                    <a:pt x="2386959" y="4428263"/>
                  </a:lnTo>
                  <a:close/>
                </a:path>
                <a:path w="5509259" h="7655559">
                  <a:moveTo>
                    <a:pt x="2211960" y="4534448"/>
                  </a:moveTo>
                  <a:lnTo>
                    <a:pt x="2207864" y="4536947"/>
                  </a:lnTo>
                  <a:lnTo>
                    <a:pt x="2205364" y="4532859"/>
                  </a:lnTo>
                  <a:lnTo>
                    <a:pt x="2209452" y="4530360"/>
                  </a:lnTo>
                  <a:lnTo>
                    <a:pt x="2211960" y="4534448"/>
                  </a:lnTo>
                  <a:close/>
                </a:path>
                <a:path w="5509259" h="7655559">
                  <a:moveTo>
                    <a:pt x="2036953" y="4640632"/>
                  </a:moveTo>
                  <a:lnTo>
                    <a:pt x="2034239" y="4642299"/>
                  </a:lnTo>
                  <a:lnTo>
                    <a:pt x="2032564" y="4639568"/>
                  </a:lnTo>
                  <a:lnTo>
                    <a:pt x="2035287" y="4637901"/>
                  </a:lnTo>
                  <a:lnTo>
                    <a:pt x="2036953" y="4640632"/>
                  </a:lnTo>
                  <a:close/>
                </a:path>
                <a:path w="5509259" h="7655559">
                  <a:moveTo>
                    <a:pt x="5444257" y="2346333"/>
                  </a:moveTo>
                  <a:lnTo>
                    <a:pt x="5397210" y="2375141"/>
                  </a:lnTo>
                  <a:lnTo>
                    <a:pt x="5368401" y="2328085"/>
                  </a:lnTo>
                  <a:lnTo>
                    <a:pt x="5415458" y="2299276"/>
                  </a:lnTo>
                  <a:lnTo>
                    <a:pt x="5444257" y="2346333"/>
                  </a:lnTo>
                  <a:close/>
                </a:path>
                <a:path w="5509259" h="7655559">
                  <a:moveTo>
                    <a:pt x="5267611" y="2452124"/>
                  </a:moveTo>
                  <a:lnTo>
                    <a:pt x="5223961" y="2478845"/>
                  </a:lnTo>
                  <a:lnTo>
                    <a:pt x="5197248" y="2435194"/>
                  </a:lnTo>
                  <a:lnTo>
                    <a:pt x="5240891" y="2408481"/>
                  </a:lnTo>
                  <a:lnTo>
                    <a:pt x="5267611" y="2452124"/>
                  </a:lnTo>
                  <a:close/>
                </a:path>
                <a:path w="5509259" h="7655559">
                  <a:moveTo>
                    <a:pt x="5091517" y="2558046"/>
                  </a:moveTo>
                  <a:lnTo>
                    <a:pt x="5050597" y="2583092"/>
                  </a:lnTo>
                  <a:lnTo>
                    <a:pt x="5025543" y="2542172"/>
                  </a:lnTo>
                  <a:lnTo>
                    <a:pt x="5066463" y="2517126"/>
                  </a:lnTo>
                  <a:lnTo>
                    <a:pt x="5091517" y="2558046"/>
                  </a:lnTo>
                  <a:close/>
                </a:path>
                <a:path w="5509259" h="7655559">
                  <a:moveTo>
                    <a:pt x="4914863" y="2663837"/>
                  </a:moveTo>
                  <a:lnTo>
                    <a:pt x="4877356" y="2686797"/>
                  </a:lnTo>
                  <a:lnTo>
                    <a:pt x="4854389" y="2649282"/>
                  </a:lnTo>
                  <a:lnTo>
                    <a:pt x="4891896" y="2626323"/>
                  </a:lnTo>
                  <a:lnTo>
                    <a:pt x="4914863" y="2663837"/>
                  </a:lnTo>
                  <a:close/>
                </a:path>
                <a:path w="5509259" h="7655559">
                  <a:moveTo>
                    <a:pt x="4739312" y="2769891"/>
                  </a:moveTo>
                  <a:lnTo>
                    <a:pt x="4703854" y="2791596"/>
                  </a:lnTo>
                  <a:lnTo>
                    <a:pt x="4682140" y="2756130"/>
                  </a:lnTo>
                  <a:lnTo>
                    <a:pt x="4717599" y="2734425"/>
                  </a:lnTo>
                  <a:lnTo>
                    <a:pt x="4739312" y="2769891"/>
                  </a:lnTo>
                  <a:close/>
                </a:path>
                <a:path w="5509259" h="7655559">
                  <a:moveTo>
                    <a:pt x="4563210" y="2875805"/>
                  </a:moveTo>
                  <a:lnTo>
                    <a:pt x="4530481" y="2895836"/>
                  </a:lnTo>
                  <a:lnTo>
                    <a:pt x="4510443" y="2863107"/>
                  </a:lnTo>
                  <a:lnTo>
                    <a:pt x="4543172" y="2843077"/>
                  </a:lnTo>
                  <a:lnTo>
                    <a:pt x="4563210" y="2875805"/>
                  </a:lnTo>
                  <a:close/>
                </a:path>
                <a:path w="5509259" h="7655559">
                  <a:moveTo>
                    <a:pt x="4387107" y="2981728"/>
                  </a:moveTo>
                  <a:lnTo>
                    <a:pt x="4357102" y="3000092"/>
                  </a:lnTo>
                  <a:lnTo>
                    <a:pt x="4338738" y="2970087"/>
                  </a:lnTo>
                  <a:lnTo>
                    <a:pt x="4368743" y="2951723"/>
                  </a:lnTo>
                  <a:lnTo>
                    <a:pt x="4387107" y="2981728"/>
                  </a:lnTo>
                  <a:close/>
                </a:path>
                <a:path w="5509259" h="7655559">
                  <a:moveTo>
                    <a:pt x="4211013" y="3087650"/>
                  </a:moveTo>
                  <a:lnTo>
                    <a:pt x="4183739" y="3104347"/>
                  </a:lnTo>
                  <a:lnTo>
                    <a:pt x="4167041" y="3077072"/>
                  </a:lnTo>
                  <a:lnTo>
                    <a:pt x="4194316" y="3060375"/>
                  </a:lnTo>
                  <a:lnTo>
                    <a:pt x="4211013" y="3087650"/>
                  </a:lnTo>
                  <a:close/>
                </a:path>
                <a:path w="5509259" h="7655559">
                  <a:moveTo>
                    <a:pt x="4035462" y="3193703"/>
                  </a:moveTo>
                  <a:lnTo>
                    <a:pt x="4010228" y="3209147"/>
                  </a:lnTo>
                  <a:lnTo>
                    <a:pt x="3994784" y="3183912"/>
                  </a:lnTo>
                  <a:lnTo>
                    <a:pt x="4020011" y="3168469"/>
                  </a:lnTo>
                  <a:lnTo>
                    <a:pt x="4035462" y="3193703"/>
                  </a:lnTo>
                  <a:close/>
                </a:path>
                <a:path w="5509259" h="7655559">
                  <a:moveTo>
                    <a:pt x="3859360" y="3299618"/>
                  </a:moveTo>
                  <a:lnTo>
                    <a:pt x="3836856" y="3313395"/>
                  </a:lnTo>
                  <a:lnTo>
                    <a:pt x="3823087" y="3290891"/>
                  </a:lnTo>
                  <a:lnTo>
                    <a:pt x="3845583" y="3277122"/>
                  </a:lnTo>
                  <a:lnTo>
                    <a:pt x="3859360" y="3299618"/>
                  </a:lnTo>
                  <a:close/>
                </a:path>
                <a:path w="5509259" h="7655559">
                  <a:moveTo>
                    <a:pt x="3683817" y="3405671"/>
                  </a:moveTo>
                  <a:lnTo>
                    <a:pt x="3663361" y="3418194"/>
                  </a:lnTo>
                  <a:lnTo>
                    <a:pt x="3650838" y="3397739"/>
                  </a:lnTo>
                  <a:lnTo>
                    <a:pt x="3671294" y="3385216"/>
                  </a:lnTo>
                  <a:lnTo>
                    <a:pt x="3683817" y="3405671"/>
                  </a:lnTo>
                  <a:close/>
                </a:path>
                <a:path w="5509259" h="7655559">
                  <a:moveTo>
                    <a:pt x="3508258" y="3511725"/>
                  </a:moveTo>
                  <a:lnTo>
                    <a:pt x="3489851" y="3522994"/>
                  </a:lnTo>
                  <a:lnTo>
                    <a:pt x="3478581" y="3504578"/>
                  </a:lnTo>
                  <a:lnTo>
                    <a:pt x="3496989" y="3493309"/>
                  </a:lnTo>
                  <a:lnTo>
                    <a:pt x="3508258" y="3511725"/>
                  </a:lnTo>
                  <a:close/>
                </a:path>
                <a:path w="5509259" h="7655559">
                  <a:moveTo>
                    <a:pt x="3332164" y="3617647"/>
                  </a:moveTo>
                  <a:lnTo>
                    <a:pt x="3316471" y="3627250"/>
                  </a:lnTo>
                  <a:lnTo>
                    <a:pt x="3306877" y="3611565"/>
                  </a:lnTo>
                  <a:lnTo>
                    <a:pt x="3322562" y="3601962"/>
                  </a:lnTo>
                  <a:lnTo>
                    <a:pt x="3332164" y="3617647"/>
                  </a:lnTo>
                  <a:close/>
                </a:path>
                <a:path w="5509259" h="7655559">
                  <a:moveTo>
                    <a:pt x="3156614" y="3723701"/>
                  </a:moveTo>
                  <a:lnTo>
                    <a:pt x="3142976" y="3732050"/>
                  </a:lnTo>
                  <a:lnTo>
                    <a:pt x="3134628" y="3718413"/>
                  </a:lnTo>
                  <a:lnTo>
                    <a:pt x="3148265" y="3710064"/>
                  </a:lnTo>
                  <a:lnTo>
                    <a:pt x="3156614" y="3723701"/>
                  </a:lnTo>
                  <a:close/>
                </a:path>
                <a:path w="5509259" h="7655559">
                  <a:moveTo>
                    <a:pt x="2981063" y="3829755"/>
                  </a:moveTo>
                  <a:lnTo>
                    <a:pt x="2969466" y="3836849"/>
                  </a:lnTo>
                  <a:lnTo>
                    <a:pt x="2962371" y="3825252"/>
                  </a:lnTo>
                  <a:lnTo>
                    <a:pt x="2973968" y="3818157"/>
                  </a:lnTo>
                  <a:lnTo>
                    <a:pt x="2981063" y="3829755"/>
                  </a:lnTo>
                  <a:close/>
                </a:path>
                <a:path w="5509259" h="7655559">
                  <a:moveTo>
                    <a:pt x="2806064" y="3935939"/>
                  </a:moveTo>
                  <a:lnTo>
                    <a:pt x="2795840" y="3942201"/>
                  </a:lnTo>
                  <a:lnTo>
                    <a:pt x="2789579" y="3931969"/>
                  </a:lnTo>
                  <a:lnTo>
                    <a:pt x="2799803" y="3925707"/>
                  </a:lnTo>
                  <a:lnTo>
                    <a:pt x="2806064" y="3935939"/>
                  </a:lnTo>
                  <a:close/>
                </a:path>
                <a:path w="5509259" h="7655559">
                  <a:moveTo>
                    <a:pt x="2631065" y="4042124"/>
                  </a:moveTo>
                  <a:lnTo>
                    <a:pt x="2622190" y="4047552"/>
                  </a:lnTo>
                  <a:lnTo>
                    <a:pt x="2616770" y="4038686"/>
                  </a:lnTo>
                  <a:lnTo>
                    <a:pt x="2625636" y="4033257"/>
                  </a:lnTo>
                  <a:lnTo>
                    <a:pt x="2631065" y="4042124"/>
                  </a:lnTo>
                  <a:close/>
                </a:path>
                <a:path w="5509259" h="7655559">
                  <a:moveTo>
                    <a:pt x="2455514" y="4148177"/>
                  </a:moveTo>
                  <a:lnTo>
                    <a:pt x="2448696" y="4152352"/>
                  </a:lnTo>
                  <a:lnTo>
                    <a:pt x="2444521" y="4145533"/>
                  </a:lnTo>
                  <a:lnTo>
                    <a:pt x="2451340" y="4141359"/>
                  </a:lnTo>
                  <a:lnTo>
                    <a:pt x="2455514" y="4148177"/>
                  </a:lnTo>
                  <a:close/>
                </a:path>
                <a:path w="5509259" h="7655559">
                  <a:moveTo>
                    <a:pt x="2280507" y="4254362"/>
                  </a:moveTo>
                  <a:lnTo>
                    <a:pt x="2275054" y="4257695"/>
                  </a:lnTo>
                  <a:lnTo>
                    <a:pt x="2271721" y="4252241"/>
                  </a:lnTo>
                  <a:lnTo>
                    <a:pt x="2277174" y="4248908"/>
                  </a:lnTo>
                  <a:lnTo>
                    <a:pt x="2280507" y="4254362"/>
                  </a:lnTo>
                  <a:close/>
                </a:path>
                <a:path w="5509259" h="7655559">
                  <a:moveTo>
                    <a:pt x="2105508" y="4360546"/>
                  </a:moveTo>
                  <a:lnTo>
                    <a:pt x="2101420" y="4363054"/>
                  </a:lnTo>
                  <a:lnTo>
                    <a:pt x="2098912" y="4358958"/>
                  </a:lnTo>
                  <a:lnTo>
                    <a:pt x="2103009" y="4356459"/>
                  </a:lnTo>
                  <a:lnTo>
                    <a:pt x="2105508" y="4360546"/>
                  </a:lnTo>
                  <a:close/>
                </a:path>
                <a:path w="5509259" h="7655559">
                  <a:moveTo>
                    <a:pt x="1930509" y="4466731"/>
                  </a:moveTo>
                  <a:lnTo>
                    <a:pt x="1927786" y="4468398"/>
                  </a:lnTo>
                  <a:lnTo>
                    <a:pt x="1926119" y="4465666"/>
                  </a:lnTo>
                  <a:lnTo>
                    <a:pt x="1928834" y="4464000"/>
                  </a:lnTo>
                  <a:lnTo>
                    <a:pt x="1930509" y="4466731"/>
                  </a:lnTo>
                  <a:close/>
                </a:path>
                <a:path w="5509259" h="7655559">
                  <a:moveTo>
                    <a:pt x="1755509" y="4572923"/>
                  </a:moveTo>
                  <a:lnTo>
                    <a:pt x="1754144" y="4573757"/>
                  </a:lnTo>
                  <a:lnTo>
                    <a:pt x="1753311" y="4572383"/>
                  </a:lnTo>
                  <a:lnTo>
                    <a:pt x="1754668" y="4571549"/>
                  </a:lnTo>
                  <a:lnTo>
                    <a:pt x="1755509" y="4572923"/>
                  </a:lnTo>
                  <a:close/>
                </a:path>
                <a:path w="5509259" h="7655559">
                  <a:moveTo>
                    <a:pt x="5509119" y="2057913"/>
                  </a:moveTo>
                  <a:lnTo>
                    <a:pt x="5509119" y="2069919"/>
                  </a:lnTo>
                  <a:lnTo>
                    <a:pt x="5463996" y="2097535"/>
                  </a:lnTo>
                  <a:lnTo>
                    <a:pt x="5433109" y="2047073"/>
                  </a:lnTo>
                  <a:lnTo>
                    <a:pt x="5483571" y="2016178"/>
                  </a:lnTo>
                  <a:lnTo>
                    <a:pt x="5509119" y="2057913"/>
                  </a:lnTo>
                  <a:close/>
                </a:path>
                <a:path w="5509259" h="7655559">
                  <a:moveTo>
                    <a:pt x="5337812" y="2172439"/>
                  </a:moveTo>
                  <a:lnTo>
                    <a:pt x="5290756" y="2201239"/>
                  </a:lnTo>
                  <a:lnTo>
                    <a:pt x="5261956" y="2154182"/>
                  </a:lnTo>
                  <a:lnTo>
                    <a:pt x="5309004" y="2125383"/>
                  </a:lnTo>
                  <a:lnTo>
                    <a:pt x="5337812" y="2172439"/>
                  </a:lnTo>
                  <a:close/>
                </a:path>
                <a:path w="5509259" h="7655559">
                  <a:moveTo>
                    <a:pt x="5161718" y="2278361"/>
                  </a:moveTo>
                  <a:lnTo>
                    <a:pt x="5117385" y="2305495"/>
                  </a:lnTo>
                  <a:lnTo>
                    <a:pt x="5090251" y="2261169"/>
                  </a:lnTo>
                  <a:lnTo>
                    <a:pt x="5134584" y="2234028"/>
                  </a:lnTo>
                  <a:lnTo>
                    <a:pt x="5161718" y="2278361"/>
                  </a:lnTo>
                  <a:close/>
                </a:path>
                <a:path w="5509259" h="7655559">
                  <a:moveTo>
                    <a:pt x="4985064" y="2384145"/>
                  </a:moveTo>
                  <a:lnTo>
                    <a:pt x="4944144" y="2409191"/>
                  </a:lnTo>
                  <a:lnTo>
                    <a:pt x="4919098" y="2368279"/>
                  </a:lnTo>
                  <a:lnTo>
                    <a:pt x="4960018" y="2343233"/>
                  </a:lnTo>
                  <a:lnTo>
                    <a:pt x="4985064" y="2384145"/>
                  </a:lnTo>
                  <a:close/>
                </a:path>
                <a:path w="5509259" h="7655559">
                  <a:moveTo>
                    <a:pt x="4808960" y="2490059"/>
                  </a:moveTo>
                  <a:lnTo>
                    <a:pt x="4770772" y="2513439"/>
                  </a:lnTo>
                  <a:lnTo>
                    <a:pt x="4747392" y="2475258"/>
                  </a:lnTo>
                  <a:lnTo>
                    <a:pt x="4785589" y="2451878"/>
                  </a:lnTo>
                  <a:lnTo>
                    <a:pt x="4808960" y="2490059"/>
                  </a:lnTo>
                  <a:close/>
                </a:path>
                <a:path w="5509259" h="7655559">
                  <a:moveTo>
                    <a:pt x="4633410" y="2596120"/>
                  </a:moveTo>
                  <a:lnTo>
                    <a:pt x="4597269" y="2618246"/>
                  </a:lnTo>
                  <a:lnTo>
                    <a:pt x="4575143" y="2582105"/>
                  </a:lnTo>
                  <a:lnTo>
                    <a:pt x="4611285" y="2559979"/>
                  </a:lnTo>
                  <a:lnTo>
                    <a:pt x="4633410" y="2596120"/>
                  </a:lnTo>
                  <a:close/>
                </a:path>
                <a:path w="5509259" h="7655559">
                  <a:moveTo>
                    <a:pt x="4456765" y="2701912"/>
                  </a:moveTo>
                  <a:lnTo>
                    <a:pt x="4424036" y="2721942"/>
                  </a:lnTo>
                  <a:lnTo>
                    <a:pt x="4403998" y="2689206"/>
                  </a:lnTo>
                  <a:lnTo>
                    <a:pt x="4436726" y="2669176"/>
                  </a:lnTo>
                  <a:lnTo>
                    <a:pt x="4456765" y="2701912"/>
                  </a:lnTo>
                  <a:close/>
                </a:path>
                <a:path w="5509259" h="7655559">
                  <a:moveTo>
                    <a:pt x="4280662" y="2807826"/>
                  </a:moveTo>
                  <a:lnTo>
                    <a:pt x="4250657" y="2826198"/>
                  </a:lnTo>
                  <a:lnTo>
                    <a:pt x="4232285" y="2796185"/>
                  </a:lnTo>
                  <a:lnTo>
                    <a:pt x="4262290" y="2777821"/>
                  </a:lnTo>
                  <a:lnTo>
                    <a:pt x="4280662" y="2807826"/>
                  </a:lnTo>
                  <a:close/>
                </a:path>
                <a:path w="5509259" h="7655559">
                  <a:moveTo>
                    <a:pt x="4105111" y="2913880"/>
                  </a:moveTo>
                  <a:lnTo>
                    <a:pt x="4077146" y="2930998"/>
                  </a:lnTo>
                  <a:lnTo>
                    <a:pt x="4060036" y="2903032"/>
                  </a:lnTo>
                  <a:lnTo>
                    <a:pt x="4088001" y="2885914"/>
                  </a:lnTo>
                  <a:lnTo>
                    <a:pt x="4105111" y="2913880"/>
                  </a:lnTo>
                  <a:close/>
                </a:path>
                <a:path w="5509259" h="7655559">
                  <a:moveTo>
                    <a:pt x="3929009" y="3019802"/>
                  </a:moveTo>
                  <a:lnTo>
                    <a:pt x="3903783" y="3035245"/>
                  </a:lnTo>
                  <a:lnTo>
                    <a:pt x="3888339" y="3010018"/>
                  </a:lnTo>
                  <a:lnTo>
                    <a:pt x="3913566" y="2994575"/>
                  </a:lnTo>
                  <a:lnTo>
                    <a:pt x="3929009" y="3019802"/>
                  </a:lnTo>
                  <a:close/>
                </a:path>
                <a:path w="5509259" h="7655559">
                  <a:moveTo>
                    <a:pt x="3753466" y="3125856"/>
                  </a:moveTo>
                  <a:lnTo>
                    <a:pt x="3730280" y="3140046"/>
                  </a:lnTo>
                  <a:lnTo>
                    <a:pt x="3716082" y="3116859"/>
                  </a:lnTo>
                  <a:lnTo>
                    <a:pt x="3739268" y="3102661"/>
                  </a:lnTo>
                  <a:lnTo>
                    <a:pt x="3753466" y="3125856"/>
                  </a:lnTo>
                  <a:close/>
                </a:path>
                <a:path w="5509259" h="7655559">
                  <a:moveTo>
                    <a:pt x="3577364" y="3231778"/>
                  </a:moveTo>
                  <a:lnTo>
                    <a:pt x="3556908" y="3244301"/>
                  </a:lnTo>
                  <a:lnTo>
                    <a:pt x="3544385" y="3223837"/>
                  </a:lnTo>
                  <a:lnTo>
                    <a:pt x="3564841" y="3211314"/>
                  </a:lnTo>
                  <a:lnTo>
                    <a:pt x="3577364" y="3231778"/>
                  </a:lnTo>
                  <a:close/>
                </a:path>
                <a:path w="5509259" h="7655559">
                  <a:moveTo>
                    <a:pt x="3401814" y="3337832"/>
                  </a:moveTo>
                  <a:lnTo>
                    <a:pt x="3383406" y="3349100"/>
                  </a:lnTo>
                  <a:lnTo>
                    <a:pt x="3372136" y="3330684"/>
                  </a:lnTo>
                  <a:lnTo>
                    <a:pt x="3390544" y="3319415"/>
                  </a:lnTo>
                  <a:lnTo>
                    <a:pt x="3401814" y="3337832"/>
                  </a:lnTo>
                  <a:close/>
                </a:path>
                <a:path w="5509259" h="7655559">
                  <a:moveTo>
                    <a:pt x="3226263" y="3443885"/>
                  </a:moveTo>
                  <a:lnTo>
                    <a:pt x="3209895" y="3453901"/>
                  </a:lnTo>
                  <a:lnTo>
                    <a:pt x="3199880" y="3437533"/>
                  </a:lnTo>
                  <a:lnTo>
                    <a:pt x="3216239" y="3427517"/>
                  </a:lnTo>
                  <a:lnTo>
                    <a:pt x="3226263" y="3443885"/>
                  </a:lnTo>
                  <a:close/>
                </a:path>
                <a:path w="5509259" h="7655559">
                  <a:moveTo>
                    <a:pt x="3050161" y="3549807"/>
                  </a:moveTo>
                  <a:lnTo>
                    <a:pt x="3036523" y="3558156"/>
                  </a:lnTo>
                  <a:lnTo>
                    <a:pt x="3028174" y="3544510"/>
                  </a:lnTo>
                  <a:lnTo>
                    <a:pt x="3041812" y="3536162"/>
                  </a:lnTo>
                  <a:lnTo>
                    <a:pt x="3050161" y="3549807"/>
                  </a:lnTo>
                  <a:close/>
                </a:path>
                <a:path w="5509259" h="7655559">
                  <a:moveTo>
                    <a:pt x="2874618" y="3655852"/>
                  </a:moveTo>
                  <a:lnTo>
                    <a:pt x="2863021" y="3662956"/>
                  </a:lnTo>
                  <a:lnTo>
                    <a:pt x="2855925" y="3651358"/>
                  </a:lnTo>
                  <a:lnTo>
                    <a:pt x="2867523" y="3644263"/>
                  </a:lnTo>
                  <a:lnTo>
                    <a:pt x="2874618" y="3655852"/>
                  </a:lnTo>
                  <a:close/>
                </a:path>
                <a:path w="5509259" h="7655559">
                  <a:moveTo>
                    <a:pt x="2699618" y="3762037"/>
                  </a:moveTo>
                  <a:lnTo>
                    <a:pt x="2689386" y="3768299"/>
                  </a:lnTo>
                  <a:lnTo>
                    <a:pt x="2683125" y="3758075"/>
                  </a:lnTo>
                  <a:lnTo>
                    <a:pt x="2693357" y="3751813"/>
                  </a:lnTo>
                  <a:lnTo>
                    <a:pt x="2699618" y="3762037"/>
                  </a:lnTo>
                  <a:close/>
                </a:path>
                <a:path w="5509259" h="7655559">
                  <a:moveTo>
                    <a:pt x="2524619" y="3868229"/>
                  </a:moveTo>
                  <a:lnTo>
                    <a:pt x="2515745" y="3873658"/>
                  </a:lnTo>
                  <a:lnTo>
                    <a:pt x="2510316" y="3864783"/>
                  </a:lnTo>
                  <a:lnTo>
                    <a:pt x="2519191" y="3859355"/>
                  </a:lnTo>
                  <a:lnTo>
                    <a:pt x="2524619" y="3868229"/>
                  </a:lnTo>
                  <a:close/>
                </a:path>
                <a:path w="5509259" h="7655559">
                  <a:moveTo>
                    <a:pt x="2349061" y="3974283"/>
                  </a:moveTo>
                  <a:lnTo>
                    <a:pt x="2342242" y="3978457"/>
                  </a:lnTo>
                  <a:lnTo>
                    <a:pt x="2338068" y="3971631"/>
                  </a:lnTo>
                  <a:lnTo>
                    <a:pt x="2344886" y="3967457"/>
                  </a:lnTo>
                  <a:lnTo>
                    <a:pt x="2349061" y="3974283"/>
                  </a:lnTo>
                  <a:close/>
                </a:path>
                <a:path w="5509259" h="7655559">
                  <a:moveTo>
                    <a:pt x="2174061" y="4080467"/>
                  </a:moveTo>
                  <a:lnTo>
                    <a:pt x="2168608" y="4083800"/>
                  </a:lnTo>
                  <a:lnTo>
                    <a:pt x="2165267" y="4078347"/>
                  </a:lnTo>
                  <a:lnTo>
                    <a:pt x="2170720" y="4075006"/>
                  </a:lnTo>
                  <a:lnTo>
                    <a:pt x="2174061" y="4080467"/>
                  </a:lnTo>
                  <a:close/>
                </a:path>
                <a:path w="5509259" h="7655559">
                  <a:moveTo>
                    <a:pt x="1999062" y="4186645"/>
                  </a:moveTo>
                  <a:lnTo>
                    <a:pt x="1994966" y="4189152"/>
                  </a:lnTo>
                  <a:lnTo>
                    <a:pt x="1992466" y="4185056"/>
                  </a:lnTo>
                  <a:lnTo>
                    <a:pt x="1996554" y="4182557"/>
                  </a:lnTo>
                  <a:lnTo>
                    <a:pt x="1999062" y="4186645"/>
                  </a:lnTo>
                  <a:close/>
                </a:path>
                <a:path w="5509259" h="7655559">
                  <a:moveTo>
                    <a:pt x="1824055" y="4292829"/>
                  </a:moveTo>
                  <a:lnTo>
                    <a:pt x="1821340" y="4294495"/>
                  </a:lnTo>
                  <a:lnTo>
                    <a:pt x="1819666" y="4291773"/>
                  </a:lnTo>
                  <a:lnTo>
                    <a:pt x="1822389" y="4290106"/>
                  </a:lnTo>
                  <a:lnTo>
                    <a:pt x="1824055" y="4292829"/>
                  </a:lnTo>
                  <a:close/>
                </a:path>
                <a:path w="5509259" h="7655559">
                  <a:moveTo>
                    <a:pt x="1649056" y="4399021"/>
                  </a:moveTo>
                  <a:lnTo>
                    <a:pt x="1647699" y="4399854"/>
                  </a:lnTo>
                  <a:lnTo>
                    <a:pt x="1646865" y="4398489"/>
                  </a:lnTo>
                  <a:lnTo>
                    <a:pt x="1648222" y="4397656"/>
                  </a:lnTo>
                  <a:lnTo>
                    <a:pt x="1649056" y="4399021"/>
                  </a:lnTo>
                  <a:close/>
                </a:path>
                <a:path w="5509259" h="7655559">
                  <a:moveTo>
                    <a:pt x="5509119" y="1759609"/>
                  </a:moveTo>
                  <a:lnTo>
                    <a:pt x="5509119" y="1783770"/>
                  </a:lnTo>
                  <a:lnTo>
                    <a:pt x="5498362" y="1766194"/>
                  </a:lnTo>
                  <a:lnTo>
                    <a:pt x="5509119" y="1759609"/>
                  </a:lnTo>
                  <a:close/>
                </a:path>
                <a:path w="5509259" h="7655559">
                  <a:moveTo>
                    <a:pt x="5408021" y="1892754"/>
                  </a:moveTo>
                  <a:lnTo>
                    <a:pt x="5357551" y="1923641"/>
                  </a:lnTo>
                  <a:lnTo>
                    <a:pt x="5326664" y="1873179"/>
                  </a:lnTo>
                  <a:lnTo>
                    <a:pt x="5377126" y="1842284"/>
                  </a:lnTo>
                  <a:lnTo>
                    <a:pt x="5408021" y="1892754"/>
                  </a:lnTo>
                  <a:close/>
                </a:path>
                <a:path w="5509259" h="7655559">
                  <a:moveTo>
                    <a:pt x="5231911" y="1998668"/>
                  </a:moveTo>
                  <a:lnTo>
                    <a:pt x="5184172" y="2027888"/>
                  </a:lnTo>
                  <a:lnTo>
                    <a:pt x="5154952" y="1980158"/>
                  </a:lnTo>
                  <a:lnTo>
                    <a:pt x="5202690" y="1950938"/>
                  </a:lnTo>
                  <a:lnTo>
                    <a:pt x="5231911" y="1998668"/>
                  </a:lnTo>
                  <a:close/>
                </a:path>
                <a:path w="5509259" h="7655559">
                  <a:moveTo>
                    <a:pt x="5055265" y="2104459"/>
                  </a:moveTo>
                  <a:lnTo>
                    <a:pt x="5010932" y="2131593"/>
                  </a:lnTo>
                  <a:lnTo>
                    <a:pt x="4983798" y="2087268"/>
                  </a:lnTo>
                  <a:lnTo>
                    <a:pt x="5028131" y="2060134"/>
                  </a:lnTo>
                  <a:lnTo>
                    <a:pt x="5055265" y="2104459"/>
                  </a:lnTo>
                  <a:close/>
                </a:path>
                <a:path w="5509259" h="7655559">
                  <a:moveTo>
                    <a:pt x="4879162" y="2210382"/>
                  </a:moveTo>
                  <a:lnTo>
                    <a:pt x="4837567" y="2235848"/>
                  </a:lnTo>
                  <a:lnTo>
                    <a:pt x="4812101" y="2194246"/>
                  </a:lnTo>
                  <a:lnTo>
                    <a:pt x="4853696" y="2168779"/>
                  </a:lnTo>
                  <a:lnTo>
                    <a:pt x="4879162" y="2210382"/>
                  </a:lnTo>
                  <a:close/>
                </a:path>
                <a:path w="5509259" h="7655559">
                  <a:moveTo>
                    <a:pt x="4702516" y="2316165"/>
                  </a:moveTo>
                  <a:lnTo>
                    <a:pt x="4664327" y="2339545"/>
                  </a:lnTo>
                  <a:lnTo>
                    <a:pt x="4640947" y="2301356"/>
                  </a:lnTo>
                  <a:lnTo>
                    <a:pt x="4679136" y="2277976"/>
                  </a:lnTo>
                  <a:lnTo>
                    <a:pt x="4702516" y="2316165"/>
                  </a:lnTo>
                  <a:close/>
                </a:path>
                <a:path w="5509259" h="7655559">
                  <a:moveTo>
                    <a:pt x="4526965" y="2422219"/>
                  </a:moveTo>
                  <a:lnTo>
                    <a:pt x="4490816" y="2444345"/>
                  </a:lnTo>
                  <a:lnTo>
                    <a:pt x="4468690" y="2408203"/>
                  </a:lnTo>
                  <a:lnTo>
                    <a:pt x="4504840" y="2386077"/>
                  </a:lnTo>
                  <a:lnTo>
                    <a:pt x="4526965" y="2422219"/>
                  </a:lnTo>
                  <a:close/>
                </a:path>
                <a:path w="5509259" h="7655559">
                  <a:moveTo>
                    <a:pt x="4350871" y="2528141"/>
                  </a:moveTo>
                  <a:lnTo>
                    <a:pt x="4317453" y="2548600"/>
                  </a:lnTo>
                  <a:lnTo>
                    <a:pt x="4296994" y="2515182"/>
                  </a:lnTo>
                  <a:lnTo>
                    <a:pt x="4330412" y="2494731"/>
                  </a:lnTo>
                  <a:lnTo>
                    <a:pt x="4350871" y="2528141"/>
                  </a:lnTo>
                  <a:close/>
                </a:path>
                <a:path w="5509259" h="7655559">
                  <a:moveTo>
                    <a:pt x="4174217" y="2633932"/>
                  </a:moveTo>
                  <a:lnTo>
                    <a:pt x="4144212" y="2652304"/>
                  </a:lnTo>
                  <a:lnTo>
                    <a:pt x="4125839" y="2622292"/>
                  </a:lnTo>
                  <a:lnTo>
                    <a:pt x="4155845" y="2603927"/>
                  </a:lnTo>
                  <a:lnTo>
                    <a:pt x="4174217" y="2633932"/>
                  </a:lnTo>
                  <a:close/>
                </a:path>
                <a:path w="5509259" h="7655559">
                  <a:moveTo>
                    <a:pt x="3998666" y="2739986"/>
                  </a:moveTo>
                  <a:lnTo>
                    <a:pt x="3970701" y="2757104"/>
                  </a:lnTo>
                  <a:lnTo>
                    <a:pt x="3953583" y="2729139"/>
                  </a:lnTo>
                  <a:lnTo>
                    <a:pt x="3981548" y="2712021"/>
                  </a:lnTo>
                  <a:lnTo>
                    <a:pt x="3998666" y="2739986"/>
                  </a:lnTo>
                  <a:close/>
                </a:path>
                <a:path w="5509259" h="7655559">
                  <a:moveTo>
                    <a:pt x="3822564" y="2845901"/>
                  </a:moveTo>
                  <a:lnTo>
                    <a:pt x="3797329" y="2861344"/>
                  </a:lnTo>
                  <a:lnTo>
                    <a:pt x="3781885" y="2836117"/>
                  </a:lnTo>
                  <a:lnTo>
                    <a:pt x="3807120" y="2820674"/>
                  </a:lnTo>
                  <a:lnTo>
                    <a:pt x="3822564" y="2845901"/>
                  </a:lnTo>
                  <a:close/>
                </a:path>
                <a:path w="5509259" h="7655559">
                  <a:moveTo>
                    <a:pt x="3647021" y="2951962"/>
                  </a:moveTo>
                  <a:lnTo>
                    <a:pt x="3623834" y="2966152"/>
                  </a:lnTo>
                  <a:lnTo>
                    <a:pt x="3609637" y="2942965"/>
                  </a:lnTo>
                  <a:lnTo>
                    <a:pt x="3632823" y="2928768"/>
                  </a:lnTo>
                  <a:lnTo>
                    <a:pt x="3647021" y="2951962"/>
                  </a:lnTo>
                  <a:close/>
                </a:path>
                <a:path w="5509259" h="7655559">
                  <a:moveTo>
                    <a:pt x="3470918" y="3057876"/>
                  </a:moveTo>
                  <a:lnTo>
                    <a:pt x="3450462" y="3070399"/>
                  </a:lnTo>
                  <a:lnTo>
                    <a:pt x="3437939" y="3049935"/>
                  </a:lnTo>
                  <a:lnTo>
                    <a:pt x="3458395" y="3037412"/>
                  </a:lnTo>
                  <a:lnTo>
                    <a:pt x="3470918" y="3057876"/>
                  </a:lnTo>
                  <a:close/>
                </a:path>
                <a:path w="5509259" h="7655559">
                  <a:moveTo>
                    <a:pt x="3295360" y="3163930"/>
                  </a:moveTo>
                  <a:lnTo>
                    <a:pt x="3276952" y="3175199"/>
                  </a:lnTo>
                  <a:lnTo>
                    <a:pt x="3265682" y="3156791"/>
                  </a:lnTo>
                  <a:lnTo>
                    <a:pt x="3284090" y="3145522"/>
                  </a:lnTo>
                  <a:lnTo>
                    <a:pt x="3295360" y="3163930"/>
                  </a:lnTo>
                  <a:close/>
                </a:path>
                <a:path w="5509259" h="7655559">
                  <a:moveTo>
                    <a:pt x="3119809" y="3269984"/>
                  </a:moveTo>
                  <a:lnTo>
                    <a:pt x="3103449" y="3279999"/>
                  </a:lnTo>
                  <a:lnTo>
                    <a:pt x="3093434" y="3263639"/>
                  </a:lnTo>
                  <a:lnTo>
                    <a:pt x="3109794" y="3253624"/>
                  </a:lnTo>
                  <a:lnTo>
                    <a:pt x="3119809" y="3269984"/>
                  </a:lnTo>
                  <a:close/>
                </a:path>
                <a:path w="5509259" h="7655559">
                  <a:moveTo>
                    <a:pt x="2943715" y="3375906"/>
                  </a:moveTo>
                  <a:lnTo>
                    <a:pt x="2930078" y="3384255"/>
                  </a:lnTo>
                  <a:lnTo>
                    <a:pt x="2921729" y="3370617"/>
                  </a:lnTo>
                  <a:lnTo>
                    <a:pt x="2935366" y="3362269"/>
                  </a:lnTo>
                  <a:lnTo>
                    <a:pt x="2943715" y="3375906"/>
                  </a:lnTo>
                  <a:close/>
                </a:path>
                <a:path w="5509259" h="7655559">
                  <a:moveTo>
                    <a:pt x="2768164" y="3481951"/>
                  </a:moveTo>
                  <a:lnTo>
                    <a:pt x="2756567" y="3489054"/>
                  </a:lnTo>
                  <a:lnTo>
                    <a:pt x="2749472" y="3477465"/>
                  </a:lnTo>
                  <a:lnTo>
                    <a:pt x="2761069" y="3470362"/>
                  </a:lnTo>
                  <a:lnTo>
                    <a:pt x="2768164" y="3481951"/>
                  </a:lnTo>
                  <a:close/>
                </a:path>
                <a:path w="5509259" h="7655559">
                  <a:moveTo>
                    <a:pt x="2593165" y="3588135"/>
                  </a:moveTo>
                  <a:lnTo>
                    <a:pt x="2582941" y="3594397"/>
                  </a:lnTo>
                  <a:lnTo>
                    <a:pt x="2576680" y="3584173"/>
                  </a:lnTo>
                  <a:lnTo>
                    <a:pt x="2586904" y="3577912"/>
                  </a:lnTo>
                  <a:lnTo>
                    <a:pt x="2593165" y="3588135"/>
                  </a:lnTo>
                  <a:close/>
                </a:path>
                <a:path w="5509259" h="7655559">
                  <a:moveTo>
                    <a:pt x="2418166" y="3694328"/>
                  </a:moveTo>
                  <a:lnTo>
                    <a:pt x="2409299" y="3699756"/>
                  </a:lnTo>
                  <a:lnTo>
                    <a:pt x="2403871" y="3690890"/>
                  </a:lnTo>
                  <a:lnTo>
                    <a:pt x="2412738" y="3685461"/>
                  </a:lnTo>
                  <a:lnTo>
                    <a:pt x="2418166" y="3694328"/>
                  </a:lnTo>
                  <a:close/>
                </a:path>
                <a:path w="5509259" h="7655559">
                  <a:moveTo>
                    <a:pt x="2242615" y="3800381"/>
                  </a:moveTo>
                  <a:lnTo>
                    <a:pt x="2235797" y="3804556"/>
                  </a:lnTo>
                  <a:lnTo>
                    <a:pt x="2231623" y="3797737"/>
                  </a:lnTo>
                  <a:lnTo>
                    <a:pt x="2238441" y="3793563"/>
                  </a:lnTo>
                  <a:lnTo>
                    <a:pt x="2242615" y="3800381"/>
                  </a:lnTo>
                  <a:close/>
                </a:path>
                <a:path w="5509259" h="7655559">
                  <a:moveTo>
                    <a:pt x="2067616" y="3906566"/>
                  </a:moveTo>
                  <a:lnTo>
                    <a:pt x="2062163" y="3909899"/>
                  </a:lnTo>
                  <a:lnTo>
                    <a:pt x="2058821" y="3904445"/>
                  </a:lnTo>
                  <a:lnTo>
                    <a:pt x="2064275" y="3901105"/>
                  </a:lnTo>
                  <a:lnTo>
                    <a:pt x="2067616" y="3906566"/>
                  </a:lnTo>
                  <a:close/>
                </a:path>
                <a:path w="5509259" h="7655559">
                  <a:moveTo>
                    <a:pt x="1892617" y="4012750"/>
                  </a:moveTo>
                  <a:lnTo>
                    <a:pt x="1888521" y="4015259"/>
                  </a:lnTo>
                  <a:lnTo>
                    <a:pt x="1886013" y="4011163"/>
                  </a:lnTo>
                  <a:lnTo>
                    <a:pt x="1890109" y="4008654"/>
                  </a:lnTo>
                  <a:lnTo>
                    <a:pt x="1892617" y="4012750"/>
                  </a:lnTo>
                  <a:close/>
                </a:path>
                <a:path w="5509259" h="7655559">
                  <a:moveTo>
                    <a:pt x="1717610" y="4118935"/>
                  </a:moveTo>
                  <a:lnTo>
                    <a:pt x="1714887" y="4120602"/>
                  </a:lnTo>
                  <a:lnTo>
                    <a:pt x="1713221" y="4117879"/>
                  </a:lnTo>
                  <a:lnTo>
                    <a:pt x="1715944" y="4116212"/>
                  </a:lnTo>
                  <a:lnTo>
                    <a:pt x="1717610" y="4118935"/>
                  </a:lnTo>
                  <a:close/>
                </a:path>
                <a:path w="5509259" h="7655559">
                  <a:moveTo>
                    <a:pt x="1542611" y="4225119"/>
                  </a:moveTo>
                  <a:lnTo>
                    <a:pt x="1541245" y="4225953"/>
                  </a:lnTo>
                  <a:lnTo>
                    <a:pt x="1540412" y="4224588"/>
                  </a:lnTo>
                  <a:lnTo>
                    <a:pt x="1541777" y="4223754"/>
                  </a:lnTo>
                  <a:lnTo>
                    <a:pt x="1542611" y="4225119"/>
                  </a:lnTo>
                  <a:close/>
                </a:path>
                <a:path w="5509259" h="7655559">
                  <a:moveTo>
                    <a:pt x="5477661" y="1612929"/>
                  </a:moveTo>
                  <a:lnTo>
                    <a:pt x="5424469" y="1645491"/>
                  </a:lnTo>
                  <a:lnTo>
                    <a:pt x="5391907" y="1592300"/>
                  </a:lnTo>
                  <a:lnTo>
                    <a:pt x="5445099" y="1559738"/>
                  </a:lnTo>
                  <a:lnTo>
                    <a:pt x="5477661" y="1612929"/>
                  </a:lnTo>
                  <a:close/>
                </a:path>
                <a:path w="5509259" h="7655559">
                  <a:moveTo>
                    <a:pt x="5301566" y="1718851"/>
                  </a:moveTo>
                  <a:lnTo>
                    <a:pt x="5251105" y="1749739"/>
                  </a:lnTo>
                  <a:lnTo>
                    <a:pt x="5220210" y="1699277"/>
                  </a:lnTo>
                  <a:lnTo>
                    <a:pt x="5270679" y="1668382"/>
                  </a:lnTo>
                  <a:lnTo>
                    <a:pt x="5301566" y="1718851"/>
                  </a:lnTo>
                  <a:close/>
                </a:path>
                <a:path w="5509259" h="7655559">
                  <a:moveTo>
                    <a:pt x="5125456" y="1824774"/>
                  </a:moveTo>
                  <a:lnTo>
                    <a:pt x="5077726" y="1853994"/>
                  </a:lnTo>
                  <a:lnTo>
                    <a:pt x="5048505" y="1806256"/>
                  </a:lnTo>
                  <a:lnTo>
                    <a:pt x="5096236" y="1777036"/>
                  </a:lnTo>
                  <a:lnTo>
                    <a:pt x="5125456" y="1824774"/>
                  </a:lnTo>
                  <a:close/>
                </a:path>
                <a:path w="5509259" h="7655559">
                  <a:moveTo>
                    <a:pt x="4948818" y="1930557"/>
                  </a:moveTo>
                  <a:lnTo>
                    <a:pt x="4904485" y="1957691"/>
                  </a:lnTo>
                  <a:lnTo>
                    <a:pt x="4877351" y="1913366"/>
                  </a:lnTo>
                  <a:lnTo>
                    <a:pt x="4921684" y="1886232"/>
                  </a:lnTo>
                  <a:lnTo>
                    <a:pt x="4948818" y="1930557"/>
                  </a:lnTo>
                  <a:close/>
                </a:path>
                <a:path w="5509259" h="7655559">
                  <a:moveTo>
                    <a:pt x="4772708" y="2036480"/>
                  </a:moveTo>
                  <a:lnTo>
                    <a:pt x="4731113" y="2061946"/>
                  </a:lnTo>
                  <a:lnTo>
                    <a:pt x="4705654" y="2020351"/>
                  </a:lnTo>
                  <a:lnTo>
                    <a:pt x="4747249" y="1994885"/>
                  </a:lnTo>
                  <a:lnTo>
                    <a:pt x="4772708" y="2036480"/>
                  </a:lnTo>
                  <a:close/>
                </a:path>
                <a:path w="5509259" h="7655559">
                  <a:moveTo>
                    <a:pt x="4596070" y="2142269"/>
                  </a:moveTo>
                  <a:lnTo>
                    <a:pt x="4557872" y="2165651"/>
                  </a:lnTo>
                  <a:lnTo>
                    <a:pt x="4534501" y="2127461"/>
                  </a:lnTo>
                  <a:lnTo>
                    <a:pt x="4572691" y="2104081"/>
                  </a:lnTo>
                  <a:lnTo>
                    <a:pt x="4596070" y="2142269"/>
                  </a:lnTo>
                  <a:close/>
                </a:path>
                <a:path w="5509259" h="7655559">
                  <a:moveTo>
                    <a:pt x="4420511" y="2248325"/>
                  </a:moveTo>
                  <a:lnTo>
                    <a:pt x="4384369" y="2270450"/>
                  </a:lnTo>
                  <a:lnTo>
                    <a:pt x="4362243" y="2234301"/>
                  </a:lnTo>
                  <a:lnTo>
                    <a:pt x="4398385" y="2212175"/>
                  </a:lnTo>
                  <a:lnTo>
                    <a:pt x="4420511" y="2248325"/>
                  </a:lnTo>
                  <a:close/>
                </a:path>
                <a:path w="5509259" h="7655559">
                  <a:moveTo>
                    <a:pt x="4244417" y="2354247"/>
                  </a:moveTo>
                  <a:lnTo>
                    <a:pt x="4210998" y="2374698"/>
                  </a:lnTo>
                  <a:lnTo>
                    <a:pt x="4190547" y="2341279"/>
                  </a:lnTo>
                  <a:lnTo>
                    <a:pt x="4223966" y="2320828"/>
                  </a:lnTo>
                  <a:lnTo>
                    <a:pt x="4244417" y="2354247"/>
                  </a:lnTo>
                  <a:close/>
                </a:path>
                <a:path w="5509259" h="7655559">
                  <a:moveTo>
                    <a:pt x="4067762" y="2460030"/>
                  </a:moveTo>
                  <a:lnTo>
                    <a:pt x="4037757" y="2478402"/>
                  </a:lnTo>
                  <a:lnTo>
                    <a:pt x="4019394" y="2448397"/>
                  </a:lnTo>
                  <a:lnTo>
                    <a:pt x="4049399" y="2430025"/>
                  </a:lnTo>
                  <a:lnTo>
                    <a:pt x="4067762" y="2460030"/>
                  </a:lnTo>
                  <a:close/>
                </a:path>
                <a:path w="5509259" h="7655559">
                  <a:moveTo>
                    <a:pt x="3892220" y="2566084"/>
                  </a:moveTo>
                  <a:lnTo>
                    <a:pt x="3864254" y="2583202"/>
                  </a:lnTo>
                  <a:lnTo>
                    <a:pt x="3847137" y="2555245"/>
                  </a:lnTo>
                  <a:lnTo>
                    <a:pt x="3875102" y="2538127"/>
                  </a:lnTo>
                  <a:lnTo>
                    <a:pt x="3892220" y="2566084"/>
                  </a:lnTo>
                  <a:close/>
                </a:path>
                <a:path w="5509259" h="7655559">
                  <a:moveTo>
                    <a:pt x="3716117" y="2672006"/>
                  </a:moveTo>
                  <a:lnTo>
                    <a:pt x="3690883" y="2687449"/>
                  </a:lnTo>
                  <a:lnTo>
                    <a:pt x="3675439" y="2662215"/>
                  </a:lnTo>
                  <a:lnTo>
                    <a:pt x="3700665" y="2646772"/>
                  </a:lnTo>
                  <a:lnTo>
                    <a:pt x="3716117" y="2672006"/>
                  </a:lnTo>
                  <a:close/>
                </a:path>
                <a:path w="5509259" h="7655559">
                  <a:moveTo>
                    <a:pt x="3540567" y="2778060"/>
                  </a:moveTo>
                  <a:lnTo>
                    <a:pt x="3517380" y="2792250"/>
                  </a:lnTo>
                  <a:lnTo>
                    <a:pt x="3503191" y="2769063"/>
                  </a:lnTo>
                  <a:lnTo>
                    <a:pt x="3526377" y="2754873"/>
                  </a:lnTo>
                  <a:lnTo>
                    <a:pt x="3540567" y="2778060"/>
                  </a:lnTo>
                  <a:close/>
                </a:path>
                <a:path w="5509259" h="7655559">
                  <a:moveTo>
                    <a:pt x="3364464" y="2883974"/>
                  </a:moveTo>
                  <a:lnTo>
                    <a:pt x="3344008" y="2896497"/>
                  </a:lnTo>
                  <a:lnTo>
                    <a:pt x="3331485" y="2876041"/>
                  </a:lnTo>
                  <a:lnTo>
                    <a:pt x="3351941" y="2863519"/>
                  </a:lnTo>
                  <a:lnTo>
                    <a:pt x="3364464" y="2883974"/>
                  </a:lnTo>
                  <a:close/>
                </a:path>
                <a:path w="5509259" h="7655559">
                  <a:moveTo>
                    <a:pt x="3188914" y="2990036"/>
                  </a:moveTo>
                  <a:lnTo>
                    <a:pt x="3170506" y="3001304"/>
                  </a:lnTo>
                  <a:lnTo>
                    <a:pt x="3159236" y="2982888"/>
                  </a:lnTo>
                  <a:lnTo>
                    <a:pt x="3177644" y="2971620"/>
                  </a:lnTo>
                  <a:lnTo>
                    <a:pt x="3188914" y="2990036"/>
                  </a:lnTo>
                  <a:close/>
                </a:path>
                <a:path w="5509259" h="7655559">
                  <a:moveTo>
                    <a:pt x="3013363" y="3096089"/>
                  </a:moveTo>
                  <a:lnTo>
                    <a:pt x="2997003" y="3106105"/>
                  </a:lnTo>
                  <a:lnTo>
                    <a:pt x="2986980" y="3089737"/>
                  </a:lnTo>
                  <a:lnTo>
                    <a:pt x="3003348" y="3079721"/>
                  </a:lnTo>
                  <a:lnTo>
                    <a:pt x="3013363" y="3096089"/>
                  </a:lnTo>
                  <a:close/>
                </a:path>
                <a:path w="5509259" h="7655559">
                  <a:moveTo>
                    <a:pt x="2837261" y="3202004"/>
                  </a:moveTo>
                  <a:lnTo>
                    <a:pt x="2823623" y="3210352"/>
                  </a:lnTo>
                  <a:lnTo>
                    <a:pt x="2815275" y="3196715"/>
                  </a:lnTo>
                  <a:lnTo>
                    <a:pt x="2828912" y="3188367"/>
                  </a:lnTo>
                  <a:lnTo>
                    <a:pt x="2837261" y="3202004"/>
                  </a:lnTo>
                  <a:close/>
                </a:path>
                <a:path w="5509259" h="7655559">
                  <a:moveTo>
                    <a:pt x="2661718" y="3308057"/>
                  </a:moveTo>
                  <a:lnTo>
                    <a:pt x="2650121" y="3315161"/>
                  </a:lnTo>
                  <a:lnTo>
                    <a:pt x="2643026" y="3303563"/>
                  </a:lnTo>
                  <a:lnTo>
                    <a:pt x="2654623" y="3296460"/>
                  </a:lnTo>
                  <a:lnTo>
                    <a:pt x="2661718" y="3308057"/>
                  </a:lnTo>
                  <a:close/>
                </a:path>
                <a:path w="5509259" h="7655559">
                  <a:moveTo>
                    <a:pt x="2486719" y="3414242"/>
                  </a:moveTo>
                  <a:lnTo>
                    <a:pt x="2476487" y="3420504"/>
                  </a:lnTo>
                  <a:lnTo>
                    <a:pt x="2470225" y="3410272"/>
                  </a:lnTo>
                  <a:lnTo>
                    <a:pt x="2480457" y="3404010"/>
                  </a:lnTo>
                  <a:lnTo>
                    <a:pt x="2486719" y="3414242"/>
                  </a:lnTo>
                  <a:close/>
                </a:path>
                <a:path w="5509259" h="7655559">
                  <a:moveTo>
                    <a:pt x="2311720" y="3520426"/>
                  </a:moveTo>
                  <a:lnTo>
                    <a:pt x="2302845" y="3525855"/>
                  </a:lnTo>
                  <a:lnTo>
                    <a:pt x="2297416" y="3516988"/>
                  </a:lnTo>
                  <a:lnTo>
                    <a:pt x="2306291" y="3511560"/>
                  </a:lnTo>
                  <a:lnTo>
                    <a:pt x="2311720" y="3520426"/>
                  </a:lnTo>
                  <a:close/>
                </a:path>
                <a:path w="5509259" h="7655559">
                  <a:moveTo>
                    <a:pt x="2136161" y="3626480"/>
                  </a:moveTo>
                  <a:lnTo>
                    <a:pt x="2129342" y="3630654"/>
                  </a:lnTo>
                  <a:lnTo>
                    <a:pt x="2125168" y="3623836"/>
                  </a:lnTo>
                  <a:lnTo>
                    <a:pt x="2131986" y="3619662"/>
                  </a:lnTo>
                  <a:lnTo>
                    <a:pt x="2136161" y="3626480"/>
                  </a:lnTo>
                  <a:close/>
                </a:path>
                <a:path w="5509259" h="7655559">
                  <a:moveTo>
                    <a:pt x="1961162" y="3732665"/>
                  </a:moveTo>
                  <a:lnTo>
                    <a:pt x="1955708" y="3736005"/>
                  </a:lnTo>
                  <a:lnTo>
                    <a:pt x="1952367" y="3730544"/>
                  </a:lnTo>
                  <a:lnTo>
                    <a:pt x="1957820" y="3727203"/>
                  </a:lnTo>
                  <a:lnTo>
                    <a:pt x="1961162" y="3732665"/>
                  </a:lnTo>
                  <a:close/>
                </a:path>
                <a:path w="5509259" h="7655559">
                  <a:moveTo>
                    <a:pt x="1786162" y="3838848"/>
                  </a:moveTo>
                  <a:lnTo>
                    <a:pt x="1782075" y="3841357"/>
                  </a:lnTo>
                  <a:lnTo>
                    <a:pt x="1779567" y="3837269"/>
                  </a:lnTo>
                  <a:lnTo>
                    <a:pt x="1783663" y="3834761"/>
                  </a:lnTo>
                  <a:lnTo>
                    <a:pt x="1786162" y="3838848"/>
                  </a:lnTo>
                  <a:close/>
                </a:path>
                <a:path w="5509259" h="7655559">
                  <a:moveTo>
                    <a:pt x="1611163" y="3945041"/>
                  </a:moveTo>
                  <a:lnTo>
                    <a:pt x="1608441" y="3946708"/>
                  </a:lnTo>
                  <a:lnTo>
                    <a:pt x="1606774" y="3943977"/>
                  </a:lnTo>
                  <a:lnTo>
                    <a:pt x="1609489" y="3942310"/>
                  </a:lnTo>
                  <a:lnTo>
                    <a:pt x="1611163" y="3945041"/>
                  </a:lnTo>
                  <a:close/>
                </a:path>
                <a:path w="5509259" h="7655559">
                  <a:moveTo>
                    <a:pt x="1436156" y="4051218"/>
                  </a:moveTo>
                  <a:lnTo>
                    <a:pt x="1434799" y="4052051"/>
                  </a:lnTo>
                  <a:lnTo>
                    <a:pt x="1433966" y="4050694"/>
                  </a:lnTo>
                  <a:lnTo>
                    <a:pt x="1435323" y="4049861"/>
                  </a:lnTo>
                  <a:lnTo>
                    <a:pt x="1436156" y="4051218"/>
                  </a:lnTo>
                  <a:close/>
                </a:path>
                <a:path w="5509259" h="7655559">
                  <a:moveTo>
                    <a:pt x="5509119" y="1279153"/>
                  </a:moveTo>
                  <a:lnTo>
                    <a:pt x="5509119" y="1356957"/>
                  </a:lnTo>
                  <a:lnTo>
                    <a:pt x="5491263" y="1367886"/>
                  </a:lnTo>
                  <a:lnTo>
                    <a:pt x="5456614" y="1311289"/>
                  </a:lnTo>
                  <a:lnTo>
                    <a:pt x="5509119" y="1279153"/>
                  </a:lnTo>
                  <a:close/>
                </a:path>
                <a:path w="5509259" h="7655559">
                  <a:moveTo>
                    <a:pt x="5371214" y="1439029"/>
                  </a:moveTo>
                  <a:lnTo>
                    <a:pt x="5318022" y="1471591"/>
                  </a:lnTo>
                  <a:lnTo>
                    <a:pt x="5285461" y="1418407"/>
                  </a:lnTo>
                  <a:lnTo>
                    <a:pt x="5338652" y="1385845"/>
                  </a:lnTo>
                  <a:lnTo>
                    <a:pt x="5371214" y="1439029"/>
                  </a:lnTo>
                  <a:close/>
                </a:path>
                <a:path w="5509259" h="7655559">
                  <a:moveTo>
                    <a:pt x="5195120" y="1544951"/>
                  </a:moveTo>
                  <a:lnTo>
                    <a:pt x="5144650" y="1575846"/>
                  </a:lnTo>
                  <a:lnTo>
                    <a:pt x="5113763" y="1525376"/>
                  </a:lnTo>
                  <a:lnTo>
                    <a:pt x="5164225" y="1494489"/>
                  </a:lnTo>
                  <a:lnTo>
                    <a:pt x="5195120" y="1544951"/>
                  </a:lnTo>
                  <a:close/>
                </a:path>
                <a:path w="5509259" h="7655559">
                  <a:moveTo>
                    <a:pt x="5019009" y="1650881"/>
                  </a:moveTo>
                  <a:lnTo>
                    <a:pt x="4971279" y="1680101"/>
                  </a:lnTo>
                  <a:lnTo>
                    <a:pt x="4942050" y="1632354"/>
                  </a:lnTo>
                  <a:lnTo>
                    <a:pt x="4989788" y="1603134"/>
                  </a:lnTo>
                  <a:lnTo>
                    <a:pt x="5019009" y="1650881"/>
                  </a:lnTo>
                  <a:close/>
                </a:path>
                <a:path w="5509259" h="7655559">
                  <a:moveTo>
                    <a:pt x="4842371" y="1756664"/>
                  </a:moveTo>
                  <a:lnTo>
                    <a:pt x="4798038" y="1783798"/>
                  </a:lnTo>
                  <a:lnTo>
                    <a:pt x="4770897" y="1739465"/>
                  </a:lnTo>
                  <a:lnTo>
                    <a:pt x="4815230" y="1712331"/>
                  </a:lnTo>
                  <a:lnTo>
                    <a:pt x="4842371" y="1756664"/>
                  </a:lnTo>
                  <a:close/>
                </a:path>
                <a:path w="5509259" h="7655559">
                  <a:moveTo>
                    <a:pt x="4666261" y="1862587"/>
                  </a:moveTo>
                  <a:lnTo>
                    <a:pt x="4624666" y="1888045"/>
                  </a:lnTo>
                  <a:lnTo>
                    <a:pt x="4599200" y="1846451"/>
                  </a:lnTo>
                  <a:lnTo>
                    <a:pt x="4640794" y="1820984"/>
                  </a:lnTo>
                  <a:lnTo>
                    <a:pt x="4666261" y="1862587"/>
                  </a:lnTo>
                  <a:close/>
                </a:path>
                <a:path w="5509259" h="7655559">
                  <a:moveTo>
                    <a:pt x="4489614" y="1968370"/>
                  </a:moveTo>
                  <a:lnTo>
                    <a:pt x="4451426" y="1991750"/>
                  </a:lnTo>
                  <a:lnTo>
                    <a:pt x="4428046" y="1953561"/>
                  </a:lnTo>
                  <a:lnTo>
                    <a:pt x="4466243" y="1930180"/>
                  </a:lnTo>
                  <a:lnTo>
                    <a:pt x="4489614" y="1968370"/>
                  </a:lnTo>
                  <a:close/>
                </a:path>
                <a:path w="5509259" h="7655559">
                  <a:moveTo>
                    <a:pt x="4314064" y="2074424"/>
                  </a:moveTo>
                  <a:lnTo>
                    <a:pt x="4277915" y="2096550"/>
                  </a:lnTo>
                  <a:lnTo>
                    <a:pt x="4255797" y="2060408"/>
                  </a:lnTo>
                  <a:lnTo>
                    <a:pt x="4291938" y="2038282"/>
                  </a:lnTo>
                  <a:lnTo>
                    <a:pt x="4314064" y="2074424"/>
                  </a:lnTo>
                  <a:close/>
                </a:path>
                <a:path w="5509259" h="7655559">
                  <a:moveTo>
                    <a:pt x="4137970" y="2180346"/>
                  </a:moveTo>
                  <a:lnTo>
                    <a:pt x="4104551" y="2200797"/>
                  </a:lnTo>
                  <a:lnTo>
                    <a:pt x="4084092" y="2167379"/>
                  </a:lnTo>
                  <a:lnTo>
                    <a:pt x="4117511" y="2146928"/>
                  </a:lnTo>
                  <a:lnTo>
                    <a:pt x="4137970" y="2180346"/>
                  </a:lnTo>
                  <a:close/>
                </a:path>
                <a:path w="5509259" h="7655559">
                  <a:moveTo>
                    <a:pt x="3961316" y="2286130"/>
                  </a:moveTo>
                  <a:lnTo>
                    <a:pt x="3931311" y="2304502"/>
                  </a:lnTo>
                  <a:lnTo>
                    <a:pt x="3912939" y="2274497"/>
                  </a:lnTo>
                  <a:lnTo>
                    <a:pt x="3942944" y="2256125"/>
                  </a:lnTo>
                  <a:lnTo>
                    <a:pt x="3961316" y="2286130"/>
                  </a:lnTo>
                  <a:close/>
                </a:path>
                <a:path w="5509259" h="7655559">
                  <a:moveTo>
                    <a:pt x="3785765" y="2392183"/>
                  </a:moveTo>
                  <a:lnTo>
                    <a:pt x="3757800" y="2409301"/>
                  </a:lnTo>
                  <a:lnTo>
                    <a:pt x="3740690" y="2381344"/>
                  </a:lnTo>
                  <a:lnTo>
                    <a:pt x="3768655" y="2364226"/>
                  </a:lnTo>
                  <a:lnTo>
                    <a:pt x="3785765" y="2392183"/>
                  </a:lnTo>
                  <a:close/>
                </a:path>
                <a:path w="5509259" h="7655559">
                  <a:moveTo>
                    <a:pt x="3609663" y="2498105"/>
                  </a:moveTo>
                  <a:lnTo>
                    <a:pt x="3584436" y="2513549"/>
                  </a:lnTo>
                  <a:lnTo>
                    <a:pt x="3568985" y="2488314"/>
                  </a:lnTo>
                  <a:lnTo>
                    <a:pt x="3594219" y="2472871"/>
                  </a:lnTo>
                  <a:lnTo>
                    <a:pt x="3609663" y="2498105"/>
                  </a:lnTo>
                  <a:close/>
                </a:path>
                <a:path w="5509259" h="7655559">
                  <a:moveTo>
                    <a:pt x="3434120" y="2604159"/>
                  </a:moveTo>
                  <a:lnTo>
                    <a:pt x="3410933" y="2618349"/>
                  </a:lnTo>
                  <a:lnTo>
                    <a:pt x="3396736" y="2595162"/>
                  </a:lnTo>
                  <a:lnTo>
                    <a:pt x="3419922" y="2580973"/>
                  </a:lnTo>
                  <a:lnTo>
                    <a:pt x="3434120" y="2604159"/>
                  </a:lnTo>
                  <a:close/>
                </a:path>
                <a:path w="5509259" h="7655559">
                  <a:moveTo>
                    <a:pt x="3258018" y="2710081"/>
                  </a:moveTo>
                  <a:lnTo>
                    <a:pt x="3237562" y="2722604"/>
                  </a:lnTo>
                  <a:lnTo>
                    <a:pt x="3225039" y="2702140"/>
                  </a:lnTo>
                  <a:lnTo>
                    <a:pt x="3245494" y="2689617"/>
                  </a:lnTo>
                  <a:lnTo>
                    <a:pt x="3258018" y="2710081"/>
                  </a:lnTo>
                  <a:close/>
                </a:path>
                <a:path w="5509259" h="7655559">
                  <a:moveTo>
                    <a:pt x="3082467" y="2816135"/>
                  </a:moveTo>
                  <a:lnTo>
                    <a:pt x="3064059" y="2827404"/>
                  </a:lnTo>
                  <a:lnTo>
                    <a:pt x="3052782" y="2808988"/>
                  </a:lnTo>
                  <a:lnTo>
                    <a:pt x="3071190" y="2797719"/>
                  </a:lnTo>
                  <a:lnTo>
                    <a:pt x="3082467" y="2816135"/>
                  </a:lnTo>
                  <a:close/>
                </a:path>
                <a:path w="5509259" h="7655559">
                  <a:moveTo>
                    <a:pt x="2906917" y="2922189"/>
                  </a:moveTo>
                  <a:lnTo>
                    <a:pt x="2890548" y="2932204"/>
                  </a:lnTo>
                  <a:lnTo>
                    <a:pt x="2880533" y="2915836"/>
                  </a:lnTo>
                  <a:lnTo>
                    <a:pt x="2896893" y="2905821"/>
                  </a:lnTo>
                  <a:lnTo>
                    <a:pt x="2906917" y="2922189"/>
                  </a:lnTo>
                  <a:close/>
                </a:path>
                <a:path w="5509259" h="7655559">
                  <a:moveTo>
                    <a:pt x="2730814" y="3028111"/>
                  </a:moveTo>
                  <a:lnTo>
                    <a:pt x="2717177" y="3036460"/>
                  </a:lnTo>
                  <a:lnTo>
                    <a:pt x="2708828" y="3022814"/>
                  </a:lnTo>
                  <a:lnTo>
                    <a:pt x="2722465" y="3014465"/>
                  </a:lnTo>
                  <a:lnTo>
                    <a:pt x="2730814" y="3028111"/>
                  </a:lnTo>
                  <a:close/>
                </a:path>
                <a:path w="5509259" h="7655559">
                  <a:moveTo>
                    <a:pt x="2555271" y="3134156"/>
                  </a:moveTo>
                  <a:lnTo>
                    <a:pt x="2543674" y="3141259"/>
                  </a:lnTo>
                  <a:lnTo>
                    <a:pt x="2536571" y="3129662"/>
                  </a:lnTo>
                  <a:lnTo>
                    <a:pt x="2548168" y="3122558"/>
                  </a:lnTo>
                  <a:lnTo>
                    <a:pt x="2555271" y="3134156"/>
                  </a:lnTo>
                  <a:close/>
                </a:path>
                <a:path w="5509259" h="7655559">
                  <a:moveTo>
                    <a:pt x="2380272" y="3240348"/>
                  </a:moveTo>
                  <a:lnTo>
                    <a:pt x="2370040" y="3246610"/>
                  </a:lnTo>
                  <a:lnTo>
                    <a:pt x="2363778" y="3236370"/>
                  </a:lnTo>
                  <a:lnTo>
                    <a:pt x="2374002" y="3230108"/>
                  </a:lnTo>
                  <a:lnTo>
                    <a:pt x="2380272" y="3240348"/>
                  </a:lnTo>
                  <a:close/>
                </a:path>
                <a:path w="5509259" h="7655559">
                  <a:moveTo>
                    <a:pt x="2205265" y="3346525"/>
                  </a:moveTo>
                  <a:lnTo>
                    <a:pt x="2196398" y="3351953"/>
                  </a:lnTo>
                  <a:lnTo>
                    <a:pt x="2190970" y="3343095"/>
                  </a:lnTo>
                  <a:lnTo>
                    <a:pt x="2199845" y="3337666"/>
                  </a:lnTo>
                  <a:lnTo>
                    <a:pt x="2205265" y="3346525"/>
                  </a:lnTo>
                  <a:close/>
                </a:path>
                <a:path w="5509259" h="7655559">
                  <a:moveTo>
                    <a:pt x="2029715" y="3452586"/>
                  </a:moveTo>
                  <a:lnTo>
                    <a:pt x="2022896" y="3456761"/>
                  </a:lnTo>
                  <a:lnTo>
                    <a:pt x="2018722" y="3449942"/>
                  </a:lnTo>
                  <a:lnTo>
                    <a:pt x="2025540" y="3445768"/>
                  </a:lnTo>
                  <a:lnTo>
                    <a:pt x="2029715" y="3452586"/>
                  </a:lnTo>
                  <a:close/>
                </a:path>
                <a:path w="5509259" h="7655559">
                  <a:moveTo>
                    <a:pt x="1854715" y="3558763"/>
                  </a:moveTo>
                  <a:lnTo>
                    <a:pt x="1849262" y="3562104"/>
                  </a:lnTo>
                  <a:lnTo>
                    <a:pt x="1845921" y="3556650"/>
                  </a:lnTo>
                  <a:lnTo>
                    <a:pt x="1851374" y="3553310"/>
                  </a:lnTo>
                  <a:lnTo>
                    <a:pt x="1854715" y="3558763"/>
                  </a:lnTo>
                  <a:close/>
                </a:path>
                <a:path w="5509259" h="7655559">
                  <a:moveTo>
                    <a:pt x="1679716" y="3664954"/>
                  </a:moveTo>
                  <a:lnTo>
                    <a:pt x="1675620" y="3667455"/>
                  </a:lnTo>
                  <a:lnTo>
                    <a:pt x="1673120" y="3663367"/>
                  </a:lnTo>
                  <a:lnTo>
                    <a:pt x="1677208" y="3660858"/>
                  </a:lnTo>
                  <a:lnTo>
                    <a:pt x="1679716" y="3664954"/>
                  </a:lnTo>
                  <a:close/>
                </a:path>
                <a:path w="5509259" h="7655559">
                  <a:moveTo>
                    <a:pt x="1504709" y="3771140"/>
                  </a:moveTo>
                  <a:lnTo>
                    <a:pt x="1501995" y="3772806"/>
                  </a:lnTo>
                  <a:lnTo>
                    <a:pt x="1500320" y="3770076"/>
                  </a:lnTo>
                  <a:lnTo>
                    <a:pt x="1503043" y="3768409"/>
                  </a:lnTo>
                  <a:lnTo>
                    <a:pt x="1504709" y="3771140"/>
                  </a:lnTo>
                  <a:close/>
                </a:path>
                <a:path w="5509259" h="7655559">
                  <a:moveTo>
                    <a:pt x="1329710" y="3877324"/>
                  </a:moveTo>
                  <a:lnTo>
                    <a:pt x="1328353" y="3878158"/>
                  </a:lnTo>
                  <a:lnTo>
                    <a:pt x="1327511" y="3876793"/>
                  </a:lnTo>
                  <a:lnTo>
                    <a:pt x="1328877" y="3875959"/>
                  </a:lnTo>
                  <a:lnTo>
                    <a:pt x="1329710" y="3877324"/>
                  </a:lnTo>
                  <a:close/>
                </a:path>
                <a:path w="5509259" h="7655559">
                  <a:moveTo>
                    <a:pt x="5441414" y="1159352"/>
                  </a:moveTo>
                  <a:lnTo>
                    <a:pt x="5384817" y="1193992"/>
                  </a:lnTo>
                  <a:lnTo>
                    <a:pt x="5350168" y="1137395"/>
                  </a:lnTo>
                  <a:lnTo>
                    <a:pt x="5406765" y="1102747"/>
                  </a:lnTo>
                  <a:lnTo>
                    <a:pt x="5441414" y="1159352"/>
                  </a:lnTo>
                  <a:close/>
                </a:path>
                <a:path w="5509259" h="7655559">
                  <a:moveTo>
                    <a:pt x="5264768" y="1265135"/>
                  </a:moveTo>
                  <a:lnTo>
                    <a:pt x="5211577" y="1297697"/>
                  </a:lnTo>
                  <a:lnTo>
                    <a:pt x="5179015" y="1244505"/>
                  </a:lnTo>
                  <a:lnTo>
                    <a:pt x="5232206" y="1211943"/>
                  </a:lnTo>
                  <a:lnTo>
                    <a:pt x="5264768" y="1265135"/>
                  </a:lnTo>
                  <a:close/>
                </a:path>
                <a:path w="5509259" h="7655559">
                  <a:moveTo>
                    <a:pt x="5088666" y="1371049"/>
                  </a:moveTo>
                  <a:lnTo>
                    <a:pt x="5038204" y="1401944"/>
                  </a:lnTo>
                  <a:lnTo>
                    <a:pt x="5007309" y="1351475"/>
                  </a:lnTo>
                  <a:lnTo>
                    <a:pt x="5057779" y="1320588"/>
                  </a:lnTo>
                  <a:lnTo>
                    <a:pt x="5088666" y="1371049"/>
                  </a:lnTo>
                  <a:close/>
                </a:path>
                <a:path w="5509259" h="7655559">
                  <a:moveTo>
                    <a:pt x="4912564" y="1476979"/>
                  </a:moveTo>
                  <a:lnTo>
                    <a:pt x="4864825" y="1506200"/>
                  </a:lnTo>
                  <a:lnTo>
                    <a:pt x="4835605" y="1458461"/>
                  </a:lnTo>
                  <a:lnTo>
                    <a:pt x="4883343" y="1429241"/>
                  </a:lnTo>
                  <a:lnTo>
                    <a:pt x="4912564" y="1476979"/>
                  </a:lnTo>
                  <a:close/>
                </a:path>
                <a:path w="5509259" h="7655559">
                  <a:moveTo>
                    <a:pt x="4735917" y="1582763"/>
                  </a:moveTo>
                  <a:lnTo>
                    <a:pt x="4691585" y="1609904"/>
                  </a:lnTo>
                  <a:lnTo>
                    <a:pt x="4664451" y="1565571"/>
                  </a:lnTo>
                  <a:lnTo>
                    <a:pt x="4708784" y="1538438"/>
                  </a:lnTo>
                  <a:lnTo>
                    <a:pt x="4735917" y="1582763"/>
                  </a:lnTo>
                  <a:close/>
                </a:path>
                <a:path w="5509259" h="7655559">
                  <a:moveTo>
                    <a:pt x="4559807" y="1688685"/>
                  </a:moveTo>
                  <a:lnTo>
                    <a:pt x="4518212" y="1714144"/>
                  </a:lnTo>
                  <a:lnTo>
                    <a:pt x="4492754" y="1672549"/>
                  </a:lnTo>
                  <a:lnTo>
                    <a:pt x="4534348" y="1647082"/>
                  </a:lnTo>
                  <a:lnTo>
                    <a:pt x="4559807" y="1688685"/>
                  </a:lnTo>
                  <a:close/>
                </a:path>
                <a:path w="5509259" h="7655559">
                  <a:moveTo>
                    <a:pt x="4383169" y="1794467"/>
                  </a:moveTo>
                  <a:lnTo>
                    <a:pt x="4344972" y="1817849"/>
                  </a:lnTo>
                  <a:lnTo>
                    <a:pt x="4321600" y="1779659"/>
                  </a:lnTo>
                  <a:lnTo>
                    <a:pt x="4359790" y="1756279"/>
                  </a:lnTo>
                  <a:lnTo>
                    <a:pt x="4383169" y="1794467"/>
                  </a:lnTo>
                  <a:close/>
                </a:path>
                <a:path w="5509259" h="7655559">
                  <a:moveTo>
                    <a:pt x="4207619" y="1900530"/>
                  </a:moveTo>
                  <a:lnTo>
                    <a:pt x="4171469" y="1922656"/>
                  </a:lnTo>
                  <a:lnTo>
                    <a:pt x="4149343" y="1886507"/>
                  </a:lnTo>
                  <a:lnTo>
                    <a:pt x="4185493" y="1864381"/>
                  </a:lnTo>
                  <a:lnTo>
                    <a:pt x="4207619" y="1900530"/>
                  </a:lnTo>
                  <a:close/>
                </a:path>
                <a:path w="5509259" h="7655559">
                  <a:moveTo>
                    <a:pt x="4031516" y="2006445"/>
                  </a:moveTo>
                  <a:lnTo>
                    <a:pt x="3998097" y="2026896"/>
                  </a:lnTo>
                  <a:lnTo>
                    <a:pt x="3977646" y="1993485"/>
                  </a:lnTo>
                  <a:lnTo>
                    <a:pt x="4011065" y="1973026"/>
                  </a:lnTo>
                  <a:lnTo>
                    <a:pt x="4031516" y="2006445"/>
                  </a:lnTo>
                  <a:close/>
                </a:path>
                <a:path w="5509259" h="7655559">
                  <a:moveTo>
                    <a:pt x="3854862" y="2112236"/>
                  </a:moveTo>
                  <a:lnTo>
                    <a:pt x="3824857" y="2130600"/>
                  </a:lnTo>
                  <a:lnTo>
                    <a:pt x="3806493" y="2100595"/>
                  </a:lnTo>
                  <a:lnTo>
                    <a:pt x="3836498" y="2082223"/>
                  </a:lnTo>
                  <a:lnTo>
                    <a:pt x="3854862" y="2112236"/>
                  </a:lnTo>
                  <a:close/>
                </a:path>
                <a:path w="5509259" h="7655559">
                  <a:moveTo>
                    <a:pt x="3679319" y="2218281"/>
                  </a:moveTo>
                  <a:lnTo>
                    <a:pt x="3651354" y="2235399"/>
                  </a:lnTo>
                  <a:lnTo>
                    <a:pt x="3634236" y="2207442"/>
                  </a:lnTo>
                  <a:lnTo>
                    <a:pt x="3662201" y="2190324"/>
                  </a:lnTo>
                  <a:lnTo>
                    <a:pt x="3679319" y="2218281"/>
                  </a:lnTo>
                  <a:close/>
                </a:path>
                <a:path w="5509259" h="7655559">
                  <a:moveTo>
                    <a:pt x="3503217" y="2324211"/>
                  </a:moveTo>
                  <a:lnTo>
                    <a:pt x="3477982" y="2339654"/>
                  </a:lnTo>
                  <a:lnTo>
                    <a:pt x="3462538" y="2314412"/>
                  </a:lnTo>
                  <a:lnTo>
                    <a:pt x="3487765" y="2298969"/>
                  </a:lnTo>
                  <a:lnTo>
                    <a:pt x="3503217" y="2324211"/>
                  </a:lnTo>
                  <a:close/>
                </a:path>
                <a:path w="5509259" h="7655559">
                  <a:moveTo>
                    <a:pt x="3327666" y="2430256"/>
                  </a:moveTo>
                  <a:lnTo>
                    <a:pt x="3304480" y="2444454"/>
                  </a:lnTo>
                  <a:lnTo>
                    <a:pt x="3290290" y="2421259"/>
                  </a:lnTo>
                  <a:lnTo>
                    <a:pt x="3313477" y="2407069"/>
                  </a:lnTo>
                  <a:lnTo>
                    <a:pt x="3327666" y="2430256"/>
                  </a:lnTo>
                  <a:close/>
                </a:path>
                <a:path w="5509259" h="7655559">
                  <a:moveTo>
                    <a:pt x="3151572" y="2536178"/>
                  </a:moveTo>
                  <a:lnTo>
                    <a:pt x="3131116" y="2548701"/>
                  </a:lnTo>
                  <a:lnTo>
                    <a:pt x="3118593" y="2528245"/>
                  </a:lnTo>
                  <a:lnTo>
                    <a:pt x="3139049" y="2515723"/>
                  </a:lnTo>
                  <a:lnTo>
                    <a:pt x="3151572" y="2536178"/>
                  </a:lnTo>
                  <a:close/>
                </a:path>
                <a:path w="5509259" h="7655559">
                  <a:moveTo>
                    <a:pt x="2976013" y="2642232"/>
                  </a:moveTo>
                  <a:lnTo>
                    <a:pt x="2957605" y="2653501"/>
                  </a:lnTo>
                  <a:lnTo>
                    <a:pt x="2946336" y="2635092"/>
                  </a:lnTo>
                  <a:lnTo>
                    <a:pt x="2964744" y="2623824"/>
                  </a:lnTo>
                  <a:lnTo>
                    <a:pt x="2976013" y="2642232"/>
                  </a:lnTo>
                  <a:close/>
                </a:path>
                <a:path w="5509259" h="7655559">
                  <a:moveTo>
                    <a:pt x="2800463" y="2748286"/>
                  </a:moveTo>
                  <a:lnTo>
                    <a:pt x="2784103" y="2758301"/>
                  </a:lnTo>
                  <a:lnTo>
                    <a:pt x="2774079" y="2741933"/>
                  </a:lnTo>
                  <a:lnTo>
                    <a:pt x="2790447" y="2731918"/>
                  </a:lnTo>
                  <a:lnTo>
                    <a:pt x="2800463" y="2748286"/>
                  </a:lnTo>
                  <a:close/>
                </a:path>
                <a:path w="5509259" h="7655559">
                  <a:moveTo>
                    <a:pt x="2624369" y="2854208"/>
                  </a:moveTo>
                  <a:lnTo>
                    <a:pt x="2610731" y="2862556"/>
                  </a:lnTo>
                  <a:lnTo>
                    <a:pt x="2602383" y="2848919"/>
                  </a:lnTo>
                  <a:lnTo>
                    <a:pt x="2616020" y="2840571"/>
                  </a:lnTo>
                  <a:lnTo>
                    <a:pt x="2624369" y="2854208"/>
                  </a:lnTo>
                  <a:close/>
                </a:path>
                <a:path w="5509259" h="7655559">
                  <a:moveTo>
                    <a:pt x="2448818" y="2960261"/>
                  </a:moveTo>
                  <a:lnTo>
                    <a:pt x="2437221" y="2967356"/>
                  </a:lnTo>
                  <a:lnTo>
                    <a:pt x="2430126" y="2955767"/>
                  </a:lnTo>
                  <a:lnTo>
                    <a:pt x="2441723" y="2948664"/>
                  </a:lnTo>
                  <a:lnTo>
                    <a:pt x="2448818" y="2960261"/>
                  </a:lnTo>
                  <a:close/>
                </a:path>
                <a:path w="5509259" h="7655559">
                  <a:moveTo>
                    <a:pt x="2273819" y="3066446"/>
                  </a:moveTo>
                  <a:lnTo>
                    <a:pt x="2263595" y="3072708"/>
                  </a:lnTo>
                  <a:lnTo>
                    <a:pt x="2257333" y="3062476"/>
                  </a:lnTo>
                  <a:lnTo>
                    <a:pt x="2267557" y="3056214"/>
                  </a:lnTo>
                  <a:lnTo>
                    <a:pt x="2273819" y="3066446"/>
                  </a:lnTo>
                  <a:close/>
                </a:path>
                <a:path w="5509259" h="7655559">
                  <a:moveTo>
                    <a:pt x="2098820" y="3172630"/>
                  </a:moveTo>
                  <a:lnTo>
                    <a:pt x="2089953" y="3178059"/>
                  </a:lnTo>
                  <a:lnTo>
                    <a:pt x="2084525" y="3169192"/>
                  </a:lnTo>
                  <a:lnTo>
                    <a:pt x="2093391" y="3163764"/>
                  </a:lnTo>
                  <a:lnTo>
                    <a:pt x="2098820" y="3172630"/>
                  </a:lnTo>
                  <a:close/>
                </a:path>
                <a:path w="5509259" h="7655559">
                  <a:moveTo>
                    <a:pt x="1923269" y="3278684"/>
                  </a:moveTo>
                  <a:lnTo>
                    <a:pt x="1916450" y="3282858"/>
                  </a:lnTo>
                  <a:lnTo>
                    <a:pt x="1912276" y="3276040"/>
                  </a:lnTo>
                  <a:lnTo>
                    <a:pt x="1919095" y="3271866"/>
                  </a:lnTo>
                  <a:lnTo>
                    <a:pt x="1923269" y="3278684"/>
                  </a:lnTo>
                  <a:close/>
                </a:path>
                <a:path w="5509259" h="7655559">
                  <a:moveTo>
                    <a:pt x="1748270" y="3384868"/>
                  </a:moveTo>
                  <a:lnTo>
                    <a:pt x="1742816" y="3388209"/>
                  </a:lnTo>
                  <a:lnTo>
                    <a:pt x="1739475" y="3382748"/>
                  </a:lnTo>
                  <a:lnTo>
                    <a:pt x="1744929" y="3379415"/>
                  </a:lnTo>
                  <a:lnTo>
                    <a:pt x="1748270" y="3384868"/>
                  </a:lnTo>
                  <a:close/>
                </a:path>
                <a:path w="5509259" h="7655559">
                  <a:moveTo>
                    <a:pt x="1573263" y="3491052"/>
                  </a:moveTo>
                  <a:lnTo>
                    <a:pt x="1569175" y="3493553"/>
                  </a:lnTo>
                  <a:lnTo>
                    <a:pt x="1566667" y="3489464"/>
                  </a:lnTo>
                  <a:lnTo>
                    <a:pt x="1570763" y="3486956"/>
                  </a:lnTo>
                  <a:lnTo>
                    <a:pt x="1573263" y="3491052"/>
                  </a:lnTo>
                  <a:close/>
                </a:path>
                <a:path w="5509259" h="7655559">
                  <a:moveTo>
                    <a:pt x="1398264" y="3597238"/>
                  </a:moveTo>
                  <a:lnTo>
                    <a:pt x="1395541" y="3598904"/>
                  </a:lnTo>
                  <a:lnTo>
                    <a:pt x="1393874" y="3596173"/>
                  </a:lnTo>
                  <a:lnTo>
                    <a:pt x="1396589" y="3594507"/>
                  </a:lnTo>
                  <a:lnTo>
                    <a:pt x="1398264" y="3597238"/>
                  </a:lnTo>
                  <a:close/>
                </a:path>
                <a:path w="5509259" h="7655559">
                  <a:moveTo>
                    <a:pt x="1223264" y="3703422"/>
                  </a:moveTo>
                  <a:lnTo>
                    <a:pt x="1221899" y="3704255"/>
                  </a:lnTo>
                  <a:lnTo>
                    <a:pt x="1221066" y="3702898"/>
                  </a:lnTo>
                  <a:lnTo>
                    <a:pt x="1222431" y="3702065"/>
                  </a:lnTo>
                  <a:lnTo>
                    <a:pt x="1223264" y="3703422"/>
                  </a:lnTo>
                  <a:close/>
                </a:path>
                <a:path w="5509259" h="7655559">
                  <a:moveTo>
                    <a:pt x="5509119" y="875582"/>
                  </a:moveTo>
                  <a:lnTo>
                    <a:pt x="5509119" y="881184"/>
                  </a:lnTo>
                  <a:lnTo>
                    <a:pt x="5451595" y="916394"/>
                  </a:lnTo>
                  <a:lnTo>
                    <a:pt x="5414859" y="856383"/>
                  </a:lnTo>
                  <a:lnTo>
                    <a:pt x="5474878" y="819647"/>
                  </a:lnTo>
                  <a:lnTo>
                    <a:pt x="5509119" y="875582"/>
                  </a:lnTo>
                  <a:close/>
                </a:path>
                <a:path w="5509259" h="7655559">
                  <a:moveTo>
                    <a:pt x="5334960" y="985449"/>
                  </a:moveTo>
                  <a:lnTo>
                    <a:pt x="5278363" y="1020097"/>
                  </a:lnTo>
                  <a:lnTo>
                    <a:pt x="5243715" y="963492"/>
                  </a:lnTo>
                  <a:lnTo>
                    <a:pt x="5300312" y="928844"/>
                  </a:lnTo>
                  <a:lnTo>
                    <a:pt x="5334960" y="985449"/>
                  </a:lnTo>
                  <a:close/>
                </a:path>
                <a:path w="5509259" h="7655559">
                  <a:moveTo>
                    <a:pt x="5158314" y="1091232"/>
                  </a:moveTo>
                  <a:lnTo>
                    <a:pt x="5105123" y="1123794"/>
                  </a:lnTo>
                  <a:lnTo>
                    <a:pt x="5072561" y="1070602"/>
                  </a:lnTo>
                  <a:lnTo>
                    <a:pt x="5125752" y="1038040"/>
                  </a:lnTo>
                  <a:lnTo>
                    <a:pt x="5158314" y="1091232"/>
                  </a:lnTo>
                  <a:close/>
                </a:path>
                <a:path w="5509259" h="7655559">
                  <a:moveTo>
                    <a:pt x="4982220" y="1197146"/>
                  </a:moveTo>
                  <a:lnTo>
                    <a:pt x="4931750" y="1228041"/>
                  </a:lnTo>
                  <a:lnTo>
                    <a:pt x="4900863" y="1177572"/>
                  </a:lnTo>
                  <a:lnTo>
                    <a:pt x="4951325" y="1146685"/>
                  </a:lnTo>
                  <a:lnTo>
                    <a:pt x="4982220" y="1197146"/>
                  </a:lnTo>
                  <a:close/>
                </a:path>
                <a:path w="5509259" h="7655559">
                  <a:moveTo>
                    <a:pt x="4806110" y="1303077"/>
                  </a:moveTo>
                  <a:lnTo>
                    <a:pt x="4758379" y="1332297"/>
                  </a:lnTo>
                  <a:lnTo>
                    <a:pt x="4729159" y="1284558"/>
                  </a:lnTo>
                  <a:lnTo>
                    <a:pt x="4776889" y="1255338"/>
                  </a:lnTo>
                  <a:lnTo>
                    <a:pt x="4806110" y="1303077"/>
                  </a:lnTo>
                  <a:close/>
                </a:path>
                <a:path w="5509259" h="7655559">
                  <a:moveTo>
                    <a:pt x="4629471" y="1408860"/>
                  </a:moveTo>
                  <a:lnTo>
                    <a:pt x="4585139" y="1436001"/>
                  </a:lnTo>
                  <a:lnTo>
                    <a:pt x="4558005" y="1391676"/>
                  </a:lnTo>
                  <a:lnTo>
                    <a:pt x="4602338" y="1364535"/>
                  </a:lnTo>
                  <a:lnTo>
                    <a:pt x="4629471" y="1408860"/>
                  </a:lnTo>
                  <a:close/>
                </a:path>
                <a:path w="5509259" h="7655559">
                  <a:moveTo>
                    <a:pt x="4453361" y="1514790"/>
                  </a:moveTo>
                  <a:lnTo>
                    <a:pt x="4411766" y="1540249"/>
                  </a:lnTo>
                  <a:lnTo>
                    <a:pt x="4386300" y="1498646"/>
                  </a:lnTo>
                  <a:lnTo>
                    <a:pt x="4427895" y="1473187"/>
                  </a:lnTo>
                  <a:lnTo>
                    <a:pt x="4453361" y="1514790"/>
                  </a:lnTo>
                  <a:close/>
                </a:path>
                <a:path w="5509259" h="7655559">
                  <a:moveTo>
                    <a:pt x="4276723" y="1620573"/>
                  </a:moveTo>
                  <a:lnTo>
                    <a:pt x="4238526" y="1643953"/>
                  </a:lnTo>
                  <a:lnTo>
                    <a:pt x="4215146" y="1605756"/>
                  </a:lnTo>
                  <a:lnTo>
                    <a:pt x="4253343" y="1582376"/>
                  </a:lnTo>
                  <a:lnTo>
                    <a:pt x="4276723" y="1620573"/>
                  </a:lnTo>
                  <a:close/>
                </a:path>
                <a:path w="5509259" h="7655559">
                  <a:moveTo>
                    <a:pt x="4101164" y="1726627"/>
                  </a:moveTo>
                  <a:lnTo>
                    <a:pt x="4065023" y="1748753"/>
                  </a:lnTo>
                  <a:lnTo>
                    <a:pt x="4042897" y="1712604"/>
                  </a:lnTo>
                  <a:lnTo>
                    <a:pt x="4079039" y="1690478"/>
                  </a:lnTo>
                  <a:lnTo>
                    <a:pt x="4101164" y="1726627"/>
                  </a:lnTo>
                  <a:close/>
                </a:path>
                <a:path w="5509259" h="7655559">
                  <a:moveTo>
                    <a:pt x="3925070" y="1832541"/>
                  </a:moveTo>
                  <a:lnTo>
                    <a:pt x="3891651" y="1853000"/>
                  </a:lnTo>
                  <a:lnTo>
                    <a:pt x="3871201" y="1819590"/>
                  </a:lnTo>
                  <a:lnTo>
                    <a:pt x="3904619" y="1799131"/>
                  </a:lnTo>
                  <a:lnTo>
                    <a:pt x="3925070" y="1832541"/>
                  </a:lnTo>
                  <a:close/>
                </a:path>
                <a:path w="5509259" h="7655559">
                  <a:moveTo>
                    <a:pt x="3748416" y="1938333"/>
                  </a:moveTo>
                  <a:lnTo>
                    <a:pt x="3718411" y="1956697"/>
                  </a:lnTo>
                  <a:lnTo>
                    <a:pt x="3700047" y="1926700"/>
                  </a:lnTo>
                  <a:lnTo>
                    <a:pt x="3730052" y="1908328"/>
                  </a:lnTo>
                  <a:lnTo>
                    <a:pt x="3748416" y="1938333"/>
                  </a:lnTo>
                  <a:close/>
                </a:path>
                <a:path w="5509259" h="7655559">
                  <a:moveTo>
                    <a:pt x="3572873" y="2044386"/>
                  </a:moveTo>
                  <a:lnTo>
                    <a:pt x="3544908" y="2061505"/>
                  </a:lnTo>
                  <a:lnTo>
                    <a:pt x="3527790" y="2033539"/>
                  </a:lnTo>
                  <a:lnTo>
                    <a:pt x="3555755" y="2016421"/>
                  </a:lnTo>
                  <a:lnTo>
                    <a:pt x="3572873" y="2044386"/>
                  </a:lnTo>
                  <a:close/>
                </a:path>
                <a:path w="5509259" h="7655559">
                  <a:moveTo>
                    <a:pt x="3396763" y="2150309"/>
                  </a:moveTo>
                  <a:lnTo>
                    <a:pt x="3371537" y="2165752"/>
                  </a:lnTo>
                  <a:lnTo>
                    <a:pt x="3356093" y="2140517"/>
                  </a:lnTo>
                  <a:lnTo>
                    <a:pt x="3381319" y="2125074"/>
                  </a:lnTo>
                  <a:lnTo>
                    <a:pt x="3396763" y="2150309"/>
                  </a:lnTo>
                  <a:close/>
                </a:path>
                <a:path w="5509259" h="7655559">
                  <a:moveTo>
                    <a:pt x="3221220" y="2256354"/>
                  </a:moveTo>
                  <a:lnTo>
                    <a:pt x="3198034" y="2270552"/>
                  </a:lnTo>
                  <a:lnTo>
                    <a:pt x="3183844" y="2247365"/>
                  </a:lnTo>
                  <a:lnTo>
                    <a:pt x="3207031" y="2233175"/>
                  </a:lnTo>
                  <a:lnTo>
                    <a:pt x="3221220" y="2256354"/>
                  </a:lnTo>
                  <a:close/>
                </a:path>
                <a:path w="5509259" h="7655559">
                  <a:moveTo>
                    <a:pt x="3045118" y="2362276"/>
                  </a:moveTo>
                  <a:lnTo>
                    <a:pt x="3024662" y="2374799"/>
                  </a:lnTo>
                  <a:lnTo>
                    <a:pt x="3012139" y="2354343"/>
                  </a:lnTo>
                  <a:lnTo>
                    <a:pt x="3032595" y="2341820"/>
                  </a:lnTo>
                  <a:lnTo>
                    <a:pt x="3045118" y="2362276"/>
                  </a:lnTo>
                  <a:close/>
                </a:path>
                <a:path w="5509259" h="7655559">
                  <a:moveTo>
                    <a:pt x="2869567" y="2468330"/>
                  </a:moveTo>
                  <a:lnTo>
                    <a:pt x="2851159" y="2479598"/>
                  </a:lnTo>
                  <a:lnTo>
                    <a:pt x="2839890" y="2461190"/>
                  </a:lnTo>
                  <a:lnTo>
                    <a:pt x="2858298" y="2449921"/>
                  </a:lnTo>
                  <a:lnTo>
                    <a:pt x="2869567" y="2468330"/>
                  </a:lnTo>
                  <a:close/>
                </a:path>
                <a:path w="5509259" h="7655559">
                  <a:moveTo>
                    <a:pt x="2694017" y="2574383"/>
                  </a:moveTo>
                  <a:lnTo>
                    <a:pt x="2677648" y="2584399"/>
                  </a:lnTo>
                  <a:lnTo>
                    <a:pt x="2667633" y="2568039"/>
                  </a:lnTo>
                  <a:lnTo>
                    <a:pt x="2684002" y="2558023"/>
                  </a:lnTo>
                  <a:lnTo>
                    <a:pt x="2694017" y="2574383"/>
                  </a:lnTo>
                  <a:close/>
                </a:path>
                <a:path w="5509259" h="7655559">
                  <a:moveTo>
                    <a:pt x="2517914" y="2680306"/>
                  </a:moveTo>
                  <a:lnTo>
                    <a:pt x="2504277" y="2688654"/>
                  </a:lnTo>
                  <a:lnTo>
                    <a:pt x="2495928" y="2675017"/>
                  </a:lnTo>
                  <a:lnTo>
                    <a:pt x="2509566" y="2666669"/>
                  </a:lnTo>
                  <a:lnTo>
                    <a:pt x="2517914" y="2680306"/>
                  </a:lnTo>
                  <a:close/>
                </a:path>
                <a:path w="5509259" h="7655559">
                  <a:moveTo>
                    <a:pt x="2342372" y="2786359"/>
                  </a:moveTo>
                  <a:lnTo>
                    <a:pt x="2330774" y="2793454"/>
                  </a:lnTo>
                  <a:lnTo>
                    <a:pt x="2323679" y="2781865"/>
                  </a:lnTo>
                  <a:lnTo>
                    <a:pt x="2335277" y="2774770"/>
                  </a:lnTo>
                  <a:lnTo>
                    <a:pt x="2342372" y="2786359"/>
                  </a:lnTo>
                  <a:close/>
                </a:path>
                <a:path w="5509259" h="7655559">
                  <a:moveTo>
                    <a:pt x="2167372" y="2892544"/>
                  </a:moveTo>
                  <a:lnTo>
                    <a:pt x="2157140" y="2898806"/>
                  </a:lnTo>
                  <a:lnTo>
                    <a:pt x="2150879" y="2888574"/>
                  </a:lnTo>
                  <a:lnTo>
                    <a:pt x="2161111" y="2882312"/>
                  </a:lnTo>
                  <a:lnTo>
                    <a:pt x="2167372" y="2892544"/>
                  </a:lnTo>
                  <a:close/>
                </a:path>
                <a:path w="5509259" h="7655559">
                  <a:moveTo>
                    <a:pt x="1992373" y="2998728"/>
                  </a:moveTo>
                  <a:lnTo>
                    <a:pt x="1983498" y="3004157"/>
                  </a:lnTo>
                  <a:lnTo>
                    <a:pt x="1978070" y="2995290"/>
                  </a:lnTo>
                  <a:lnTo>
                    <a:pt x="1986945" y="2989861"/>
                  </a:lnTo>
                  <a:lnTo>
                    <a:pt x="1992373" y="2998728"/>
                  </a:lnTo>
                  <a:close/>
                </a:path>
                <a:path w="5509259" h="7655559">
                  <a:moveTo>
                    <a:pt x="1816814" y="3104782"/>
                  </a:moveTo>
                  <a:lnTo>
                    <a:pt x="1809996" y="3108956"/>
                  </a:lnTo>
                  <a:lnTo>
                    <a:pt x="1805821" y="3102138"/>
                  </a:lnTo>
                  <a:lnTo>
                    <a:pt x="1812640" y="3097963"/>
                  </a:lnTo>
                  <a:lnTo>
                    <a:pt x="1816814" y="3104782"/>
                  </a:lnTo>
                  <a:close/>
                </a:path>
                <a:path w="5509259" h="7655559">
                  <a:moveTo>
                    <a:pt x="1641815" y="3210966"/>
                  </a:moveTo>
                  <a:lnTo>
                    <a:pt x="1636362" y="3214307"/>
                  </a:lnTo>
                  <a:lnTo>
                    <a:pt x="1633020" y="3208846"/>
                  </a:lnTo>
                  <a:lnTo>
                    <a:pt x="1638474" y="3205513"/>
                  </a:lnTo>
                  <a:lnTo>
                    <a:pt x="1641815" y="3210966"/>
                  </a:lnTo>
                  <a:close/>
                </a:path>
                <a:path w="5509259" h="7655559">
                  <a:moveTo>
                    <a:pt x="1466816" y="3317159"/>
                  </a:moveTo>
                  <a:lnTo>
                    <a:pt x="1462728" y="3319658"/>
                  </a:lnTo>
                  <a:lnTo>
                    <a:pt x="1460220" y="3315562"/>
                  </a:lnTo>
                  <a:lnTo>
                    <a:pt x="1464308" y="3313063"/>
                  </a:lnTo>
                  <a:lnTo>
                    <a:pt x="1466816" y="3317159"/>
                  </a:lnTo>
                  <a:close/>
                </a:path>
                <a:path w="5509259" h="7655559">
                  <a:moveTo>
                    <a:pt x="1291809" y="3423335"/>
                  </a:moveTo>
                  <a:lnTo>
                    <a:pt x="1289094" y="3425002"/>
                  </a:lnTo>
                  <a:lnTo>
                    <a:pt x="1287428" y="3422280"/>
                  </a:lnTo>
                  <a:lnTo>
                    <a:pt x="1290143" y="3420613"/>
                  </a:lnTo>
                  <a:lnTo>
                    <a:pt x="1291809" y="3423335"/>
                  </a:lnTo>
                  <a:close/>
                </a:path>
                <a:path w="5509259" h="7655559">
                  <a:moveTo>
                    <a:pt x="1116810" y="3529520"/>
                  </a:moveTo>
                  <a:lnTo>
                    <a:pt x="1115452" y="3530353"/>
                  </a:lnTo>
                  <a:lnTo>
                    <a:pt x="1114619" y="3528996"/>
                  </a:lnTo>
                  <a:lnTo>
                    <a:pt x="1115976" y="3528163"/>
                  </a:lnTo>
                  <a:lnTo>
                    <a:pt x="1116810" y="3529520"/>
                  </a:lnTo>
                  <a:close/>
                </a:path>
                <a:path w="5509259" h="7655559">
                  <a:moveTo>
                    <a:pt x="5509119" y="557282"/>
                  </a:moveTo>
                  <a:lnTo>
                    <a:pt x="5509119" y="623651"/>
                  </a:lnTo>
                  <a:lnTo>
                    <a:pt x="5479567" y="575372"/>
                  </a:lnTo>
                  <a:lnTo>
                    <a:pt x="5509119" y="557282"/>
                  </a:lnTo>
                  <a:close/>
                </a:path>
                <a:path w="5509259" h="7655559">
                  <a:moveTo>
                    <a:pt x="5404617" y="705633"/>
                  </a:moveTo>
                  <a:lnTo>
                    <a:pt x="5345289" y="741949"/>
                  </a:lnTo>
                  <a:lnTo>
                    <a:pt x="5308965" y="682613"/>
                  </a:lnTo>
                  <a:lnTo>
                    <a:pt x="5368301" y="646297"/>
                  </a:lnTo>
                  <a:lnTo>
                    <a:pt x="5404617" y="705633"/>
                  </a:lnTo>
                  <a:close/>
                </a:path>
                <a:path w="5509259" h="7655559">
                  <a:moveTo>
                    <a:pt x="5227971" y="811417"/>
                  </a:moveTo>
                  <a:lnTo>
                    <a:pt x="5172048" y="845653"/>
                  </a:lnTo>
                  <a:lnTo>
                    <a:pt x="5137812" y="789730"/>
                  </a:lnTo>
                  <a:lnTo>
                    <a:pt x="5193735" y="755494"/>
                  </a:lnTo>
                  <a:lnTo>
                    <a:pt x="5227971" y="811417"/>
                  </a:lnTo>
                  <a:close/>
                </a:path>
                <a:path w="5509259" h="7655559">
                  <a:moveTo>
                    <a:pt x="5051317" y="917208"/>
                  </a:moveTo>
                  <a:lnTo>
                    <a:pt x="4998808" y="949350"/>
                  </a:lnTo>
                  <a:lnTo>
                    <a:pt x="4966658" y="896840"/>
                  </a:lnTo>
                  <a:lnTo>
                    <a:pt x="5019176" y="864691"/>
                  </a:lnTo>
                  <a:lnTo>
                    <a:pt x="5051317" y="917208"/>
                  </a:lnTo>
                  <a:close/>
                </a:path>
                <a:path w="5509259" h="7655559">
                  <a:moveTo>
                    <a:pt x="4875215" y="1023123"/>
                  </a:moveTo>
                  <a:lnTo>
                    <a:pt x="4825436" y="1053597"/>
                  </a:lnTo>
                  <a:lnTo>
                    <a:pt x="4794962" y="1003811"/>
                  </a:lnTo>
                  <a:lnTo>
                    <a:pt x="4844740" y="973336"/>
                  </a:lnTo>
                  <a:lnTo>
                    <a:pt x="4875215" y="1023123"/>
                  </a:lnTo>
                  <a:close/>
                </a:path>
                <a:path w="5509259" h="7655559">
                  <a:moveTo>
                    <a:pt x="4699120" y="1129045"/>
                  </a:moveTo>
                  <a:lnTo>
                    <a:pt x="4652064" y="1157853"/>
                  </a:lnTo>
                  <a:lnTo>
                    <a:pt x="4623264" y="1110797"/>
                  </a:lnTo>
                  <a:lnTo>
                    <a:pt x="4670312" y="1081989"/>
                  </a:lnTo>
                  <a:lnTo>
                    <a:pt x="4699120" y="1129045"/>
                  </a:lnTo>
                  <a:close/>
                </a:path>
                <a:path w="5509259" h="7655559">
                  <a:moveTo>
                    <a:pt x="4522466" y="1234836"/>
                  </a:moveTo>
                  <a:lnTo>
                    <a:pt x="4478823" y="1261549"/>
                  </a:lnTo>
                  <a:lnTo>
                    <a:pt x="4452103" y="1217906"/>
                  </a:lnTo>
                  <a:lnTo>
                    <a:pt x="4495753" y="1191185"/>
                  </a:lnTo>
                  <a:lnTo>
                    <a:pt x="4522466" y="1234836"/>
                  </a:lnTo>
                  <a:close/>
                </a:path>
                <a:path w="5509259" h="7655559">
                  <a:moveTo>
                    <a:pt x="4346372" y="1340751"/>
                  </a:moveTo>
                  <a:lnTo>
                    <a:pt x="4305452" y="1365797"/>
                  </a:lnTo>
                  <a:lnTo>
                    <a:pt x="4280406" y="1324877"/>
                  </a:lnTo>
                  <a:lnTo>
                    <a:pt x="4321326" y="1299831"/>
                  </a:lnTo>
                  <a:lnTo>
                    <a:pt x="4346372" y="1340751"/>
                  </a:lnTo>
                  <a:close/>
                </a:path>
                <a:path w="5509259" h="7655559">
                  <a:moveTo>
                    <a:pt x="4170269" y="1446672"/>
                  </a:moveTo>
                  <a:lnTo>
                    <a:pt x="4132080" y="1470053"/>
                  </a:lnTo>
                  <a:lnTo>
                    <a:pt x="4108701" y="1431863"/>
                  </a:lnTo>
                  <a:lnTo>
                    <a:pt x="4146898" y="1408483"/>
                  </a:lnTo>
                  <a:lnTo>
                    <a:pt x="4170269" y="1446672"/>
                  </a:lnTo>
                  <a:close/>
                </a:path>
                <a:path w="5509259" h="7655559">
                  <a:moveTo>
                    <a:pt x="3994719" y="1552726"/>
                  </a:moveTo>
                  <a:lnTo>
                    <a:pt x="3958570" y="1574852"/>
                  </a:lnTo>
                  <a:lnTo>
                    <a:pt x="3936444" y="1538703"/>
                  </a:lnTo>
                  <a:lnTo>
                    <a:pt x="3972593" y="1516577"/>
                  </a:lnTo>
                  <a:lnTo>
                    <a:pt x="3994719" y="1552726"/>
                  </a:lnTo>
                  <a:close/>
                </a:path>
                <a:path w="5509259" h="7655559">
                  <a:moveTo>
                    <a:pt x="3818065" y="1658518"/>
                  </a:moveTo>
                  <a:lnTo>
                    <a:pt x="3785337" y="1678548"/>
                  </a:lnTo>
                  <a:lnTo>
                    <a:pt x="3765298" y="1645812"/>
                  </a:lnTo>
                  <a:lnTo>
                    <a:pt x="3798026" y="1625782"/>
                  </a:lnTo>
                  <a:lnTo>
                    <a:pt x="3818065" y="1658518"/>
                  </a:lnTo>
                  <a:close/>
                </a:path>
                <a:path w="5509259" h="7655559">
                  <a:moveTo>
                    <a:pt x="3641971" y="1764440"/>
                  </a:moveTo>
                  <a:lnTo>
                    <a:pt x="3611965" y="1782804"/>
                  </a:lnTo>
                  <a:lnTo>
                    <a:pt x="3593593" y="1752799"/>
                  </a:lnTo>
                  <a:lnTo>
                    <a:pt x="3623599" y="1734435"/>
                  </a:lnTo>
                  <a:lnTo>
                    <a:pt x="3641971" y="1764440"/>
                  </a:lnTo>
                  <a:close/>
                </a:path>
                <a:path w="5509259" h="7655559">
                  <a:moveTo>
                    <a:pt x="3466420" y="1870485"/>
                  </a:moveTo>
                  <a:lnTo>
                    <a:pt x="3438455" y="1887603"/>
                  </a:lnTo>
                  <a:lnTo>
                    <a:pt x="3421345" y="1859646"/>
                  </a:lnTo>
                  <a:lnTo>
                    <a:pt x="3449310" y="1842528"/>
                  </a:lnTo>
                  <a:lnTo>
                    <a:pt x="3466420" y="1870485"/>
                  </a:lnTo>
                  <a:close/>
                </a:path>
                <a:path w="5509259" h="7655559">
                  <a:moveTo>
                    <a:pt x="3290317" y="1976407"/>
                  </a:moveTo>
                  <a:lnTo>
                    <a:pt x="3265083" y="1991851"/>
                  </a:lnTo>
                  <a:lnTo>
                    <a:pt x="3249639" y="1966624"/>
                  </a:lnTo>
                  <a:lnTo>
                    <a:pt x="3274874" y="1951180"/>
                  </a:lnTo>
                  <a:lnTo>
                    <a:pt x="3290317" y="1976407"/>
                  </a:lnTo>
                  <a:close/>
                </a:path>
                <a:path w="5509259" h="7655559">
                  <a:moveTo>
                    <a:pt x="3114775" y="2082461"/>
                  </a:moveTo>
                  <a:lnTo>
                    <a:pt x="3091588" y="2096659"/>
                  </a:lnTo>
                  <a:lnTo>
                    <a:pt x="3077390" y="2073472"/>
                  </a:lnTo>
                  <a:lnTo>
                    <a:pt x="3100577" y="2059274"/>
                  </a:lnTo>
                  <a:lnTo>
                    <a:pt x="3114775" y="2082461"/>
                  </a:lnTo>
                  <a:close/>
                </a:path>
                <a:path w="5509259" h="7655559">
                  <a:moveTo>
                    <a:pt x="2938672" y="2188375"/>
                  </a:moveTo>
                  <a:lnTo>
                    <a:pt x="2918216" y="2200898"/>
                  </a:lnTo>
                  <a:lnTo>
                    <a:pt x="2905693" y="2180443"/>
                  </a:lnTo>
                  <a:lnTo>
                    <a:pt x="2926149" y="2167920"/>
                  </a:lnTo>
                  <a:lnTo>
                    <a:pt x="2938672" y="2188375"/>
                  </a:lnTo>
                  <a:close/>
                </a:path>
                <a:path w="5509259" h="7655559">
                  <a:moveTo>
                    <a:pt x="2763113" y="2294429"/>
                  </a:moveTo>
                  <a:lnTo>
                    <a:pt x="2744705" y="2305698"/>
                  </a:lnTo>
                  <a:lnTo>
                    <a:pt x="2733436" y="2287290"/>
                  </a:lnTo>
                  <a:lnTo>
                    <a:pt x="2751844" y="2276021"/>
                  </a:lnTo>
                  <a:lnTo>
                    <a:pt x="2763113" y="2294429"/>
                  </a:lnTo>
                  <a:close/>
                </a:path>
                <a:path w="5509259" h="7655559">
                  <a:moveTo>
                    <a:pt x="2587571" y="2400491"/>
                  </a:moveTo>
                  <a:lnTo>
                    <a:pt x="2571203" y="2410506"/>
                  </a:lnTo>
                  <a:lnTo>
                    <a:pt x="2561187" y="2394138"/>
                  </a:lnTo>
                  <a:lnTo>
                    <a:pt x="2577547" y="2384123"/>
                  </a:lnTo>
                  <a:lnTo>
                    <a:pt x="2587571" y="2400491"/>
                  </a:lnTo>
                  <a:close/>
                </a:path>
                <a:path w="5509259" h="7655559">
                  <a:moveTo>
                    <a:pt x="2411468" y="2506405"/>
                  </a:moveTo>
                  <a:lnTo>
                    <a:pt x="2397831" y="2514753"/>
                  </a:lnTo>
                  <a:lnTo>
                    <a:pt x="2389482" y="2501116"/>
                  </a:lnTo>
                  <a:lnTo>
                    <a:pt x="2403120" y="2492768"/>
                  </a:lnTo>
                  <a:lnTo>
                    <a:pt x="2411468" y="2506405"/>
                  </a:lnTo>
                  <a:close/>
                </a:path>
                <a:path w="5509259" h="7655559">
                  <a:moveTo>
                    <a:pt x="2235918" y="2612459"/>
                  </a:moveTo>
                  <a:lnTo>
                    <a:pt x="2224320" y="2619553"/>
                  </a:lnTo>
                  <a:lnTo>
                    <a:pt x="2217226" y="2607964"/>
                  </a:lnTo>
                  <a:lnTo>
                    <a:pt x="2228823" y="2600870"/>
                  </a:lnTo>
                  <a:lnTo>
                    <a:pt x="2235918" y="2612459"/>
                  </a:lnTo>
                  <a:close/>
                </a:path>
                <a:path w="5509259" h="7655559">
                  <a:moveTo>
                    <a:pt x="2060919" y="2718643"/>
                  </a:moveTo>
                  <a:lnTo>
                    <a:pt x="2050695" y="2724905"/>
                  </a:lnTo>
                  <a:lnTo>
                    <a:pt x="2044433" y="2714673"/>
                  </a:lnTo>
                  <a:lnTo>
                    <a:pt x="2054657" y="2708411"/>
                  </a:lnTo>
                  <a:lnTo>
                    <a:pt x="2060919" y="2718643"/>
                  </a:lnTo>
                  <a:close/>
                </a:path>
                <a:path w="5509259" h="7655559">
                  <a:moveTo>
                    <a:pt x="1885919" y="2824827"/>
                  </a:moveTo>
                  <a:lnTo>
                    <a:pt x="1877053" y="2830256"/>
                  </a:lnTo>
                  <a:lnTo>
                    <a:pt x="1871624" y="2821389"/>
                  </a:lnTo>
                  <a:lnTo>
                    <a:pt x="1880491" y="2815961"/>
                  </a:lnTo>
                  <a:lnTo>
                    <a:pt x="1885919" y="2824827"/>
                  </a:lnTo>
                  <a:close/>
                </a:path>
                <a:path w="5509259" h="7655559">
                  <a:moveTo>
                    <a:pt x="1710369" y="2930881"/>
                  </a:moveTo>
                  <a:lnTo>
                    <a:pt x="1703550" y="2935055"/>
                  </a:lnTo>
                  <a:lnTo>
                    <a:pt x="1699376" y="2928237"/>
                  </a:lnTo>
                  <a:lnTo>
                    <a:pt x="1706195" y="2924063"/>
                  </a:lnTo>
                  <a:lnTo>
                    <a:pt x="1710369" y="2930881"/>
                  </a:lnTo>
                  <a:close/>
                </a:path>
                <a:path w="5509259" h="7655559">
                  <a:moveTo>
                    <a:pt x="1535370" y="3037073"/>
                  </a:moveTo>
                  <a:lnTo>
                    <a:pt x="1529916" y="3040406"/>
                  </a:lnTo>
                  <a:lnTo>
                    <a:pt x="1526575" y="3034945"/>
                  </a:lnTo>
                  <a:lnTo>
                    <a:pt x="1532028" y="3031612"/>
                  </a:lnTo>
                  <a:lnTo>
                    <a:pt x="1535370" y="3037073"/>
                  </a:lnTo>
                  <a:close/>
                </a:path>
                <a:path w="5509259" h="7655559">
                  <a:moveTo>
                    <a:pt x="1360370" y="3143258"/>
                  </a:moveTo>
                  <a:lnTo>
                    <a:pt x="1356274" y="3145758"/>
                  </a:lnTo>
                  <a:lnTo>
                    <a:pt x="1353774" y="3141669"/>
                  </a:lnTo>
                  <a:lnTo>
                    <a:pt x="1357862" y="3139170"/>
                  </a:lnTo>
                  <a:lnTo>
                    <a:pt x="1360370" y="3143258"/>
                  </a:lnTo>
                  <a:close/>
                </a:path>
                <a:path w="5509259" h="7655559">
                  <a:moveTo>
                    <a:pt x="1185364" y="3249443"/>
                  </a:moveTo>
                  <a:lnTo>
                    <a:pt x="1182649" y="3251109"/>
                  </a:lnTo>
                  <a:lnTo>
                    <a:pt x="1180974" y="3248378"/>
                  </a:lnTo>
                  <a:lnTo>
                    <a:pt x="1183697" y="3246711"/>
                  </a:lnTo>
                  <a:lnTo>
                    <a:pt x="1185364" y="3249443"/>
                  </a:lnTo>
                  <a:close/>
                </a:path>
                <a:path w="5509259" h="7655559">
                  <a:moveTo>
                    <a:pt x="1010364" y="3355619"/>
                  </a:moveTo>
                  <a:lnTo>
                    <a:pt x="1008999" y="3356453"/>
                  </a:lnTo>
                  <a:lnTo>
                    <a:pt x="1008165" y="3355095"/>
                  </a:lnTo>
                  <a:lnTo>
                    <a:pt x="1009531" y="3354262"/>
                  </a:lnTo>
                  <a:lnTo>
                    <a:pt x="1010364" y="3355619"/>
                  </a:lnTo>
                  <a:close/>
                </a:path>
                <a:path w="5509259" h="7655559">
                  <a:moveTo>
                    <a:pt x="5474816" y="425941"/>
                  </a:moveTo>
                  <a:lnTo>
                    <a:pt x="5412075" y="464343"/>
                  </a:lnTo>
                  <a:lnTo>
                    <a:pt x="5373672" y="401602"/>
                  </a:lnTo>
                  <a:lnTo>
                    <a:pt x="5436406" y="363199"/>
                  </a:lnTo>
                  <a:lnTo>
                    <a:pt x="5474816" y="425941"/>
                  </a:lnTo>
                  <a:close/>
                </a:path>
                <a:path w="5509259" h="7655559">
                  <a:moveTo>
                    <a:pt x="5297619" y="531593"/>
                  </a:moveTo>
                  <a:lnTo>
                    <a:pt x="5238966" y="567496"/>
                  </a:lnTo>
                  <a:lnTo>
                    <a:pt x="5203071" y="508850"/>
                  </a:lnTo>
                  <a:lnTo>
                    <a:pt x="5261716" y="472947"/>
                  </a:lnTo>
                  <a:lnTo>
                    <a:pt x="5297619" y="531593"/>
                  </a:lnTo>
                  <a:close/>
                </a:path>
                <a:path w="5509259" h="7655559">
                  <a:moveTo>
                    <a:pt x="5120965" y="637384"/>
                  </a:moveTo>
                  <a:lnTo>
                    <a:pt x="5065725" y="671199"/>
                  </a:lnTo>
                  <a:lnTo>
                    <a:pt x="5031918" y="615959"/>
                  </a:lnTo>
                  <a:lnTo>
                    <a:pt x="5087150" y="582152"/>
                  </a:lnTo>
                  <a:lnTo>
                    <a:pt x="5120965" y="637384"/>
                  </a:lnTo>
                  <a:close/>
                </a:path>
                <a:path w="5509259" h="7655559">
                  <a:moveTo>
                    <a:pt x="4944871" y="743306"/>
                  </a:moveTo>
                  <a:lnTo>
                    <a:pt x="4892353" y="775456"/>
                  </a:lnTo>
                  <a:lnTo>
                    <a:pt x="4860212" y="722938"/>
                  </a:lnTo>
                  <a:lnTo>
                    <a:pt x="4912721" y="690797"/>
                  </a:lnTo>
                  <a:lnTo>
                    <a:pt x="4944871" y="743306"/>
                  </a:lnTo>
                  <a:close/>
                </a:path>
                <a:path w="5509259" h="7655559">
                  <a:moveTo>
                    <a:pt x="4768768" y="849221"/>
                  </a:moveTo>
                  <a:lnTo>
                    <a:pt x="4718982" y="879695"/>
                  </a:lnTo>
                  <a:lnTo>
                    <a:pt x="4688515" y="829916"/>
                  </a:lnTo>
                  <a:lnTo>
                    <a:pt x="4738294" y="799442"/>
                  </a:lnTo>
                  <a:lnTo>
                    <a:pt x="4768768" y="849221"/>
                  </a:lnTo>
                  <a:close/>
                </a:path>
                <a:path w="5509259" h="7655559">
                  <a:moveTo>
                    <a:pt x="4592666" y="955143"/>
                  </a:moveTo>
                  <a:lnTo>
                    <a:pt x="4545618" y="983951"/>
                  </a:lnTo>
                  <a:lnTo>
                    <a:pt x="4516810" y="936895"/>
                  </a:lnTo>
                  <a:lnTo>
                    <a:pt x="4563866" y="908086"/>
                  </a:lnTo>
                  <a:lnTo>
                    <a:pt x="4592666" y="955143"/>
                  </a:lnTo>
                  <a:close/>
                </a:path>
                <a:path w="5509259" h="7655559">
                  <a:moveTo>
                    <a:pt x="4416020" y="1060934"/>
                  </a:moveTo>
                  <a:lnTo>
                    <a:pt x="4372369" y="1087655"/>
                  </a:lnTo>
                  <a:lnTo>
                    <a:pt x="4345656" y="1044004"/>
                  </a:lnTo>
                  <a:lnTo>
                    <a:pt x="4389299" y="1017291"/>
                  </a:lnTo>
                  <a:lnTo>
                    <a:pt x="4416020" y="1060934"/>
                  </a:lnTo>
                  <a:close/>
                </a:path>
                <a:path w="5509259" h="7655559">
                  <a:moveTo>
                    <a:pt x="4239925" y="1166856"/>
                  </a:moveTo>
                  <a:lnTo>
                    <a:pt x="4199005" y="1191902"/>
                  </a:lnTo>
                  <a:lnTo>
                    <a:pt x="4173951" y="1150982"/>
                  </a:lnTo>
                  <a:lnTo>
                    <a:pt x="4214871" y="1125936"/>
                  </a:lnTo>
                  <a:lnTo>
                    <a:pt x="4239925" y="1166856"/>
                  </a:lnTo>
                  <a:close/>
                </a:path>
                <a:path w="5509259" h="7655559">
                  <a:moveTo>
                    <a:pt x="4063271" y="1272648"/>
                  </a:moveTo>
                  <a:lnTo>
                    <a:pt x="4025764" y="1295607"/>
                  </a:lnTo>
                  <a:lnTo>
                    <a:pt x="4002797" y="1258093"/>
                  </a:lnTo>
                  <a:lnTo>
                    <a:pt x="4040304" y="1235133"/>
                  </a:lnTo>
                  <a:lnTo>
                    <a:pt x="4063271" y="1272648"/>
                  </a:lnTo>
                  <a:close/>
                </a:path>
                <a:path w="5509259" h="7655559">
                  <a:moveTo>
                    <a:pt x="3887721" y="1378701"/>
                  </a:moveTo>
                  <a:lnTo>
                    <a:pt x="3852262" y="1400406"/>
                  </a:lnTo>
                  <a:lnTo>
                    <a:pt x="3830549" y="1364940"/>
                  </a:lnTo>
                  <a:lnTo>
                    <a:pt x="3866007" y="1343235"/>
                  </a:lnTo>
                  <a:lnTo>
                    <a:pt x="3887721" y="1378701"/>
                  </a:lnTo>
                  <a:close/>
                </a:path>
                <a:path w="5509259" h="7655559">
                  <a:moveTo>
                    <a:pt x="3711618" y="1484616"/>
                  </a:moveTo>
                  <a:lnTo>
                    <a:pt x="3678890" y="1504646"/>
                  </a:lnTo>
                  <a:lnTo>
                    <a:pt x="3658851" y="1471918"/>
                  </a:lnTo>
                  <a:lnTo>
                    <a:pt x="3691579" y="1451887"/>
                  </a:lnTo>
                  <a:lnTo>
                    <a:pt x="3711618" y="1484616"/>
                  </a:lnTo>
                  <a:close/>
                </a:path>
                <a:path w="5509259" h="7655559">
                  <a:moveTo>
                    <a:pt x="3534972" y="1590399"/>
                  </a:moveTo>
                  <a:lnTo>
                    <a:pt x="3505641" y="1608351"/>
                  </a:lnTo>
                  <a:lnTo>
                    <a:pt x="3487698" y="1579036"/>
                  </a:lnTo>
                  <a:lnTo>
                    <a:pt x="3517021" y="1561085"/>
                  </a:lnTo>
                  <a:lnTo>
                    <a:pt x="3534972" y="1590399"/>
                  </a:lnTo>
                  <a:close/>
                </a:path>
                <a:path w="5509259" h="7655559">
                  <a:moveTo>
                    <a:pt x="3359422" y="1696461"/>
                  </a:moveTo>
                  <a:lnTo>
                    <a:pt x="3332147" y="1713158"/>
                  </a:lnTo>
                  <a:lnTo>
                    <a:pt x="3315441" y="1685875"/>
                  </a:lnTo>
                  <a:lnTo>
                    <a:pt x="3342724" y="1669178"/>
                  </a:lnTo>
                  <a:lnTo>
                    <a:pt x="3359422" y="1696461"/>
                  </a:lnTo>
                  <a:close/>
                </a:path>
                <a:path w="5509259" h="7655559">
                  <a:moveTo>
                    <a:pt x="3183319" y="1802375"/>
                  </a:moveTo>
                  <a:lnTo>
                    <a:pt x="3158767" y="1817406"/>
                  </a:lnTo>
                  <a:lnTo>
                    <a:pt x="3143736" y="1792863"/>
                  </a:lnTo>
                  <a:lnTo>
                    <a:pt x="3168296" y="1777831"/>
                  </a:lnTo>
                  <a:lnTo>
                    <a:pt x="3183319" y="1802375"/>
                  </a:lnTo>
                  <a:close/>
                </a:path>
                <a:path w="5509259" h="7655559">
                  <a:moveTo>
                    <a:pt x="3007768" y="1908429"/>
                  </a:moveTo>
                  <a:lnTo>
                    <a:pt x="2985264" y="1922206"/>
                  </a:lnTo>
                  <a:lnTo>
                    <a:pt x="2971496" y="1899702"/>
                  </a:lnTo>
                  <a:lnTo>
                    <a:pt x="2993992" y="1885933"/>
                  </a:lnTo>
                  <a:lnTo>
                    <a:pt x="3007768" y="1908429"/>
                  </a:lnTo>
                  <a:close/>
                </a:path>
                <a:path w="5509259" h="7655559">
                  <a:moveTo>
                    <a:pt x="2831674" y="2014351"/>
                  </a:moveTo>
                  <a:lnTo>
                    <a:pt x="2811893" y="2026461"/>
                  </a:lnTo>
                  <a:lnTo>
                    <a:pt x="2799782" y="2006680"/>
                  </a:lnTo>
                  <a:lnTo>
                    <a:pt x="2819564" y="1994578"/>
                  </a:lnTo>
                  <a:lnTo>
                    <a:pt x="2831674" y="2014351"/>
                  </a:lnTo>
                  <a:close/>
                </a:path>
                <a:path w="5509259" h="7655559">
                  <a:moveTo>
                    <a:pt x="2656667" y="2120535"/>
                  </a:moveTo>
                  <a:lnTo>
                    <a:pt x="2638259" y="2131804"/>
                  </a:lnTo>
                  <a:lnTo>
                    <a:pt x="2626990" y="2113388"/>
                  </a:lnTo>
                  <a:lnTo>
                    <a:pt x="2645398" y="2102119"/>
                  </a:lnTo>
                  <a:lnTo>
                    <a:pt x="2656667" y="2120535"/>
                  </a:lnTo>
                  <a:close/>
                </a:path>
                <a:path w="5509259" h="7655559">
                  <a:moveTo>
                    <a:pt x="2480573" y="2226457"/>
                  </a:moveTo>
                  <a:lnTo>
                    <a:pt x="2464880" y="2236060"/>
                  </a:lnTo>
                  <a:lnTo>
                    <a:pt x="2455285" y="2220375"/>
                  </a:lnTo>
                  <a:lnTo>
                    <a:pt x="2470970" y="2210772"/>
                  </a:lnTo>
                  <a:lnTo>
                    <a:pt x="2480573" y="2226457"/>
                  </a:lnTo>
                  <a:close/>
                </a:path>
                <a:path w="5509259" h="7655559">
                  <a:moveTo>
                    <a:pt x="2305014" y="2332511"/>
                  </a:moveTo>
                  <a:lnTo>
                    <a:pt x="2291377" y="2340860"/>
                  </a:lnTo>
                  <a:lnTo>
                    <a:pt x="2283028" y="2327214"/>
                  </a:lnTo>
                  <a:lnTo>
                    <a:pt x="2296665" y="2318866"/>
                  </a:lnTo>
                  <a:lnTo>
                    <a:pt x="2305014" y="2332511"/>
                  </a:lnTo>
                  <a:close/>
                </a:path>
                <a:path w="5509259" h="7655559">
                  <a:moveTo>
                    <a:pt x="2129472" y="2438565"/>
                  </a:moveTo>
                  <a:lnTo>
                    <a:pt x="2117874" y="2445660"/>
                  </a:lnTo>
                  <a:lnTo>
                    <a:pt x="2110779" y="2434062"/>
                  </a:lnTo>
                  <a:lnTo>
                    <a:pt x="2122377" y="2426967"/>
                  </a:lnTo>
                  <a:lnTo>
                    <a:pt x="2129472" y="2438565"/>
                  </a:lnTo>
                  <a:close/>
                </a:path>
                <a:path w="5509259" h="7655559">
                  <a:moveTo>
                    <a:pt x="1954472" y="2544741"/>
                  </a:moveTo>
                  <a:lnTo>
                    <a:pt x="1944240" y="2551003"/>
                  </a:lnTo>
                  <a:lnTo>
                    <a:pt x="1937979" y="2540780"/>
                  </a:lnTo>
                  <a:lnTo>
                    <a:pt x="1948211" y="2534518"/>
                  </a:lnTo>
                  <a:lnTo>
                    <a:pt x="1954472" y="2544741"/>
                  </a:lnTo>
                  <a:close/>
                </a:path>
                <a:path w="5509259" h="7655559">
                  <a:moveTo>
                    <a:pt x="1779473" y="2650934"/>
                  </a:moveTo>
                  <a:lnTo>
                    <a:pt x="1770598" y="2656362"/>
                  </a:lnTo>
                  <a:lnTo>
                    <a:pt x="1765178" y="2647496"/>
                  </a:lnTo>
                  <a:lnTo>
                    <a:pt x="1774045" y="2642067"/>
                  </a:lnTo>
                  <a:lnTo>
                    <a:pt x="1779473" y="2650934"/>
                  </a:lnTo>
                  <a:close/>
                </a:path>
                <a:path w="5509259" h="7655559">
                  <a:moveTo>
                    <a:pt x="1603914" y="2756979"/>
                  </a:moveTo>
                  <a:lnTo>
                    <a:pt x="1597096" y="2761153"/>
                  </a:lnTo>
                  <a:lnTo>
                    <a:pt x="1592921" y="2754335"/>
                  </a:lnTo>
                  <a:lnTo>
                    <a:pt x="1599740" y="2750160"/>
                  </a:lnTo>
                  <a:lnTo>
                    <a:pt x="1603914" y="2756979"/>
                  </a:lnTo>
                  <a:close/>
                </a:path>
                <a:path w="5509259" h="7655559">
                  <a:moveTo>
                    <a:pt x="1428915" y="2863171"/>
                  </a:moveTo>
                  <a:lnTo>
                    <a:pt x="1423462" y="2866504"/>
                  </a:lnTo>
                  <a:lnTo>
                    <a:pt x="1420129" y="2861051"/>
                  </a:lnTo>
                  <a:lnTo>
                    <a:pt x="1425582" y="2857718"/>
                  </a:lnTo>
                  <a:lnTo>
                    <a:pt x="1428915" y="2863171"/>
                  </a:lnTo>
                  <a:close/>
                </a:path>
                <a:path w="5509259" h="7655559">
                  <a:moveTo>
                    <a:pt x="1253916" y="2969355"/>
                  </a:moveTo>
                  <a:lnTo>
                    <a:pt x="1249828" y="2971855"/>
                  </a:lnTo>
                  <a:lnTo>
                    <a:pt x="1247320" y="2967767"/>
                  </a:lnTo>
                  <a:lnTo>
                    <a:pt x="1251416" y="2965267"/>
                  </a:lnTo>
                  <a:lnTo>
                    <a:pt x="1253916" y="2969355"/>
                  </a:lnTo>
                  <a:close/>
                </a:path>
                <a:path w="5509259" h="7655559">
                  <a:moveTo>
                    <a:pt x="1078917" y="3075540"/>
                  </a:moveTo>
                  <a:lnTo>
                    <a:pt x="1076194" y="3077207"/>
                  </a:lnTo>
                  <a:lnTo>
                    <a:pt x="1074527" y="3074476"/>
                  </a:lnTo>
                  <a:lnTo>
                    <a:pt x="1077242" y="3072809"/>
                  </a:lnTo>
                  <a:lnTo>
                    <a:pt x="1078917" y="3075540"/>
                  </a:lnTo>
                  <a:close/>
                </a:path>
                <a:path w="5509259" h="7655559">
                  <a:moveTo>
                    <a:pt x="903918" y="3181732"/>
                  </a:moveTo>
                  <a:lnTo>
                    <a:pt x="902553" y="3182566"/>
                  </a:lnTo>
                  <a:lnTo>
                    <a:pt x="901719" y="3181192"/>
                  </a:lnTo>
                  <a:lnTo>
                    <a:pt x="903076" y="3180359"/>
                  </a:lnTo>
                  <a:lnTo>
                    <a:pt x="903918" y="3181732"/>
                  </a:lnTo>
                  <a:close/>
                </a:path>
                <a:path w="5509259" h="7655559">
                  <a:moveTo>
                    <a:pt x="5509119" y="88372"/>
                  </a:moveTo>
                  <a:lnTo>
                    <a:pt x="5509119" y="167752"/>
                  </a:lnTo>
                  <a:lnTo>
                    <a:pt x="5478992" y="186194"/>
                  </a:lnTo>
                  <a:lnTo>
                    <a:pt x="5438922" y="120730"/>
                  </a:lnTo>
                  <a:lnTo>
                    <a:pt x="5504395" y="80652"/>
                  </a:lnTo>
                  <a:lnTo>
                    <a:pt x="5509119" y="88372"/>
                  </a:lnTo>
                  <a:close/>
                </a:path>
                <a:path w="5509259" h="7655559">
                  <a:moveTo>
                    <a:pt x="5367817" y="251908"/>
                  </a:moveTo>
                  <a:lnTo>
                    <a:pt x="5305751" y="289897"/>
                  </a:lnTo>
                  <a:lnTo>
                    <a:pt x="5267769" y="227839"/>
                  </a:lnTo>
                  <a:lnTo>
                    <a:pt x="5329828" y="189849"/>
                  </a:lnTo>
                  <a:lnTo>
                    <a:pt x="5367817" y="251908"/>
                  </a:lnTo>
                  <a:close/>
                </a:path>
                <a:path w="5509259" h="7655559">
                  <a:moveTo>
                    <a:pt x="5190612" y="357568"/>
                  </a:moveTo>
                  <a:lnTo>
                    <a:pt x="5132650" y="393051"/>
                  </a:lnTo>
                  <a:lnTo>
                    <a:pt x="5097168" y="335088"/>
                  </a:lnTo>
                  <a:lnTo>
                    <a:pt x="5155130" y="299606"/>
                  </a:lnTo>
                  <a:lnTo>
                    <a:pt x="5190612" y="357568"/>
                  </a:lnTo>
                  <a:close/>
                </a:path>
                <a:path w="5509259" h="7655559">
                  <a:moveTo>
                    <a:pt x="5014510" y="463483"/>
                  </a:moveTo>
                  <a:lnTo>
                    <a:pt x="4959278" y="497298"/>
                  </a:lnTo>
                  <a:lnTo>
                    <a:pt x="4925462" y="442058"/>
                  </a:lnTo>
                  <a:lnTo>
                    <a:pt x="4980702" y="408251"/>
                  </a:lnTo>
                  <a:lnTo>
                    <a:pt x="5014510" y="463483"/>
                  </a:lnTo>
                  <a:close/>
                </a:path>
                <a:path w="5509259" h="7655559">
                  <a:moveTo>
                    <a:pt x="4837864" y="569274"/>
                  </a:moveTo>
                  <a:lnTo>
                    <a:pt x="4786037" y="600995"/>
                  </a:lnTo>
                  <a:lnTo>
                    <a:pt x="4754309" y="549176"/>
                  </a:lnTo>
                  <a:lnTo>
                    <a:pt x="4806135" y="517448"/>
                  </a:lnTo>
                  <a:lnTo>
                    <a:pt x="4837864" y="569274"/>
                  </a:lnTo>
                  <a:close/>
                </a:path>
                <a:path w="5509259" h="7655559">
                  <a:moveTo>
                    <a:pt x="4661761" y="675196"/>
                  </a:moveTo>
                  <a:lnTo>
                    <a:pt x="4612666" y="705250"/>
                  </a:lnTo>
                  <a:lnTo>
                    <a:pt x="4582612" y="656146"/>
                  </a:lnTo>
                  <a:lnTo>
                    <a:pt x="4631707" y="626092"/>
                  </a:lnTo>
                  <a:lnTo>
                    <a:pt x="4661761" y="675196"/>
                  </a:lnTo>
                  <a:close/>
                </a:path>
                <a:path w="5509259" h="7655559">
                  <a:moveTo>
                    <a:pt x="4485667" y="781118"/>
                  </a:moveTo>
                  <a:lnTo>
                    <a:pt x="4439294" y="809506"/>
                  </a:lnTo>
                  <a:lnTo>
                    <a:pt x="4410906" y="763133"/>
                  </a:lnTo>
                  <a:lnTo>
                    <a:pt x="4457279" y="734745"/>
                  </a:lnTo>
                  <a:lnTo>
                    <a:pt x="4485667" y="781118"/>
                  </a:lnTo>
                  <a:close/>
                </a:path>
                <a:path w="5509259" h="7655559">
                  <a:moveTo>
                    <a:pt x="4309021" y="886910"/>
                  </a:moveTo>
                  <a:lnTo>
                    <a:pt x="4266061" y="913202"/>
                  </a:lnTo>
                  <a:lnTo>
                    <a:pt x="4239761" y="870242"/>
                  </a:lnTo>
                  <a:lnTo>
                    <a:pt x="4282721" y="843942"/>
                  </a:lnTo>
                  <a:lnTo>
                    <a:pt x="4309021" y="886910"/>
                  </a:lnTo>
                  <a:close/>
                </a:path>
                <a:path w="5509259" h="7655559">
                  <a:moveTo>
                    <a:pt x="4132918" y="992825"/>
                  </a:moveTo>
                  <a:lnTo>
                    <a:pt x="4092681" y="1017449"/>
                  </a:lnTo>
                  <a:lnTo>
                    <a:pt x="4068048" y="977221"/>
                  </a:lnTo>
                  <a:lnTo>
                    <a:pt x="4108285" y="952587"/>
                  </a:lnTo>
                  <a:lnTo>
                    <a:pt x="4132918" y="992825"/>
                  </a:lnTo>
                  <a:close/>
                </a:path>
                <a:path w="5509259" h="7655559">
                  <a:moveTo>
                    <a:pt x="3956816" y="1098746"/>
                  </a:moveTo>
                  <a:lnTo>
                    <a:pt x="3919309" y="1121705"/>
                  </a:lnTo>
                  <a:lnTo>
                    <a:pt x="3896351" y="1084199"/>
                  </a:lnTo>
                  <a:lnTo>
                    <a:pt x="3933857" y="1061240"/>
                  </a:lnTo>
                  <a:lnTo>
                    <a:pt x="3956816" y="1098746"/>
                  </a:lnTo>
                  <a:close/>
                </a:path>
                <a:path w="5509259" h="7655559">
                  <a:moveTo>
                    <a:pt x="3781265" y="1204800"/>
                  </a:moveTo>
                  <a:lnTo>
                    <a:pt x="3745807" y="1226505"/>
                  </a:lnTo>
                  <a:lnTo>
                    <a:pt x="3724102" y="1191039"/>
                  </a:lnTo>
                  <a:lnTo>
                    <a:pt x="3759560" y="1169334"/>
                  </a:lnTo>
                  <a:lnTo>
                    <a:pt x="3781265" y="1204800"/>
                  </a:lnTo>
                  <a:close/>
                </a:path>
                <a:path w="5509259" h="7655559">
                  <a:moveTo>
                    <a:pt x="3604619" y="1310584"/>
                  </a:moveTo>
                  <a:lnTo>
                    <a:pt x="3572566" y="1330210"/>
                  </a:lnTo>
                  <a:lnTo>
                    <a:pt x="3552940" y="1298149"/>
                  </a:lnTo>
                  <a:lnTo>
                    <a:pt x="3585002" y="1278531"/>
                  </a:lnTo>
                  <a:lnTo>
                    <a:pt x="3604619" y="1310584"/>
                  </a:lnTo>
                  <a:close/>
                </a:path>
                <a:path w="5509259" h="7655559">
                  <a:moveTo>
                    <a:pt x="3428525" y="1416505"/>
                  </a:moveTo>
                  <a:lnTo>
                    <a:pt x="3399195" y="1434457"/>
                  </a:lnTo>
                  <a:lnTo>
                    <a:pt x="3381243" y="1405134"/>
                  </a:lnTo>
                  <a:lnTo>
                    <a:pt x="3410574" y="1387183"/>
                  </a:lnTo>
                  <a:lnTo>
                    <a:pt x="3428525" y="1416505"/>
                  </a:lnTo>
                  <a:close/>
                </a:path>
                <a:path w="5509259" h="7655559">
                  <a:moveTo>
                    <a:pt x="3252975" y="1522559"/>
                  </a:moveTo>
                  <a:lnTo>
                    <a:pt x="3225692" y="1539257"/>
                  </a:lnTo>
                  <a:lnTo>
                    <a:pt x="3208995" y="1511982"/>
                  </a:lnTo>
                  <a:lnTo>
                    <a:pt x="3236277" y="1495284"/>
                  </a:lnTo>
                  <a:lnTo>
                    <a:pt x="3252975" y="1522559"/>
                  </a:lnTo>
                  <a:close/>
                </a:path>
                <a:path w="5509259" h="7655559">
                  <a:moveTo>
                    <a:pt x="3076872" y="1628474"/>
                  </a:moveTo>
                  <a:lnTo>
                    <a:pt x="3052312" y="1643505"/>
                  </a:lnTo>
                  <a:lnTo>
                    <a:pt x="3037290" y="1618961"/>
                  </a:lnTo>
                  <a:lnTo>
                    <a:pt x="3061841" y="1603930"/>
                  </a:lnTo>
                  <a:lnTo>
                    <a:pt x="3076872" y="1628474"/>
                  </a:lnTo>
                  <a:close/>
                </a:path>
                <a:path w="5509259" h="7655559">
                  <a:moveTo>
                    <a:pt x="2901322" y="1734534"/>
                  </a:moveTo>
                  <a:lnTo>
                    <a:pt x="2878818" y="1748312"/>
                  </a:lnTo>
                  <a:lnTo>
                    <a:pt x="2865040" y="1725800"/>
                  </a:lnTo>
                  <a:lnTo>
                    <a:pt x="2887545" y="1712031"/>
                  </a:lnTo>
                  <a:lnTo>
                    <a:pt x="2901322" y="1734534"/>
                  </a:lnTo>
                  <a:close/>
                </a:path>
                <a:path w="5509259" h="7655559">
                  <a:moveTo>
                    <a:pt x="2725219" y="1840449"/>
                  </a:moveTo>
                  <a:lnTo>
                    <a:pt x="2705438" y="1852560"/>
                  </a:lnTo>
                  <a:lnTo>
                    <a:pt x="2693336" y="1832778"/>
                  </a:lnTo>
                  <a:lnTo>
                    <a:pt x="2713117" y="1820676"/>
                  </a:lnTo>
                  <a:lnTo>
                    <a:pt x="2725219" y="1840449"/>
                  </a:lnTo>
                  <a:close/>
                </a:path>
                <a:path w="5509259" h="7655559">
                  <a:moveTo>
                    <a:pt x="2549669" y="1946504"/>
                  </a:moveTo>
                  <a:lnTo>
                    <a:pt x="2531936" y="1957360"/>
                  </a:lnTo>
                  <a:lnTo>
                    <a:pt x="2521087" y="1939627"/>
                  </a:lnTo>
                  <a:lnTo>
                    <a:pt x="2538812" y="1928779"/>
                  </a:lnTo>
                  <a:lnTo>
                    <a:pt x="2549669" y="1946504"/>
                  </a:lnTo>
                  <a:close/>
                </a:path>
                <a:path w="5509259" h="7655559">
                  <a:moveTo>
                    <a:pt x="2374126" y="2052565"/>
                  </a:moveTo>
                  <a:lnTo>
                    <a:pt x="2358433" y="2062168"/>
                  </a:lnTo>
                  <a:lnTo>
                    <a:pt x="2348830" y="2046475"/>
                  </a:lnTo>
                  <a:lnTo>
                    <a:pt x="2364523" y="2036872"/>
                  </a:lnTo>
                  <a:lnTo>
                    <a:pt x="2374126" y="2052565"/>
                  </a:lnTo>
                  <a:close/>
                </a:path>
                <a:path w="5509259" h="7655559">
                  <a:moveTo>
                    <a:pt x="2198024" y="2158479"/>
                  </a:moveTo>
                  <a:lnTo>
                    <a:pt x="2185061" y="2166407"/>
                  </a:lnTo>
                  <a:lnTo>
                    <a:pt x="2177133" y="2153452"/>
                  </a:lnTo>
                  <a:lnTo>
                    <a:pt x="2190087" y="2145516"/>
                  </a:lnTo>
                  <a:lnTo>
                    <a:pt x="2198024" y="2158479"/>
                  </a:lnTo>
                  <a:close/>
                </a:path>
                <a:path w="5509259" h="7655559">
                  <a:moveTo>
                    <a:pt x="2023024" y="2264663"/>
                  </a:moveTo>
                  <a:lnTo>
                    <a:pt x="2011427" y="2271758"/>
                  </a:lnTo>
                  <a:lnTo>
                    <a:pt x="2004324" y="2260169"/>
                  </a:lnTo>
                  <a:lnTo>
                    <a:pt x="2015922" y="2253066"/>
                  </a:lnTo>
                  <a:lnTo>
                    <a:pt x="2023024" y="2264663"/>
                  </a:lnTo>
                  <a:close/>
                </a:path>
                <a:path w="5509259" h="7655559">
                  <a:moveTo>
                    <a:pt x="1848025" y="2370848"/>
                  </a:moveTo>
                  <a:lnTo>
                    <a:pt x="1837793" y="2377110"/>
                  </a:lnTo>
                  <a:lnTo>
                    <a:pt x="1831532" y="2366886"/>
                  </a:lnTo>
                  <a:lnTo>
                    <a:pt x="1841764" y="2360624"/>
                  </a:lnTo>
                  <a:lnTo>
                    <a:pt x="1848025" y="2370848"/>
                  </a:lnTo>
                  <a:close/>
                </a:path>
                <a:path w="5509259" h="7655559">
                  <a:moveTo>
                    <a:pt x="1672466" y="2476901"/>
                  </a:moveTo>
                  <a:lnTo>
                    <a:pt x="1664291" y="2481909"/>
                  </a:lnTo>
                  <a:lnTo>
                    <a:pt x="1659275" y="2473726"/>
                  </a:lnTo>
                  <a:lnTo>
                    <a:pt x="1667459" y="2468718"/>
                  </a:lnTo>
                  <a:lnTo>
                    <a:pt x="1672466" y="2476901"/>
                  </a:lnTo>
                  <a:close/>
                </a:path>
                <a:path w="5509259" h="7655559">
                  <a:moveTo>
                    <a:pt x="1497467" y="2583086"/>
                  </a:moveTo>
                  <a:lnTo>
                    <a:pt x="1490649" y="2587260"/>
                  </a:lnTo>
                  <a:lnTo>
                    <a:pt x="1486474" y="2580442"/>
                  </a:lnTo>
                  <a:lnTo>
                    <a:pt x="1493293" y="2576268"/>
                  </a:lnTo>
                  <a:lnTo>
                    <a:pt x="1497467" y="2583086"/>
                  </a:lnTo>
                  <a:close/>
                </a:path>
                <a:path w="5509259" h="7655559">
                  <a:moveTo>
                    <a:pt x="1322468" y="2689278"/>
                  </a:moveTo>
                  <a:lnTo>
                    <a:pt x="1317015" y="2692611"/>
                  </a:lnTo>
                  <a:lnTo>
                    <a:pt x="1313673" y="2687158"/>
                  </a:lnTo>
                  <a:lnTo>
                    <a:pt x="1319127" y="2683817"/>
                  </a:lnTo>
                  <a:lnTo>
                    <a:pt x="1322468" y="2689278"/>
                  </a:lnTo>
                  <a:close/>
                </a:path>
                <a:path w="5509259" h="7655559">
                  <a:moveTo>
                    <a:pt x="1147468" y="2795456"/>
                  </a:moveTo>
                  <a:lnTo>
                    <a:pt x="1143373" y="2797963"/>
                  </a:lnTo>
                  <a:lnTo>
                    <a:pt x="1140873" y="2793867"/>
                  </a:lnTo>
                  <a:lnTo>
                    <a:pt x="1144961" y="2791368"/>
                  </a:lnTo>
                  <a:lnTo>
                    <a:pt x="1147468" y="2795456"/>
                  </a:lnTo>
                  <a:close/>
                </a:path>
                <a:path w="5509259" h="7655559">
                  <a:moveTo>
                    <a:pt x="972462" y="2901640"/>
                  </a:moveTo>
                  <a:lnTo>
                    <a:pt x="969747" y="2903306"/>
                  </a:lnTo>
                  <a:lnTo>
                    <a:pt x="968073" y="2900584"/>
                  </a:lnTo>
                  <a:lnTo>
                    <a:pt x="970795" y="2898917"/>
                  </a:lnTo>
                  <a:lnTo>
                    <a:pt x="972462" y="2901640"/>
                  </a:lnTo>
                  <a:close/>
                </a:path>
                <a:path w="5509259" h="7655559">
                  <a:moveTo>
                    <a:pt x="5387270" y="0"/>
                  </a:moveTo>
                  <a:lnTo>
                    <a:pt x="5373470" y="8446"/>
                  </a:lnTo>
                  <a:lnTo>
                    <a:pt x="5368300" y="0"/>
                  </a:lnTo>
                  <a:lnTo>
                    <a:pt x="5387270" y="0"/>
                  </a:lnTo>
                  <a:close/>
                </a:path>
                <a:path w="5509259" h="7655559">
                  <a:moveTo>
                    <a:pt x="5260811" y="77883"/>
                  </a:moveTo>
                  <a:lnTo>
                    <a:pt x="5199435" y="115452"/>
                  </a:lnTo>
                  <a:lnTo>
                    <a:pt x="5161866" y="54075"/>
                  </a:lnTo>
                  <a:lnTo>
                    <a:pt x="5223242" y="16506"/>
                  </a:lnTo>
                  <a:lnTo>
                    <a:pt x="5260811" y="77883"/>
                  </a:lnTo>
                  <a:close/>
                </a:path>
                <a:path w="5509259" h="7655559">
                  <a:moveTo>
                    <a:pt x="5083614" y="183527"/>
                  </a:moveTo>
                  <a:lnTo>
                    <a:pt x="5026334" y="218596"/>
                  </a:lnTo>
                  <a:lnTo>
                    <a:pt x="4991264" y="161308"/>
                  </a:lnTo>
                  <a:lnTo>
                    <a:pt x="5048552" y="126247"/>
                  </a:lnTo>
                  <a:lnTo>
                    <a:pt x="5083614" y="183527"/>
                  </a:lnTo>
                  <a:close/>
                </a:path>
                <a:path w="5509259" h="7655559">
                  <a:moveTo>
                    <a:pt x="4907519" y="289449"/>
                  </a:moveTo>
                  <a:lnTo>
                    <a:pt x="4852954" y="322852"/>
                  </a:lnTo>
                  <a:lnTo>
                    <a:pt x="4819559" y="268295"/>
                  </a:lnTo>
                  <a:lnTo>
                    <a:pt x="4874125" y="234900"/>
                  </a:lnTo>
                  <a:lnTo>
                    <a:pt x="4907519" y="289449"/>
                  </a:lnTo>
                  <a:close/>
                </a:path>
                <a:path w="5509259" h="7655559">
                  <a:moveTo>
                    <a:pt x="4731417" y="395379"/>
                  </a:moveTo>
                  <a:lnTo>
                    <a:pt x="4679590" y="427107"/>
                  </a:lnTo>
                  <a:lnTo>
                    <a:pt x="4647862" y="375273"/>
                  </a:lnTo>
                  <a:lnTo>
                    <a:pt x="4699688" y="343544"/>
                  </a:lnTo>
                  <a:lnTo>
                    <a:pt x="4731417" y="395379"/>
                  </a:lnTo>
                  <a:close/>
                </a:path>
                <a:path w="5509259" h="7655559">
                  <a:moveTo>
                    <a:pt x="4555314" y="501293"/>
                  </a:moveTo>
                  <a:lnTo>
                    <a:pt x="4506219" y="531347"/>
                  </a:lnTo>
                  <a:lnTo>
                    <a:pt x="4476165" y="482251"/>
                  </a:lnTo>
                  <a:lnTo>
                    <a:pt x="4525261" y="452198"/>
                  </a:lnTo>
                  <a:lnTo>
                    <a:pt x="4555314" y="501293"/>
                  </a:lnTo>
                  <a:close/>
                </a:path>
                <a:path w="5509259" h="7655559">
                  <a:moveTo>
                    <a:pt x="4378668" y="607077"/>
                  </a:moveTo>
                  <a:lnTo>
                    <a:pt x="4332978" y="635052"/>
                  </a:lnTo>
                  <a:lnTo>
                    <a:pt x="4305011" y="589361"/>
                  </a:lnTo>
                  <a:lnTo>
                    <a:pt x="4350702" y="561394"/>
                  </a:lnTo>
                  <a:lnTo>
                    <a:pt x="4378668" y="607077"/>
                  </a:lnTo>
                  <a:close/>
                </a:path>
                <a:path w="5509259" h="7655559">
                  <a:moveTo>
                    <a:pt x="4202566" y="713007"/>
                  </a:moveTo>
                  <a:lnTo>
                    <a:pt x="4159606" y="739299"/>
                  </a:lnTo>
                  <a:lnTo>
                    <a:pt x="4133306" y="696339"/>
                  </a:lnTo>
                  <a:lnTo>
                    <a:pt x="4176266" y="670039"/>
                  </a:lnTo>
                  <a:lnTo>
                    <a:pt x="4202566" y="713007"/>
                  </a:lnTo>
                  <a:close/>
                </a:path>
                <a:path w="5509259" h="7655559">
                  <a:moveTo>
                    <a:pt x="4025920" y="818790"/>
                  </a:moveTo>
                  <a:lnTo>
                    <a:pt x="3986366" y="843003"/>
                  </a:lnTo>
                  <a:lnTo>
                    <a:pt x="3962153" y="803448"/>
                  </a:lnTo>
                  <a:lnTo>
                    <a:pt x="4001707" y="779236"/>
                  </a:lnTo>
                  <a:lnTo>
                    <a:pt x="4025920" y="818790"/>
                  </a:lnTo>
                  <a:close/>
                </a:path>
                <a:path w="5509259" h="7655559">
                  <a:moveTo>
                    <a:pt x="3849818" y="924712"/>
                  </a:moveTo>
                  <a:lnTo>
                    <a:pt x="3812986" y="947251"/>
                  </a:lnTo>
                  <a:lnTo>
                    <a:pt x="3790448" y="910427"/>
                  </a:lnTo>
                  <a:lnTo>
                    <a:pt x="3827272" y="887889"/>
                  </a:lnTo>
                  <a:lnTo>
                    <a:pt x="3849818" y="924712"/>
                  </a:lnTo>
                  <a:close/>
                </a:path>
                <a:path w="5509259" h="7655559">
                  <a:moveTo>
                    <a:pt x="3674275" y="1030766"/>
                  </a:moveTo>
                  <a:lnTo>
                    <a:pt x="3639491" y="1052058"/>
                  </a:lnTo>
                  <a:lnTo>
                    <a:pt x="3618199" y="1017274"/>
                  </a:lnTo>
                  <a:lnTo>
                    <a:pt x="3652983" y="995982"/>
                  </a:lnTo>
                  <a:lnTo>
                    <a:pt x="3674275" y="1030766"/>
                  </a:lnTo>
                  <a:close/>
                </a:path>
                <a:path w="5509259" h="7655559">
                  <a:moveTo>
                    <a:pt x="3497621" y="1136557"/>
                  </a:moveTo>
                  <a:lnTo>
                    <a:pt x="3466250" y="1155754"/>
                  </a:lnTo>
                  <a:lnTo>
                    <a:pt x="3447045" y="1124384"/>
                  </a:lnTo>
                  <a:lnTo>
                    <a:pt x="3478416" y="1105179"/>
                  </a:lnTo>
                  <a:lnTo>
                    <a:pt x="3497621" y="1136557"/>
                  </a:lnTo>
                  <a:close/>
                </a:path>
                <a:path w="5509259" h="7655559">
                  <a:moveTo>
                    <a:pt x="3322070" y="1242603"/>
                  </a:moveTo>
                  <a:lnTo>
                    <a:pt x="3292748" y="1260554"/>
                  </a:lnTo>
                  <a:lnTo>
                    <a:pt x="3274796" y="1231231"/>
                  </a:lnTo>
                  <a:lnTo>
                    <a:pt x="3304119" y="1213280"/>
                  </a:lnTo>
                  <a:lnTo>
                    <a:pt x="3322070" y="1242603"/>
                  </a:lnTo>
                  <a:close/>
                </a:path>
                <a:path w="5509259" h="7655559">
                  <a:moveTo>
                    <a:pt x="3145968" y="1348524"/>
                  </a:moveTo>
                  <a:lnTo>
                    <a:pt x="3119368" y="1364802"/>
                  </a:lnTo>
                  <a:lnTo>
                    <a:pt x="3103091" y="1338210"/>
                  </a:lnTo>
                  <a:lnTo>
                    <a:pt x="3129683" y="1321925"/>
                  </a:lnTo>
                  <a:lnTo>
                    <a:pt x="3145968" y="1348524"/>
                  </a:lnTo>
                  <a:close/>
                </a:path>
                <a:path w="5509259" h="7655559">
                  <a:moveTo>
                    <a:pt x="2970425" y="1454578"/>
                  </a:moveTo>
                  <a:lnTo>
                    <a:pt x="2945865" y="1469610"/>
                  </a:lnTo>
                  <a:lnTo>
                    <a:pt x="2930834" y="1445058"/>
                  </a:lnTo>
                  <a:lnTo>
                    <a:pt x="2955394" y="1430027"/>
                  </a:lnTo>
                  <a:lnTo>
                    <a:pt x="2970425" y="1454578"/>
                  </a:lnTo>
                  <a:close/>
                </a:path>
                <a:path w="5509259" h="7655559">
                  <a:moveTo>
                    <a:pt x="2794323" y="1560493"/>
                  </a:moveTo>
                  <a:lnTo>
                    <a:pt x="2772493" y="1573857"/>
                  </a:lnTo>
                  <a:lnTo>
                    <a:pt x="2759137" y="1552036"/>
                  </a:lnTo>
                  <a:lnTo>
                    <a:pt x="2780966" y="1538679"/>
                  </a:lnTo>
                  <a:lnTo>
                    <a:pt x="2794323" y="1560493"/>
                  </a:lnTo>
                  <a:close/>
                </a:path>
                <a:path w="5509259" h="7655559">
                  <a:moveTo>
                    <a:pt x="2618772" y="1666546"/>
                  </a:moveTo>
                  <a:lnTo>
                    <a:pt x="2598991" y="1678657"/>
                  </a:lnTo>
                  <a:lnTo>
                    <a:pt x="2586880" y="1658876"/>
                  </a:lnTo>
                  <a:lnTo>
                    <a:pt x="2606662" y="1646773"/>
                  </a:lnTo>
                  <a:lnTo>
                    <a:pt x="2618772" y="1666546"/>
                  </a:lnTo>
                  <a:close/>
                </a:path>
                <a:path w="5509259" h="7655559">
                  <a:moveTo>
                    <a:pt x="2443222" y="1772609"/>
                  </a:moveTo>
                  <a:lnTo>
                    <a:pt x="2425489" y="1783465"/>
                  </a:lnTo>
                  <a:lnTo>
                    <a:pt x="2414632" y="1765724"/>
                  </a:lnTo>
                  <a:lnTo>
                    <a:pt x="2432365" y="1754876"/>
                  </a:lnTo>
                  <a:lnTo>
                    <a:pt x="2443222" y="1772609"/>
                  </a:lnTo>
                  <a:close/>
                </a:path>
                <a:path w="5509259" h="7655559">
                  <a:moveTo>
                    <a:pt x="2267119" y="1878522"/>
                  </a:moveTo>
                  <a:lnTo>
                    <a:pt x="2252116" y="1887704"/>
                  </a:lnTo>
                  <a:lnTo>
                    <a:pt x="2242935" y="1872710"/>
                  </a:lnTo>
                  <a:lnTo>
                    <a:pt x="2257937" y="1863528"/>
                  </a:lnTo>
                  <a:lnTo>
                    <a:pt x="2267119" y="1878522"/>
                  </a:lnTo>
                  <a:close/>
                </a:path>
                <a:path w="5509259" h="7655559">
                  <a:moveTo>
                    <a:pt x="2091569" y="1984576"/>
                  </a:moveTo>
                  <a:lnTo>
                    <a:pt x="2078614" y="1992504"/>
                  </a:lnTo>
                  <a:lnTo>
                    <a:pt x="2070678" y="1979549"/>
                  </a:lnTo>
                  <a:lnTo>
                    <a:pt x="2083640" y="1971613"/>
                  </a:lnTo>
                  <a:lnTo>
                    <a:pt x="2091569" y="1984576"/>
                  </a:lnTo>
                  <a:close/>
                </a:path>
                <a:path w="5509259" h="7655559">
                  <a:moveTo>
                    <a:pt x="1916018" y="2090637"/>
                  </a:moveTo>
                  <a:lnTo>
                    <a:pt x="1905111" y="2097311"/>
                  </a:lnTo>
                  <a:lnTo>
                    <a:pt x="1898429" y="2086397"/>
                  </a:lnTo>
                  <a:lnTo>
                    <a:pt x="1909336" y="2079714"/>
                  </a:lnTo>
                  <a:lnTo>
                    <a:pt x="1916018" y="2090637"/>
                  </a:lnTo>
                  <a:close/>
                </a:path>
                <a:path w="5509259" h="7655559">
                  <a:moveTo>
                    <a:pt x="1741019" y="2196814"/>
                  </a:moveTo>
                  <a:lnTo>
                    <a:pt x="1731470" y="2202663"/>
                  </a:lnTo>
                  <a:lnTo>
                    <a:pt x="1725629" y="2193122"/>
                  </a:lnTo>
                  <a:lnTo>
                    <a:pt x="1735178" y="2187273"/>
                  </a:lnTo>
                  <a:lnTo>
                    <a:pt x="1741019" y="2196814"/>
                  </a:lnTo>
                  <a:close/>
                </a:path>
                <a:path w="5509259" h="7655559">
                  <a:moveTo>
                    <a:pt x="1566020" y="2302999"/>
                  </a:moveTo>
                  <a:lnTo>
                    <a:pt x="1557836" y="2308006"/>
                  </a:lnTo>
                  <a:lnTo>
                    <a:pt x="1552828" y="2299831"/>
                  </a:lnTo>
                  <a:lnTo>
                    <a:pt x="1561012" y="2294823"/>
                  </a:lnTo>
                  <a:lnTo>
                    <a:pt x="1566020" y="2302999"/>
                  </a:lnTo>
                  <a:close/>
                </a:path>
                <a:path w="5509259" h="7655559">
                  <a:moveTo>
                    <a:pt x="1391021" y="2409191"/>
                  </a:moveTo>
                  <a:lnTo>
                    <a:pt x="1384202" y="2413365"/>
                  </a:lnTo>
                  <a:lnTo>
                    <a:pt x="1380028" y="2406547"/>
                  </a:lnTo>
                  <a:lnTo>
                    <a:pt x="1386846" y="2402372"/>
                  </a:lnTo>
                  <a:lnTo>
                    <a:pt x="1391021" y="2409191"/>
                  </a:lnTo>
                  <a:close/>
                </a:path>
                <a:path w="5509259" h="7655559">
                  <a:moveTo>
                    <a:pt x="1216021" y="2515375"/>
                  </a:moveTo>
                  <a:lnTo>
                    <a:pt x="1210568" y="2518708"/>
                  </a:lnTo>
                  <a:lnTo>
                    <a:pt x="1207227" y="2513255"/>
                  </a:lnTo>
                  <a:lnTo>
                    <a:pt x="1212680" y="2509914"/>
                  </a:lnTo>
                  <a:lnTo>
                    <a:pt x="1216021" y="2515375"/>
                  </a:lnTo>
                  <a:close/>
                </a:path>
                <a:path w="5509259" h="7655559">
                  <a:moveTo>
                    <a:pt x="1041022" y="2621560"/>
                  </a:moveTo>
                  <a:lnTo>
                    <a:pt x="1036926" y="2624068"/>
                  </a:lnTo>
                  <a:lnTo>
                    <a:pt x="1034418" y="2619972"/>
                  </a:lnTo>
                  <a:lnTo>
                    <a:pt x="1038514" y="2617464"/>
                  </a:lnTo>
                  <a:lnTo>
                    <a:pt x="1041022" y="2621560"/>
                  </a:lnTo>
                  <a:close/>
                </a:path>
                <a:path w="5509259" h="7655559">
                  <a:moveTo>
                    <a:pt x="866015" y="2727744"/>
                  </a:moveTo>
                  <a:lnTo>
                    <a:pt x="863292" y="2729411"/>
                  </a:lnTo>
                  <a:lnTo>
                    <a:pt x="861626" y="2726689"/>
                  </a:lnTo>
                  <a:lnTo>
                    <a:pt x="864349" y="2725022"/>
                  </a:lnTo>
                  <a:lnTo>
                    <a:pt x="866015" y="2727744"/>
                  </a:lnTo>
                  <a:close/>
                </a:path>
                <a:path w="5509259" h="7655559">
                  <a:moveTo>
                    <a:pt x="4976616" y="9502"/>
                  </a:moveTo>
                  <a:lnTo>
                    <a:pt x="4920011" y="44150"/>
                  </a:lnTo>
                  <a:lnTo>
                    <a:pt x="4892985" y="0"/>
                  </a:lnTo>
                  <a:lnTo>
                    <a:pt x="4970799" y="0"/>
                  </a:lnTo>
                  <a:lnTo>
                    <a:pt x="4976616" y="9502"/>
                  </a:lnTo>
                  <a:close/>
                </a:path>
                <a:path w="5509259" h="7655559">
                  <a:moveTo>
                    <a:pt x="4800521" y="115424"/>
                  </a:moveTo>
                  <a:lnTo>
                    <a:pt x="4746647" y="148406"/>
                  </a:lnTo>
                  <a:lnTo>
                    <a:pt x="4713664" y="94532"/>
                  </a:lnTo>
                  <a:lnTo>
                    <a:pt x="4767539" y="61549"/>
                  </a:lnTo>
                  <a:lnTo>
                    <a:pt x="4800521" y="115424"/>
                  </a:lnTo>
                  <a:close/>
                </a:path>
                <a:path w="5509259" h="7655559">
                  <a:moveTo>
                    <a:pt x="4624419" y="221338"/>
                  </a:moveTo>
                  <a:lnTo>
                    <a:pt x="4573275" y="252646"/>
                  </a:lnTo>
                  <a:lnTo>
                    <a:pt x="4541967" y="201502"/>
                  </a:lnTo>
                  <a:lnTo>
                    <a:pt x="4593111" y="170194"/>
                  </a:lnTo>
                  <a:lnTo>
                    <a:pt x="4624419" y="221338"/>
                  </a:lnTo>
                  <a:close/>
                </a:path>
                <a:path w="5509259" h="7655559">
                  <a:moveTo>
                    <a:pt x="4448324" y="327260"/>
                  </a:moveTo>
                  <a:lnTo>
                    <a:pt x="4399895" y="356901"/>
                  </a:lnTo>
                  <a:lnTo>
                    <a:pt x="4370254" y="308480"/>
                  </a:lnTo>
                  <a:lnTo>
                    <a:pt x="4418683" y="278839"/>
                  </a:lnTo>
                  <a:lnTo>
                    <a:pt x="4448324" y="327260"/>
                  </a:lnTo>
                  <a:close/>
                </a:path>
                <a:path w="5509259" h="7655559">
                  <a:moveTo>
                    <a:pt x="4271670" y="433051"/>
                  </a:moveTo>
                  <a:lnTo>
                    <a:pt x="4226662" y="460606"/>
                  </a:lnTo>
                  <a:lnTo>
                    <a:pt x="4199108" y="415590"/>
                  </a:lnTo>
                  <a:lnTo>
                    <a:pt x="4244116" y="388036"/>
                  </a:lnTo>
                  <a:lnTo>
                    <a:pt x="4271670" y="433051"/>
                  </a:lnTo>
                  <a:close/>
                </a:path>
                <a:path w="5509259" h="7655559">
                  <a:moveTo>
                    <a:pt x="4095568" y="538966"/>
                  </a:moveTo>
                  <a:lnTo>
                    <a:pt x="4053283" y="564853"/>
                  </a:lnTo>
                  <a:lnTo>
                    <a:pt x="4027403" y="522576"/>
                  </a:lnTo>
                  <a:lnTo>
                    <a:pt x="4069689" y="496689"/>
                  </a:lnTo>
                  <a:lnTo>
                    <a:pt x="4095568" y="538966"/>
                  </a:lnTo>
                  <a:close/>
                </a:path>
                <a:path w="5509259" h="7655559">
                  <a:moveTo>
                    <a:pt x="3918914" y="644757"/>
                  </a:moveTo>
                  <a:lnTo>
                    <a:pt x="3880042" y="668558"/>
                  </a:lnTo>
                  <a:lnTo>
                    <a:pt x="3856250" y="629686"/>
                  </a:lnTo>
                  <a:lnTo>
                    <a:pt x="3895122" y="605886"/>
                  </a:lnTo>
                  <a:lnTo>
                    <a:pt x="3918914" y="644757"/>
                  </a:lnTo>
                  <a:close/>
                </a:path>
                <a:path w="5509259" h="7655559">
                  <a:moveTo>
                    <a:pt x="3743371" y="750818"/>
                  </a:moveTo>
                  <a:lnTo>
                    <a:pt x="3706539" y="773358"/>
                  </a:lnTo>
                  <a:lnTo>
                    <a:pt x="3684001" y="736534"/>
                  </a:lnTo>
                  <a:lnTo>
                    <a:pt x="3720825" y="713995"/>
                  </a:lnTo>
                  <a:lnTo>
                    <a:pt x="3743371" y="750818"/>
                  </a:lnTo>
                  <a:close/>
                </a:path>
                <a:path w="5509259" h="7655559">
                  <a:moveTo>
                    <a:pt x="3567269" y="856733"/>
                  </a:moveTo>
                  <a:lnTo>
                    <a:pt x="3533167" y="877605"/>
                  </a:lnTo>
                  <a:lnTo>
                    <a:pt x="3512296" y="843511"/>
                  </a:lnTo>
                  <a:lnTo>
                    <a:pt x="3546397" y="822640"/>
                  </a:lnTo>
                  <a:lnTo>
                    <a:pt x="3567269" y="856733"/>
                  </a:lnTo>
                  <a:close/>
                </a:path>
                <a:path w="5509259" h="7655559">
                  <a:moveTo>
                    <a:pt x="3390615" y="962525"/>
                  </a:moveTo>
                  <a:lnTo>
                    <a:pt x="3359927" y="981310"/>
                  </a:lnTo>
                  <a:lnTo>
                    <a:pt x="3341142" y="950622"/>
                  </a:lnTo>
                  <a:lnTo>
                    <a:pt x="3371830" y="931837"/>
                  </a:lnTo>
                  <a:lnTo>
                    <a:pt x="3390615" y="962525"/>
                  </a:lnTo>
                  <a:close/>
                </a:path>
                <a:path w="5509259" h="7655559">
                  <a:moveTo>
                    <a:pt x="3215072" y="1068570"/>
                  </a:moveTo>
                  <a:lnTo>
                    <a:pt x="3186424" y="1086108"/>
                  </a:lnTo>
                  <a:lnTo>
                    <a:pt x="3168893" y="1057468"/>
                  </a:lnTo>
                  <a:lnTo>
                    <a:pt x="3197541" y="1039929"/>
                  </a:lnTo>
                  <a:lnTo>
                    <a:pt x="3215072" y="1068570"/>
                  </a:lnTo>
                  <a:close/>
                </a:path>
                <a:path w="5509259" h="7655559">
                  <a:moveTo>
                    <a:pt x="3038969" y="1174492"/>
                  </a:moveTo>
                  <a:lnTo>
                    <a:pt x="3013052" y="1190356"/>
                  </a:lnTo>
                  <a:lnTo>
                    <a:pt x="2997188" y="1164438"/>
                  </a:lnTo>
                  <a:lnTo>
                    <a:pt x="3023105" y="1148574"/>
                  </a:lnTo>
                  <a:lnTo>
                    <a:pt x="3038969" y="1174492"/>
                  </a:lnTo>
                  <a:close/>
                </a:path>
                <a:path w="5509259" h="7655559">
                  <a:moveTo>
                    <a:pt x="2863419" y="1280545"/>
                  </a:moveTo>
                  <a:lnTo>
                    <a:pt x="2839550" y="1295156"/>
                  </a:lnTo>
                  <a:lnTo>
                    <a:pt x="2824939" y="1271286"/>
                  </a:lnTo>
                  <a:lnTo>
                    <a:pt x="2848809" y="1256676"/>
                  </a:lnTo>
                  <a:lnTo>
                    <a:pt x="2863419" y="1280545"/>
                  </a:lnTo>
                  <a:close/>
                </a:path>
                <a:path w="5509259" h="7655559">
                  <a:moveTo>
                    <a:pt x="2687868" y="1386599"/>
                  </a:moveTo>
                  <a:lnTo>
                    <a:pt x="2666047" y="1399956"/>
                  </a:lnTo>
                  <a:lnTo>
                    <a:pt x="2652690" y="1378134"/>
                  </a:lnTo>
                  <a:lnTo>
                    <a:pt x="2674512" y="1364778"/>
                  </a:lnTo>
                  <a:lnTo>
                    <a:pt x="2687868" y="1386599"/>
                  </a:lnTo>
                  <a:close/>
                </a:path>
                <a:path w="5509259" h="7655559">
                  <a:moveTo>
                    <a:pt x="2511766" y="1492521"/>
                  </a:moveTo>
                  <a:lnTo>
                    <a:pt x="2492675" y="1504211"/>
                  </a:lnTo>
                  <a:lnTo>
                    <a:pt x="2480985" y="1485113"/>
                  </a:lnTo>
                  <a:lnTo>
                    <a:pt x="2500076" y="1473423"/>
                  </a:lnTo>
                  <a:lnTo>
                    <a:pt x="2511766" y="1492521"/>
                  </a:lnTo>
                  <a:close/>
                </a:path>
                <a:path w="5509259" h="7655559">
                  <a:moveTo>
                    <a:pt x="2336223" y="1598575"/>
                  </a:moveTo>
                  <a:lnTo>
                    <a:pt x="2319172" y="1609011"/>
                  </a:lnTo>
                  <a:lnTo>
                    <a:pt x="2308737" y="1591960"/>
                  </a:lnTo>
                  <a:lnTo>
                    <a:pt x="2325787" y="1581524"/>
                  </a:lnTo>
                  <a:lnTo>
                    <a:pt x="2336223" y="1598575"/>
                  </a:lnTo>
                  <a:close/>
                </a:path>
                <a:path w="5509259" h="7655559">
                  <a:moveTo>
                    <a:pt x="2160664" y="1704629"/>
                  </a:moveTo>
                  <a:lnTo>
                    <a:pt x="2145670" y="1713811"/>
                  </a:lnTo>
                  <a:lnTo>
                    <a:pt x="2136487" y="1698808"/>
                  </a:lnTo>
                  <a:lnTo>
                    <a:pt x="2151482" y="1689626"/>
                  </a:lnTo>
                  <a:lnTo>
                    <a:pt x="2160664" y="1704629"/>
                  </a:lnTo>
                  <a:close/>
                </a:path>
                <a:path w="5509259" h="7655559">
                  <a:moveTo>
                    <a:pt x="1984570" y="1810551"/>
                  </a:moveTo>
                  <a:lnTo>
                    <a:pt x="1972290" y="1818066"/>
                  </a:lnTo>
                  <a:lnTo>
                    <a:pt x="1964774" y="1805786"/>
                  </a:lnTo>
                  <a:lnTo>
                    <a:pt x="1977054" y="1798271"/>
                  </a:lnTo>
                  <a:lnTo>
                    <a:pt x="1984570" y="1810551"/>
                  </a:lnTo>
                  <a:close/>
                </a:path>
                <a:path w="5509259" h="7655559">
                  <a:moveTo>
                    <a:pt x="1809571" y="1916734"/>
                  </a:moveTo>
                  <a:lnTo>
                    <a:pt x="1798664" y="1923409"/>
                  </a:lnTo>
                  <a:lnTo>
                    <a:pt x="1791982" y="1912502"/>
                  </a:lnTo>
                  <a:lnTo>
                    <a:pt x="1802889" y="1905820"/>
                  </a:lnTo>
                  <a:lnTo>
                    <a:pt x="1809571" y="1916734"/>
                  </a:lnTo>
                  <a:close/>
                </a:path>
                <a:path w="5509259" h="7655559">
                  <a:moveTo>
                    <a:pt x="1634572" y="2022920"/>
                  </a:moveTo>
                  <a:lnTo>
                    <a:pt x="1625023" y="2028769"/>
                  </a:lnTo>
                  <a:lnTo>
                    <a:pt x="1619174" y="2019219"/>
                  </a:lnTo>
                  <a:lnTo>
                    <a:pt x="1628723" y="2013370"/>
                  </a:lnTo>
                  <a:lnTo>
                    <a:pt x="1634572" y="2022920"/>
                  </a:lnTo>
                  <a:close/>
                </a:path>
                <a:path w="5509259" h="7655559">
                  <a:moveTo>
                    <a:pt x="1459021" y="2128973"/>
                  </a:moveTo>
                  <a:lnTo>
                    <a:pt x="1451520" y="2133568"/>
                  </a:lnTo>
                  <a:lnTo>
                    <a:pt x="1446925" y="2126067"/>
                  </a:lnTo>
                  <a:lnTo>
                    <a:pt x="1454434" y="2121472"/>
                  </a:lnTo>
                  <a:lnTo>
                    <a:pt x="1459021" y="2128973"/>
                  </a:lnTo>
                  <a:close/>
                </a:path>
                <a:path w="5509259" h="7655559">
                  <a:moveTo>
                    <a:pt x="1284022" y="2235158"/>
                  </a:moveTo>
                  <a:lnTo>
                    <a:pt x="1277886" y="2238911"/>
                  </a:lnTo>
                  <a:lnTo>
                    <a:pt x="1274124" y="2232775"/>
                  </a:lnTo>
                  <a:lnTo>
                    <a:pt x="1280268" y="2229021"/>
                  </a:lnTo>
                  <a:lnTo>
                    <a:pt x="1284022" y="2235158"/>
                  </a:lnTo>
                  <a:close/>
                </a:path>
                <a:path w="5509259" h="7655559">
                  <a:moveTo>
                    <a:pt x="1109023" y="2341334"/>
                  </a:moveTo>
                  <a:lnTo>
                    <a:pt x="1104244" y="2344263"/>
                  </a:lnTo>
                  <a:lnTo>
                    <a:pt x="1101324" y="2339493"/>
                  </a:lnTo>
                  <a:lnTo>
                    <a:pt x="1106102" y="2336564"/>
                  </a:lnTo>
                  <a:lnTo>
                    <a:pt x="1109023" y="2341334"/>
                  </a:lnTo>
                  <a:close/>
                </a:path>
                <a:path w="5509259" h="7655559">
                  <a:moveTo>
                    <a:pt x="934024" y="2447527"/>
                  </a:moveTo>
                  <a:lnTo>
                    <a:pt x="930610" y="2449614"/>
                  </a:lnTo>
                  <a:lnTo>
                    <a:pt x="928523" y="2446201"/>
                  </a:lnTo>
                  <a:lnTo>
                    <a:pt x="931937" y="2444114"/>
                  </a:lnTo>
                  <a:lnTo>
                    <a:pt x="934024" y="2447527"/>
                  </a:lnTo>
                  <a:close/>
                </a:path>
                <a:path w="5509259" h="7655559">
                  <a:moveTo>
                    <a:pt x="759025" y="2553711"/>
                  </a:moveTo>
                  <a:lnTo>
                    <a:pt x="756969" y="2554966"/>
                  </a:lnTo>
                  <a:lnTo>
                    <a:pt x="755715" y="2552917"/>
                  </a:lnTo>
                  <a:lnTo>
                    <a:pt x="757771" y="2551663"/>
                  </a:lnTo>
                  <a:lnTo>
                    <a:pt x="759025" y="2553711"/>
                  </a:lnTo>
                  <a:close/>
                </a:path>
                <a:path w="5509259" h="7655559">
                  <a:moveTo>
                    <a:pt x="4517420" y="47313"/>
                  </a:moveTo>
                  <a:lnTo>
                    <a:pt x="4466951" y="78208"/>
                  </a:lnTo>
                  <a:lnTo>
                    <a:pt x="4436063" y="27739"/>
                  </a:lnTo>
                  <a:lnTo>
                    <a:pt x="4481382" y="0"/>
                  </a:lnTo>
                  <a:lnTo>
                    <a:pt x="4488452" y="0"/>
                  </a:lnTo>
                  <a:lnTo>
                    <a:pt x="4517420" y="47313"/>
                  </a:lnTo>
                  <a:close/>
                </a:path>
                <a:path w="5509259" h="7655559">
                  <a:moveTo>
                    <a:pt x="4341317" y="153235"/>
                  </a:moveTo>
                  <a:lnTo>
                    <a:pt x="4293587" y="182455"/>
                  </a:lnTo>
                  <a:lnTo>
                    <a:pt x="4264358" y="134717"/>
                  </a:lnTo>
                  <a:lnTo>
                    <a:pt x="4312096" y="105497"/>
                  </a:lnTo>
                  <a:lnTo>
                    <a:pt x="4341317" y="153235"/>
                  </a:lnTo>
                  <a:close/>
                </a:path>
                <a:path w="5509259" h="7655559">
                  <a:moveTo>
                    <a:pt x="4164663" y="259019"/>
                  </a:moveTo>
                  <a:lnTo>
                    <a:pt x="4120338" y="286152"/>
                  </a:lnTo>
                  <a:lnTo>
                    <a:pt x="4093205" y="241827"/>
                  </a:lnTo>
                  <a:lnTo>
                    <a:pt x="4137530" y="214694"/>
                  </a:lnTo>
                  <a:lnTo>
                    <a:pt x="4164663" y="259019"/>
                  </a:lnTo>
                  <a:close/>
                </a:path>
                <a:path w="5509259" h="7655559">
                  <a:moveTo>
                    <a:pt x="3988569" y="364941"/>
                  </a:moveTo>
                  <a:lnTo>
                    <a:pt x="3946966" y="390400"/>
                  </a:lnTo>
                  <a:lnTo>
                    <a:pt x="3921508" y="348805"/>
                  </a:lnTo>
                  <a:lnTo>
                    <a:pt x="3963102" y="323346"/>
                  </a:lnTo>
                  <a:lnTo>
                    <a:pt x="3988569" y="364941"/>
                  </a:lnTo>
                  <a:close/>
                </a:path>
                <a:path w="5509259" h="7655559">
                  <a:moveTo>
                    <a:pt x="3811915" y="470732"/>
                  </a:moveTo>
                  <a:lnTo>
                    <a:pt x="3773726" y="494103"/>
                  </a:lnTo>
                  <a:lnTo>
                    <a:pt x="3750354" y="455914"/>
                  </a:lnTo>
                  <a:lnTo>
                    <a:pt x="3788543" y="432543"/>
                  </a:lnTo>
                  <a:lnTo>
                    <a:pt x="3811915" y="470732"/>
                  </a:lnTo>
                  <a:close/>
                </a:path>
                <a:path w="5509259" h="7655559">
                  <a:moveTo>
                    <a:pt x="3636372" y="576777"/>
                  </a:moveTo>
                  <a:lnTo>
                    <a:pt x="3600223" y="598903"/>
                  </a:lnTo>
                  <a:lnTo>
                    <a:pt x="3578105" y="562761"/>
                  </a:lnTo>
                  <a:lnTo>
                    <a:pt x="3614246" y="540636"/>
                  </a:lnTo>
                  <a:lnTo>
                    <a:pt x="3636372" y="576777"/>
                  </a:lnTo>
                  <a:close/>
                </a:path>
                <a:path w="5509259" h="7655559">
                  <a:moveTo>
                    <a:pt x="3460270" y="682699"/>
                  </a:moveTo>
                  <a:lnTo>
                    <a:pt x="3426859" y="703158"/>
                  </a:lnTo>
                  <a:lnTo>
                    <a:pt x="3406400" y="669740"/>
                  </a:lnTo>
                  <a:lnTo>
                    <a:pt x="3439819" y="649281"/>
                  </a:lnTo>
                  <a:lnTo>
                    <a:pt x="3460270" y="682699"/>
                  </a:lnTo>
                  <a:close/>
                </a:path>
                <a:path w="5509259" h="7655559">
                  <a:moveTo>
                    <a:pt x="3284167" y="788622"/>
                  </a:moveTo>
                  <a:lnTo>
                    <a:pt x="3253479" y="807406"/>
                  </a:lnTo>
                  <a:lnTo>
                    <a:pt x="3234695" y="776718"/>
                  </a:lnTo>
                  <a:lnTo>
                    <a:pt x="3265383" y="757933"/>
                  </a:lnTo>
                  <a:lnTo>
                    <a:pt x="3284167" y="788622"/>
                  </a:lnTo>
                  <a:close/>
                </a:path>
                <a:path w="5509259" h="7655559">
                  <a:moveTo>
                    <a:pt x="3108625" y="894675"/>
                  </a:moveTo>
                  <a:lnTo>
                    <a:pt x="3079977" y="912214"/>
                  </a:lnTo>
                  <a:lnTo>
                    <a:pt x="3062438" y="883566"/>
                  </a:lnTo>
                  <a:lnTo>
                    <a:pt x="3091086" y="866027"/>
                  </a:lnTo>
                  <a:lnTo>
                    <a:pt x="3108625" y="894675"/>
                  </a:lnTo>
                  <a:close/>
                </a:path>
                <a:path w="5509259" h="7655559">
                  <a:moveTo>
                    <a:pt x="2932522" y="1000589"/>
                  </a:moveTo>
                  <a:lnTo>
                    <a:pt x="2906605" y="1016453"/>
                  </a:lnTo>
                  <a:lnTo>
                    <a:pt x="2890741" y="990544"/>
                  </a:lnTo>
                  <a:lnTo>
                    <a:pt x="2916658" y="974681"/>
                  </a:lnTo>
                  <a:lnTo>
                    <a:pt x="2932522" y="1000589"/>
                  </a:lnTo>
                  <a:close/>
                </a:path>
                <a:path w="5509259" h="7655559">
                  <a:moveTo>
                    <a:pt x="2756963" y="1106643"/>
                  </a:moveTo>
                  <a:lnTo>
                    <a:pt x="2733102" y="1121254"/>
                  </a:lnTo>
                  <a:lnTo>
                    <a:pt x="2718492" y="1097384"/>
                  </a:lnTo>
                  <a:lnTo>
                    <a:pt x="2742353" y="1082774"/>
                  </a:lnTo>
                  <a:lnTo>
                    <a:pt x="2756963" y="1106643"/>
                  </a:lnTo>
                  <a:close/>
                </a:path>
                <a:path w="5509259" h="7655559">
                  <a:moveTo>
                    <a:pt x="2580869" y="1212565"/>
                  </a:moveTo>
                  <a:lnTo>
                    <a:pt x="2559731" y="1225509"/>
                  </a:lnTo>
                  <a:lnTo>
                    <a:pt x="2546795" y="1204370"/>
                  </a:lnTo>
                  <a:lnTo>
                    <a:pt x="2567933" y="1191427"/>
                  </a:lnTo>
                  <a:lnTo>
                    <a:pt x="2580869" y="1212565"/>
                  </a:lnTo>
                  <a:close/>
                </a:path>
                <a:path w="5509259" h="7655559">
                  <a:moveTo>
                    <a:pt x="2405319" y="1318619"/>
                  </a:moveTo>
                  <a:lnTo>
                    <a:pt x="2386228" y="1330309"/>
                  </a:lnTo>
                  <a:lnTo>
                    <a:pt x="2374538" y="1311218"/>
                  </a:lnTo>
                  <a:lnTo>
                    <a:pt x="2393629" y="1299529"/>
                  </a:lnTo>
                  <a:lnTo>
                    <a:pt x="2405319" y="1318619"/>
                  </a:lnTo>
                  <a:close/>
                </a:path>
                <a:path w="5509259" h="7655559">
                  <a:moveTo>
                    <a:pt x="2229768" y="1424673"/>
                  </a:moveTo>
                  <a:lnTo>
                    <a:pt x="2212717" y="1435109"/>
                  </a:lnTo>
                  <a:lnTo>
                    <a:pt x="2202282" y="1418058"/>
                  </a:lnTo>
                  <a:lnTo>
                    <a:pt x="2219332" y="1407622"/>
                  </a:lnTo>
                  <a:lnTo>
                    <a:pt x="2229768" y="1424673"/>
                  </a:lnTo>
                  <a:close/>
                </a:path>
                <a:path w="5509259" h="7655559">
                  <a:moveTo>
                    <a:pt x="2053674" y="1530595"/>
                  </a:moveTo>
                  <a:lnTo>
                    <a:pt x="2039346" y="1539364"/>
                  </a:lnTo>
                  <a:lnTo>
                    <a:pt x="2030585" y="1525044"/>
                  </a:lnTo>
                  <a:lnTo>
                    <a:pt x="2044905" y="1516275"/>
                  </a:lnTo>
                  <a:lnTo>
                    <a:pt x="2053674" y="1530595"/>
                  </a:lnTo>
                  <a:close/>
                </a:path>
                <a:path w="5509259" h="7655559">
                  <a:moveTo>
                    <a:pt x="1878123" y="1636649"/>
                  </a:moveTo>
                  <a:lnTo>
                    <a:pt x="1865843" y="1644164"/>
                  </a:lnTo>
                  <a:lnTo>
                    <a:pt x="1858328" y="1631892"/>
                  </a:lnTo>
                  <a:lnTo>
                    <a:pt x="1870608" y="1624377"/>
                  </a:lnTo>
                  <a:lnTo>
                    <a:pt x="1878123" y="1636649"/>
                  </a:lnTo>
                  <a:close/>
                </a:path>
                <a:path w="5509259" h="7655559">
                  <a:moveTo>
                    <a:pt x="1703116" y="1742834"/>
                  </a:moveTo>
                  <a:lnTo>
                    <a:pt x="1692210" y="1749516"/>
                  </a:lnTo>
                  <a:lnTo>
                    <a:pt x="1685535" y="1738601"/>
                  </a:lnTo>
                  <a:lnTo>
                    <a:pt x="1696442" y="1731927"/>
                  </a:lnTo>
                  <a:lnTo>
                    <a:pt x="1703116" y="1742834"/>
                  </a:lnTo>
                  <a:close/>
                </a:path>
                <a:path w="5509259" h="7655559">
                  <a:moveTo>
                    <a:pt x="1528117" y="1849018"/>
                  </a:moveTo>
                  <a:lnTo>
                    <a:pt x="1518568" y="1854867"/>
                  </a:lnTo>
                  <a:lnTo>
                    <a:pt x="1512727" y="1845317"/>
                  </a:lnTo>
                  <a:lnTo>
                    <a:pt x="1522276" y="1839468"/>
                  </a:lnTo>
                  <a:lnTo>
                    <a:pt x="1528117" y="1849018"/>
                  </a:lnTo>
                  <a:close/>
                </a:path>
                <a:path w="5509259" h="7655559">
                  <a:moveTo>
                    <a:pt x="1352574" y="1955071"/>
                  </a:moveTo>
                  <a:lnTo>
                    <a:pt x="1345065" y="1959666"/>
                  </a:lnTo>
                  <a:lnTo>
                    <a:pt x="1340478" y="1952165"/>
                  </a:lnTo>
                  <a:lnTo>
                    <a:pt x="1347979" y="1947570"/>
                  </a:lnTo>
                  <a:lnTo>
                    <a:pt x="1352574" y="1955071"/>
                  </a:lnTo>
                  <a:close/>
                </a:path>
                <a:path w="5509259" h="7655559">
                  <a:moveTo>
                    <a:pt x="1177575" y="2061256"/>
                  </a:moveTo>
                  <a:lnTo>
                    <a:pt x="1171431" y="2065017"/>
                  </a:lnTo>
                  <a:lnTo>
                    <a:pt x="1167677" y="2058873"/>
                  </a:lnTo>
                  <a:lnTo>
                    <a:pt x="1173813" y="2055119"/>
                  </a:lnTo>
                  <a:lnTo>
                    <a:pt x="1177575" y="2061256"/>
                  </a:lnTo>
                  <a:close/>
                </a:path>
                <a:path w="5509259" h="7655559">
                  <a:moveTo>
                    <a:pt x="1002576" y="2167440"/>
                  </a:moveTo>
                  <a:lnTo>
                    <a:pt x="997798" y="2170369"/>
                  </a:lnTo>
                  <a:lnTo>
                    <a:pt x="994869" y="2165591"/>
                  </a:lnTo>
                  <a:lnTo>
                    <a:pt x="999647" y="2162662"/>
                  </a:lnTo>
                  <a:lnTo>
                    <a:pt x="1002576" y="2167440"/>
                  </a:lnTo>
                  <a:close/>
                </a:path>
                <a:path w="5509259" h="7655559">
                  <a:moveTo>
                    <a:pt x="827569" y="2273625"/>
                  </a:moveTo>
                  <a:lnTo>
                    <a:pt x="824164" y="2275712"/>
                  </a:lnTo>
                  <a:lnTo>
                    <a:pt x="822076" y="2272299"/>
                  </a:lnTo>
                  <a:lnTo>
                    <a:pt x="825482" y="2270211"/>
                  </a:lnTo>
                  <a:lnTo>
                    <a:pt x="827569" y="2273625"/>
                  </a:lnTo>
                  <a:close/>
                </a:path>
                <a:path w="5509259" h="7655559">
                  <a:moveTo>
                    <a:pt x="652570" y="2379809"/>
                  </a:moveTo>
                  <a:lnTo>
                    <a:pt x="650522" y="2381063"/>
                  </a:lnTo>
                  <a:lnTo>
                    <a:pt x="649268" y="2379023"/>
                  </a:lnTo>
                  <a:lnTo>
                    <a:pt x="651324" y="2377769"/>
                  </a:lnTo>
                  <a:lnTo>
                    <a:pt x="652570" y="2379809"/>
                  </a:lnTo>
                  <a:close/>
                </a:path>
                <a:path w="5509259" h="7655559">
                  <a:moveTo>
                    <a:pt x="4193459" y="0"/>
                  </a:moveTo>
                  <a:lnTo>
                    <a:pt x="4188458" y="3061"/>
                  </a:lnTo>
                  <a:lnTo>
                    <a:pt x="4186584" y="0"/>
                  </a:lnTo>
                  <a:lnTo>
                    <a:pt x="4193459" y="0"/>
                  </a:lnTo>
                  <a:close/>
                </a:path>
                <a:path w="5509259" h="7655559">
                  <a:moveTo>
                    <a:pt x="4057673" y="84985"/>
                  </a:moveTo>
                  <a:lnTo>
                    <a:pt x="4014022" y="111706"/>
                  </a:lnTo>
                  <a:lnTo>
                    <a:pt x="3987309" y="68055"/>
                  </a:lnTo>
                  <a:lnTo>
                    <a:pt x="4030952" y="41343"/>
                  </a:lnTo>
                  <a:lnTo>
                    <a:pt x="4057673" y="84985"/>
                  </a:lnTo>
                  <a:close/>
                </a:path>
                <a:path w="5509259" h="7655559">
                  <a:moveTo>
                    <a:pt x="3881571" y="190908"/>
                  </a:moveTo>
                  <a:lnTo>
                    <a:pt x="3840651" y="215962"/>
                  </a:lnTo>
                  <a:lnTo>
                    <a:pt x="3815605" y="175042"/>
                  </a:lnTo>
                  <a:lnTo>
                    <a:pt x="3856525" y="149996"/>
                  </a:lnTo>
                  <a:lnTo>
                    <a:pt x="3881571" y="190908"/>
                  </a:lnTo>
                  <a:close/>
                </a:path>
                <a:path w="5509259" h="7655559">
                  <a:moveTo>
                    <a:pt x="3704925" y="296699"/>
                  </a:moveTo>
                  <a:lnTo>
                    <a:pt x="3667418" y="319658"/>
                  </a:lnTo>
                  <a:lnTo>
                    <a:pt x="3644459" y="282152"/>
                  </a:lnTo>
                  <a:lnTo>
                    <a:pt x="3681966" y="259192"/>
                  </a:lnTo>
                  <a:lnTo>
                    <a:pt x="3704925" y="296699"/>
                  </a:lnTo>
                  <a:close/>
                </a:path>
                <a:path w="5509259" h="7655559">
                  <a:moveTo>
                    <a:pt x="3529366" y="402753"/>
                  </a:moveTo>
                  <a:lnTo>
                    <a:pt x="3493907" y="424458"/>
                  </a:lnTo>
                  <a:lnTo>
                    <a:pt x="3472202" y="388991"/>
                  </a:lnTo>
                  <a:lnTo>
                    <a:pt x="3507661" y="367286"/>
                  </a:lnTo>
                  <a:lnTo>
                    <a:pt x="3529366" y="402753"/>
                  </a:lnTo>
                  <a:close/>
                </a:path>
                <a:path w="5509259" h="7655559">
                  <a:moveTo>
                    <a:pt x="3353272" y="508675"/>
                  </a:moveTo>
                  <a:lnTo>
                    <a:pt x="3320536" y="528713"/>
                  </a:lnTo>
                  <a:lnTo>
                    <a:pt x="3300497" y="495977"/>
                  </a:lnTo>
                  <a:lnTo>
                    <a:pt x="3333233" y="475939"/>
                  </a:lnTo>
                  <a:lnTo>
                    <a:pt x="3353272" y="508675"/>
                  </a:lnTo>
                  <a:close/>
                </a:path>
                <a:path w="5509259" h="7655559">
                  <a:moveTo>
                    <a:pt x="3177169" y="614589"/>
                  </a:moveTo>
                  <a:lnTo>
                    <a:pt x="3147164" y="632961"/>
                  </a:lnTo>
                  <a:lnTo>
                    <a:pt x="3128800" y="602948"/>
                  </a:lnTo>
                  <a:lnTo>
                    <a:pt x="3158805" y="584584"/>
                  </a:lnTo>
                  <a:lnTo>
                    <a:pt x="3177169" y="614589"/>
                  </a:lnTo>
                  <a:close/>
                </a:path>
                <a:path w="5509259" h="7655559">
                  <a:moveTo>
                    <a:pt x="3001619" y="720642"/>
                  </a:moveTo>
                  <a:lnTo>
                    <a:pt x="2973661" y="737761"/>
                  </a:lnTo>
                  <a:lnTo>
                    <a:pt x="2956543" y="709795"/>
                  </a:lnTo>
                  <a:lnTo>
                    <a:pt x="2984501" y="692685"/>
                  </a:lnTo>
                  <a:lnTo>
                    <a:pt x="3001619" y="720642"/>
                  </a:lnTo>
                  <a:close/>
                </a:path>
                <a:path w="5509259" h="7655559">
                  <a:moveTo>
                    <a:pt x="2825524" y="826565"/>
                  </a:moveTo>
                  <a:lnTo>
                    <a:pt x="2800290" y="842008"/>
                  </a:lnTo>
                  <a:lnTo>
                    <a:pt x="2784846" y="816774"/>
                  </a:lnTo>
                  <a:lnTo>
                    <a:pt x="2810073" y="801331"/>
                  </a:lnTo>
                  <a:lnTo>
                    <a:pt x="2825524" y="826565"/>
                  </a:lnTo>
                  <a:close/>
                </a:path>
                <a:path w="5509259" h="7655559">
                  <a:moveTo>
                    <a:pt x="2649974" y="932619"/>
                  </a:moveTo>
                  <a:lnTo>
                    <a:pt x="2626787" y="946809"/>
                  </a:lnTo>
                  <a:lnTo>
                    <a:pt x="2612590" y="923622"/>
                  </a:lnTo>
                  <a:lnTo>
                    <a:pt x="2635784" y="909424"/>
                  </a:lnTo>
                  <a:lnTo>
                    <a:pt x="2649974" y="932619"/>
                  </a:lnTo>
                  <a:close/>
                </a:path>
                <a:path w="5509259" h="7655559">
                  <a:moveTo>
                    <a:pt x="2473872" y="1038541"/>
                  </a:moveTo>
                  <a:lnTo>
                    <a:pt x="2453416" y="1051064"/>
                  </a:lnTo>
                  <a:lnTo>
                    <a:pt x="2440893" y="1030608"/>
                  </a:lnTo>
                  <a:lnTo>
                    <a:pt x="2461349" y="1018085"/>
                  </a:lnTo>
                  <a:lnTo>
                    <a:pt x="2473872" y="1038541"/>
                  </a:lnTo>
                  <a:close/>
                </a:path>
                <a:path w="5509259" h="7655559">
                  <a:moveTo>
                    <a:pt x="2298321" y="1144594"/>
                  </a:moveTo>
                  <a:lnTo>
                    <a:pt x="2279905" y="1155864"/>
                  </a:lnTo>
                  <a:lnTo>
                    <a:pt x="2268636" y="1137447"/>
                  </a:lnTo>
                  <a:lnTo>
                    <a:pt x="2287052" y="1126170"/>
                  </a:lnTo>
                  <a:lnTo>
                    <a:pt x="2298321" y="1144594"/>
                  </a:lnTo>
                  <a:close/>
                </a:path>
                <a:path w="5509259" h="7655559">
                  <a:moveTo>
                    <a:pt x="2122770" y="1250640"/>
                  </a:moveTo>
                  <a:lnTo>
                    <a:pt x="2106402" y="1260663"/>
                  </a:lnTo>
                  <a:lnTo>
                    <a:pt x="2096379" y="1244295"/>
                  </a:lnTo>
                  <a:lnTo>
                    <a:pt x="2112747" y="1234272"/>
                  </a:lnTo>
                  <a:lnTo>
                    <a:pt x="2122770" y="1250640"/>
                  </a:lnTo>
                  <a:close/>
                </a:path>
                <a:path w="5509259" h="7655559">
                  <a:moveTo>
                    <a:pt x="1946676" y="1356570"/>
                  </a:moveTo>
                  <a:lnTo>
                    <a:pt x="1933031" y="1364918"/>
                  </a:lnTo>
                  <a:lnTo>
                    <a:pt x="1924682" y="1351273"/>
                  </a:lnTo>
                  <a:lnTo>
                    <a:pt x="1938328" y="1342924"/>
                  </a:lnTo>
                  <a:lnTo>
                    <a:pt x="1946676" y="1356570"/>
                  </a:lnTo>
                  <a:close/>
                </a:path>
                <a:path w="5509259" h="7655559">
                  <a:moveTo>
                    <a:pt x="1771126" y="1462615"/>
                  </a:moveTo>
                  <a:lnTo>
                    <a:pt x="1759528" y="1469709"/>
                  </a:lnTo>
                  <a:lnTo>
                    <a:pt x="1752433" y="1458112"/>
                  </a:lnTo>
                  <a:lnTo>
                    <a:pt x="1764031" y="1451017"/>
                  </a:lnTo>
                  <a:lnTo>
                    <a:pt x="1771126" y="1462615"/>
                  </a:lnTo>
                  <a:close/>
                </a:path>
                <a:path w="5509259" h="7655559">
                  <a:moveTo>
                    <a:pt x="1596126" y="1568799"/>
                  </a:moveTo>
                  <a:lnTo>
                    <a:pt x="1585894" y="1575061"/>
                  </a:lnTo>
                  <a:lnTo>
                    <a:pt x="1579633" y="1564837"/>
                  </a:lnTo>
                  <a:lnTo>
                    <a:pt x="1589865" y="1558575"/>
                  </a:lnTo>
                  <a:lnTo>
                    <a:pt x="1596126" y="1568799"/>
                  </a:lnTo>
                  <a:close/>
                </a:path>
                <a:path w="5509259" h="7655559">
                  <a:moveTo>
                    <a:pt x="1421671" y="1675114"/>
                  </a:moveTo>
                  <a:lnTo>
                    <a:pt x="1412122" y="1680964"/>
                  </a:lnTo>
                  <a:lnTo>
                    <a:pt x="1406273" y="1671414"/>
                  </a:lnTo>
                  <a:lnTo>
                    <a:pt x="1415822" y="1665573"/>
                  </a:lnTo>
                  <a:lnTo>
                    <a:pt x="1421671" y="1675114"/>
                  </a:lnTo>
                  <a:close/>
                </a:path>
                <a:path w="5509259" h="7655559">
                  <a:moveTo>
                    <a:pt x="1246121" y="1781168"/>
                  </a:moveTo>
                  <a:lnTo>
                    <a:pt x="1238619" y="1785763"/>
                  </a:lnTo>
                  <a:lnTo>
                    <a:pt x="1234024" y="1778262"/>
                  </a:lnTo>
                  <a:lnTo>
                    <a:pt x="1241533" y="1773667"/>
                  </a:lnTo>
                  <a:lnTo>
                    <a:pt x="1246121" y="1781168"/>
                  </a:lnTo>
                  <a:close/>
                </a:path>
                <a:path w="5509259" h="7655559">
                  <a:moveTo>
                    <a:pt x="1071121" y="1887353"/>
                  </a:moveTo>
                  <a:lnTo>
                    <a:pt x="1064986" y="1891114"/>
                  </a:lnTo>
                  <a:lnTo>
                    <a:pt x="1061223" y="1884970"/>
                  </a:lnTo>
                  <a:lnTo>
                    <a:pt x="1067368" y="1881216"/>
                  </a:lnTo>
                  <a:lnTo>
                    <a:pt x="1071121" y="1887353"/>
                  </a:lnTo>
                  <a:close/>
                </a:path>
                <a:path w="5509259" h="7655559">
                  <a:moveTo>
                    <a:pt x="896122" y="1993538"/>
                  </a:moveTo>
                  <a:lnTo>
                    <a:pt x="891344" y="1996466"/>
                  </a:lnTo>
                  <a:lnTo>
                    <a:pt x="888423" y="1991688"/>
                  </a:lnTo>
                  <a:lnTo>
                    <a:pt x="893202" y="1988767"/>
                  </a:lnTo>
                  <a:lnTo>
                    <a:pt x="896122" y="1993538"/>
                  </a:lnTo>
                  <a:close/>
                </a:path>
                <a:path w="5509259" h="7655559">
                  <a:moveTo>
                    <a:pt x="721124" y="2099729"/>
                  </a:moveTo>
                  <a:lnTo>
                    <a:pt x="717718" y="2101817"/>
                  </a:lnTo>
                  <a:lnTo>
                    <a:pt x="715631" y="2098404"/>
                  </a:lnTo>
                  <a:lnTo>
                    <a:pt x="719036" y="2096316"/>
                  </a:lnTo>
                  <a:lnTo>
                    <a:pt x="721124" y="2099729"/>
                  </a:lnTo>
                  <a:close/>
                </a:path>
                <a:path w="5509259" h="7655559">
                  <a:moveTo>
                    <a:pt x="546124" y="2205906"/>
                  </a:moveTo>
                  <a:lnTo>
                    <a:pt x="544068" y="2207160"/>
                  </a:lnTo>
                  <a:lnTo>
                    <a:pt x="542823" y="2205120"/>
                  </a:lnTo>
                  <a:lnTo>
                    <a:pt x="544871" y="2203866"/>
                  </a:lnTo>
                  <a:lnTo>
                    <a:pt x="546124" y="2205906"/>
                  </a:lnTo>
                  <a:close/>
                </a:path>
                <a:path w="5509259" h="7655559">
                  <a:moveTo>
                    <a:pt x="3772375" y="16349"/>
                  </a:moveTo>
                  <a:lnTo>
                    <a:pt x="3734861" y="39309"/>
                  </a:lnTo>
                  <a:lnTo>
                    <a:pt x="3711902" y="1802"/>
                  </a:lnTo>
                  <a:lnTo>
                    <a:pt x="3714847" y="0"/>
                  </a:lnTo>
                  <a:lnTo>
                    <a:pt x="3762367" y="0"/>
                  </a:lnTo>
                  <a:lnTo>
                    <a:pt x="3772375" y="16349"/>
                  </a:lnTo>
                  <a:close/>
                </a:path>
                <a:path w="5509259" h="7655559">
                  <a:moveTo>
                    <a:pt x="3598471" y="122796"/>
                  </a:moveTo>
                  <a:lnTo>
                    <a:pt x="3560965" y="145755"/>
                  </a:lnTo>
                  <a:lnTo>
                    <a:pt x="3538006" y="108249"/>
                  </a:lnTo>
                  <a:lnTo>
                    <a:pt x="3575512" y="85289"/>
                  </a:lnTo>
                  <a:lnTo>
                    <a:pt x="3598471" y="122796"/>
                  </a:lnTo>
                  <a:close/>
                </a:path>
                <a:path w="5509259" h="7655559">
                  <a:moveTo>
                    <a:pt x="3422377" y="228718"/>
                  </a:moveTo>
                  <a:lnTo>
                    <a:pt x="3387593" y="250010"/>
                  </a:lnTo>
                  <a:lnTo>
                    <a:pt x="3366301" y="215226"/>
                  </a:lnTo>
                  <a:lnTo>
                    <a:pt x="3401085" y="193934"/>
                  </a:lnTo>
                  <a:lnTo>
                    <a:pt x="3422377" y="228718"/>
                  </a:lnTo>
                  <a:close/>
                </a:path>
                <a:path w="5509259" h="7655559">
                  <a:moveTo>
                    <a:pt x="3246267" y="334641"/>
                  </a:moveTo>
                  <a:lnTo>
                    <a:pt x="3214222" y="354258"/>
                  </a:lnTo>
                  <a:lnTo>
                    <a:pt x="3194604" y="322205"/>
                  </a:lnTo>
                  <a:lnTo>
                    <a:pt x="3226649" y="302587"/>
                  </a:lnTo>
                  <a:lnTo>
                    <a:pt x="3246267" y="334641"/>
                  </a:lnTo>
                  <a:close/>
                </a:path>
                <a:path w="5509259" h="7655559">
                  <a:moveTo>
                    <a:pt x="3070173" y="440563"/>
                  </a:moveTo>
                  <a:lnTo>
                    <a:pt x="3040850" y="458506"/>
                  </a:lnTo>
                  <a:lnTo>
                    <a:pt x="3022899" y="429183"/>
                  </a:lnTo>
                  <a:lnTo>
                    <a:pt x="3052221" y="411232"/>
                  </a:lnTo>
                  <a:lnTo>
                    <a:pt x="3070173" y="440563"/>
                  </a:lnTo>
                  <a:close/>
                </a:path>
                <a:path w="5509259" h="7655559">
                  <a:moveTo>
                    <a:pt x="2894622" y="546608"/>
                  </a:moveTo>
                  <a:lnTo>
                    <a:pt x="2867348" y="563305"/>
                  </a:lnTo>
                  <a:lnTo>
                    <a:pt x="2850650" y="536030"/>
                  </a:lnTo>
                  <a:lnTo>
                    <a:pt x="2877925" y="519333"/>
                  </a:lnTo>
                  <a:lnTo>
                    <a:pt x="2894622" y="546608"/>
                  </a:lnTo>
                  <a:close/>
                </a:path>
                <a:path w="5509259" h="7655559">
                  <a:moveTo>
                    <a:pt x="2718528" y="652530"/>
                  </a:moveTo>
                  <a:lnTo>
                    <a:pt x="2693976" y="667561"/>
                  </a:lnTo>
                  <a:lnTo>
                    <a:pt x="2678945" y="643009"/>
                  </a:lnTo>
                  <a:lnTo>
                    <a:pt x="2703497" y="627978"/>
                  </a:lnTo>
                  <a:lnTo>
                    <a:pt x="2718528" y="652530"/>
                  </a:lnTo>
                  <a:close/>
                </a:path>
                <a:path w="5509259" h="7655559">
                  <a:moveTo>
                    <a:pt x="2542977" y="758583"/>
                  </a:moveTo>
                  <a:lnTo>
                    <a:pt x="2520465" y="772361"/>
                  </a:lnTo>
                  <a:lnTo>
                    <a:pt x="2506688" y="749857"/>
                  </a:lnTo>
                  <a:lnTo>
                    <a:pt x="2529200" y="736080"/>
                  </a:lnTo>
                  <a:lnTo>
                    <a:pt x="2542977" y="758583"/>
                  </a:lnTo>
                  <a:close/>
                </a:path>
                <a:path w="5509259" h="7655559">
                  <a:moveTo>
                    <a:pt x="2366875" y="864497"/>
                  </a:moveTo>
                  <a:lnTo>
                    <a:pt x="2347094" y="876608"/>
                  </a:lnTo>
                  <a:lnTo>
                    <a:pt x="2334991" y="856827"/>
                  </a:lnTo>
                  <a:lnTo>
                    <a:pt x="2354765" y="844724"/>
                  </a:lnTo>
                  <a:lnTo>
                    <a:pt x="2366875" y="864497"/>
                  </a:lnTo>
                  <a:close/>
                </a:path>
                <a:path w="5509259" h="7655559">
                  <a:moveTo>
                    <a:pt x="2191324" y="970560"/>
                  </a:moveTo>
                  <a:lnTo>
                    <a:pt x="2173599" y="981416"/>
                  </a:lnTo>
                  <a:lnTo>
                    <a:pt x="2162742" y="963675"/>
                  </a:lnTo>
                  <a:lnTo>
                    <a:pt x="2180468" y="952827"/>
                  </a:lnTo>
                  <a:lnTo>
                    <a:pt x="2191324" y="970560"/>
                  </a:lnTo>
                  <a:close/>
                </a:path>
                <a:path w="5509259" h="7655559">
                  <a:moveTo>
                    <a:pt x="2015774" y="1076613"/>
                  </a:moveTo>
                  <a:lnTo>
                    <a:pt x="2000089" y="1086216"/>
                  </a:lnTo>
                  <a:lnTo>
                    <a:pt x="1990486" y="1070523"/>
                  </a:lnTo>
                  <a:lnTo>
                    <a:pt x="2006171" y="1060920"/>
                  </a:lnTo>
                  <a:lnTo>
                    <a:pt x="2015774" y="1076613"/>
                  </a:lnTo>
                  <a:close/>
                </a:path>
                <a:path w="5509259" h="7655559">
                  <a:moveTo>
                    <a:pt x="1840223" y="1182667"/>
                  </a:moveTo>
                  <a:lnTo>
                    <a:pt x="1826586" y="1191015"/>
                  </a:lnTo>
                  <a:lnTo>
                    <a:pt x="1818237" y="1177370"/>
                  </a:lnTo>
                  <a:lnTo>
                    <a:pt x="1831874" y="1169021"/>
                  </a:lnTo>
                  <a:lnTo>
                    <a:pt x="1840223" y="1182667"/>
                  </a:lnTo>
                  <a:close/>
                </a:path>
                <a:path w="5509259" h="7655559">
                  <a:moveTo>
                    <a:pt x="1664680" y="1288712"/>
                  </a:moveTo>
                  <a:lnTo>
                    <a:pt x="1653083" y="1295815"/>
                  </a:lnTo>
                  <a:lnTo>
                    <a:pt x="1645988" y="1284226"/>
                  </a:lnTo>
                  <a:lnTo>
                    <a:pt x="1657586" y="1277123"/>
                  </a:lnTo>
                  <a:lnTo>
                    <a:pt x="1664680" y="1288712"/>
                  </a:lnTo>
                  <a:close/>
                </a:path>
                <a:path w="5509259" h="7655559">
                  <a:moveTo>
                    <a:pt x="1489681" y="1394896"/>
                  </a:moveTo>
                  <a:lnTo>
                    <a:pt x="1479449" y="1401158"/>
                  </a:lnTo>
                  <a:lnTo>
                    <a:pt x="1473188" y="1390934"/>
                  </a:lnTo>
                  <a:lnTo>
                    <a:pt x="1483420" y="1384672"/>
                  </a:lnTo>
                  <a:lnTo>
                    <a:pt x="1489681" y="1394896"/>
                  </a:lnTo>
                  <a:close/>
                </a:path>
                <a:path w="5509259" h="7655559">
                  <a:moveTo>
                    <a:pt x="1314674" y="1501089"/>
                  </a:moveTo>
                  <a:lnTo>
                    <a:pt x="1305808" y="1506517"/>
                  </a:lnTo>
                  <a:lnTo>
                    <a:pt x="1300379" y="1497643"/>
                  </a:lnTo>
                  <a:lnTo>
                    <a:pt x="1309246" y="1492214"/>
                  </a:lnTo>
                  <a:lnTo>
                    <a:pt x="1314674" y="1501089"/>
                  </a:lnTo>
                  <a:close/>
                </a:path>
                <a:path w="5509259" h="7655559">
                  <a:moveTo>
                    <a:pt x="1139124" y="1607142"/>
                  </a:moveTo>
                  <a:lnTo>
                    <a:pt x="1132305" y="1611317"/>
                  </a:lnTo>
                  <a:lnTo>
                    <a:pt x="1128131" y="1604498"/>
                  </a:lnTo>
                  <a:lnTo>
                    <a:pt x="1134949" y="1600324"/>
                  </a:lnTo>
                  <a:lnTo>
                    <a:pt x="1139124" y="1607142"/>
                  </a:lnTo>
                  <a:close/>
                </a:path>
                <a:path w="5509259" h="7655559">
                  <a:moveTo>
                    <a:pt x="964125" y="1713327"/>
                  </a:moveTo>
                  <a:lnTo>
                    <a:pt x="958663" y="1716668"/>
                  </a:lnTo>
                  <a:lnTo>
                    <a:pt x="955322" y="1711206"/>
                  </a:lnTo>
                  <a:lnTo>
                    <a:pt x="960783" y="1707865"/>
                  </a:lnTo>
                  <a:lnTo>
                    <a:pt x="964125" y="1713327"/>
                  </a:lnTo>
                  <a:close/>
                </a:path>
                <a:path w="5509259" h="7655559">
                  <a:moveTo>
                    <a:pt x="789117" y="1819503"/>
                  </a:moveTo>
                  <a:lnTo>
                    <a:pt x="785030" y="1822012"/>
                  </a:lnTo>
                  <a:lnTo>
                    <a:pt x="782530" y="1817923"/>
                  </a:lnTo>
                  <a:lnTo>
                    <a:pt x="786618" y="1815415"/>
                  </a:lnTo>
                  <a:lnTo>
                    <a:pt x="789117" y="1819503"/>
                  </a:lnTo>
                  <a:close/>
                </a:path>
                <a:path w="5509259" h="7655559">
                  <a:moveTo>
                    <a:pt x="614118" y="1925696"/>
                  </a:moveTo>
                  <a:lnTo>
                    <a:pt x="611388" y="1927363"/>
                  </a:lnTo>
                  <a:lnTo>
                    <a:pt x="609721" y="1924632"/>
                  </a:lnTo>
                  <a:lnTo>
                    <a:pt x="612452" y="1922965"/>
                  </a:lnTo>
                  <a:lnTo>
                    <a:pt x="614118" y="1925696"/>
                  </a:lnTo>
                  <a:close/>
                </a:path>
                <a:path w="5509259" h="7655559">
                  <a:moveTo>
                    <a:pt x="439120" y="2031880"/>
                  </a:moveTo>
                  <a:lnTo>
                    <a:pt x="437762" y="2032713"/>
                  </a:lnTo>
                  <a:lnTo>
                    <a:pt x="436929" y="2031348"/>
                  </a:lnTo>
                  <a:lnTo>
                    <a:pt x="438286" y="2030515"/>
                  </a:lnTo>
                  <a:lnTo>
                    <a:pt x="439120" y="2031880"/>
                  </a:lnTo>
                  <a:close/>
                </a:path>
                <a:path w="5509259" h="7655559">
                  <a:moveTo>
                    <a:pt x="3314821" y="54562"/>
                  </a:moveTo>
                  <a:lnTo>
                    <a:pt x="3281410" y="75012"/>
                  </a:lnTo>
                  <a:lnTo>
                    <a:pt x="3260951" y="41594"/>
                  </a:lnTo>
                  <a:lnTo>
                    <a:pt x="3294370" y="21143"/>
                  </a:lnTo>
                  <a:lnTo>
                    <a:pt x="3314821" y="54562"/>
                  </a:lnTo>
                  <a:close/>
                </a:path>
                <a:path w="5509259" h="7655559">
                  <a:moveTo>
                    <a:pt x="3138726" y="160476"/>
                  </a:moveTo>
                  <a:lnTo>
                    <a:pt x="3108038" y="179261"/>
                  </a:lnTo>
                  <a:lnTo>
                    <a:pt x="3089254" y="148573"/>
                  </a:lnTo>
                  <a:lnTo>
                    <a:pt x="3119942" y="129788"/>
                  </a:lnTo>
                  <a:lnTo>
                    <a:pt x="3138726" y="160476"/>
                  </a:lnTo>
                  <a:close/>
                </a:path>
                <a:path w="5509259" h="7655559">
                  <a:moveTo>
                    <a:pt x="2963176" y="266521"/>
                  </a:moveTo>
                  <a:lnTo>
                    <a:pt x="2934528" y="284060"/>
                  </a:lnTo>
                  <a:lnTo>
                    <a:pt x="2916997" y="255420"/>
                  </a:lnTo>
                  <a:lnTo>
                    <a:pt x="2945645" y="237881"/>
                  </a:lnTo>
                  <a:lnTo>
                    <a:pt x="2963176" y="266521"/>
                  </a:lnTo>
                  <a:close/>
                </a:path>
                <a:path w="5509259" h="7655559">
                  <a:moveTo>
                    <a:pt x="2787625" y="372582"/>
                  </a:moveTo>
                  <a:lnTo>
                    <a:pt x="2761025" y="388859"/>
                  </a:lnTo>
                  <a:lnTo>
                    <a:pt x="2744749" y="362267"/>
                  </a:lnTo>
                  <a:lnTo>
                    <a:pt x="2771349" y="345982"/>
                  </a:lnTo>
                  <a:lnTo>
                    <a:pt x="2787625" y="372582"/>
                  </a:lnTo>
                  <a:close/>
                </a:path>
                <a:path w="5509259" h="7655559">
                  <a:moveTo>
                    <a:pt x="2611523" y="478497"/>
                  </a:moveTo>
                  <a:lnTo>
                    <a:pt x="2587654" y="493107"/>
                  </a:lnTo>
                  <a:lnTo>
                    <a:pt x="2573043" y="469238"/>
                  </a:lnTo>
                  <a:lnTo>
                    <a:pt x="2596912" y="454627"/>
                  </a:lnTo>
                  <a:lnTo>
                    <a:pt x="2611523" y="478497"/>
                  </a:lnTo>
                  <a:close/>
                </a:path>
                <a:path w="5509259" h="7655559">
                  <a:moveTo>
                    <a:pt x="2435972" y="584550"/>
                  </a:moveTo>
                  <a:lnTo>
                    <a:pt x="2414151" y="597907"/>
                  </a:lnTo>
                  <a:lnTo>
                    <a:pt x="2400794" y="576085"/>
                  </a:lnTo>
                  <a:lnTo>
                    <a:pt x="2422616" y="562729"/>
                  </a:lnTo>
                  <a:lnTo>
                    <a:pt x="2435972" y="584550"/>
                  </a:lnTo>
                  <a:close/>
                </a:path>
                <a:path w="5509259" h="7655559">
                  <a:moveTo>
                    <a:pt x="2260429" y="690603"/>
                  </a:moveTo>
                  <a:lnTo>
                    <a:pt x="2240648" y="702714"/>
                  </a:lnTo>
                  <a:lnTo>
                    <a:pt x="2228546" y="682933"/>
                  </a:lnTo>
                  <a:lnTo>
                    <a:pt x="2248319" y="670831"/>
                  </a:lnTo>
                  <a:lnTo>
                    <a:pt x="2260429" y="690603"/>
                  </a:lnTo>
                  <a:close/>
                </a:path>
                <a:path w="5509259" h="7655559">
                  <a:moveTo>
                    <a:pt x="2084879" y="796658"/>
                  </a:moveTo>
                  <a:lnTo>
                    <a:pt x="2067146" y="807515"/>
                  </a:lnTo>
                  <a:lnTo>
                    <a:pt x="2056289" y="789781"/>
                  </a:lnTo>
                  <a:lnTo>
                    <a:pt x="2074022" y="778925"/>
                  </a:lnTo>
                  <a:lnTo>
                    <a:pt x="2084879" y="796658"/>
                  </a:lnTo>
                  <a:close/>
                </a:path>
                <a:path w="5509259" h="7655559">
                  <a:moveTo>
                    <a:pt x="1908776" y="902580"/>
                  </a:moveTo>
                  <a:lnTo>
                    <a:pt x="1893774" y="911762"/>
                  </a:lnTo>
                  <a:lnTo>
                    <a:pt x="1884592" y="896759"/>
                  </a:lnTo>
                  <a:lnTo>
                    <a:pt x="1899594" y="887577"/>
                  </a:lnTo>
                  <a:lnTo>
                    <a:pt x="1908776" y="902580"/>
                  </a:lnTo>
                  <a:close/>
                </a:path>
                <a:path w="5509259" h="7655559">
                  <a:moveTo>
                    <a:pt x="1733226" y="1008633"/>
                  </a:moveTo>
                  <a:lnTo>
                    <a:pt x="1720271" y="1016562"/>
                  </a:lnTo>
                  <a:lnTo>
                    <a:pt x="1712343" y="1003607"/>
                  </a:lnTo>
                  <a:lnTo>
                    <a:pt x="1725290" y="995679"/>
                  </a:lnTo>
                  <a:lnTo>
                    <a:pt x="1733226" y="1008633"/>
                  </a:lnTo>
                  <a:close/>
                </a:path>
                <a:path w="5509259" h="7655559">
                  <a:moveTo>
                    <a:pt x="1558227" y="1114810"/>
                  </a:moveTo>
                  <a:lnTo>
                    <a:pt x="1546629" y="1121914"/>
                  </a:lnTo>
                  <a:lnTo>
                    <a:pt x="1539535" y="1110325"/>
                  </a:lnTo>
                  <a:lnTo>
                    <a:pt x="1551132" y="1103221"/>
                  </a:lnTo>
                  <a:lnTo>
                    <a:pt x="1558227" y="1114810"/>
                  </a:lnTo>
                  <a:close/>
                </a:path>
                <a:path w="5509259" h="7655559">
                  <a:moveTo>
                    <a:pt x="1383228" y="1221002"/>
                  </a:moveTo>
                  <a:lnTo>
                    <a:pt x="1372995" y="1227265"/>
                  </a:lnTo>
                  <a:lnTo>
                    <a:pt x="1366734" y="1217033"/>
                  </a:lnTo>
                  <a:lnTo>
                    <a:pt x="1376966" y="1210771"/>
                  </a:lnTo>
                  <a:lnTo>
                    <a:pt x="1383228" y="1221002"/>
                  </a:lnTo>
                  <a:close/>
                </a:path>
                <a:path w="5509259" h="7655559">
                  <a:moveTo>
                    <a:pt x="1207677" y="1327056"/>
                  </a:moveTo>
                  <a:lnTo>
                    <a:pt x="1199493" y="1332064"/>
                  </a:lnTo>
                  <a:lnTo>
                    <a:pt x="1194485" y="1323880"/>
                  </a:lnTo>
                  <a:lnTo>
                    <a:pt x="1202669" y="1318873"/>
                  </a:lnTo>
                  <a:lnTo>
                    <a:pt x="1207677" y="1327056"/>
                  </a:lnTo>
                  <a:close/>
                </a:path>
                <a:path w="5509259" h="7655559">
                  <a:moveTo>
                    <a:pt x="1032678" y="1433241"/>
                  </a:moveTo>
                  <a:lnTo>
                    <a:pt x="1025851" y="1437415"/>
                  </a:lnTo>
                  <a:lnTo>
                    <a:pt x="1021677" y="1430597"/>
                  </a:lnTo>
                  <a:lnTo>
                    <a:pt x="1028503" y="1426422"/>
                  </a:lnTo>
                  <a:lnTo>
                    <a:pt x="1032678" y="1433241"/>
                  </a:lnTo>
                  <a:close/>
                </a:path>
                <a:path w="5509259" h="7655559">
                  <a:moveTo>
                    <a:pt x="857671" y="1539425"/>
                  </a:moveTo>
                  <a:lnTo>
                    <a:pt x="852217" y="1542766"/>
                  </a:lnTo>
                  <a:lnTo>
                    <a:pt x="848876" y="1537305"/>
                  </a:lnTo>
                  <a:lnTo>
                    <a:pt x="854330" y="1533964"/>
                  </a:lnTo>
                  <a:lnTo>
                    <a:pt x="857671" y="1539425"/>
                  </a:lnTo>
                  <a:close/>
                </a:path>
                <a:path w="5509259" h="7655559">
                  <a:moveTo>
                    <a:pt x="682672" y="1645610"/>
                  </a:moveTo>
                  <a:lnTo>
                    <a:pt x="678584" y="1648118"/>
                  </a:lnTo>
                  <a:lnTo>
                    <a:pt x="676076" y="1644022"/>
                  </a:lnTo>
                  <a:lnTo>
                    <a:pt x="680164" y="1641514"/>
                  </a:lnTo>
                  <a:lnTo>
                    <a:pt x="682672" y="1645610"/>
                  </a:lnTo>
                  <a:close/>
                </a:path>
                <a:path w="5509259" h="7655559">
                  <a:moveTo>
                    <a:pt x="507673" y="1751802"/>
                  </a:moveTo>
                  <a:lnTo>
                    <a:pt x="504942" y="1753469"/>
                  </a:lnTo>
                  <a:lnTo>
                    <a:pt x="503276" y="1750738"/>
                  </a:lnTo>
                  <a:lnTo>
                    <a:pt x="506006" y="1749071"/>
                  </a:lnTo>
                  <a:lnTo>
                    <a:pt x="507673" y="1751802"/>
                  </a:lnTo>
                  <a:close/>
                </a:path>
                <a:path w="5509259" h="7655559">
                  <a:moveTo>
                    <a:pt x="332674" y="1857979"/>
                  </a:moveTo>
                  <a:lnTo>
                    <a:pt x="331308" y="1858812"/>
                  </a:lnTo>
                  <a:lnTo>
                    <a:pt x="330475" y="1857447"/>
                  </a:lnTo>
                  <a:lnTo>
                    <a:pt x="331840" y="1856613"/>
                  </a:lnTo>
                  <a:lnTo>
                    <a:pt x="332674" y="1857979"/>
                  </a:lnTo>
                  <a:close/>
                </a:path>
                <a:path w="5509259" h="7655559">
                  <a:moveTo>
                    <a:pt x="2856178" y="92496"/>
                  </a:moveTo>
                  <a:lnTo>
                    <a:pt x="2828220" y="109606"/>
                  </a:lnTo>
                  <a:lnTo>
                    <a:pt x="2811103" y="81649"/>
                  </a:lnTo>
                  <a:lnTo>
                    <a:pt x="2839060" y="64539"/>
                  </a:lnTo>
                  <a:lnTo>
                    <a:pt x="2856178" y="92496"/>
                  </a:lnTo>
                  <a:close/>
                </a:path>
                <a:path w="5509259" h="7655559">
                  <a:moveTo>
                    <a:pt x="2680076" y="198419"/>
                  </a:moveTo>
                  <a:lnTo>
                    <a:pt x="2654841" y="213862"/>
                  </a:lnTo>
                  <a:lnTo>
                    <a:pt x="2639397" y="188627"/>
                  </a:lnTo>
                  <a:lnTo>
                    <a:pt x="2664632" y="173184"/>
                  </a:lnTo>
                  <a:lnTo>
                    <a:pt x="2680076" y="198419"/>
                  </a:lnTo>
                  <a:close/>
                </a:path>
                <a:path w="5509259" h="7655559">
                  <a:moveTo>
                    <a:pt x="2505076" y="304595"/>
                  </a:moveTo>
                  <a:lnTo>
                    <a:pt x="2481207" y="319206"/>
                  </a:lnTo>
                  <a:lnTo>
                    <a:pt x="2466597" y="295336"/>
                  </a:lnTo>
                  <a:lnTo>
                    <a:pt x="2490466" y="280726"/>
                  </a:lnTo>
                  <a:lnTo>
                    <a:pt x="2505076" y="304595"/>
                  </a:lnTo>
                  <a:close/>
                </a:path>
                <a:path w="5509259" h="7655559">
                  <a:moveTo>
                    <a:pt x="2328974" y="410517"/>
                  </a:moveTo>
                  <a:lnTo>
                    <a:pt x="2307836" y="423461"/>
                  </a:lnTo>
                  <a:lnTo>
                    <a:pt x="2294892" y="402323"/>
                  </a:lnTo>
                  <a:lnTo>
                    <a:pt x="2316039" y="389379"/>
                  </a:lnTo>
                  <a:lnTo>
                    <a:pt x="2328974" y="410517"/>
                  </a:lnTo>
                  <a:close/>
                </a:path>
                <a:path w="5509259" h="7655559">
                  <a:moveTo>
                    <a:pt x="2153423" y="516571"/>
                  </a:moveTo>
                  <a:lnTo>
                    <a:pt x="2134333" y="528261"/>
                  </a:lnTo>
                  <a:lnTo>
                    <a:pt x="2122643" y="509162"/>
                  </a:lnTo>
                  <a:lnTo>
                    <a:pt x="2141733" y="497473"/>
                  </a:lnTo>
                  <a:lnTo>
                    <a:pt x="2153423" y="516571"/>
                  </a:lnTo>
                  <a:close/>
                </a:path>
                <a:path w="5509259" h="7655559">
                  <a:moveTo>
                    <a:pt x="1977881" y="622625"/>
                  </a:moveTo>
                  <a:lnTo>
                    <a:pt x="1960830" y="633061"/>
                  </a:lnTo>
                  <a:lnTo>
                    <a:pt x="1950394" y="616010"/>
                  </a:lnTo>
                  <a:lnTo>
                    <a:pt x="1967445" y="605574"/>
                  </a:lnTo>
                  <a:lnTo>
                    <a:pt x="1977881" y="622625"/>
                  </a:lnTo>
                  <a:close/>
                </a:path>
                <a:path w="5509259" h="7655559">
                  <a:moveTo>
                    <a:pt x="1801770" y="728547"/>
                  </a:moveTo>
                  <a:lnTo>
                    <a:pt x="1787451" y="737316"/>
                  </a:lnTo>
                  <a:lnTo>
                    <a:pt x="1778689" y="722996"/>
                  </a:lnTo>
                  <a:lnTo>
                    <a:pt x="1793009" y="714227"/>
                  </a:lnTo>
                  <a:lnTo>
                    <a:pt x="1801770" y="728547"/>
                  </a:lnTo>
                  <a:close/>
                </a:path>
                <a:path w="5509259" h="7655559">
                  <a:moveTo>
                    <a:pt x="1626228" y="834601"/>
                  </a:moveTo>
                  <a:lnTo>
                    <a:pt x="1613948" y="842116"/>
                  </a:lnTo>
                  <a:lnTo>
                    <a:pt x="1606440" y="829844"/>
                  </a:lnTo>
                  <a:lnTo>
                    <a:pt x="1618712" y="822329"/>
                  </a:lnTo>
                  <a:lnTo>
                    <a:pt x="1626228" y="834601"/>
                  </a:lnTo>
                  <a:close/>
                </a:path>
                <a:path w="5509259" h="7655559">
                  <a:moveTo>
                    <a:pt x="1451229" y="940786"/>
                  </a:moveTo>
                  <a:lnTo>
                    <a:pt x="1440314" y="947468"/>
                  </a:lnTo>
                  <a:lnTo>
                    <a:pt x="1433640" y="936553"/>
                  </a:lnTo>
                  <a:lnTo>
                    <a:pt x="1444547" y="929879"/>
                  </a:lnTo>
                  <a:lnTo>
                    <a:pt x="1451229" y="940786"/>
                  </a:lnTo>
                  <a:close/>
                </a:path>
                <a:path w="5509259" h="7655559">
                  <a:moveTo>
                    <a:pt x="1276229" y="1046969"/>
                  </a:moveTo>
                  <a:lnTo>
                    <a:pt x="1266680" y="1052819"/>
                  </a:lnTo>
                  <a:lnTo>
                    <a:pt x="1260831" y="1043269"/>
                  </a:lnTo>
                  <a:lnTo>
                    <a:pt x="1270380" y="1037420"/>
                  </a:lnTo>
                  <a:lnTo>
                    <a:pt x="1276229" y="1046969"/>
                  </a:lnTo>
                  <a:close/>
                </a:path>
                <a:path w="5509259" h="7655559">
                  <a:moveTo>
                    <a:pt x="1100671" y="1153023"/>
                  </a:moveTo>
                  <a:lnTo>
                    <a:pt x="1093169" y="1157618"/>
                  </a:lnTo>
                  <a:lnTo>
                    <a:pt x="1088582" y="1150117"/>
                  </a:lnTo>
                  <a:lnTo>
                    <a:pt x="1096083" y="1145522"/>
                  </a:lnTo>
                  <a:lnTo>
                    <a:pt x="1100671" y="1153023"/>
                  </a:lnTo>
                  <a:close/>
                </a:path>
                <a:path w="5509259" h="7655559">
                  <a:moveTo>
                    <a:pt x="925672" y="1259216"/>
                  </a:moveTo>
                  <a:lnTo>
                    <a:pt x="919544" y="1262969"/>
                  </a:lnTo>
                  <a:lnTo>
                    <a:pt x="915782" y="1256825"/>
                  </a:lnTo>
                  <a:lnTo>
                    <a:pt x="921918" y="1253071"/>
                  </a:lnTo>
                  <a:lnTo>
                    <a:pt x="925672" y="1259216"/>
                  </a:lnTo>
                  <a:close/>
                </a:path>
                <a:path w="5509259" h="7655559">
                  <a:moveTo>
                    <a:pt x="750673" y="1365400"/>
                  </a:moveTo>
                  <a:lnTo>
                    <a:pt x="745902" y="1368320"/>
                  </a:lnTo>
                  <a:lnTo>
                    <a:pt x="742982" y="1363542"/>
                  </a:lnTo>
                  <a:lnTo>
                    <a:pt x="747752" y="1360622"/>
                  </a:lnTo>
                  <a:lnTo>
                    <a:pt x="750673" y="1365400"/>
                  </a:lnTo>
                  <a:close/>
                </a:path>
                <a:path w="5509259" h="7655559">
                  <a:moveTo>
                    <a:pt x="575674" y="1471577"/>
                  </a:moveTo>
                  <a:lnTo>
                    <a:pt x="572260" y="1473664"/>
                  </a:lnTo>
                  <a:lnTo>
                    <a:pt x="570173" y="1470259"/>
                  </a:lnTo>
                  <a:lnTo>
                    <a:pt x="573587" y="1468171"/>
                  </a:lnTo>
                  <a:lnTo>
                    <a:pt x="575674" y="1471577"/>
                  </a:lnTo>
                  <a:close/>
                </a:path>
                <a:path w="5509259" h="7655559">
                  <a:moveTo>
                    <a:pt x="400675" y="1577761"/>
                  </a:moveTo>
                  <a:lnTo>
                    <a:pt x="398627" y="1579015"/>
                  </a:lnTo>
                  <a:lnTo>
                    <a:pt x="397381" y="1576975"/>
                  </a:lnTo>
                  <a:lnTo>
                    <a:pt x="399429" y="1575721"/>
                  </a:lnTo>
                  <a:lnTo>
                    <a:pt x="400675" y="1577761"/>
                  </a:lnTo>
                  <a:close/>
                </a:path>
                <a:path w="5509259" h="7655559">
                  <a:moveTo>
                    <a:pt x="2570879" y="23853"/>
                  </a:moveTo>
                  <a:lnTo>
                    <a:pt x="2549049" y="37218"/>
                  </a:lnTo>
                  <a:lnTo>
                    <a:pt x="2535693" y="15388"/>
                  </a:lnTo>
                  <a:lnTo>
                    <a:pt x="2557522" y="2032"/>
                  </a:lnTo>
                  <a:lnTo>
                    <a:pt x="2570879" y="23853"/>
                  </a:lnTo>
                  <a:close/>
                </a:path>
                <a:path w="5509259" h="7655559">
                  <a:moveTo>
                    <a:pt x="2397526" y="130431"/>
                  </a:moveTo>
                  <a:lnTo>
                    <a:pt x="2375022" y="144208"/>
                  </a:lnTo>
                  <a:lnTo>
                    <a:pt x="2361246" y="121712"/>
                  </a:lnTo>
                  <a:lnTo>
                    <a:pt x="2383757" y="107935"/>
                  </a:lnTo>
                  <a:lnTo>
                    <a:pt x="2397526" y="130431"/>
                  </a:lnTo>
                  <a:close/>
                </a:path>
                <a:path w="5509259" h="7655559">
                  <a:moveTo>
                    <a:pt x="2221976" y="236492"/>
                  </a:moveTo>
                  <a:lnTo>
                    <a:pt x="2201520" y="249015"/>
                  </a:lnTo>
                  <a:lnTo>
                    <a:pt x="2188997" y="228560"/>
                  </a:lnTo>
                  <a:lnTo>
                    <a:pt x="2209453" y="216037"/>
                  </a:lnTo>
                  <a:lnTo>
                    <a:pt x="2221976" y="236492"/>
                  </a:lnTo>
                  <a:close/>
                </a:path>
                <a:path w="5509259" h="7655559">
                  <a:moveTo>
                    <a:pt x="2046433" y="342545"/>
                  </a:moveTo>
                  <a:lnTo>
                    <a:pt x="2028017" y="353815"/>
                  </a:lnTo>
                  <a:lnTo>
                    <a:pt x="2016740" y="335399"/>
                  </a:lnTo>
                  <a:lnTo>
                    <a:pt x="2035156" y="324121"/>
                  </a:lnTo>
                  <a:lnTo>
                    <a:pt x="2046433" y="342545"/>
                  </a:lnTo>
                  <a:close/>
                </a:path>
                <a:path w="5509259" h="7655559">
                  <a:moveTo>
                    <a:pt x="1870874" y="448591"/>
                  </a:moveTo>
                  <a:lnTo>
                    <a:pt x="1854506" y="458614"/>
                  </a:lnTo>
                  <a:lnTo>
                    <a:pt x="1844491" y="442246"/>
                  </a:lnTo>
                  <a:lnTo>
                    <a:pt x="1860859" y="432223"/>
                  </a:lnTo>
                  <a:lnTo>
                    <a:pt x="1870874" y="448591"/>
                  </a:lnTo>
                  <a:close/>
                </a:path>
                <a:path w="5509259" h="7655559">
                  <a:moveTo>
                    <a:pt x="1694780" y="554521"/>
                  </a:moveTo>
                  <a:lnTo>
                    <a:pt x="1681143" y="562870"/>
                  </a:lnTo>
                  <a:lnTo>
                    <a:pt x="1672794" y="549224"/>
                  </a:lnTo>
                  <a:lnTo>
                    <a:pt x="1686432" y="540875"/>
                  </a:lnTo>
                  <a:lnTo>
                    <a:pt x="1694780" y="554521"/>
                  </a:lnTo>
                  <a:close/>
                </a:path>
                <a:path w="5509259" h="7655559">
                  <a:moveTo>
                    <a:pt x="1519230" y="660566"/>
                  </a:moveTo>
                  <a:lnTo>
                    <a:pt x="1507632" y="667661"/>
                  </a:lnTo>
                  <a:lnTo>
                    <a:pt x="1500537" y="656063"/>
                  </a:lnTo>
                  <a:lnTo>
                    <a:pt x="1512127" y="648969"/>
                  </a:lnTo>
                  <a:lnTo>
                    <a:pt x="1519230" y="660566"/>
                  </a:lnTo>
                  <a:close/>
                </a:path>
                <a:path w="5509259" h="7655559">
                  <a:moveTo>
                    <a:pt x="1344774" y="766882"/>
                  </a:moveTo>
                  <a:lnTo>
                    <a:pt x="1333868" y="773564"/>
                  </a:lnTo>
                  <a:lnTo>
                    <a:pt x="1327185" y="762649"/>
                  </a:lnTo>
                  <a:lnTo>
                    <a:pt x="1338100" y="755975"/>
                  </a:lnTo>
                  <a:lnTo>
                    <a:pt x="1344774" y="766882"/>
                  </a:lnTo>
                  <a:close/>
                </a:path>
                <a:path w="5509259" h="7655559">
                  <a:moveTo>
                    <a:pt x="1169775" y="873065"/>
                  </a:moveTo>
                  <a:lnTo>
                    <a:pt x="1160226" y="878915"/>
                  </a:lnTo>
                  <a:lnTo>
                    <a:pt x="1154385" y="869365"/>
                  </a:lnTo>
                  <a:lnTo>
                    <a:pt x="1163934" y="863524"/>
                  </a:lnTo>
                  <a:lnTo>
                    <a:pt x="1169775" y="873065"/>
                  </a:lnTo>
                  <a:close/>
                </a:path>
                <a:path w="5509259" h="7655559">
                  <a:moveTo>
                    <a:pt x="994225" y="979120"/>
                  </a:moveTo>
                  <a:lnTo>
                    <a:pt x="986723" y="983714"/>
                  </a:lnTo>
                  <a:lnTo>
                    <a:pt x="982128" y="976213"/>
                  </a:lnTo>
                  <a:lnTo>
                    <a:pt x="989630" y="971626"/>
                  </a:lnTo>
                  <a:lnTo>
                    <a:pt x="994225" y="979120"/>
                  </a:lnTo>
                  <a:close/>
                </a:path>
                <a:path w="5509259" h="7655559">
                  <a:moveTo>
                    <a:pt x="819226" y="1085312"/>
                  </a:moveTo>
                  <a:lnTo>
                    <a:pt x="813090" y="1089065"/>
                  </a:lnTo>
                  <a:lnTo>
                    <a:pt x="809336" y="1082921"/>
                  </a:lnTo>
                  <a:lnTo>
                    <a:pt x="815464" y="1079168"/>
                  </a:lnTo>
                  <a:lnTo>
                    <a:pt x="819226" y="1085312"/>
                  </a:lnTo>
                  <a:close/>
                </a:path>
                <a:path w="5509259" h="7655559">
                  <a:moveTo>
                    <a:pt x="644227" y="1191496"/>
                  </a:moveTo>
                  <a:lnTo>
                    <a:pt x="639456" y="1194416"/>
                  </a:lnTo>
                  <a:lnTo>
                    <a:pt x="636527" y="1189638"/>
                  </a:lnTo>
                  <a:lnTo>
                    <a:pt x="641298" y="1186718"/>
                  </a:lnTo>
                  <a:lnTo>
                    <a:pt x="644227" y="1191496"/>
                  </a:lnTo>
                  <a:close/>
                </a:path>
                <a:path w="5509259" h="7655559">
                  <a:moveTo>
                    <a:pt x="469228" y="1297681"/>
                  </a:moveTo>
                  <a:lnTo>
                    <a:pt x="465814" y="1299768"/>
                  </a:lnTo>
                  <a:lnTo>
                    <a:pt x="463727" y="1296363"/>
                  </a:lnTo>
                  <a:lnTo>
                    <a:pt x="467141" y="1294275"/>
                  </a:lnTo>
                  <a:lnTo>
                    <a:pt x="469228" y="1297681"/>
                  </a:lnTo>
                  <a:close/>
                </a:path>
                <a:path w="5509259" h="7655559">
                  <a:moveTo>
                    <a:pt x="294229" y="1403857"/>
                  </a:moveTo>
                  <a:lnTo>
                    <a:pt x="292181" y="1405111"/>
                  </a:lnTo>
                  <a:lnTo>
                    <a:pt x="290927" y="1403071"/>
                  </a:lnTo>
                  <a:lnTo>
                    <a:pt x="292975" y="1401817"/>
                  </a:lnTo>
                  <a:lnTo>
                    <a:pt x="294229" y="1403857"/>
                  </a:lnTo>
                  <a:close/>
                </a:path>
                <a:path w="5509259" h="7655559">
                  <a:moveTo>
                    <a:pt x="2114427" y="62327"/>
                  </a:moveTo>
                  <a:lnTo>
                    <a:pt x="2095336" y="74016"/>
                  </a:lnTo>
                  <a:lnTo>
                    <a:pt x="2083646" y="54918"/>
                  </a:lnTo>
                  <a:lnTo>
                    <a:pt x="2102737" y="43229"/>
                  </a:lnTo>
                  <a:lnTo>
                    <a:pt x="2114427" y="62327"/>
                  </a:lnTo>
                  <a:close/>
                </a:path>
                <a:path w="5509259" h="7655559">
                  <a:moveTo>
                    <a:pt x="1939427" y="168504"/>
                  </a:moveTo>
                  <a:lnTo>
                    <a:pt x="1921694" y="179360"/>
                  </a:lnTo>
                  <a:lnTo>
                    <a:pt x="1910846" y="161627"/>
                  </a:lnTo>
                  <a:lnTo>
                    <a:pt x="1928571" y="150779"/>
                  </a:lnTo>
                  <a:lnTo>
                    <a:pt x="1939427" y="168504"/>
                  </a:lnTo>
                  <a:close/>
                </a:path>
                <a:path w="5509259" h="7655559">
                  <a:moveTo>
                    <a:pt x="1763877" y="274565"/>
                  </a:moveTo>
                  <a:lnTo>
                    <a:pt x="1748200" y="284168"/>
                  </a:lnTo>
                  <a:lnTo>
                    <a:pt x="1738597" y="268475"/>
                  </a:lnTo>
                  <a:lnTo>
                    <a:pt x="1754274" y="258880"/>
                  </a:lnTo>
                  <a:lnTo>
                    <a:pt x="1763877" y="274565"/>
                  </a:lnTo>
                  <a:close/>
                </a:path>
                <a:path w="5509259" h="7655559">
                  <a:moveTo>
                    <a:pt x="1587775" y="380479"/>
                  </a:moveTo>
                  <a:lnTo>
                    <a:pt x="1574820" y="388415"/>
                  </a:lnTo>
                  <a:lnTo>
                    <a:pt x="1566884" y="375453"/>
                  </a:lnTo>
                  <a:lnTo>
                    <a:pt x="1579847" y="367525"/>
                  </a:lnTo>
                  <a:lnTo>
                    <a:pt x="1587775" y="380479"/>
                  </a:lnTo>
                  <a:close/>
                </a:path>
                <a:path w="5509259" h="7655559">
                  <a:moveTo>
                    <a:pt x="1412776" y="486672"/>
                  </a:moveTo>
                  <a:lnTo>
                    <a:pt x="1401186" y="493766"/>
                  </a:lnTo>
                  <a:lnTo>
                    <a:pt x="1394091" y="482177"/>
                  </a:lnTo>
                  <a:lnTo>
                    <a:pt x="1405681" y="475083"/>
                  </a:lnTo>
                  <a:lnTo>
                    <a:pt x="1412776" y="486672"/>
                  </a:lnTo>
                  <a:close/>
                </a:path>
                <a:path w="5509259" h="7655559">
                  <a:moveTo>
                    <a:pt x="1237776" y="592856"/>
                  </a:moveTo>
                  <a:lnTo>
                    <a:pt x="1227544" y="599118"/>
                  </a:lnTo>
                  <a:lnTo>
                    <a:pt x="1221283" y="588886"/>
                  </a:lnTo>
                  <a:lnTo>
                    <a:pt x="1231515" y="582624"/>
                  </a:lnTo>
                  <a:lnTo>
                    <a:pt x="1237776" y="592856"/>
                  </a:lnTo>
                  <a:close/>
                </a:path>
                <a:path w="5509259" h="7655559">
                  <a:moveTo>
                    <a:pt x="1062777" y="699041"/>
                  </a:moveTo>
                  <a:lnTo>
                    <a:pt x="1053918" y="704469"/>
                  </a:lnTo>
                  <a:lnTo>
                    <a:pt x="1048490" y="695594"/>
                  </a:lnTo>
                  <a:lnTo>
                    <a:pt x="1057349" y="690174"/>
                  </a:lnTo>
                  <a:lnTo>
                    <a:pt x="1062777" y="699041"/>
                  </a:lnTo>
                  <a:close/>
                </a:path>
                <a:path w="5509259" h="7655559">
                  <a:moveTo>
                    <a:pt x="887226" y="805094"/>
                  </a:moveTo>
                  <a:lnTo>
                    <a:pt x="880408" y="809269"/>
                  </a:lnTo>
                  <a:lnTo>
                    <a:pt x="876233" y="802450"/>
                  </a:lnTo>
                  <a:lnTo>
                    <a:pt x="883052" y="798276"/>
                  </a:lnTo>
                  <a:lnTo>
                    <a:pt x="887226" y="805094"/>
                  </a:lnTo>
                  <a:close/>
                </a:path>
                <a:path w="5509259" h="7655559">
                  <a:moveTo>
                    <a:pt x="712227" y="911279"/>
                  </a:moveTo>
                  <a:lnTo>
                    <a:pt x="706774" y="914620"/>
                  </a:lnTo>
                  <a:lnTo>
                    <a:pt x="703433" y="909158"/>
                  </a:lnTo>
                  <a:lnTo>
                    <a:pt x="708886" y="905817"/>
                  </a:lnTo>
                  <a:lnTo>
                    <a:pt x="712227" y="911279"/>
                  </a:lnTo>
                  <a:close/>
                </a:path>
                <a:path w="5509259" h="7655559">
                  <a:moveTo>
                    <a:pt x="537228" y="1017456"/>
                  </a:moveTo>
                  <a:lnTo>
                    <a:pt x="533132" y="1019964"/>
                  </a:lnTo>
                  <a:lnTo>
                    <a:pt x="530632" y="1015867"/>
                  </a:lnTo>
                  <a:lnTo>
                    <a:pt x="534720" y="1013368"/>
                  </a:lnTo>
                  <a:lnTo>
                    <a:pt x="537228" y="1017456"/>
                  </a:lnTo>
                  <a:close/>
                </a:path>
                <a:path w="5509259" h="7655559">
                  <a:moveTo>
                    <a:pt x="362229" y="1123648"/>
                  </a:moveTo>
                  <a:lnTo>
                    <a:pt x="359499" y="1125315"/>
                  </a:lnTo>
                  <a:lnTo>
                    <a:pt x="357824" y="1122584"/>
                  </a:lnTo>
                  <a:lnTo>
                    <a:pt x="360555" y="1120917"/>
                  </a:lnTo>
                  <a:lnTo>
                    <a:pt x="362229" y="1123648"/>
                  </a:lnTo>
                  <a:close/>
                </a:path>
                <a:path w="5509259" h="7655559">
                  <a:moveTo>
                    <a:pt x="187230" y="1229832"/>
                  </a:moveTo>
                  <a:lnTo>
                    <a:pt x="185865" y="1230665"/>
                  </a:lnTo>
                  <a:lnTo>
                    <a:pt x="185032" y="1229300"/>
                  </a:lnTo>
                  <a:lnTo>
                    <a:pt x="186397" y="1228467"/>
                  </a:lnTo>
                  <a:lnTo>
                    <a:pt x="187230" y="1229832"/>
                  </a:lnTo>
                  <a:close/>
                </a:path>
                <a:path w="5509259" h="7655559">
                  <a:moveTo>
                    <a:pt x="1656327" y="100400"/>
                  </a:moveTo>
                  <a:lnTo>
                    <a:pt x="1642007" y="109169"/>
                  </a:lnTo>
                  <a:lnTo>
                    <a:pt x="1633238" y="94841"/>
                  </a:lnTo>
                  <a:lnTo>
                    <a:pt x="1647558" y="86072"/>
                  </a:lnTo>
                  <a:lnTo>
                    <a:pt x="1656327" y="100400"/>
                  </a:lnTo>
                  <a:close/>
                </a:path>
                <a:path w="5509259" h="7655559">
                  <a:moveTo>
                    <a:pt x="1480784" y="206453"/>
                  </a:moveTo>
                  <a:lnTo>
                    <a:pt x="1468504" y="213969"/>
                  </a:lnTo>
                  <a:lnTo>
                    <a:pt x="1460989" y="201689"/>
                  </a:lnTo>
                  <a:lnTo>
                    <a:pt x="1473269" y="194174"/>
                  </a:lnTo>
                  <a:lnTo>
                    <a:pt x="1480784" y="206453"/>
                  </a:lnTo>
                  <a:close/>
                </a:path>
                <a:path w="5509259" h="7655559">
                  <a:moveTo>
                    <a:pt x="1305785" y="312638"/>
                  </a:moveTo>
                  <a:lnTo>
                    <a:pt x="1294863" y="319321"/>
                  </a:lnTo>
                  <a:lnTo>
                    <a:pt x="1288180" y="308406"/>
                  </a:lnTo>
                  <a:lnTo>
                    <a:pt x="1299103" y="301723"/>
                  </a:lnTo>
                  <a:lnTo>
                    <a:pt x="1305785" y="312638"/>
                  </a:lnTo>
                  <a:close/>
                </a:path>
                <a:path w="5509259" h="7655559">
                  <a:moveTo>
                    <a:pt x="1130778" y="418814"/>
                  </a:moveTo>
                  <a:lnTo>
                    <a:pt x="1121229" y="424664"/>
                  </a:lnTo>
                  <a:lnTo>
                    <a:pt x="1115388" y="415123"/>
                  </a:lnTo>
                  <a:lnTo>
                    <a:pt x="1124937" y="409274"/>
                  </a:lnTo>
                  <a:lnTo>
                    <a:pt x="1130778" y="418814"/>
                  </a:lnTo>
                  <a:close/>
                </a:path>
                <a:path w="5509259" h="7655559">
                  <a:moveTo>
                    <a:pt x="955779" y="525007"/>
                  </a:moveTo>
                  <a:lnTo>
                    <a:pt x="947595" y="530015"/>
                  </a:lnTo>
                  <a:lnTo>
                    <a:pt x="942587" y="521831"/>
                  </a:lnTo>
                  <a:lnTo>
                    <a:pt x="950771" y="516823"/>
                  </a:lnTo>
                  <a:lnTo>
                    <a:pt x="955779" y="525007"/>
                  </a:lnTo>
                  <a:close/>
                </a:path>
                <a:path w="5509259" h="7655559">
                  <a:moveTo>
                    <a:pt x="780228" y="631051"/>
                  </a:moveTo>
                  <a:lnTo>
                    <a:pt x="774084" y="634814"/>
                  </a:lnTo>
                  <a:lnTo>
                    <a:pt x="770330" y="628677"/>
                  </a:lnTo>
                  <a:lnTo>
                    <a:pt x="776475" y="624923"/>
                  </a:lnTo>
                  <a:lnTo>
                    <a:pt x="780228" y="631051"/>
                  </a:lnTo>
                  <a:close/>
                </a:path>
                <a:path w="5509259" h="7655559">
                  <a:moveTo>
                    <a:pt x="605781" y="737375"/>
                  </a:moveTo>
                  <a:lnTo>
                    <a:pt x="600319" y="740716"/>
                  </a:lnTo>
                  <a:lnTo>
                    <a:pt x="596978" y="735255"/>
                  </a:lnTo>
                  <a:lnTo>
                    <a:pt x="602439" y="731914"/>
                  </a:lnTo>
                  <a:lnTo>
                    <a:pt x="605781" y="737375"/>
                  </a:lnTo>
                  <a:close/>
                </a:path>
                <a:path w="5509259" h="7655559">
                  <a:moveTo>
                    <a:pt x="430782" y="843559"/>
                  </a:moveTo>
                  <a:lnTo>
                    <a:pt x="426686" y="846068"/>
                  </a:lnTo>
                  <a:lnTo>
                    <a:pt x="424178" y="841972"/>
                  </a:lnTo>
                  <a:lnTo>
                    <a:pt x="428274" y="839463"/>
                  </a:lnTo>
                  <a:lnTo>
                    <a:pt x="430782" y="843559"/>
                  </a:lnTo>
                  <a:close/>
                </a:path>
                <a:path w="5509259" h="7655559">
                  <a:moveTo>
                    <a:pt x="255775" y="949744"/>
                  </a:moveTo>
                  <a:lnTo>
                    <a:pt x="253044" y="951411"/>
                  </a:lnTo>
                  <a:lnTo>
                    <a:pt x="251378" y="948688"/>
                  </a:lnTo>
                  <a:lnTo>
                    <a:pt x="254108" y="947021"/>
                  </a:lnTo>
                  <a:lnTo>
                    <a:pt x="255775" y="949744"/>
                  </a:lnTo>
                  <a:close/>
                </a:path>
                <a:path w="5509259" h="7655559">
                  <a:moveTo>
                    <a:pt x="1372131" y="32025"/>
                  </a:moveTo>
                  <a:lnTo>
                    <a:pt x="1362582" y="37866"/>
                  </a:lnTo>
                  <a:lnTo>
                    <a:pt x="1356733" y="28317"/>
                  </a:lnTo>
                  <a:lnTo>
                    <a:pt x="1366282" y="22476"/>
                  </a:lnTo>
                  <a:lnTo>
                    <a:pt x="1372131" y="32025"/>
                  </a:lnTo>
                  <a:close/>
                </a:path>
                <a:path w="5509259" h="7655559">
                  <a:moveTo>
                    <a:pt x="1199331" y="138733"/>
                  </a:moveTo>
                  <a:lnTo>
                    <a:pt x="1188416" y="145416"/>
                  </a:lnTo>
                  <a:lnTo>
                    <a:pt x="1181734" y="134509"/>
                  </a:lnTo>
                  <a:lnTo>
                    <a:pt x="1192656" y="127826"/>
                  </a:lnTo>
                  <a:lnTo>
                    <a:pt x="1199331" y="138733"/>
                  </a:lnTo>
                  <a:close/>
                </a:path>
                <a:path w="5509259" h="7655559">
                  <a:moveTo>
                    <a:pt x="1024331" y="244918"/>
                  </a:moveTo>
                  <a:lnTo>
                    <a:pt x="1014782" y="250767"/>
                  </a:lnTo>
                  <a:lnTo>
                    <a:pt x="1008941" y="241217"/>
                  </a:lnTo>
                  <a:lnTo>
                    <a:pt x="1018490" y="235368"/>
                  </a:lnTo>
                  <a:lnTo>
                    <a:pt x="1024331" y="244918"/>
                  </a:lnTo>
                  <a:close/>
                </a:path>
                <a:path w="5509259" h="7655559">
                  <a:moveTo>
                    <a:pt x="848781" y="350971"/>
                  </a:moveTo>
                  <a:lnTo>
                    <a:pt x="841279" y="355566"/>
                  </a:lnTo>
                  <a:lnTo>
                    <a:pt x="836684" y="348065"/>
                  </a:lnTo>
                  <a:lnTo>
                    <a:pt x="844186" y="343470"/>
                  </a:lnTo>
                  <a:lnTo>
                    <a:pt x="848781" y="350971"/>
                  </a:lnTo>
                  <a:close/>
                </a:path>
                <a:path w="5509259" h="7655559">
                  <a:moveTo>
                    <a:pt x="673782" y="457156"/>
                  </a:moveTo>
                  <a:lnTo>
                    <a:pt x="667638" y="460918"/>
                  </a:lnTo>
                  <a:lnTo>
                    <a:pt x="663884" y="454781"/>
                  </a:lnTo>
                  <a:lnTo>
                    <a:pt x="670020" y="451020"/>
                  </a:lnTo>
                  <a:lnTo>
                    <a:pt x="673782" y="457156"/>
                  </a:lnTo>
                  <a:close/>
                </a:path>
                <a:path w="5509259" h="7655559">
                  <a:moveTo>
                    <a:pt x="498774" y="563340"/>
                  </a:moveTo>
                  <a:lnTo>
                    <a:pt x="494004" y="566261"/>
                  </a:lnTo>
                  <a:lnTo>
                    <a:pt x="491083" y="561490"/>
                  </a:lnTo>
                  <a:lnTo>
                    <a:pt x="495854" y="558570"/>
                  </a:lnTo>
                  <a:lnTo>
                    <a:pt x="498774" y="563340"/>
                  </a:lnTo>
                  <a:close/>
                </a:path>
                <a:path w="5509259" h="7655559">
                  <a:moveTo>
                    <a:pt x="323775" y="669525"/>
                  </a:moveTo>
                  <a:lnTo>
                    <a:pt x="320362" y="671613"/>
                  </a:lnTo>
                  <a:lnTo>
                    <a:pt x="318275" y="668207"/>
                  </a:lnTo>
                  <a:lnTo>
                    <a:pt x="321688" y="666120"/>
                  </a:lnTo>
                  <a:lnTo>
                    <a:pt x="323775" y="669525"/>
                  </a:lnTo>
                  <a:close/>
                </a:path>
                <a:path w="5509259" h="7655559">
                  <a:moveTo>
                    <a:pt x="148777" y="775709"/>
                  </a:moveTo>
                  <a:lnTo>
                    <a:pt x="146737" y="776963"/>
                  </a:lnTo>
                  <a:lnTo>
                    <a:pt x="145483" y="774915"/>
                  </a:lnTo>
                  <a:lnTo>
                    <a:pt x="147523" y="773661"/>
                  </a:lnTo>
                  <a:lnTo>
                    <a:pt x="148777" y="775709"/>
                  </a:lnTo>
                  <a:close/>
                </a:path>
                <a:path w="5509259" h="7655559">
                  <a:moveTo>
                    <a:pt x="916782" y="70752"/>
                  </a:moveTo>
                  <a:lnTo>
                    <a:pt x="908598" y="75769"/>
                  </a:lnTo>
                  <a:lnTo>
                    <a:pt x="903582" y="67577"/>
                  </a:lnTo>
                  <a:lnTo>
                    <a:pt x="911774" y="62569"/>
                  </a:lnTo>
                  <a:lnTo>
                    <a:pt x="916782" y="70752"/>
                  </a:lnTo>
                  <a:close/>
                </a:path>
                <a:path w="5509259" h="7655559">
                  <a:moveTo>
                    <a:pt x="741783" y="176938"/>
                  </a:moveTo>
                  <a:lnTo>
                    <a:pt x="734964" y="181112"/>
                  </a:lnTo>
                  <a:lnTo>
                    <a:pt x="730790" y="174285"/>
                  </a:lnTo>
                  <a:lnTo>
                    <a:pt x="737608" y="170111"/>
                  </a:lnTo>
                  <a:lnTo>
                    <a:pt x="741783" y="176938"/>
                  </a:lnTo>
                  <a:close/>
                </a:path>
                <a:path w="5509259" h="7655559">
                  <a:moveTo>
                    <a:pt x="566784" y="283122"/>
                  </a:moveTo>
                  <a:lnTo>
                    <a:pt x="561322" y="286463"/>
                  </a:lnTo>
                  <a:lnTo>
                    <a:pt x="557990" y="281009"/>
                  </a:lnTo>
                  <a:lnTo>
                    <a:pt x="563443" y="277669"/>
                  </a:lnTo>
                  <a:lnTo>
                    <a:pt x="566784" y="283122"/>
                  </a:lnTo>
                  <a:close/>
                </a:path>
                <a:path w="5509259" h="7655559">
                  <a:moveTo>
                    <a:pt x="391785" y="389306"/>
                  </a:moveTo>
                  <a:lnTo>
                    <a:pt x="387681" y="391815"/>
                  </a:lnTo>
                  <a:lnTo>
                    <a:pt x="385181" y="387727"/>
                  </a:lnTo>
                  <a:lnTo>
                    <a:pt x="389277" y="385218"/>
                  </a:lnTo>
                  <a:lnTo>
                    <a:pt x="391785" y="389306"/>
                  </a:lnTo>
                  <a:close/>
                </a:path>
                <a:path w="5509259" h="7655559">
                  <a:moveTo>
                    <a:pt x="216778" y="495490"/>
                  </a:moveTo>
                  <a:lnTo>
                    <a:pt x="214055" y="497166"/>
                  </a:lnTo>
                  <a:lnTo>
                    <a:pt x="212381" y="494435"/>
                  </a:lnTo>
                  <a:lnTo>
                    <a:pt x="215111" y="492768"/>
                  </a:lnTo>
                  <a:lnTo>
                    <a:pt x="216778" y="495490"/>
                  </a:lnTo>
                  <a:close/>
                </a:path>
                <a:path w="5509259" h="7655559">
                  <a:moveTo>
                    <a:pt x="42322" y="601814"/>
                  </a:moveTo>
                  <a:lnTo>
                    <a:pt x="40282" y="603060"/>
                  </a:lnTo>
                  <a:lnTo>
                    <a:pt x="39037" y="601020"/>
                  </a:lnTo>
                  <a:lnTo>
                    <a:pt x="41077" y="599766"/>
                  </a:lnTo>
                  <a:lnTo>
                    <a:pt x="42322" y="601814"/>
                  </a:lnTo>
                  <a:close/>
                </a:path>
                <a:path w="5509259" h="7655559">
                  <a:moveTo>
                    <a:pt x="632586" y="2378"/>
                  </a:moveTo>
                  <a:lnTo>
                    <a:pt x="629173" y="4466"/>
                  </a:lnTo>
                  <a:lnTo>
                    <a:pt x="627086" y="1053"/>
                  </a:lnTo>
                  <a:lnTo>
                    <a:pt x="628808" y="0"/>
                  </a:lnTo>
                  <a:lnTo>
                    <a:pt x="631132" y="0"/>
                  </a:lnTo>
                  <a:lnTo>
                    <a:pt x="632586" y="2378"/>
                  </a:lnTo>
                  <a:close/>
                </a:path>
                <a:path w="5509259" h="7655559">
                  <a:moveTo>
                    <a:pt x="459226" y="108957"/>
                  </a:moveTo>
                  <a:lnTo>
                    <a:pt x="455138" y="111464"/>
                  </a:lnTo>
                  <a:lnTo>
                    <a:pt x="452630" y="107368"/>
                  </a:lnTo>
                  <a:lnTo>
                    <a:pt x="456726" y="104868"/>
                  </a:lnTo>
                  <a:lnTo>
                    <a:pt x="459226" y="108957"/>
                  </a:lnTo>
                  <a:close/>
                </a:path>
                <a:path w="5509259" h="7655559">
                  <a:moveTo>
                    <a:pt x="285330" y="215403"/>
                  </a:moveTo>
                  <a:lnTo>
                    <a:pt x="281234" y="217911"/>
                  </a:lnTo>
                  <a:lnTo>
                    <a:pt x="278727" y="213823"/>
                  </a:lnTo>
                  <a:lnTo>
                    <a:pt x="282831" y="211314"/>
                  </a:lnTo>
                  <a:lnTo>
                    <a:pt x="285330" y="215403"/>
                  </a:lnTo>
                  <a:close/>
                </a:path>
                <a:path w="5509259" h="7655559">
                  <a:moveTo>
                    <a:pt x="110331" y="321595"/>
                  </a:moveTo>
                  <a:lnTo>
                    <a:pt x="107601" y="323262"/>
                  </a:lnTo>
                  <a:lnTo>
                    <a:pt x="105934" y="320531"/>
                  </a:lnTo>
                  <a:lnTo>
                    <a:pt x="108657" y="318864"/>
                  </a:lnTo>
                  <a:lnTo>
                    <a:pt x="110331" y="321595"/>
                  </a:lnTo>
                  <a:close/>
                </a:path>
                <a:path w="5509259" h="7655559">
                  <a:moveTo>
                    <a:pt x="177237" y="41114"/>
                  </a:moveTo>
                  <a:lnTo>
                    <a:pt x="175181" y="42368"/>
                  </a:lnTo>
                  <a:lnTo>
                    <a:pt x="173927" y="40320"/>
                  </a:lnTo>
                  <a:lnTo>
                    <a:pt x="175983" y="39066"/>
                  </a:lnTo>
                  <a:lnTo>
                    <a:pt x="177237" y="41114"/>
                  </a:lnTo>
                  <a:close/>
                </a:path>
                <a:path w="5509259" h="7655559">
                  <a:moveTo>
                    <a:pt x="3333" y="147560"/>
                  </a:moveTo>
                  <a:lnTo>
                    <a:pt x="1285" y="148815"/>
                  </a:lnTo>
                  <a:lnTo>
                    <a:pt x="0" y="146767"/>
                  </a:lnTo>
                  <a:lnTo>
                    <a:pt x="2079" y="145512"/>
                  </a:lnTo>
                  <a:lnTo>
                    <a:pt x="3333" y="147560"/>
                  </a:lnTo>
                  <a:close/>
                </a:path>
              </a:pathLst>
            </a:custGeom>
            <a:solidFill>
              <a:srgbClr val="37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3380" rIns="0" bIns="0" rtlCol="0">
            <a:spAutoFit/>
          </a:bodyPr>
          <a:lstStyle/>
          <a:p>
            <a:pPr marL="12700" marR="5080">
              <a:lnSpc>
                <a:spcPct val="76300"/>
              </a:lnSpc>
              <a:spcBef>
                <a:spcPts val="2940"/>
              </a:spcBef>
            </a:pPr>
            <a:r>
              <a:rPr spc="-650" dirty="0"/>
              <a:t>T</a:t>
            </a:r>
            <a:r>
              <a:rPr spc="155" dirty="0"/>
              <a:t>e</a:t>
            </a:r>
            <a:r>
              <a:rPr spc="135" dirty="0"/>
              <a:t>c</a:t>
            </a:r>
            <a:r>
              <a:rPr spc="130" dirty="0"/>
              <a:t>hno</a:t>
            </a:r>
            <a:r>
              <a:rPr spc="114" dirty="0"/>
              <a:t>l</a:t>
            </a:r>
            <a:r>
              <a:rPr spc="120" dirty="0"/>
              <a:t>o</a:t>
            </a:r>
            <a:r>
              <a:rPr spc="145" dirty="0"/>
              <a:t>g</a:t>
            </a:r>
            <a:r>
              <a:rPr spc="260" dirty="0"/>
              <a:t>y</a:t>
            </a:r>
            <a:r>
              <a:rPr spc="-925" dirty="0"/>
              <a:t> </a:t>
            </a:r>
            <a:r>
              <a:rPr spc="145" dirty="0"/>
              <a:t>Behind </a:t>
            </a:r>
            <a:r>
              <a:rPr spc="-10" dirty="0"/>
              <a:t>LearnLoop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998" y="4539129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998" y="4872504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998" y="5205879"/>
            <a:ext cx="85725" cy="857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998" y="5539254"/>
            <a:ext cx="85725" cy="857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03323" y="3365007"/>
            <a:ext cx="12228195" cy="287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LearnLoop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uses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combination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of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AI,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data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analytics,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automation,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mobile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app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technologies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to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deliver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a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personalized</a:t>
            </a:r>
            <a:r>
              <a:rPr sz="19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19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experience.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spc="-210" dirty="0">
                <a:solidFill>
                  <a:srgbClr val="377272"/>
                </a:solidFill>
                <a:latin typeface="Arial Black"/>
                <a:cs typeface="Arial Black"/>
              </a:rPr>
              <a:t>Key</a:t>
            </a:r>
            <a:r>
              <a:rPr sz="1900" spc="-17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80" dirty="0">
                <a:solidFill>
                  <a:srgbClr val="377272"/>
                </a:solidFill>
                <a:latin typeface="Arial Black"/>
                <a:cs typeface="Arial Black"/>
              </a:rPr>
              <a:t>Technologies:</a:t>
            </a:r>
            <a:endParaRPr sz="1900">
              <a:latin typeface="Arial Black"/>
              <a:cs typeface="Arial Black"/>
            </a:endParaRPr>
          </a:p>
          <a:p>
            <a:pPr marL="422275">
              <a:lnSpc>
                <a:spcPct val="100000"/>
              </a:lnSpc>
              <a:spcBef>
                <a:spcPts val="345"/>
              </a:spcBef>
            </a:pP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AI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&amp;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Data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Analytics</a:t>
            </a:r>
            <a:endParaRPr sz="1900">
              <a:latin typeface="Lucida Sans Unicode"/>
              <a:cs typeface="Lucida Sans Unicode"/>
            </a:endParaRPr>
          </a:p>
          <a:p>
            <a:pPr marL="422275" marR="7287259">
              <a:lnSpc>
                <a:spcPct val="115100"/>
              </a:lnSpc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Rule‑based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530" dirty="0">
                <a:solidFill>
                  <a:srgbClr val="377272"/>
                </a:solidFill>
                <a:latin typeface="Lucida Sans Unicode"/>
                <a:cs typeface="Lucida Sans Unicode"/>
              </a:rPr>
              <a:t>+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Machine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models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Mobile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&amp;</a:t>
            </a:r>
            <a:r>
              <a:rPr sz="1900" spc="-9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Web</a:t>
            </a:r>
            <a:r>
              <a:rPr sz="1900" spc="-9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App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Frameworks</a:t>
            </a:r>
            <a:endParaRPr sz="1900">
              <a:latin typeface="Lucida Sans Unicode"/>
              <a:cs typeface="Lucida Sans Unicode"/>
            </a:endParaRPr>
          </a:p>
          <a:p>
            <a:pPr marL="422275">
              <a:lnSpc>
                <a:spcPct val="100000"/>
              </a:lnSpc>
              <a:spcBef>
                <a:spcPts val="345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Cloud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Storage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&amp;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Automation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Tools</a:t>
            </a:r>
            <a:endParaRPr sz="1900">
              <a:latin typeface="Lucida Sans Unicode"/>
              <a:cs typeface="Lucida Sans Unicode"/>
            </a:endParaRPr>
          </a:p>
          <a:p>
            <a:pPr marL="69215">
              <a:lnSpc>
                <a:spcPct val="100000"/>
              </a:lnSpc>
              <a:spcBef>
                <a:spcPts val="1745"/>
              </a:spcBef>
            </a:pPr>
            <a:r>
              <a:rPr sz="1900" spc="-120" dirty="0">
                <a:solidFill>
                  <a:srgbClr val="377272"/>
                </a:solidFill>
                <a:latin typeface="Arial Black"/>
                <a:cs typeface="Arial Black"/>
              </a:rPr>
              <a:t>Core</a:t>
            </a:r>
            <a:r>
              <a:rPr sz="1900" spc="-14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50" dirty="0">
                <a:solidFill>
                  <a:srgbClr val="377272"/>
                </a:solidFill>
                <a:latin typeface="Arial Black"/>
                <a:cs typeface="Arial Black"/>
              </a:rPr>
              <a:t>Technology</a:t>
            </a:r>
            <a:r>
              <a:rPr sz="1900" spc="-14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14" dirty="0">
                <a:solidFill>
                  <a:srgbClr val="377272"/>
                </a:solidFill>
                <a:latin typeface="Arial Black"/>
                <a:cs typeface="Arial Black"/>
              </a:rPr>
              <a:t>Components</a:t>
            </a:r>
            <a:r>
              <a:rPr sz="1900" spc="-14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Arial Black"/>
                <a:cs typeface="Arial Black"/>
              </a:rPr>
              <a:t>Explained:</a:t>
            </a:r>
            <a:endParaRPr sz="1900">
              <a:latin typeface="Arial Black"/>
              <a:cs typeface="Arial Blac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03309" y="7614949"/>
            <a:ext cx="76200" cy="390525"/>
            <a:chOff x="1103309" y="7614949"/>
            <a:chExt cx="76200" cy="3905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309" y="7614949"/>
              <a:ext cx="76200" cy="761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309" y="7929274"/>
              <a:ext cx="76200" cy="7619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19159" y="7133620"/>
            <a:ext cx="3810000" cy="96837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800" spc="-120" dirty="0">
                <a:solidFill>
                  <a:srgbClr val="377272"/>
                </a:solidFill>
                <a:latin typeface="Arial Black"/>
                <a:cs typeface="Arial Black"/>
              </a:rPr>
              <a:t>What</a:t>
            </a:r>
            <a:r>
              <a:rPr sz="18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70" dirty="0">
                <a:solidFill>
                  <a:srgbClr val="377272"/>
                </a:solidFill>
                <a:latin typeface="Arial Black"/>
                <a:cs typeface="Arial Black"/>
              </a:rPr>
              <a:t>it</a:t>
            </a:r>
            <a:r>
              <a:rPr sz="18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Arial Black"/>
                <a:cs typeface="Arial Black"/>
              </a:rPr>
              <a:t>uses:</a:t>
            </a:r>
            <a:endParaRPr sz="1800">
              <a:latin typeface="Arial Black"/>
              <a:cs typeface="Arial Black"/>
            </a:endParaRPr>
          </a:p>
          <a:p>
            <a:pPr marL="400685" marR="5080">
              <a:lnSpc>
                <a:spcPct val="114599"/>
              </a:lnSpc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Basic</a:t>
            </a:r>
            <a:r>
              <a:rPr sz="18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machine</a:t>
            </a:r>
            <a:r>
              <a:rPr sz="18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18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models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Rule‑based</a:t>
            </a:r>
            <a:r>
              <a:rPr sz="18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decision</a:t>
            </a:r>
            <a:r>
              <a:rPr sz="18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systems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9159" y="8430924"/>
            <a:ext cx="19805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377272"/>
                </a:solidFill>
                <a:latin typeface="Arial Black"/>
                <a:cs typeface="Arial Black"/>
              </a:rPr>
              <a:t>Why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70" dirty="0">
                <a:solidFill>
                  <a:srgbClr val="377272"/>
                </a:solidFill>
                <a:latin typeface="Arial Black"/>
                <a:cs typeface="Arial Black"/>
              </a:rPr>
              <a:t>it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50" dirty="0">
                <a:solidFill>
                  <a:srgbClr val="377272"/>
                </a:solidFill>
                <a:latin typeface="Arial Black"/>
                <a:cs typeface="Arial Black"/>
              </a:rPr>
              <a:t>is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95" dirty="0">
                <a:solidFill>
                  <a:srgbClr val="377272"/>
                </a:solidFill>
                <a:latin typeface="Arial Black"/>
                <a:cs typeface="Arial Black"/>
              </a:rPr>
              <a:t>suitable:</a:t>
            </a:r>
            <a:endParaRPr sz="1800">
              <a:latin typeface="Arial Black"/>
              <a:cs typeface="Arial Black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03309" y="7700674"/>
            <a:ext cx="10676890" cy="1876425"/>
            <a:chOff x="1103309" y="7700674"/>
            <a:chExt cx="10676890" cy="187642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309" y="8872249"/>
              <a:ext cx="76200" cy="761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309" y="9500899"/>
              <a:ext cx="76200" cy="761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03748" y="7700674"/>
              <a:ext cx="76200" cy="761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03748" y="8014999"/>
              <a:ext cx="76200" cy="7619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03748" y="8643649"/>
              <a:ext cx="76200" cy="7619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307749" y="8705245"/>
            <a:ext cx="4775835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785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Learners</a:t>
            </a:r>
            <a:r>
              <a:rPr sz="18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don’t</a:t>
            </a:r>
            <a:r>
              <a:rPr sz="18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need</a:t>
            </a:r>
            <a:r>
              <a:rPr sz="18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to</a:t>
            </a:r>
            <a:r>
              <a:rPr sz="18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manually</a:t>
            </a:r>
            <a:r>
              <a:rPr sz="18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track progress</a:t>
            </a:r>
            <a:endParaRPr sz="1800">
              <a:latin typeface="Lucida Sans Unicode"/>
              <a:cs typeface="Lucida Sans Unicode"/>
            </a:endParaRPr>
          </a:p>
          <a:p>
            <a:pPr marL="12700" marR="5080">
              <a:lnSpc>
                <a:spcPct val="114599"/>
              </a:lnSpc>
            </a:pP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AI</a:t>
            </a:r>
            <a:r>
              <a:rPr sz="18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can</a:t>
            </a:r>
            <a:r>
              <a:rPr sz="18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continuously</a:t>
            </a:r>
            <a:r>
              <a:rPr sz="18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adapt</a:t>
            </a:r>
            <a:r>
              <a:rPr sz="18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18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paths</a:t>
            </a:r>
            <a:r>
              <a:rPr sz="18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in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real</a:t>
            </a:r>
            <a:r>
              <a:rPr sz="1800" spc="-13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time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519598" y="7219345"/>
            <a:ext cx="4525010" cy="159702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800" spc="-105" dirty="0">
                <a:solidFill>
                  <a:srgbClr val="377272"/>
                </a:solidFill>
                <a:latin typeface="Arial Black"/>
                <a:cs typeface="Arial Black"/>
              </a:rPr>
              <a:t>Supports</a:t>
            </a:r>
            <a:r>
              <a:rPr sz="1800" spc="-114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25" dirty="0">
                <a:solidFill>
                  <a:srgbClr val="377272"/>
                </a:solidFill>
                <a:latin typeface="Arial Black"/>
                <a:cs typeface="Arial Black"/>
              </a:rPr>
              <a:t>features</a:t>
            </a:r>
            <a:r>
              <a:rPr sz="1800" spc="-11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377272"/>
                </a:solidFill>
                <a:latin typeface="Arial Black"/>
                <a:cs typeface="Arial Black"/>
              </a:rPr>
              <a:t>like:</a:t>
            </a:r>
            <a:endParaRPr sz="1800">
              <a:latin typeface="Arial Black"/>
              <a:cs typeface="Arial Black"/>
            </a:endParaRPr>
          </a:p>
          <a:p>
            <a:pPr marL="40068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Adaptive</a:t>
            </a:r>
            <a:r>
              <a:rPr sz="18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difficulty</a:t>
            </a:r>
            <a:endParaRPr sz="1800">
              <a:latin typeface="Lucida Sans Unicode"/>
              <a:cs typeface="Lucida Sans Unicode"/>
            </a:endParaRPr>
          </a:p>
          <a:p>
            <a:pPr marL="400685" marR="5080">
              <a:lnSpc>
                <a:spcPct val="114599"/>
              </a:lnSpc>
            </a:pPr>
            <a:r>
              <a:rPr sz="18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High‑learning</a:t>
            </a:r>
            <a:r>
              <a:rPr sz="18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8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high‑accuracy</a:t>
            </a:r>
            <a:r>
              <a:rPr sz="18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hour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detection</a:t>
            </a:r>
            <a:endParaRPr sz="1800">
              <a:latin typeface="Lucida Sans Unicode"/>
              <a:cs typeface="Lucida Sans Unicode"/>
            </a:endParaRPr>
          </a:p>
          <a:p>
            <a:pPr marL="400685">
              <a:lnSpc>
                <a:spcPct val="100000"/>
              </a:lnSpc>
              <a:spcBef>
                <a:spcPts val="315"/>
              </a:spcBef>
            </a:pP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Personalized</a:t>
            </a:r>
            <a:r>
              <a:rPr sz="18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study</a:t>
            </a:r>
            <a:r>
              <a:rPr sz="18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schedules</a:t>
            </a:r>
            <a:endParaRPr sz="1800">
              <a:latin typeface="Lucida Sans Unicode"/>
              <a:cs typeface="Lucida Sans Unicode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5154" y="8311357"/>
            <a:ext cx="76200" cy="76199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5272588" y="6613657"/>
            <a:ext cx="6272530" cy="187071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3000" b="1" i="1" dirty="0">
                <a:solidFill>
                  <a:srgbClr val="377272"/>
                </a:solidFill>
                <a:latin typeface="Arial"/>
                <a:cs typeface="Arial"/>
              </a:rPr>
              <a:t>AI</a:t>
            </a:r>
            <a:r>
              <a:rPr sz="3000" b="1" i="1" dirty="0">
                <a:solidFill>
                  <a:srgbClr val="377272"/>
                </a:solidFill>
                <a:latin typeface="Palatino Linotype"/>
                <a:cs typeface="Palatino Linotype"/>
              </a:rPr>
              <a:t>‑</a:t>
            </a:r>
            <a:r>
              <a:rPr sz="3000" b="1" i="1" dirty="0">
                <a:solidFill>
                  <a:srgbClr val="377272"/>
                </a:solidFill>
                <a:latin typeface="Arial"/>
                <a:cs typeface="Arial"/>
              </a:rPr>
              <a:t>Based</a:t>
            </a:r>
            <a:r>
              <a:rPr sz="3000" b="1" i="1" spc="-5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3000" b="1" i="1" dirty="0">
                <a:solidFill>
                  <a:srgbClr val="377272"/>
                </a:solidFill>
                <a:latin typeface="Arial"/>
                <a:cs typeface="Arial"/>
              </a:rPr>
              <a:t>Learning</a:t>
            </a:r>
            <a:r>
              <a:rPr sz="3000" b="1" i="1" spc="-5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3000" b="1" i="1" spc="165" dirty="0">
                <a:solidFill>
                  <a:srgbClr val="377272"/>
                </a:solidFill>
                <a:latin typeface="Arial"/>
                <a:cs typeface="Arial"/>
              </a:rPr>
              <a:t>Habit</a:t>
            </a:r>
            <a:r>
              <a:rPr sz="3000" b="1" i="1" spc="-5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3000" b="1" i="1" spc="-10" dirty="0">
                <a:solidFill>
                  <a:srgbClr val="377272"/>
                </a:solidFill>
                <a:latin typeface="Arial"/>
                <a:cs typeface="Arial"/>
              </a:rPr>
              <a:t>Analysis</a:t>
            </a:r>
            <a:endParaRPr sz="3000">
              <a:latin typeface="Arial"/>
              <a:cs typeface="Arial"/>
            </a:endParaRPr>
          </a:p>
          <a:p>
            <a:pPr marL="1181100">
              <a:lnSpc>
                <a:spcPct val="100000"/>
              </a:lnSpc>
              <a:spcBef>
                <a:spcPts val="500"/>
              </a:spcBef>
            </a:pPr>
            <a:r>
              <a:rPr sz="1800" spc="-160" dirty="0">
                <a:solidFill>
                  <a:srgbClr val="377272"/>
                </a:solidFill>
                <a:latin typeface="Arial Black"/>
                <a:cs typeface="Arial Black"/>
              </a:rPr>
              <a:t>How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70" dirty="0">
                <a:solidFill>
                  <a:srgbClr val="377272"/>
                </a:solidFill>
                <a:latin typeface="Arial Black"/>
                <a:cs typeface="Arial Black"/>
              </a:rPr>
              <a:t>it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Arial Black"/>
                <a:cs typeface="Arial Black"/>
              </a:rPr>
              <a:t>works:</a:t>
            </a:r>
            <a:endParaRPr sz="1800">
              <a:latin typeface="Arial Black"/>
              <a:cs typeface="Arial Black"/>
            </a:endParaRPr>
          </a:p>
          <a:p>
            <a:pPr marL="1181100" marR="762000">
              <a:lnSpc>
                <a:spcPct val="114599"/>
              </a:lnSpc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Automatically</a:t>
            </a:r>
            <a:r>
              <a:rPr sz="18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analyzes</a:t>
            </a:r>
            <a:r>
              <a:rPr sz="1800" spc="-6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assignment</a:t>
            </a:r>
            <a:r>
              <a:rPr sz="1800" spc="-6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and </a:t>
            </a:r>
            <a:r>
              <a:rPr sz="1800" spc="-60" dirty="0">
                <a:solidFill>
                  <a:srgbClr val="377272"/>
                </a:solidFill>
                <a:latin typeface="Lucida Sans Unicode"/>
                <a:cs typeface="Lucida Sans Unicode"/>
              </a:rPr>
              <a:t>quiz</a:t>
            </a:r>
            <a:r>
              <a:rPr sz="18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data</a:t>
            </a:r>
            <a:r>
              <a:rPr sz="18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such</a:t>
            </a:r>
            <a:r>
              <a:rPr sz="18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as:</a:t>
            </a:r>
            <a:endParaRPr sz="1800">
              <a:latin typeface="Lucida Sans Unicode"/>
              <a:cs typeface="Lucida Sans Unicode"/>
            </a:endParaRPr>
          </a:p>
          <a:p>
            <a:pPr marL="1569085">
              <a:lnSpc>
                <a:spcPct val="100000"/>
              </a:lnSpc>
              <a:spcBef>
                <a:spcPts val="315"/>
              </a:spcBef>
            </a:pP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Accuracy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625154" y="8625682"/>
            <a:ext cx="76200" cy="1019175"/>
            <a:chOff x="6625154" y="8625682"/>
            <a:chExt cx="76200" cy="1019175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5154" y="8625682"/>
              <a:ext cx="76200" cy="761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5154" y="8940007"/>
              <a:ext cx="76200" cy="7619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5154" y="9254331"/>
              <a:ext cx="76200" cy="7619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5154" y="9568656"/>
              <a:ext cx="76200" cy="76199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829594" y="8458676"/>
            <a:ext cx="2376805" cy="12827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Time</a:t>
            </a:r>
            <a:r>
              <a:rPr sz="18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taken</a:t>
            </a:r>
            <a:endParaRPr sz="1800">
              <a:latin typeface="Lucida Sans Unicode"/>
              <a:cs typeface="Lucida Sans Unicode"/>
            </a:endParaRPr>
          </a:p>
          <a:p>
            <a:pPr marL="12700" marR="5080">
              <a:lnSpc>
                <a:spcPct val="114599"/>
              </a:lnSpc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Number</a:t>
            </a:r>
            <a:r>
              <a:rPr sz="18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of</a:t>
            </a:r>
            <a:r>
              <a:rPr sz="18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attempts </a:t>
            </a:r>
            <a:r>
              <a:rPr sz="18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Time</a:t>
            </a:r>
            <a:r>
              <a:rPr sz="18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of</a:t>
            </a:r>
            <a:r>
              <a:rPr sz="18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day</a:t>
            </a:r>
            <a:r>
              <a:rPr sz="18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studied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Consistency</a:t>
            </a:r>
            <a:r>
              <a:rPr sz="1800" spc="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patterns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97971" y="4566207"/>
            <a:ext cx="5090029" cy="411507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4782144"/>
            <a:ext cx="6697980" cy="5505450"/>
          </a:xfrm>
          <a:custGeom>
            <a:avLst/>
            <a:gdLst/>
            <a:ahLst/>
            <a:cxnLst/>
            <a:rect l="l" t="t" r="r" b="b"/>
            <a:pathLst>
              <a:path w="6697980" h="5505450">
                <a:moveTo>
                  <a:pt x="6697817" y="5504855"/>
                </a:moveTo>
                <a:lnTo>
                  <a:pt x="0" y="5504855"/>
                </a:lnTo>
                <a:lnTo>
                  <a:pt x="0" y="0"/>
                </a:lnTo>
                <a:lnTo>
                  <a:pt x="6697817" y="0"/>
                </a:lnTo>
                <a:lnTo>
                  <a:pt x="6697817" y="5504855"/>
                </a:lnTo>
                <a:close/>
              </a:path>
            </a:pathLst>
          </a:custGeom>
          <a:solidFill>
            <a:srgbClr val="40B8D5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803" y="-1228"/>
            <a:ext cx="3896995" cy="4691380"/>
            <a:chOff x="5803" y="-1228"/>
            <a:chExt cx="3896995" cy="4691380"/>
          </a:xfrm>
        </p:grpSpPr>
        <p:sp>
          <p:nvSpPr>
            <p:cNvPr id="5" name="object 5"/>
            <p:cNvSpPr/>
            <p:nvPr/>
          </p:nvSpPr>
          <p:spPr>
            <a:xfrm>
              <a:off x="5803" y="-1228"/>
              <a:ext cx="3896995" cy="4691380"/>
            </a:xfrm>
            <a:custGeom>
              <a:avLst/>
              <a:gdLst/>
              <a:ahLst/>
              <a:cxnLst/>
              <a:rect l="l" t="t" r="r" b="b"/>
              <a:pathLst>
                <a:path w="3896995" h="4691380">
                  <a:moveTo>
                    <a:pt x="3887051" y="920424"/>
                  </a:moveTo>
                  <a:lnTo>
                    <a:pt x="3818500" y="600456"/>
                  </a:lnTo>
                  <a:lnTo>
                    <a:pt x="3840345" y="641797"/>
                  </a:lnTo>
                  <a:lnTo>
                    <a:pt x="3889573" y="871571"/>
                  </a:lnTo>
                  <a:lnTo>
                    <a:pt x="3887051" y="920424"/>
                  </a:lnTo>
                  <a:close/>
                </a:path>
                <a:path w="3896995" h="4691380">
                  <a:moveTo>
                    <a:pt x="2040355" y="0"/>
                  </a:moveTo>
                  <a:lnTo>
                    <a:pt x="3261461" y="1007"/>
                  </a:lnTo>
                  <a:lnTo>
                    <a:pt x="3276309" y="9687"/>
                  </a:lnTo>
                  <a:lnTo>
                    <a:pt x="3320749" y="35245"/>
                  </a:lnTo>
                  <a:lnTo>
                    <a:pt x="3365414" y="61850"/>
                  </a:lnTo>
                  <a:lnTo>
                    <a:pt x="3410291" y="89448"/>
                  </a:lnTo>
                  <a:lnTo>
                    <a:pt x="3455370" y="117987"/>
                  </a:lnTo>
                  <a:lnTo>
                    <a:pt x="3488220" y="150071"/>
                  </a:lnTo>
                  <a:lnTo>
                    <a:pt x="3521249" y="182987"/>
                  </a:lnTo>
                  <a:lnTo>
                    <a:pt x="3566862" y="214020"/>
                  </a:lnTo>
                  <a:lnTo>
                    <a:pt x="3600212" y="248437"/>
                  </a:lnTo>
                  <a:lnTo>
                    <a:pt x="3621287" y="286184"/>
                  </a:lnTo>
                  <a:lnTo>
                    <a:pt x="3688658" y="358150"/>
                  </a:lnTo>
                  <a:lnTo>
                    <a:pt x="3710094" y="397581"/>
                  </a:lnTo>
                  <a:lnTo>
                    <a:pt x="3744046" y="434805"/>
                  </a:lnTo>
                  <a:lnTo>
                    <a:pt x="3809113" y="556638"/>
                  </a:lnTo>
                  <a:lnTo>
                    <a:pt x="3896809" y="965967"/>
                  </a:lnTo>
                  <a:lnTo>
                    <a:pt x="3893986" y="1013417"/>
                  </a:lnTo>
                  <a:lnTo>
                    <a:pt x="3878562" y="1062671"/>
                  </a:lnTo>
                  <a:lnTo>
                    <a:pt x="3871911" y="1152874"/>
                  </a:lnTo>
                  <a:lnTo>
                    <a:pt x="3855804" y="1198937"/>
                  </a:lnTo>
                  <a:lnTo>
                    <a:pt x="3839424" y="1243730"/>
                  </a:lnTo>
                  <a:lnTo>
                    <a:pt x="3822749" y="1287148"/>
                  </a:lnTo>
                  <a:lnTo>
                    <a:pt x="3805758" y="1329088"/>
                  </a:lnTo>
                  <a:lnTo>
                    <a:pt x="3788429" y="1369447"/>
                  </a:lnTo>
                  <a:lnTo>
                    <a:pt x="3768356" y="1397003"/>
                  </a:lnTo>
                  <a:lnTo>
                    <a:pt x="3618146" y="695886"/>
                  </a:lnTo>
                  <a:lnTo>
                    <a:pt x="3530612" y="529806"/>
                  </a:lnTo>
                  <a:lnTo>
                    <a:pt x="3462576" y="454736"/>
                  </a:lnTo>
                  <a:lnTo>
                    <a:pt x="3441186" y="415520"/>
                  </a:lnTo>
                  <a:lnTo>
                    <a:pt x="3395125" y="382399"/>
                  </a:lnTo>
                  <a:lnTo>
                    <a:pt x="3361668" y="347482"/>
                  </a:lnTo>
                  <a:lnTo>
                    <a:pt x="3328415" y="313520"/>
                  </a:lnTo>
                  <a:lnTo>
                    <a:pt x="3282969" y="283264"/>
                  </a:lnTo>
                  <a:lnTo>
                    <a:pt x="3237765" y="254144"/>
                  </a:lnTo>
                  <a:lnTo>
                    <a:pt x="3192825" y="226252"/>
                  </a:lnTo>
                  <a:lnTo>
                    <a:pt x="3148167" y="199677"/>
                  </a:lnTo>
                  <a:lnTo>
                    <a:pt x="3103810" y="174510"/>
                  </a:lnTo>
                  <a:lnTo>
                    <a:pt x="3047357" y="153503"/>
                  </a:lnTo>
                  <a:lnTo>
                    <a:pt x="3017441" y="135113"/>
                  </a:lnTo>
                  <a:lnTo>
                    <a:pt x="2975297" y="120274"/>
                  </a:lnTo>
                  <a:lnTo>
                    <a:pt x="2933341" y="106312"/>
                  </a:lnTo>
                  <a:lnTo>
                    <a:pt x="2891571" y="93216"/>
                  </a:lnTo>
                  <a:lnTo>
                    <a:pt x="2849983" y="80972"/>
                  </a:lnTo>
                  <a:lnTo>
                    <a:pt x="2796157" y="72228"/>
                  </a:lnTo>
                  <a:lnTo>
                    <a:pt x="2754926" y="61651"/>
                  </a:lnTo>
                  <a:lnTo>
                    <a:pt x="2713870" y="51888"/>
                  </a:lnTo>
                  <a:lnTo>
                    <a:pt x="2660567" y="45587"/>
                  </a:lnTo>
                  <a:lnTo>
                    <a:pt x="2619851" y="37414"/>
                  </a:lnTo>
                  <a:lnTo>
                    <a:pt x="2566884" y="32678"/>
                  </a:lnTo>
                  <a:lnTo>
                    <a:pt x="2514080" y="28706"/>
                  </a:lnTo>
                  <a:lnTo>
                    <a:pt x="2461437" y="25484"/>
                  </a:lnTo>
                  <a:lnTo>
                    <a:pt x="2408952" y="23000"/>
                  </a:lnTo>
                  <a:lnTo>
                    <a:pt x="2356623" y="21242"/>
                  </a:lnTo>
                  <a:lnTo>
                    <a:pt x="2292028" y="22857"/>
                  </a:lnTo>
                  <a:lnTo>
                    <a:pt x="2240001" y="22512"/>
                  </a:lnTo>
                  <a:lnTo>
                    <a:pt x="2175703" y="25514"/>
                  </a:lnTo>
                  <a:lnTo>
                    <a:pt x="2123968" y="26530"/>
                  </a:lnTo>
                  <a:lnTo>
                    <a:pt x="2070955" y="21581"/>
                  </a:lnTo>
                  <a:lnTo>
                    <a:pt x="2040355" y="0"/>
                  </a:lnTo>
                  <a:close/>
                </a:path>
                <a:path w="3896995" h="4691380">
                  <a:moveTo>
                    <a:pt x="537205" y="1895576"/>
                  </a:moveTo>
                  <a:lnTo>
                    <a:pt x="475692" y="1608457"/>
                  </a:lnTo>
                  <a:lnTo>
                    <a:pt x="478097" y="1559059"/>
                  </a:lnTo>
                  <a:lnTo>
                    <a:pt x="468178" y="1512764"/>
                  </a:lnTo>
                  <a:lnTo>
                    <a:pt x="473570" y="1416682"/>
                  </a:lnTo>
                  <a:lnTo>
                    <a:pt x="488933" y="1367144"/>
                  </a:lnTo>
                  <a:lnTo>
                    <a:pt x="492080" y="1321208"/>
                  </a:lnTo>
                  <a:lnTo>
                    <a:pt x="507873" y="1273679"/>
                  </a:lnTo>
                  <a:lnTo>
                    <a:pt x="522970" y="1222896"/>
                  </a:lnTo>
                  <a:lnTo>
                    <a:pt x="538560" y="1174416"/>
                  </a:lnTo>
                  <a:lnTo>
                    <a:pt x="554653" y="1128287"/>
                  </a:lnTo>
                  <a:lnTo>
                    <a:pt x="571261" y="1084561"/>
                  </a:lnTo>
                  <a:lnTo>
                    <a:pt x="600813" y="1040625"/>
                  </a:lnTo>
                  <a:lnTo>
                    <a:pt x="618482" y="1001851"/>
                  </a:lnTo>
                  <a:lnTo>
                    <a:pt x="649116" y="962968"/>
                  </a:lnTo>
                  <a:lnTo>
                    <a:pt x="680308" y="926684"/>
                  </a:lnTo>
                  <a:lnTo>
                    <a:pt x="712066" y="893051"/>
                  </a:lnTo>
                  <a:lnTo>
                    <a:pt x="756822" y="859457"/>
                  </a:lnTo>
                  <a:lnTo>
                    <a:pt x="789748" y="831273"/>
                  </a:lnTo>
                  <a:lnTo>
                    <a:pt x="823274" y="805888"/>
                  </a:lnTo>
                  <a:lnTo>
                    <a:pt x="870015" y="781562"/>
                  </a:lnTo>
                  <a:lnTo>
                    <a:pt x="904909" y="762559"/>
                  </a:lnTo>
                  <a:lnTo>
                    <a:pt x="952786" y="743538"/>
                  </a:lnTo>
                  <a:lnTo>
                    <a:pt x="988808" y="729801"/>
                  </a:lnTo>
                  <a:lnTo>
                    <a:pt x="1037806" y="716007"/>
                  </a:lnTo>
                  <a:lnTo>
                    <a:pt x="1074939" y="707460"/>
                  </a:lnTo>
                  <a:lnTo>
                    <a:pt x="1125040" y="698816"/>
                  </a:lnTo>
                  <a:lnTo>
                    <a:pt x="1163268" y="695380"/>
                  </a:lnTo>
                  <a:lnTo>
                    <a:pt x="1214456" y="691810"/>
                  </a:lnTo>
                  <a:lnTo>
                    <a:pt x="1266181" y="690747"/>
                  </a:lnTo>
                  <a:lnTo>
                    <a:pt x="1318439" y="692172"/>
                  </a:lnTo>
                  <a:lnTo>
                    <a:pt x="1358808" y="698726"/>
                  </a:lnTo>
                  <a:lnTo>
                    <a:pt x="1412120" y="705069"/>
                  </a:lnTo>
                  <a:lnTo>
                    <a:pt x="1465952" y="713841"/>
                  </a:lnTo>
                  <a:lnTo>
                    <a:pt x="1507883" y="727685"/>
                  </a:lnTo>
                  <a:lnTo>
                    <a:pt x="1562744" y="741260"/>
                  </a:lnTo>
                  <a:lnTo>
                    <a:pt x="1618113" y="757206"/>
                  </a:lnTo>
                  <a:lnTo>
                    <a:pt x="1661568" y="778165"/>
                  </a:lnTo>
                  <a:lnTo>
                    <a:pt x="1717941" y="798797"/>
                  </a:lnTo>
                  <a:lnTo>
                    <a:pt x="1762391" y="824403"/>
                  </a:lnTo>
                  <a:lnTo>
                    <a:pt x="1819752" y="849643"/>
                  </a:lnTo>
                  <a:lnTo>
                    <a:pt x="1864304" y="875726"/>
                  </a:lnTo>
                  <a:lnTo>
                    <a:pt x="1909051" y="902715"/>
                  </a:lnTo>
                  <a:lnTo>
                    <a:pt x="1953965" y="930482"/>
                  </a:lnTo>
                  <a:lnTo>
                    <a:pt x="1999017" y="958898"/>
                  </a:lnTo>
                  <a:lnTo>
                    <a:pt x="2031763" y="990495"/>
                  </a:lnTo>
                  <a:lnTo>
                    <a:pt x="2167646" y="1079128"/>
                  </a:lnTo>
                  <a:lnTo>
                    <a:pt x="2200560" y="1111511"/>
                  </a:lnTo>
                  <a:lnTo>
                    <a:pt x="2279032" y="1174665"/>
                  </a:lnTo>
                  <a:lnTo>
                    <a:pt x="2324491" y="1204982"/>
                  </a:lnTo>
                  <a:lnTo>
                    <a:pt x="2369818" y="1234680"/>
                  </a:lnTo>
                  <a:lnTo>
                    <a:pt x="2402586" y="1266379"/>
                  </a:lnTo>
                  <a:lnTo>
                    <a:pt x="2447623" y="1294721"/>
                  </a:lnTo>
                  <a:lnTo>
                    <a:pt x="2492502" y="1322328"/>
                  </a:lnTo>
                  <a:lnTo>
                    <a:pt x="2537215" y="1349161"/>
                  </a:lnTo>
                  <a:lnTo>
                    <a:pt x="2569336" y="1377841"/>
                  </a:lnTo>
                  <a:lnTo>
                    <a:pt x="2598390" y="1392204"/>
                  </a:lnTo>
                  <a:lnTo>
                    <a:pt x="2627913" y="1408760"/>
                  </a:lnTo>
                  <a:lnTo>
                    <a:pt x="2657793" y="1426978"/>
                  </a:lnTo>
                  <a:lnTo>
                    <a:pt x="2700333" y="1443668"/>
                  </a:lnTo>
                  <a:lnTo>
                    <a:pt x="2785688" y="1478330"/>
                  </a:lnTo>
                  <a:lnTo>
                    <a:pt x="2828276" y="1495242"/>
                  </a:lnTo>
                  <a:lnTo>
                    <a:pt x="2870653" y="1511168"/>
                  </a:lnTo>
                  <a:lnTo>
                    <a:pt x="2925124" y="1522920"/>
                  </a:lnTo>
                  <a:lnTo>
                    <a:pt x="2966738" y="1535288"/>
                  </a:lnTo>
                  <a:lnTo>
                    <a:pt x="3020219" y="1542421"/>
                  </a:lnTo>
                  <a:lnTo>
                    <a:pt x="3073035" y="1546452"/>
                  </a:lnTo>
                  <a:lnTo>
                    <a:pt x="3125073" y="1546849"/>
                  </a:lnTo>
                  <a:lnTo>
                    <a:pt x="3176219" y="1543084"/>
                  </a:lnTo>
                  <a:lnTo>
                    <a:pt x="3238779" y="1531967"/>
                  </a:lnTo>
                  <a:lnTo>
                    <a:pt x="3287801" y="1518288"/>
                  </a:lnTo>
                  <a:lnTo>
                    <a:pt x="3335591" y="1498859"/>
                  </a:lnTo>
                  <a:lnTo>
                    <a:pt x="3370448" y="1479685"/>
                  </a:lnTo>
                  <a:lnTo>
                    <a:pt x="3416883" y="1453933"/>
                  </a:lnTo>
                  <a:lnTo>
                    <a:pt x="3450109" y="1427146"/>
                  </a:lnTo>
                  <a:lnTo>
                    <a:pt x="3482590" y="1396884"/>
                  </a:lnTo>
                  <a:lnTo>
                    <a:pt x="3514374" y="1363369"/>
                  </a:lnTo>
                  <a:lnTo>
                    <a:pt x="3533091" y="1329481"/>
                  </a:lnTo>
                  <a:lnTo>
                    <a:pt x="3563623" y="1290122"/>
                  </a:lnTo>
                  <a:lnTo>
                    <a:pt x="3581182" y="1250833"/>
                  </a:lnTo>
                  <a:lnTo>
                    <a:pt x="3610651" y="1206515"/>
                  </a:lnTo>
                  <a:lnTo>
                    <a:pt x="3627243" y="1162710"/>
                  </a:lnTo>
                  <a:lnTo>
                    <a:pt x="3631003" y="1119639"/>
                  </a:lnTo>
                  <a:lnTo>
                    <a:pt x="3646817" y="1072203"/>
                  </a:lnTo>
                  <a:lnTo>
                    <a:pt x="3649894" y="1025943"/>
                  </a:lnTo>
                  <a:lnTo>
                    <a:pt x="3665119" y="975759"/>
                  </a:lnTo>
                  <a:lnTo>
                    <a:pt x="3655284" y="929856"/>
                  </a:lnTo>
                  <a:lnTo>
                    <a:pt x="3657692" y="880471"/>
                  </a:lnTo>
                  <a:lnTo>
                    <a:pt x="3768356" y="1397003"/>
                  </a:lnTo>
                  <a:lnTo>
                    <a:pt x="3758320" y="1410782"/>
                  </a:lnTo>
                  <a:lnTo>
                    <a:pt x="3740246" y="1447668"/>
                  </a:lnTo>
                  <a:lnTo>
                    <a:pt x="3709349" y="1485322"/>
                  </a:lnTo>
                  <a:lnTo>
                    <a:pt x="3678024" y="1520981"/>
                  </a:lnTo>
                  <a:lnTo>
                    <a:pt x="3646249" y="1554541"/>
                  </a:lnTo>
                  <a:lnTo>
                    <a:pt x="3614003" y="1585899"/>
                  </a:lnTo>
                  <a:lnTo>
                    <a:pt x="3581262" y="1614951"/>
                  </a:lnTo>
                  <a:lnTo>
                    <a:pt x="3548006" y="1641593"/>
                  </a:lnTo>
                  <a:lnTo>
                    <a:pt x="3514211" y="1665723"/>
                  </a:lnTo>
                  <a:lnTo>
                    <a:pt x="3467437" y="1689896"/>
                  </a:lnTo>
                  <a:lnTo>
                    <a:pt x="3432499" y="1708689"/>
                  </a:lnTo>
                  <a:lnTo>
                    <a:pt x="3396922" y="1724502"/>
                  </a:lnTo>
                  <a:lnTo>
                    <a:pt x="3348396" y="1740499"/>
                  </a:lnTo>
                  <a:lnTo>
                    <a:pt x="3311763" y="1751379"/>
                  </a:lnTo>
                  <a:lnTo>
                    <a:pt x="3262189" y="1762482"/>
                  </a:lnTo>
                  <a:lnTo>
                    <a:pt x="3224515" y="1768509"/>
                  </a:lnTo>
                  <a:lnTo>
                    <a:pt x="3173910" y="1774799"/>
                  </a:lnTo>
                  <a:lnTo>
                    <a:pt x="3135214" y="1776051"/>
                  </a:lnTo>
                  <a:lnTo>
                    <a:pt x="3083594" y="1777607"/>
                  </a:lnTo>
                  <a:lnTo>
                    <a:pt x="3043892" y="1774165"/>
                  </a:lnTo>
                  <a:lnTo>
                    <a:pt x="2991276" y="1771067"/>
                  </a:lnTo>
                  <a:lnTo>
                    <a:pt x="2950585" y="1763010"/>
                  </a:lnTo>
                  <a:lnTo>
                    <a:pt x="2896988" y="1755337"/>
                  </a:lnTo>
                  <a:lnTo>
                    <a:pt x="2855326" y="1742746"/>
                  </a:lnTo>
                  <a:lnTo>
                    <a:pt x="2800767" y="1730578"/>
                  </a:lnTo>
                  <a:lnTo>
                    <a:pt x="2745732" y="1716193"/>
                  </a:lnTo>
                  <a:lnTo>
                    <a:pt x="2702644" y="1696949"/>
                  </a:lnTo>
                  <a:lnTo>
                    <a:pt x="2646672" y="1678188"/>
                  </a:lnTo>
                  <a:lnTo>
                    <a:pt x="2602656" y="1654609"/>
                  </a:lnTo>
                  <a:lnTo>
                    <a:pt x="2558182" y="1628892"/>
                  </a:lnTo>
                  <a:lnTo>
                    <a:pt x="2500835" y="1603717"/>
                  </a:lnTo>
                  <a:lnTo>
                    <a:pt x="2455458" y="1573784"/>
                  </a:lnTo>
                  <a:lnTo>
                    <a:pt x="2410254" y="1544661"/>
                  </a:lnTo>
                  <a:lnTo>
                    <a:pt x="2364881" y="1514753"/>
                  </a:lnTo>
                  <a:lnTo>
                    <a:pt x="2319375" y="1484219"/>
                  </a:lnTo>
                  <a:lnTo>
                    <a:pt x="2182395" y="1390462"/>
                  </a:lnTo>
                  <a:lnTo>
                    <a:pt x="2149113" y="1356363"/>
                  </a:lnTo>
                  <a:lnTo>
                    <a:pt x="2011471" y="1259521"/>
                  </a:lnTo>
                  <a:lnTo>
                    <a:pt x="1965687" y="1227693"/>
                  </a:lnTo>
                  <a:lnTo>
                    <a:pt x="1932481" y="1193947"/>
                  </a:lnTo>
                  <a:lnTo>
                    <a:pt x="1887033" y="1163684"/>
                  </a:lnTo>
                  <a:lnTo>
                    <a:pt x="1841777" y="1134321"/>
                  </a:lnTo>
                  <a:lnTo>
                    <a:pt x="1796731" y="1105935"/>
                  </a:lnTo>
                  <a:lnTo>
                    <a:pt x="1751912" y="1078606"/>
                  </a:lnTo>
                  <a:lnTo>
                    <a:pt x="1707335" y="1052411"/>
                  </a:lnTo>
                  <a:lnTo>
                    <a:pt x="1663793" y="1031047"/>
                  </a:lnTo>
                  <a:lnTo>
                    <a:pt x="1620423" y="1010483"/>
                  </a:lnTo>
                  <a:lnTo>
                    <a:pt x="1577288" y="991019"/>
                  </a:lnTo>
                  <a:lnTo>
                    <a:pt x="1534454" y="972958"/>
                  </a:lnTo>
                  <a:lnTo>
                    <a:pt x="1479567" y="959260"/>
                  </a:lnTo>
                  <a:lnTo>
                    <a:pt x="1437527" y="944906"/>
                  </a:lnTo>
                  <a:lnTo>
                    <a:pt x="1383563" y="935519"/>
                  </a:lnTo>
                  <a:lnTo>
                    <a:pt x="1330158" y="928739"/>
                  </a:lnTo>
                  <a:lnTo>
                    <a:pt x="1277375" y="924867"/>
                  </a:lnTo>
                  <a:lnTo>
                    <a:pt x="1237699" y="921545"/>
                  </a:lnTo>
                  <a:lnTo>
                    <a:pt x="1186357" y="924393"/>
                  </a:lnTo>
                  <a:lnTo>
                    <a:pt x="1135831" y="931055"/>
                  </a:lnTo>
                  <a:lnTo>
                    <a:pt x="1098598" y="939136"/>
                  </a:lnTo>
                  <a:lnTo>
                    <a:pt x="1086186" y="941829"/>
                  </a:lnTo>
                  <a:lnTo>
                    <a:pt x="1037488" y="957019"/>
                  </a:lnTo>
                  <a:lnTo>
                    <a:pt x="989800" y="976925"/>
                  </a:lnTo>
                  <a:lnTo>
                    <a:pt x="955605" y="999187"/>
                  </a:lnTo>
                  <a:lnTo>
                    <a:pt x="909908" y="1028388"/>
                  </a:lnTo>
                  <a:lnTo>
                    <a:pt x="877496" y="1058971"/>
                  </a:lnTo>
                  <a:lnTo>
                    <a:pt x="845882" y="1093284"/>
                  </a:lnTo>
                  <a:lnTo>
                    <a:pt x="815001" y="1131013"/>
                  </a:lnTo>
                  <a:lnTo>
                    <a:pt x="784784" y="1171843"/>
                  </a:lnTo>
                  <a:lnTo>
                    <a:pt x="767583" y="1212801"/>
                  </a:lnTo>
                  <a:lnTo>
                    <a:pt x="750912" y="1256234"/>
                  </a:lnTo>
                  <a:lnTo>
                    <a:pt x="734703" y="1301827"/>
                  </a:lnTo>
                  <a:lnTo>
                    <a:pt x="718890" y="1349266"/>
                  </a:lnTo>
                  <a:lnTo>
                    <a:pt x="705497" y="1589868"/>
                  </a:lnTo>
                  <a:lnTo>
                    <a:pt x="887027" y="2437173"/>
                  </a:lnTo>
                  <a:lnTo>
                    <a:pt x="835706" y="2379501"/>
                  </a:lnTo>
                  <a:lnTo>
                    <a:pt x="766792" y="2300331"/>
                  </a:lnTo>
                  <a:lnTo>
                    <a:pt x="744556" y="2257165"/>
                  </a:lnTo>
                  <a:lnTo>
                    <a:pt x="709771" y="2216051"/>
                  </a:lnTo>
                  <a:lnTo>
                    <a:pt x="687274" y="2171672"/>
                  </a:lnTo>
                  <a:lnTo>
                    <a:pt x="652231" y="2129352"/>
                  </a:lnTo>
                  <a:lnTo>
                    <a:pt x="537205" y="1895576"/>
                  </a:lnTo>
                  <a:close/>
                </a:path>
                <a:path w="3896995" h="4691380">
                  <a:moveTo>
                    <a:pt x="2090668" y="3690377"/>
                  </a:moveTo>
                  <a:lnTo>
                    <a:pt x="2060814" y="3551032"/>
                  </a:lnTo>
                  <a:lnTo>
                    <a:pt x="2083123" y="3594535"/>
                  </a:lnTo>
                  <a:lnTo>
                    <a:pt x="2093084" y="3641029"/>
                  </a:lnTo>
                  <a:lnTo>
                    <a:pt x="2090668" y="3690377"/>
                  </a:lnTo>
                  <a:close/>
                </a:path>
                <a:path w="3896995" h="4691380">
                  <a:moveTo>
                    <a:pt x="887027" y="2437173"/>
                  </a:moveTo>
                  <a:lnTo>
                    <a:pt x="755091" y="1821353"/>
                  </a:lnTo>
                  <a:lnTo>
                    <a:pt x="867517" y="2042991"/>
                  </a:lnTo>
                  <a:lnTo>
                    <a:pt x="902126" y="2083284"/>
                  </a:lnTo>
                  <a:lnTo>
                    <a:pt x="924223" y="2125802"/>
                  </a:lnTo>
                  <a:lnTo>
                    <a:pt x="958647" y="2165232"/>
                  </a:lnTo>
                  <a:lnTo>
                    <a:pt x="1061389" y="2281048"/>
                  </a:lnTo>
                  <a:lnTo>
                    <a:pt x="1163377" y="2393346"/>
                  </a:lnTo>
                  <a:lnTo>
                    <a:pt x="1264665" y="2502374"/>
                  </a:lnTo>
                  <a:lnTo>
                    <a:pt x="1310699" y="2535371"/>
                  </a:lnTo>
                  <a:lnTo>
                    <a:pt x="1330356" y="2566500"/>
                  </a:lnTo>
                  <a:lnTo>
                    <a:pt x="1408413" y="2627720"/>
                  </a:lnTo>
                  <a:lnTo>
                    <a:pt x="1543098" y="2771382"/>
                  </a:lnTo>
                  <a:lnTo>
                    <a:pt x="1589336" y="2805332"/>
                  </a:lnTo>
                  <a:lnTo>
                    <a:pt x="1691267" y="2917362"/>
                  </a:lnTo>
                  <a:lnTo>
                    <a:pt x="1794053" y="3033385"/>
                  </a:lnTo>
                  <a:lnTo>
                    <a:pt x="1816120" y="3075761"/>
                  </a:lnTo>
                  <a:lnTo>
                    <a:pt x="1850729" y="3116053"/>
                  </a:lnTo>
                  <a:lnTo>
                    <a:pt x="1873050" y="3159615"/>
                  </a:lnTo>
                  <a:lnTo>
                    <a:pt x="1907927" y="3201159"/>
                  </a:lnTo>
                  <a:lnTo>
                    <a:pt x="1930530" y="3246038"/>
                  </a:lnTo>
                  <a:lnTo>
                    <a:pt x="1965704" y="3288966"/>
                  </a:lnTo>
                  <a:lnTo>
                    <a:pt x="1988618" y="3335296"/>
                  </a:lnTo>
                  <a:lnTo>
                    <a:pt x="1997713" y="3377749"/>
                  </a:lnTo>
                  <a:lnTo>
                    <a:pt x="2041364" y="3460246"/>
                  </a:lnTo>
                  <a:lnTo>
                    <a:pt x="2110680" y="3783783"/>
                  </a:lnTo>
                  <a:lnTo>
                    <a:pt x="2097287" y="4024388"/>
                  </a:lnTo>
                  <a:lnTo>
                    <a:pt x="2094145" y="4070347"/>
                  </a:lnTo>
                  <a:lnTo>
                    <a:pt x="2078362" y="4117925"/>
                  </a:lnTo>
                  <a:lnTo>
                    <a:pt x="2062327" y="4164326"/>
                  </a:lnTo>
                  <a:lnTo>
                    <a:pt x="2046010" y="4209411"/>
                  </a:lnTo>
                  <a:lnTo>
                    <a:pt x="2029381" y="4253044"/>
                  </a:lnTo>
                  <a:lnTo>
                    <a:pt x="1999994" y="4297749"/>
                  </a:lnTo>
                  <a:lnTo>
                    <a:pt x="1991325" y="4317907"/>
                  </a:lnTo>
                  <a:lnTo>
                    <a:pt x="1821415" y="3524841"/>
                  </a:lnTo>
                  <a:lnTo>
                    <a:pt x="1710991" y="3312542"/>
                  </a:lnTo>
                  <a:lnTo>
                    <a:pt x="1676672" y="3273605"/>
                  </a:lnTo>
                  <a:lnTo>
                    <a:pt x="1654857" y="3232402"/>
                  </a:lnTo>
                  <a:lnTo>
                    <a:pt x="1518693" y="3081837"/>
                  </a:lnTo>
                  <a:lnTo>
                    <a:pt x="1497245" y="3042350"/>
                  </a:lnTo>
                  <a:lnTo>
                    <a:pt x="1451023" y="3008475"/>
                  </a:lnTo>
                  <a:lnTo>
                    <a:pt x="1249301" y="2794403"/>
                  </a:lnTo>
                  <a:lnTo>
                    <a:pt x="1171275" y="2733324"/>
                  </a:lnTo>
                  <a:lnTo>
                    <a:pt x="1151562" y="2701936"/>
                  </a:lnTo>
                  <a:lnTo>
                    <a:pt x="1105979" y="2671045"/>
                  </a:lnTo>
                  <a:lnTo>
                    <a:pt x="1072675" y="2636843"/>
                  </a:lnTo>
                  <a:lnTo>
                    <a:pt x="1005651" y="2566498"/>
                  </a:lnTo>
                  <a:lnTo>
                    <a:pt x="938079" y="2493592"/>
                  </a:lnTo>
                  <a:lnTo>
                    <a:pt x="887027" y="2437173"/>
                  </a:lnTo>
                  <a:close/>
                </a:path>
                <a:path w="3896995" h="4691380">
                  <a:moveTo>
                    <a:pt x="490548" y="4345231"/>
                  </a:moveTo>
                  <a:lnTo>
                    <a:pt x="334402" y="3616408"/>
                  </a:lnTo>
                  <a:lnTo>
                    <a:pt x="356653" y="3659642"/>
                  </a:lnTo>
                  <a:lnTo>
                    <a:pt x="366277" y="3704562"/>
                  </a:lnTo>
                  <a:lnTo>
                    <a:pt x="388119" y="3745888"/>
                  </a:lnTo>
                  <a:lnTo>
                    <a:pt x="397352" y="3788984"/>
                  </a:lnTo>
                  <a:lnTo>
                    <a:pt x="418821" y="3828570"/>
                  </a:lnTo>
                  <a:lnTo>
                    <a:pt x="482225" y="3942643"/>
                  </a:lnTo>
                  <a:lnTo>
                    <a:pt x="505324" y="3989833"/>
                  </a:lnTo>
                  <a:lnTo>
                    <a:pt x="527724" y="4033766"/>
                  </a:lnTo>
                  <a:lnTo>
                    <a:pt x="561914" y="4072102"/>
                  </a:lnTo>
                  <a:lnTo>
                    <a:pt x="583125" y="4110483"/>
                  </a:lnTo>
                  <a:lnTo>
                    <a:pt x="616262" y="4143907"/>
                  </a:lnTo>
                  <a:lnTo>
                    <a:pt x="648977" y="4175358"/>
                  </a:lnTo>
                  <a:lnTo>
                    <a:pt x="681337" y="4205155"/>
                  </a:lnTo>
                  <a:lnTo>
                    <a:pt x="713412" y="4233619"/>
                  </a:lnTo>
                  <a:lnTo>
                    <a:pt x="745269" y="4261072"/>
                  </a:lnTo>
                  <a:lnTo>
                    <a:pt x="776979" y="4287833"/>
                  </a:lnTo>
                  <a:lnTo>
                    <a:pt x="909162" y="4359197"/>
                  </a:lnTo>
                  <a:lnTo>
                    <a:pt x="965804" y="4381081"/>
                  </a:lnTo>
                  <a:lnTo>
                    <a:pt x="1010222" y="4406539"/>
                  </a:lnTo>
                  <a:lnTo>
                    <a:pt x="1065484" y="4421983"/>
                  </a:lnTo>
                  <a:lnTo>
                    <a:pt x="1107665" y="4436993"/>
                  </a:lnTo>
                  <a:lnTo>
                    <a:pt x="1149181" y="4448904"/>
                  </a:lnTo>
                  <a:lnTo>
                    <a:pt x="1202450" y="4455047"/>
                  </a:lnTo>
                  <a:lnTo>
                    <a:pt x="1255052" y="4458076"/>
                  </a:lnTo>
                  <a:lnTo>
                    <a:pt x="1294567" y="4460647"/>
                  </a:lnTo>
                  <a:lnTo>
                    <a:pt x="1345831" y="4457430"/>
                  </a:lnTo>
                  <a:lnTo>
                    <a:pt x="1396423" y="4451081"/>
                  </a:lnTo>
                  <a:lnTo>
                    <a:pt x="1433925" y="4444253"/>
                  </a:lnTo>
                  <a:lnTo>
                    <a:pt x="1483171" y="4431618"/>
                  </a:lnTo>
                  <a:lnTo>
                    <a:pt x="1531741" y="4415832"/>
                  </a:lnTo>
                  <a:lnTo>
                    <a:pt x="1567217" y="4399547"/>
                  </a:lnTo>
                  <a:lnTo>
                    <a:pt x="1602015" y="4380097"/>
                  </a:lnTo>
                  <a:lnTo>
                    <a:pt x="1648551" y="4354815"/>
                  </a:lnTo>
                  <a:lnTo>
                    <a:pt x="1681988" y="4329016"/>
                  </a:lnTo>
                  <a:lnTo>
                    <a:pt x="1714743" y="4300031"/>
                  </a:lnTo>
                  <a:lnTo>
                    <a:pt x="1746814" y="4267856"/>
                  </a:lnTo>
                  <a:lnTo>
                    <a:pt x="1777395" y="4228725"/>
                  </a:lnTo>
                  <a:lnTo>
                    <a:pt x="1794951" y="4189420"/>
                  </a:lnTo>
                  <a:lnTo>
                    <a:pt x="1824372" y="4144877"/>
                  </a:lnTo>
                  <a:lnTo>
                    <a:pt x="1840878" y="4100671"/>
                  </a:lnTo>
                  <a:lnTo>
                    <a:pt x="1856941" y="4054399"/>
                  </a:lnTo>
                  <a:lnTo>
                    <a:pt x="1872616" y="4006316"/>
                  </a:lnTo>
                  <a:lnTo>
                    <a:pt x="1875540" y="3959341"/>
                  </a:lnTo>
                  <a:lnTo>
                    <a:pt x="1882862" y="3811649"/>
                  </a:lnTo>
                  <a:lnTo>
                    <a:pt x="1991325" y="4317907"/>
                  </a:lnTo>
                  <a:lnTo>
                    <a:pt x="1952500" y="4379180"/>
                  </a:lnTo>
                  <a:lnTo>
                    <a:pt x="1921915" y="4418294"/>
                  </a:lnTo>
                  <a:lnTo>
                    <a:pt x="1890174" y="4452014"/>
                  </a:lnTo>
                  <a:lnTo>
                    <a:pt x="1857919" y="4483327"/>
                  </a:lnTo>
                  <a:lnTo>
                    <a:pt x="1825148" y="4512237"/>
                  </a:lnTo>
                  <a:lnTo>
                    <a:pt x="1779444" y="4541405"/>
                  </a:lnTo>
                  <a:lnTo>
                    <a:pt x="1745644" y="4565512"/>
                  </a:lnTo>
                  <a:lnTo>
                    <a:pt x="1711330" y="4587219"/>
                  </a:lnTo>
                  <a:lnTo>
                    <a:pt x="1664085" y="4609190"/>
                  </a:lnTo>
                  <a:lnTo>
                    <a:pt x="1628744" y="4626106"/>
                  </a:lnTo>
                  <a:lnTo>
                    <a:pt x="1580472" y="4643288"/>
                  </a:lnTo>
                  <a:lnTo>
                    <a:pt x="1531688" y="4658078"/>
                  </a:lnTo>
                  <a:lnTo>
                    <a:pt x="1494810" y="4667817"/>
                  </a:lnTo>
                  <a:lnTo>
                    <a:pt x="1445002" y="4677829"/>
                  </a:lnTo>
                  <a:lnTo>
                    <a:pt x="1394683" y="4685454"/>
                  </a:lnTo>
                  <a:lnTo>
                    <a:pt x="1343853" y="4690694"/>
                  </a:lnTo>
                  <a:lnTo>
                    <a:pt x="1304931" y="4690890"/>
                  </a:lnTo>
                  <a:lnTo>
                    <a:pt x="1253080" y="4691366"/>
                  </a:lnTo>
                  <a:lnTo>
                    <a:pt x="1200719" y="4689462"/>
                  </a:lnTo>
                  <a:lnTo>
                    <a:pt x="1160267" y="4682519"/>
                  </a:lnTo>
                  <a:lnTo>
                    <a:pt x="1106888" y="4675861"/>
                  </a:lnTo>
                  <a:lnTo>
                    <a:pt x="1065418" y="4664168"/>
                  </a:lnTo>
                  <a:lnTo>
                    <a:pt x="1011022" y="4652763"/>
                  </a:lnTo>
                  <a:lnTo>
                    <a:pt x="968536" y="4636327"/>
                  </a:lnTo>
                  <a:lnTo>
                    <a:pt x="925542" y="4617521"/>
                  </a:lnTo>
                  <a:lnTo>
                    <a:pt x="868427" y="4593424"/>
                  </a:lnTo>
                  <a:lnTo>
                    <a:pt x="811428" y="4569870"/>
                  </a:lnTo>
                  <a:lnTo>
                    <a:pt x="677910" y="4492276"/>
                  </a:lnTo>
                  <a:lnTo>
                    <a:pt x="633321" y="4466026"/>
                  </a:lnTo>
                  <a:lnTo>
                    <a:pt x="601031" y="4436555"/>
                  </a:lnTo>
                  <a:lnTo>
                    <a:pt x="556155" y="4408963"/>
                  </a:lnTo>
                  <a:lnTo>
                    <a:pt x="523482" y="4377709"/>
                  </a:lnTo>
                  <a:lnTo>
                    <a:pt x="490548" y="4345231"/>
                  </a:lnTo>
                  <a:close/>
                </a:path>
                <a:path w="3896995" h="4691380">
                  <a:moveTo>
                    <a:pt x="493615" y="1752737"/>
                  </a:moveTo>
                  <a:lnTo>
                    <a:pt x="483477" y="1705420"/>
                  </a:lnTo>
                  <a:lnTo>
                    <a:pt x="485773" y="1655512"/>
                  </a:lnTo>
                  <a:lnTo>
                    <a:pt x="516158" y="1797335"/>
                  </a:lnTo>
                  <a:lnTo>
                    <a:pt x="493615" y="1752737"/>
                  </a:lnTo>
                  <a:close/>
                </a:path>
                <a:path w="3896995" h="4691380">
                  <a:moveTo>
                    <a:pt x="217889" y="2890703"/>
                  </a:moveTo>
                  <a:lnTo>
                    <a:pt x="130056" y="2480736"/>
                  </a:lnTo>
                  <a:lnTo>
                    <a:pt x="153628" y="2530138"/>
                  </a:lnTo>
                  <a:lnTo>
                    <a:pt x="219525" y="2837717"/>
                  </a:lnTo>
                  <a:lnTo>
                    <a:pt x="217889" y="2890703"/>
                  </a:lnTo>
                  <a:close/>
                </a:path>
                <a:path w="3896995" h="4691380">
                  <a:moveTo>
                    <a:pt x="179057" y="3861295"/>
                  </a:moveTo>
                  <a:lnTo>
                    <a:pt x="0" y="3025532"/>
                  </a:lnTo>
                  <a:lnTo>
                    <a:pt x="957" y="2241894"/>
                  </a:lnTo>
                  <a:lnTo>
                    <a:pt x="17100" y="2256623"/>
                  </a:lnTo>
                  <a:lnTo>
                    <a:pt x="38966" y="2298058"/>
                  </a:lnTo>
                  <a:lnTo>
                    <a:pt x="73643" y="2338672"/>
                  </a:lnTo>
                  <a:lnTo>
                    <a:pt x="119220" y="2430156"/>
                  </a:lnTo>
                  <a:lnTo>
                    <a:pt x="228605" y="2940722"/>
                  </a:lnTo>
                  <a:lnTo>
                    <a:pt x="231999" y="3017185"/>
                  </a:lnTo>
                  <a:lnTo>
                    <a:pt x="237161" y="3041279"/>
                  </a:lnTo>
                  <a:lnTo>
                    <a:pt x="229901" y="3068019"/>
                  </a:lnTo>
                  <a:lnTo>
                    <a:pt x="247466" y="3150002"/>
                  </a:lnTo>
                  <a:lnTo>
                    <a:pt x="247159" y="3209195"/>
                  </a:lnTo>
                  <a:lnTo>
                    <a:pt x="490548" y="4345231"/>
                  </a:lnTo>
                  <a:lnTo>
                    <a:pt x="457304" y="4311310"/>
                  </a:lnTo>
                  <a:lnTo>
                    <a:pt x="423704" y="4275725"/>
                  </a:lnTo>
                  <a:lnTo>
                    <a:pt x="389700" y="4238254"/>
                  </a:lnTo>
                  <a:lnTo>
                    <a:pt x="367662" y="4196017"/>
                  </a:lnTo>
                  <a:lnTo>
                    <a:pt x="332709" y="4154115"/>
                  </a:lnTo>
                  <a:lnTo>
                    <a:pt x="309627" y="4107004"/>
                  </a:lnTo>
                  <a:lnTo>
                    <a:pt x="273535" y="4059786"/>
                  </a:lnTo>
                  <a:lnTo>
                    <a:pt x="231168" y="3983283"/>
                  </a:lnTo>
                  <a:lnTo>
                    <a:pt x="222214" y="3941490"/>
                  </a:lnTo>
                  <a:lnTo>
                    <a:pt x="179057" y="3861295"/>
                  </a:lnTo>
                  <a:close/>
                </a:path>
                <a:path w="3896995" h="4691380">
                  <a:moveTo>
                    <a:pt x="147718" y="3775643"/>
                  </a:moveTo>
                  <a:lnTo>
                    <a:pt x="874" y="3090239"/>
                  </a:lnTo>
                  <a:lnTo>
                    <a:pt x="8002" y="3062886"/>
                  </a:lnTo>
                  <a:lnTo>
                    <a:pt x="169675" y="3817505"/>
                  </a:lnTo>
                  <a:lnTo>
                    <a:pt x="147718" y="3775643"/>
                  </a:lnTo>
                  <a:close/>
                </a:path>
                <a:path w="3896995" h="4691380">
                  <a:moveTo>
                    <a:pt x="115722" y="3686925"/>
                  </a:moveTo>
                  <a:lnTo>
                    <a:pt x="17958" y="3230602"/>
                  </a:lnTo>
                  <a:lnTo>
                    <a:pt x="18393" y="3172010"/>
                  </a:lnTo>
                  <a:lnTo>
                    <a:pt x="138015" y="3730354"/>
                  </a:lnTo>
                  <a:lnTo>
                    <a:pt x="115722" y="3686925"/>
                  </a:lnTo>
                  <a:close/>
                </a:path>
                <a:path w="3896995" h="4691380">
                  <a:moveTo>
                    <a:pt x="61950" y="3496562"/>
                  </a:moveTo>
                  <a:lnTo>
                    <a:pt x="51111" y="3445971"/>
                  </a:lnTo>
                  <a:lnTo>
                    <a:pt x="52476" y="3391719"/>
                  </a:lnTo>
                  <a:lnTo>
                    <a:pt x="85000" y="3543525"/>
                  </a:lnTo>
                  <a:lnTo>
                    <a:pt x="61950" y="3496562"/>
                  </a:lnTo>
                  <a:close/>
                </a:path>
              </a:pathLst>
            </a:custGeom>
            <a:solidFill>
              <a:srgbClr val="2E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3" y="-1228"/>
              <a:ext cx="3896809" cy="469136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791" y="-1219"/>
              <a:ext cx="3896995" cy="4691380"/>
            </a:xfrm>
            <a:custGeom>
              <a:avLst/>
              <a:gdLst/>
              <a:ahLst/>
              <a:cxnLst/>
              <a:rect l="l" t="t" r="r" b="b"/>
              <a:pathLst>
                <a:path w="3896995" h="4691380">
                  <a:moveTo>
                    <a:pt x="3896817" y="965962"/>
                  </a:moveTo>
                  <a:lnTo>
                    <a:pt x="3841127" y="706043"/>
                  </a:lnTo>
                  <a:lnTo>
                    <a:pt x="3887063" y="920419"/>
                  </a:lnTo>
                  <a:lnTo>
                    <a:pt x="3889578" y="871575"/>
                  </a:lnTo>
                  <a:lnTo>
                    <a:pt x="3840353" y="641794"/>
                  </a:lnTo>
                  <a:lnTo>
                    <a:pt x="3818509" y="600468"/>
                  </a:lnTo>
                  <a:lnTo>
                    <a:pt x="3809123" y="556641"/>
                  </a:lnTo>
                  <a:lnTo>
                    <a:pt x="3744049" y="434797"/>
                  </a:lnTo>
                  <a:lnTo>
                    <a:pt x="3710101" y="397573"/>
                  </a:lnTo>
                  <a:lnTo>
                    <a:pt x="3688664" y="358152"/>
                  </a:lnTo>
                  <a:lnTo>
                    <a:pt x="3621290" y="286181"/>
                  </a:lnTo>
                  <a:lnTo>
                    <a:pt x="3600221" y="248437"/>
                  </a:lnTo>
                  <a:lnTo>
                    <a:pt x="3566871" y="214020"/>
                  </a:lnTo>
                  <a:lnTo>
                    <a:pt x="3521252" y="182981"/>
                  </a:lnTo>
                  <a:lnTo>
                    <a:pt x="3488232" y="150063"/>
                  </a:lnTo>
                  <a:lnTo>
                    <a:pt x="3455378" y="117983"/>
                  </a:lnTo>
                  <a:lnTo>
                    <a:pt x="3410293" y="89446"/>
                  </a:lnTo>
                  <a:lnTo>
                    <a:pt x="3365423" y="61849"/>
                  </a:lnTo>
                  <a:lnTo>
                    <a:pt x="3320758" y="35242"/>
                  </a:lnTo>
                  <a:lnTo>
                    <a:pt x="3276320" y="9690"/>
                  </a:lnTo>
                  <a:lnTo>
                    <a:pt x="3261474" y="1003"/>
                  </a:lnTo>
                  <a:lnTo>
                    <a:pt x="2040356" y="0"/>
                  </a:lnTo>
                  <a:lnTo>
                    <a:pt x="2070963" y="21577"/>
                  </a:lnTo>
                  <a:lnTo>
                    <a:pt x="2123973" y="26530"/>
                  </a:lnTo>
                  <a:lnTo>
                    <a:pt x="2175713" y="25514"/>
                  </a:lnTo>
                  <a:lnTo>
                    <a:pt x="2240013" y="22504"/>
                  </a:lnTo>
                  <a:lnTo>
                    <a:pt x="2292032" y="22860"/>
                  </a:lnTo>
                  <a:lnTo>
                    <a:pt x="2356624" y="21234"/>
                  </a:lnTo>
                  <a:lnTo>
                    <a:pt x="2408961" y="22999"/>
                  </a:lnTo>
                  <a:lnTo>
                    <a:pt x="2461437" y="25476"/>
                  </a:lnTo>
                  <a:lnTo>
                    <a:pt x="2514092" y="28702"/>
                  </a:lnTo>
                  <a:lnTo>
                    <a:pt x="2566886" y="32677"/>
                  </a:lnTo>
                  <a:lnTo>
                    <a:pt x="2619857" y="37414"/>
                  </a:lnTo>
                  <a:lnTo>
                    <a:pt x="2660573" y="45580"/>
                  </a:lnTo>
                  <a:lnTo>
                    <a:pt x="2713875" y="51879"/>
                  </a:lnTo>
                  <a:lnTo>
                    <a:pt x="2754934" y="61645"/>
                  </a:lnTo>
                  <a:lnTo>
                    <a:pt x="2796159" y="72224"/>
                  </a:lnTo>
                  <a:lnTo>
                    <a:pt x="2849994" y="80975"/>
                  </a:lnTo>
                  <a:lnTo>
                    <a:pt x="2891574" y="93218"/>
                  </a:lnTo>
                  <a:lnTo>
                    <a:pt x="2933344" y="106311"/>
                  </a:lnTo>
                  <a:lnTo>
                    <a:pt x="2975305" y="120269"/>
                  </a:lnTo>
                  <a:lnTo>
                    <a:pt x="3017443" y="135115"/>
                  </a:lnTo>
                  <a:lnTo>
                    <a:pt x="3047365" y="153504"/>
                  </a:lnTo>
                  <a:lnTo>
                    <a:pt x="3103816" y="174510"/>
                  </a:lnTo>
                  <a:lnTo>
                    <a:pt x="3148177" y="199669"/>
                  </a:lnTo>
                  <a:lnTo>
                    <a:pt x="3192830" y="226250"/>
                  </a:lnTo>
                  <a:lnTo>
                    <a:pt x="3237776" y="254139"/>
                  </a:lnTo>
                  <a:lnTo>
                    <a:pt x="3282975" y="283260"/>
                  </a:lnTo>
                  <a:lnTo>
                    <a:pt x="3328416" y="313512"/>
                  </a:lnTo>
                  <a:lnTo>
                    <a:pt x="3361677" y="347484"/>
                  </a:lnTo>
                  <a:lnTo>
                    <a:pt x="3395129" y="382397"/>
                  </a:lnTo>
                  <a:lnTo>
                    <a:pt x="3441192" y="415518"/>
                  </a:lnTo>
                  <a:lnTo>
                    <a:pt x="3462578" y="454736"/>
                  </a:lnTo>
                  <a:lnTo>
                    <a:pt x="3530612" y="529805"/>
                  </a:lnTo>
                  <a:lnTo>
                    <a:pt x="3618153" y="695883"/>
                  </a:lnTo>
                  <a:lnTo>
                    <a:pt x="3657689" y="880491"/>
                  </a:lnTo>
                  <a:lnTo>
                    <a:pt x="3655288" y="929855"/>
                  </a:lnTo>
                  <a:lnTo>
                    <a:pt x="3665131" y="975753"/>
                  </a:lnTo>
                  <a:lnTo>
                    <a:pt x="3649903" y="1025944"/>
                  </a:lnTo>
                  <a:lnTo>
                    <a:pt x="3646817" y="1072197"/>
                  </a:lnTo>
                  <a:lnTo>
                    <a:pt x="3631006" y="1119632"/>
                  </a:lnTo>
                  <a:lnTo>
                    <a:pt x="3627247" y="1162710"/>
                  </a:lnTo>
                  <a:lnTo>
                    <a:pt x="3610660" y="1206512"/>
                  </a:lnTo>
                  <a:lnTo>
                    <a:pt x="3581184" y="1250835"/>
                  </a:lnTo>
                  <a:lnTo>
                    <a:pt x="3563632" y="1290116"/>
                  </a:lnTo>
                  <a:lnTo>
                    <a:pt x="3533102" y="1329474"/>
                  </a:lnTo>
                  <a:lnTo>
                    <a:pt x="3514382" y="1363370"/>
                  </a:lnTo>
                  <a:lnTo>
                    <a:pt x="3482594" y="1396885"/>
                  </a:lnTo>
                  <a:lnTo>
                    <a:pt x="3450120" y="1427149"/>
                  </a:lnTo>
                  <a:lnTo>
                    <a:pt x="3416884" y="1453934"/>
                  </a:lnTo>
                  <a:lnTo>
                    <a:pt x="3370453" y="1479677"/>
                  </a:lnTo>
                  <a:lnTo>
                    <a:pt x="3335591" y="1498854"/>
                  </a:lnTo>
                  <a:lnTo>
                    <a:pt x="3287801" y="1518285"/>
                  </a:lnTo>
                  <a:lnTo>
                    <a:pt x="3238779" y="1531962"/>
                  </a:lnTo>
                  <a:lnTo>
                    <a:pt x="3176232" y="1543088"/>
                  </a:lnTo>
                  <a:lnTo>
                    <a:pt x="3125076" y="1546847"/>
                  </a:lnTo>
                  <a:lnTo>
                    <a:pt x="3073044" y="1546453"/>
                  </a:lnTo>
                  <a:lnTo>
                    <a:pt x="3020225" y="1542415"/>
                  </a:lnTo>
                  <a:lnTo>
                    <a:pt x="2966745" y="1535290"/>
                  </a:lnTo>
                  <a:lnTo>
                    <a:pt x="2925127" y="1522920"/>
                  </a:lnTo>
                  <a:lnTo>
                    <a:pt x="2870657" y="1511160"/>
                  </a:lnTo>
                  <a:lnTo>
                    <a:pt x="2828277" y="1495234"/>
                  </a:lnTo>
                  <a:lnTo>
                    <a:pt x="2785694" y="1478330"/>
                  </a:lnTo>
                  <a:lnTo>
                    <a:pt x="2700337" y="1443659"/>
                  </a:lnTo>
                  <a:lnTo>
                    <a:pt x="2657805" y="1426972"/>
                  </a:lnTo>
                  <a:lnTo>
                    <a:pt x="2627922" y="1408760"/>
                  </a:lnTo>
                  <a:lnTo>
                    <a:pt x="2598394" y="1392199"/>
                  </a:lnTo>
                  <a:lnTo>
                    <a:pt x="2569337" y="1377835"/>
                  </a:lnTo>
                  <a:lnTo>
                    <a:pt x="2537218" y="1349159"/>
                  </a:lnTo>
                  <a:lnTo>
                    <a:pt x="2492514" y="1322324"/>
                  </a:lnTo>
                  <a:lnTo>
                    <a:pt x="2447633" y="1294714"/>
                  </a:lnTo>
                  <a:lnTo>
                    <a:pt x="2402598" y="1266380"/>
                  </a:lnTo>
                  <a:lnTo>
                    <a:pt x="2369820" y="1234681"/>
                  </a:lnTo>
                  <a:lnTo>
                    <a:pt x="2324493" y="1204976"/>
                  </a:lnTo>
                  <a:lnTo>
                    <a:pt x="2279040" y="1174661"/>
                  </a:lnTo>
                  <a:lnTo>
                    <a:pt x="2200567" y="1111504"/>
                  </a:lnTo>
                  <a:lnTo>
                    <a:pt x="2167648" y="1079131"/>
                  </a:lnTo>
                  <a:lnTo>
                    <a:pt x="2031771" y="990498"/>
                  </a:lnTo>
                  <a:lnTo>
                    <a:pt x="1999018" y="958900"/>
                  </a:lnTo>
                  <a:lnTo>
                    <a:pt x="1953971" y="930478"/>
                  </a:lnTo>
                  <a:lnTo>
                    <a:pt x="1909051" y="902716"/>
                  </a:lnTo>
                  <a:lnTo>
                    <a:pt x="1864309" y="875728"/>
                  </a:lnTo>
                  <a:lnTo>
                    <a:pt x="1819757" y="849642"/>
                  </a:lnTo>
                  <a:lnTo>
                    <a:pt x="1762391" y="824395"/>
                  </a:lnTo>
                  <a:lnTo>
                    <a:pt x="1717941" y="798791"/>
                  </a:lnTo>
                  <a:lnTo>
                    <a:pt x="1661579" y="778167"/>
                  </a:lnTo>
                  <a:lnTo>
                    <a:pt x="1618119" y="757199"/>
                  </a:lnTo>
                  <a:lnTo>
                    <a:pt x="1562747" y="741260"/>
                  </a:lnTo>
                  <a:lnTo>
                    <a:pt x="1507883" y="727684"/>
                  </a:lnTo>
                  <a:lnTo>
                    <a:pt x="1465961" y="713841"/>
                  </a:lnTo>
                  <a:lnTo>
                    <a:pt x="1412125" y="705065"/>
                  </a:lnTo>
                  <a:lnTo>
                    <a:pt x="1358811" y="698728"/>
                  </a:lnTo>
                  <a:lnTo>
                    <a:pt x="1318450" y="692175"/>
                  </a:lnTo>
                  <a:lnTo>
                    <a:pt x="1266190" y="690740"/>
                  </a:lnTo>
                  <a:lnTo>
                    <a:pt x="1214462" y="691807"/>
                  </a:lnTo>
                  <a:lnTo>
                    <a:pt x="1163269" y="695375"/>
                  </a:lnTo>
                  <a:lnTo>
                    <a:pt x="1125042" y="698817"/>
                  </a:lnTo>
                  <a:lnTo>
                    <a:pt x="1074940" y="707453"/>
                  </a:lnTo>
                  <a:lnTo>
                    <a:pt x="1037805" y="716000"/>
                  </a:lnTo>
                  <a:lnTo>
                    <a:pt x="988809" y="729792"/>
                  </a:lnTo>
                  <a:lnTo>
                    <a:pt x="952792" y="743534"/>
                  </a:lnTo>
                  <a:lnTo>
                    <a:pt x="904913" y="762558"/>
                  </a:lnTo>
                  <a:lnTo>
                    <a:pt x="870026" y="781558"/>
                  </a:lnTo>
                  <a:lnTo>
                    <a:pt x="823277" y="805891"/>
                  </a:lnTo>
                  <a:lnTo>
                    <a:pt x="789749" y="831265"/>
                  </a:lnTo>
                  <a:lnTo>
                    <a:pt x="756831" y="859459"/>
                  </a:lnTo>
                  <a:lnTo>
                    <a:pt x="712076" y="893051"/>
                  </a:lnTo>
                  <a:lnTo>
                    <a:pt x="680313" y="926680"/>
                  </a:lnTo>
                  <a:lnTo>
                    <a:pt x="649122" y="962964"/>
                  </a:lnTo>
                  <a:lnTo>
                    <a:pt x="618490" y="1001852"/>
                  </a:lnTo>
                  <a:lnTo>
                    <a:pt x="600824" y="1040625"/>
                  </a:lnTo>
                  <a:lnTo>
                    <a:pt x="571271" y="1084554"/>
                  </a:lnTo>
                  <a:lnTo>
                    <a:pt x="554659" y="1128280"/>
                  </a:lnTo>
                  <a:lnTo>
                    <a:pt x="538568" y="1174419"/>
                  </a:lnTo>
                  <a:lnTo>
                    <a:pt x="522973" y="1222895"/>
                  </a:lnTo>
                  <a:lnTo>
                    <a:pt x="507885" y="1273683"/>
                  </a:lnTo>
                  <a:lnTo>
                    <a:pt x="492086" y="1321206"/>
                  </a:lnTo>
                  <a:lnTo>
                    <a:pt x="488937" y="1367142"/>
                  </a:lnTo>
                  <a:lnTo>
                    <a:pt x="473570" y="1416685"/>
                  </a:lnTo>
                  <a:lnTo>
                    <a:pt x="468185" y="1512760"/>
                  </a:lnTo>
                  <a:lnTo>
                    <a:pt x="478104" y="1559052"/>
                  </a:lnTo>
                  <a:lnTo>
                    <a:pt x="475703" y="1608455"/>
                  </a:lnTo>
                  <a:lnTo>
                    <a:pt x="485775" y="1655508"/>
                  </a:lnTo>
                  <a:lnTo>
                    <a:pt x="483489" y="1705419"/>
                  </a:lnTo>
                  <a:lnTo>
                    <a:pt x="493623" y="1752739"/>
                  </a:lnTo>
                  <a:lnTo>
                    <a:pt x="516153" y="1797329"/>
                  </a:lnTo>
                  <a:lnTo>
                    <a:pt x="537210" y="1895576"/>
                  </a:lnTo>
                  <a:lnTo>
                    <a:pt x="652233" y="2129345"/>
                  </a:lnTo>
                  <a:lnTo>
                    <a:pt x="687285" y="2171674"/>
                  </a:lnTo>
                  <a:lnTo>
                    <a:pt x="709777" y="2216048"/>
                  </a:lnTo>
                  <a:lnTo>
                    <a:pt x="744562" y="2257158"/>
                  </a:lnTo>
                  <a:lnTo>
                    <a:pt x="766800" y="2300325"/>
                  </a:lnTo>
                  <a:lnTo>
                    <a:pt x="835710" y="2379497"/>
                  </a:lnTo>
                  <a:lnTo>
                    <a:pt x="887031" y="2437168"/>
                  </a:lnTo>
                  <a:lnTo>
                    <a:pt x="938085" y="2493594"/>
                  </a:lnTo>
                  <a:lnTo>
                    <a:pt x="1005662" y="2566492"/>
                  </a:lnTo>
                  <a:lnTo>
                    <a:pt x="1072680" y="2636837"/>
                  </a:lnTo>
                  <a:lnTo>
                    <a:pt x="1105979" y="2671038"/>
                  </a:lnTo>
                  <a:lnTo>
                    <a:pt x="1151572" y="2701937"/>
                  </a:lnTo>
                  <a:lnTo>
                    <a:pt x="1171282" y="2733319"/>
                  </a:lnTo>
                  <a:lnTo>
                    <a:pt x="1249311" y="2794406"/>
                  </a:lnTo>
                  <a:lnTo>
                    <a:pt x="1451025" y="3008477"/>
                  </a:lnTo>
                  <a:lnTo>
                    <a:pt x="1497253" y="3042348"/>
                  </a:lnTo>
                  <a:lnTo>
                    <a:pt x="1518704" y="3081832"/>
                  </a:lnTo>
                  <a:lnTo>
                    <a:pt x="1654860" y="3232404"/>
                  </a:lnTo>
                  <a:lnTo>
                    <a:pt x="1676679" y="3273602"/>
                  </a:lnTo>
                  <a:lnTo>
                    <a:pt x="1710994" y="3312541"/>
                  </a:lnTo>
                  <a:lnTo>
                    <a:pt x="1821421" y="3524834"/>
                  </a:lnTo>
                  <a:lnTo>
                    <a:pt x="1882863" y="3811651"/>
                  </a:lnTo>
                  <a:lnTo>
                    <a:pt x="1875548" y="3959339"/>
                  </a:lnTo>
                  <a:lnTo>
                    <a:pt x="1872627" y="4006316"/>
                  </a:lnTo>
                  <a:lnTo>
                    <a:pt x="1856943" y="4054398"/>
                  </a:lnTo>
                  <a:lnTo>
                    <a:pt x="1840890" y="4100665"/>
                  </a:lnTo>
                  <a:lnTo>
                    <a:pt x="1824380" y="4144873"/>
                  </a:lnTo>
                  <a:lnTo>
                    <a:pt x="1794954" y="4189412"/>
                  </a:lnTo>
                  <a:lnTo>
                    <a:pt x="1777403" y="4228719"/>
                  </a:lnTo>
                  <a:lnTo>
                    <a:pt x="1746821" y="4267847"/>
                  </a:lnTo>
                  <a:lnTo>
                    <a:pt x="1714754" y="4300029"/>
                  </a:lnTo>
                  <a:lnTo>
                    <a:pt x="1682000" y="4329011"/>
                  </a:lnTo>
                  <a:lnTo>
                    <a:pt x="1648561" y="4354817"/>
                  </a:lnTo>
                  <a:lnTo>
                    <a:pt x="1602016" y="4380090"/>
                  </a:lnTo>
                  <a:lnTo>
                    <a:pt x="1567218" y="4399546"/>
                  </a:lnTo>
                  <a:lnTo>
                    <a:pt x="1531747" y="4415828"/>
                  </a:lnTo>
                  <a:lnTo>
                    <a:pt x="1483182" y="4431614"/>
                  </a:lnTo>
                  <a:lnTo>
                    <a:pt x="1433931" y="4444250"/>
                  </a:lnTo>
                  <a:lnTo>
                    <a:pt x="1396428" y="4451083"/>
                  </a:lnTo>
                  <a:lnTo>
                    <a:pt x="1345831" y="4457433"/>
                  </a:lnTo>
                  <a:lnTo>
                    <a:pt x="1294574" y="4460646"/>
                  </a:lnTo>
                  <a:lnTo>
                    <a:pt x="1255052" y="4458068"/>
                  </a:lnTo>
                  <a:lnTo>
                    <a:pt x="1202461" y="4455045"/>
                  </a:lnTo>
                  <a:lnTo>
                    <a:pt x="1149184" y="4448899"/>
                  </a:lnTo>
                  <a:lnTo>
                    <a:pt x="1107668" y="4436986"/>
                  </a:lnTo>
                  <a:lnTo>
                    <a:pt x="1065491" y="4421975"/>
                  </a:lnTo>
                  <a:lnTo>
                    <a:pt x="1010234" y="4406531"/>
                  </a:lnTo>
                  <a:lnTo>
                    <a:pt x="965809" y="4381081"/>
                  </a:lnTo>
                  <a:lnTo>
                    <a:pt x="909167" y="4359199"/>
                  </a:lnTo>
                  <a:lnTo>
                    <a:pt x="776986" y="4287825"/>
                  </a:lnTo>
                  <a:lnTo>
                    <a:pt x="745274" y="4261066"/>
                  </a:lnTo>
                  <a:lnTo>
                    <a:pt x="713422" y="4233621"/>
                  </a:lnTo>
                  <a:lnTo>
                    <a:pt x="681342" y="4205147"/>
                  </a:lnTo>
                  <a:lnTo>
                    <a:pt x="648982" y="4175353"/>
                  </a:lnTo>
                  <a:lnTo>
                    <a:pt x="616267" y="4143908"/>
                  </a:lnTo>
                  <a:lnTo>
                    <a:pt x="583133" y="4110482"/>
                  </a:lnTo>
                  <a:lnTo>
                    <a:pt x="561924" y="4072102"/>
                  </a:lnTo>
                  <a:lnTo>
                    <a:pt x="527735" y="4033761"/>
                  </a:lnTo>
                  <a:lnTo>
                    <a:pt x="505333" y="3989832"/>
                  </a:lnTo>
                  <a:lnTo>
                    <a:pt x="482231" y="3942638"/>
                  </a:lnTo>
                  <a:lnTo>
                    <a:pt x="418833" y="3828567"/>
                  </a:lnTo>
                  <a:lnTo>
                    <a:pt x="397357" y="3788981"/>
                  </a:lnTo>
                  <a:lnTo>
                    <a:pt x="388124" y="3745890"/>
                  </a:lnTo>
                  <a:lnTo>
                    <a:pt x="366280" y="3704564"/>
                  </a:lnTo>
                  <a:lnTo>
                    <a:pt x="356654" y="3659644"/>
                  </a:lnTo>
                  <a:lnTo>
                    <a:pt x="334403" y="3616426"/>
                  </a:lnTo>
                  <a:lnTo>
                    <a:pt x="247167" y="3209188"/>
                  </a:lnTo>
                  <a:lnTo>
                    <a:pt x="247472" y="3150006"/>
                  </a:lnTo>
                  <a:lnTo>
                    <a:pt x="229908" y="3068015"/>
                  </a:lnTo>
                  <a:lnTo>
                    <a:pt x="237172" y="3041281"/>
                  </a:lnTo>
                  <a:lnTo>
                    <a:pt x="232003" y="3017177"/>
                  </a:lnTo>
                  <a:lnTo>
                    <a:pt x="228612" y="2940723"/>
                  </a:lnTo>
                  <a:lnTo>
                    <a:pt x="217893" y="2890697"/>
                  </a:lnTo>
                  <a:lnTo>
                    <a:pt x="219532" y="2837713"/>
                  </a:lnTo>
                  <a:lnTo>
                    <a:pt x="153631" y="2530132"/>
                  </a:lnTo>
                  <a:lnTo>
                    <a:pt x="130060" y="2480741"/>
                  </a:lnTo>
                  <a:lnTo>
                    <a:pt x="119227" y="2430157"/>
                  </a:lnTo>
                  <a:lnTo>
                    <a:pt x="73647" y="2338667"/>
                  </a:lnTo>
                  <a:lnTo>
                    <a:pt x="38976" y="2298052"/>
                  </a:lnTo>
                  <a:lnTo>
                    <a:pt x="17106" y="2256625"/>
                  </a:lnTo>
                  <a:lnTo>
                    <a:pt x="965" y="2241893"/>
                  </a:lnTo>
                  <a:lnTo>
                    <a:pt x="0" y="3025533"/>
                  </a:lnTo>
                  <a:lnTo>
                    <a:pt x="8001" y="3062909"/>
                  </a:lnTo>
                  <a:lnTo>
                    <a:pt x="876" y="3090240"/>
                  </a:lnTo>
                  <a:lnTo>
                    <a:pt x="18389" y="3172041"/>
                  </a:lnTo>
                  <a:lnTo>
                    <a:pt x="17970" y="3230600"/>
                  </a:lnTo>
                  <a:lnTo>
                    <a:pt x="52476" y="3391712"/>
                  </a:lnTo>
                  <a:lnTo>
                    <a:pt x="51117" y="3445967"/>
                  </a:lnTo>
                  <a:lnTo>
                    <a:pt x="61950" y="3496564"/>
                  </a:lnTo>
                  <a:lnTo>
                    <a:pt x="85001" y="3543528"/>
                  </a:lnTo>
                  <a:lnTo>
                    <a:pt x="115722" y="3686924"/>
                  </a:lnTo>
                  <a:lnTo>
                    <a:pt x="138010" y="3730345"/>
                  </a:lnTo>
                  <a:lnTo>
                    <a:pt x="147726" y="3775646"/>
                  </a:lnTo>
                  <a:lnTo>
                    <a:pt x="169659" y="3817480"/>
                  </a:lnTo>
                  <a:lnTo>
                    <a:pt x="179057" y="3861295"/>
                  </a:lnTo>
                  <a:lnTo>
                    <a:pt x="222224" y="3941483"/>
                  </a:lnTo>
                  <a:lnTo>
                    <a:pt x="231178" y="3983278"/>
                  </a:lnTo>
                  <a:lnTo>
                    <a:pt x="273545" y="4059783"/>
                  </a:lnTo>
                  <a:lnTo>
                    <a:pt x="309638" y="4107002"/>
                  </a:lnTo>
                  <a:lnTo>
                    <a:pt x="332714" y="4154106"/>
                  </a:lnTo>
                  <a:lnTo>
                    <a:pt x="367665" y="4196016"/>
                  </a:lnTo>
                  <a:lnTo>
                    <a:pt x="389712" y="4238256"/>
                  </a:lnTo>
                  <a:lnTo>
                    <a:pt x="423710" y="4275721"/>
                  </a:lnTo>
                  <a:lnTo>
                    <a:pt x="457314" y="4311307"/>
                  </a:lnTo>
                  <a:lnTo>
                    <a:pt x="490550" y="4345229"/>
                  </a:lnTo>
                  <a:lnTo>
                    <a:pt x="523494" y="4377702"/>
                  </a:lnTo>
                  <a:lnTo>
                    <a:pt x="556158" y="4408957"/>
                  </a:lnTo>
                  <a:lnTo>
                    <a:pt x="601040" y="4436554"/>
                  </a:lnTo>
                  <a:lnTo>
                    <a:pt x="633323" y="4466018"/>
                  </a:lnTo>
                  <a:lnTo>
                    <a:pt x="677913" y="4492269"/>
                  </a:lnTo>
                  <a:lnTo>
                    <a:pt x="811428" y="4569866"/>
                  </a:lnTo>
                  <a:lnTo>
                    <a:pt x="868438" y="4593425"/>
                  </a:lnTo>
                  <a:lnTo>
                    <a:pt x="925550" y="4617517"/>
                  </a:lnTo>
                  <a:lnTo>
                    <a:pt x="968540" y="4636325"/>
                  </a:lnTo>
                  <a:lnTo>
                    <a:pt x="1011034" y="4652759"/>
                  </a:lnTo>
                  <a:lnTo>
                    <a:pt x="1065428" y="4664164"/>
                  </a:lnTo>
                  <a:lnTo>
                    <a:pt x="1106893" y="4675860"/>
                  </a:lnTo>
                  <a:lnTo>
                    <a:pt x="1160272" y="4682515"/>
                  </a:lnTo>
                  <a:lnTo>
                    <a:pt x="1200721" y="4689462"/>
                  </a:lnTo>
                  <a:lnTo>
                    <a:pt x="1253083" y="4691367"/>
                  </a:lnTo>
                  <a:lnTo>
                    <a:pt x="1304937" y="4690884"/>
                  </a:lnTo>
                  <a:lnTo>
                    <a:pt x="1343863" y="4690694"/>
                  </a:lnTo>
                  <a:lnTo>
                    <a:pt x="1394688" y="4685449"/>
                  </a:lnTo>
                  <a:lnTo>
                    <a:pt x="1445006" y="4677829"/>
                  </a:lnTo>
                  <a:lnTo>
                    <a:pt x="1494815" y="4667821"/>
                  </a:lnTo>
                  <a:lnTo>
                    <a:pt x="1531696" y="4658080"/>
                  </a:lnTo>
                  <a:lnTo>
                    <a:pt x="1580476" y="4643285"/>
                  </a:lnTo>
                  <a:lnTo>
                    <a:pt x="1628749" y="4626102"/>
                  </a:lnTo>
                  <a:lnTo>
                    <a:pt x="1664093" y="4609185"/>
                  </a:lnTo>
                  <a:lnTo>
                    <a:pt x="1711337" y="4587214"/>
                  </a:lnTo>
                  <a:lnTo>
                    <a:pt x="1745653" y="4565510"/>
                  </a:lnTo>
                  <a:lnTo>
                    <a:pt x="1779447" y="4541405"/>
                  </a:lnTo>
                  <a:lnTo>
                    <a:pt x="1825155" y="4512234"/>
                  </a:lnTo>
                  <a:lnTo>
                    <a:pt x="1857921" y="4483328"/>
                  </a:lnTo>
                  <a:lnTo>
                    <a:pt x="1890179" y="4452010"/>
                  </a:lnTo>
                  <a:lnTo>
                    <a:pt x="1921916" y="4418292"/>
                  </a:lnTo>
                  <a:lnTo>
                    <a:pt x="1952510" y="4379176"/>
                  </a:lnTo>
                  <a:lnTo>
                    <a:pt x="1982660" y="4338066"/>
                  </a:lnTo>
                  <a:lnTo>
                    <a:pt x="1999996" y="4297743"/>
                  </a:lnTo>
                  <a:lnTo>
                    <a:pt x="2029383" y="4253039"/>
                  </a:lnTo>
                  <a:lnTo>
                    <a:pt x="2046020" y="4209415"/>
                  </a:lnTo>
                  <a:lnTo>
                    <a:pt x="2062327" y="4164330"/>
                  </a:lnTo>
                  <a:lnTo>
                    <a:pt x="2078367" y="4117924"/>
                  </a:lnTo>
                  <a:lnTo>
                    <a:pt x="2094153" y="4070350"/>
                  </a:lnTo>
                  <a:lnTo>
                    <a:pt x="2097290" y="4024388"/>
                  </a:lnTo>
                  <a:lnTo>
                    <a:pt x="2110689" y="3783787"/>
                  </a:lnTo>
                  <a:lnTo>
                    <a:pt x="2090674" y="3690378"/>
                  </a:lnTo>
                  <a:lnTo>
                    <a:pt x="2093087" y="3641026"/>
                  </a:lnTo>
                  <a:lnTo>
                    <a:pt x="2083130" y="3594531"/>
                  </a:lnTo>
                  <a:lnTo>
                    <a:pt x="2060829" y="3551072"/>
                  </a:lnTo>
                  <a:lnTo>
                    <a:pt x="2041372" y="3460242"/>
                  </a:lnTo>
                  <a:lnTo>
                    <a:pt x="1997722" y="3377742"/>
                  </a:lnTo>
                  <a:lnTo>
                    <a:pt x="1988629" y="3335299"/>
                  </a:lnTo>
                  <a:lnTo>
                    <a:pt x="1965706" y="3288969"/>
                  </a:lnTo>
                  <a:lnTo>
                    <a:pt x="1930539" y="3246031"/>
                  </a:lnTo>
                  <a:lnTo>
                    <a:pt x="1907933" y="3201162"/>
                  </a:lnTo>
                  <a:lnTo>
                    <a:pt x="1873059" y="3159607"/>
                  </a:lnTo>
                  <a:lnTo>
                    <a:pt x="1850732" y="3116046"/>
                  </a:lnTo>
                  <a:lnTo>
                    <a:pt x="1816125" y="3075762"/>
                  </a:lnTo>
                  <a:lnTo>
                    <a:pt x="1794065" y="3033382"/>
                  </a:lnTo>
                  <a:lnTo>
                    <a:pt x="1691271" y="2917355"/>
                  </a:lnTo>
                  <a:lnTo>
                    <a:pt x="1589341" y="2805328"/>
                  </a:lnTo>
                  <a:lnTo>
                    <a:pt x="1543100" y="2771381"/>
                  </a:lnTo>
                  <a:lnTo>
                    <a:pt x="1408417" y="2627719"/>
                  </a:lnTo>
                  <a:lnTo>
                    <a:pt x="1330363" y="2566492"/>
                  </a:lnTo>
                  <a:lnTo>
                    <a:pt x="1310703" y="2535364"/>
                  </a:lnTo>
                  <a:lnTo>
                    <a:pt x="1264666" y="2502370"/>
                  </a:lnTo>
                  <a:lnTo>
                    <a:pt x="1163383" y="2393340"/>
                  </a:lnTo>
                  <a:lnTo>
                    <a:pt x="1061389" y="2281047"/>
                  </a:lnTo>
                  <a:lnTo>
                    <a:pt x="958659" y="2165235"/>
                  </a:lnTo>
                  <a:lnTo>
                    <a:pt x="924229" y="2125802"/>
                  </a:lnTo>
                  <a:lnTo>
                    <a:pt x="902131" y="2083282"/>
                  </a:lnTo>
                  <a:lnTo>
                    <a:pt x="867524" y="2042985"/>
                  </a:lnTo>
                  <a:lnTo>
                    <a:pt x="755091" y="1821357"/>
                  </a:lnTo>
                  <a:lnTo>
                    <a:pt x="705497" y="1589862"/>
                  </a:lnTo>
                  <a:lnTo>
                    <a:pt x="718896" y="1349260"/>
                  </a:lnTo>
                  <a:lnTo>
                    <a:pt x="734707" y="1301826"/>
                  </a:lnTo>
                  <a:lnTo>
                    <a:pt x="750912" y="1256233"/>
                  </a:lnTo>
                  <a:lnTo>
                    <a:pt x="767588" y="1212799"/>
                  </a:lnTo>
                  <a:lnTo>
                    <a:pt x="784796" y="1171841"/>
                  </a:lnTo>
                  <a:lnTo>
                    <a:pt x="815009" y="1131011"/>
                  </a:lnTo>
                  <a:lnTo>
                    <a:pt x="845883" y="1093279"/>
                  </a:lnTo>
                  <a:lnTo>
                    <a:pt x="877506" y="1058964"/>
                  </a:lnTo>
                  <a:lnTo>
                    <a:pt x="909916" y="1028382"/>
                  </a:lnTo>
                  <a:lnTo>
                    <a:pt x="955611" y="999185"/>
                  </a:lnTo>
                  <a:lnTo>
                    <a:pt x="989799" y="976922"/>
                  </a:lnTo>
                  <a:lnTo>
                    <a:pt x="1037488" y="957021"/>
                  </a:lnTo>
                  <a:lnTo>
                    <a:pt x="1086192" y="941832"/>
                  </a:lnTo>
                  <a:lnTo>
                    <a:pt x="1098600" y="939139"/>
                  </a:lnTo>
                  <a:lnTo>
                    <a:pt x="1135837" y="931049"/>
                  </a:lnTo>
                  <a:lnTo>
                    <a:pt x="1186357" y="924394"/>
                  </a:lnTo>
                  <a:lnTo>
                    <a:pt x="1237703" y="921537"/>
                  </a:lnTo>
                  <a:lnTo>
                    <a:pt x="1277378" y="924864"/>
                  </a:lnTo>
                  <a:lnTo>
                    <a:pt x="1330159" y="928738"/>
                  </a:lnTo>
                  <a:lnTo>
                    <a:pt x="1383563" y="935520"/>
                  </a:lnTo>
                  <a:lnTo>
                    <a:pt x="1437538" y="944905"/>
                  </a:lnTo>
                  <a:lnTo>
                    <a:pt x="1479575" y="959256"/>
                  </a:lnTo>
                  <a:lnTo>
                    <a:pt x="1534464" y="972959"/>
                  </a:lnTo>
                  <a:lnTo>
                    <a:pt x="1577289" y="991019"/>
                  </a:lnTo>
                  <a:lnTo>
                    <a:pt x="1620431" y="1010475"/>
                  </a:lnTo>
                  <a:lnTo>
                    <a:pt x="1663801" y="1031049"/>
                  </a:lnTo>
                  <a:lnTo>
                    <a:pt x="1707337" y="1052410"/>
                  </a:lnTo>
                  <a:lnTo>
                    <a:pt x="1751914" y="1078598"/>
                  </a:lnTo>
                  <a:lnTo>
                    <a:pt x="1796732" y="1105928"/>
                  </a:lnTo>
                  <a:lnTo>
                    <a:pt x="1841779" y="1134313"/>
                  </a:lnTo>
                  <a:lnTo>
                    <a:pt x="1887042" y="1163675"/>
                  </a:lnTo>
                  <a:lnTo>
                    <a:pt x="1932482" y="1193939"/>
                  </a:lnTo>
                  <a:lnTo>
                    <a:pt x="1965693" y="1227696"/>
                  </a:lnTo>
                  <a:lnTo>
                    <a:pt x="2011476" y="1259522"/>
                  </a:lnTo>
                  <a:lnTo>
                    <a:pt x="2149119" y="1356360"/>
                  </a:lnTo>
                  <a:lnTo>
                    <a:pt x="2182406" y="1390459"/>
                  </a:lnTo>
                  <a:lnTo>
                    <a:pt x="2319375" y="1484210"/>
                  </a:lnTo>
                  <a:lnTo>
                    <a:pt x="2364892" y="1514754"/>
                  </a:lnTo>
                  <a:lnTo>
                    <a:pt x="2410256" y="1544662"/>
                  </a:lnTo>
                  <a:lnTo>
                    <a:pt x="2455468" y="1573784"/>
                  </a:lnTo>
                  <a:lnTo>
                    <a:pt x="2500846" y="1603717"/>
                  </a:lnTo>
                  <a:lnTo>
                    <a:pt x="2558186" y="1628889"/>
                  </a:lnTo>
                  <a:lnTo>
                    <a:pt x="2602661" y="1654606"/>
                  </a:lnTo>
                  <a:lnTo>
                    <a:pt x="2646680" y="1678190"/>
                  </a:lnTo>
                  <a:lnTo>
                    <a:pt x="2702649" y="1696948"/>
                  </a:lnTo>
                  <a:lnTo>
                    <a:pt x="2745740" y="1716189"/>
                  </a:lnTo>
                  <a:lnTo>
                    <a:pt x="2800769" y="1730578"/>
                  </a:lnTo>
                  <a:lnTo>
                    <a:pt x="2855328" y="1742744"/>
                  </a:lnTo>
                  <a:lnTo>
                    <a:pt x="2896997" y="1755330"/>
                  </a:lnTo>
                  <a:lnTo>
                    <a:pt x="2950591" y="1763014"/>
                  </a:lnTo>
                  <a:lnTo>
                    <a:pt x="2991281" y="1771065"/>
                  </a:lnTo>
                  <a:lnTo>
                    <a:pt x="3043898" y="1774164"/>
                  </a:lnTo>
                  <a:lnTo>
                    <a:pt x="3083598" y="1777606"/>
                  </a:lnTo>
                  <a:lnTo>
                    <a:pt x="3135223" y="1776044"/>
                  </a:lnTo>
                  <a:lnTo>
                    <a:pt x="3173920" y="1774799"/>
                  </a:lnTo>
                  <a:lnTo>
                    <a:pt x="3224517" y="1768500"/>
                  </a:lnTo>
                  <a:lnTo>
                    <a:pt x="3262198" y="1762480"/>
                  </a:lnTo>
                  <a:lnTo>
                    <a:pt x="3311766" y="1751380"/>
                  </a:lnTo>
                  <a:lnTo>
                    <a:pt x="3348405" y="1740496"/>
                  </a:lnTo>
                  <a:lnTo>
                    <a:pt x="3396932" y="1724494"/>
                  </a:lnTo>
                  <a:lnTo>
                    <a:pt x="3432505" y="1708683"/>
                  </a:lnTo>
                  <a:lnTo>
                    <a:pt x="3467443" y="1689900"/>
                  </a:lnTo>
                  <a:lnTo>
                    <a:pt x="3514217" y="1665719"/>
                  </a:lnTo>
                  <a:lnTo>
                    <a:pt x="3548011" y="1641589"/>
                  </a:lnTo>
                  <a:lnTo>
                    <a:pt x="3581273" y="1614944"/>
                  </a:lnTo>
                  <a:lnTo>
                    <a:pt x="3614013" y="1585899"/>
                  </a:lnTo>
                  <a:lnTo>
                    <a:pt x="3646259" y="1554543"/>
                  </a:lnTo>
                  <a:lnTo>
                    <a:pt x="3678034" y="1520977"/>
                  </a:lnTo>
                  <a:lnTo>
                    <a:pt x="3709352" y="1485315"/>
                  </a:lnTo>
                  <a:lnTo>
                    <a:pt x="3740251" y="1447660"/>
                  </a:lnTo>
                  <a:lnTo>
                    <a:pt x="3758323" y="1410779"/>
                  </a:lnTo>
                  <a:lnTo>
                    <a:pt x="3768356" y="1397000"/>
                  </a:lnTo>
                  <a:lnTo>
                    <a:pt x="3805771" y="1329080"/>
                  </a:lnTo>
                  <a:lnTo>
                    <a:pt x="3822750" y="1287145"/>
                  </a:lnTo>
                  <a:lnTo>
                    <a:pt x="3839426" y="1243723"/>
                  </a:lnTo>
                  <a:lnTo>
                    <a:pt x="3855809" y="1198930"/>
                  </a:lnTo>
                  <a:lnTo>
                    <a:pt x="3871912" y="1152867"/>
                  </a:lnTo>
                  <a:lnTo>
                    <a:pt x="3878567" y="1062672"/>
                  </a:lnTo>
                  <a:lnTo>
                    <a:pt x="3893997" y="1013409"/>
                  </a:lnTo>
                  <a:lnTo>
                    <a:pt x="3896817" y="965962"/>
                  </a:lnTo>
                  <a:close/>
                </a:path>
              </a:pathLst>
            </a:custGeom>
            <a:solidFill>
              <a:srgbClr val="EFF0E9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28762" y="0"/>
            <a:ext cx="17359630" cy="6270625"/>
            <a:chOff x="928762" y="0"/>
            <a:chExt cx="17359630" cy="6270625"/>
          </a:xfrm>
        </p:grpSpPr>
        <p:sp>
          <p:nvSpPr>
            <p:cNvPr id="9" name="object 9"/>
            <p:cNvSpPr/>
            <p:nvPr/>
          </p:nvSpPr>
          <p:spPr>
            <a:xfrm>
              <a:off x="11604335" y="0"/>
              <a:ext cx="6684009" cy="6270625"/>
            </a:xfrm>
            <a:custGeom>
              <a:avLst/>
              <a:gdLst/>
              <a:ahLst/>
              <a:cxnLst/>
              <a:rect l="l" t="t" r="r" b="b"/>
              <a:pathLst>
                <a:path w="6684009" h="6270625">
                  <a:moveTo>
                    <a:pt x="6683664" y="6270354"/>
                  </a:moveTo>
                  <a:lnTo>
                    <a:pt x="0" y="6270354"/>
                  </a:lnTo>
                  <a:lnTo>
                    <a:pt x="0" y="0"/>
                  </a:lnTo>
                  <a:lnTo>
                    <a:pt x="6683664" y="0"/>
                  </a:lnTo>
                  <a:lnTo>
                    <a:pt x="6683664" y="6270354"/>
                  </a:lnTo>
                  <a:close/>
                </a:path>
              </a:pathLst>
            </a:custGeom>
            <a:solidFill>
              <a:srgbClr val="40B8D5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47578" y="1637584"/>
              <a:ext cx="15997555" cy="3459479"/>
            </a:xfrm>
            <a:custGeom>
              <a:avLst/>
              <a:gdLst/>
              <a:ahLst/>
              <a:cxnLst/>
              <a:rect l="l" t="t" r="r" b="b"/>
              <a:pathLst>
                <a:path w="15997555" h="3459479">
                  <a:moveTo>
                    <a:pt x="15713505" y="3458885"/>
                  </a:moveTo>
                  <a:lnTo>
                    <a:pt x="285750" y="3458885"/>
                  </a:lnTo>
                  <a:lnTo>
                    <a:pt x="240779" y="3455325"/>
                  </a:lnTo>
                  <a:lnTo>
                    <a:pt x="197320" y="3444858"/>
                  </a:lnTo>
                  <a:lnTo>
                    <a:pt x="156141" y="3427801"/>
                  </a:lnTo>
                  <a:lnTo>
                    <a:pt x="118010" y="3404472"/>
                  </a:lnTo>
                  <a:lnTo>
                    <a:pt x="83694" y="3375190"/>
                  </a:lnTo>
                  <a:lnTo>
                    <a:pt x="54412" y="3340874"/>
                  </a:lnTo>
                  <a:lnTo>
                    <a:pt x="31083" y="3302743"/>
                  </a:lnTo>
                  <a:lnTo>
                    <a:pt x="14026" y="3261564"/>
                  </a:lnTo>
                  <a:lnTo>
                    <a:pt x="3559" y="3218105"/>
                  </a:lnTo>
                  <a:lnTo>
                    <a:pt x="0" y="3173134"/>
                  </a:lnTo>
                  <a:lnTo>
                    <a:pt x="0" y="285750"/>
                  </a:lnTo>
                  <a:lnTo>
                    <a:pt x="3559" y="240779"/>
                  </a:lnTo>
                  <a:lnTo>
                    <a:pt x="14026" y="197320"/>
                  </a:lnTo>
                  <a:lnTo>
                    <a:pt x="31083" y="156141"/>
                  </a:lnTo>
                  <a:lnTo>
                    <a:pt x="54412" y="118010"/>
                  </a:lnTo>
                  <a:lnTo>
                    <a:pt x="83694" y="83694"/>
                  </a:lnTo>
                  <a:lnTo>
                    <a:pt x="118010" y="54412"/>
                  </a:lnTo>
                  <a:lnTo>
                    <a:pt x="156141" y="31083"/>
                  </a:lnTo>
                  <a:lnTo>
                    <a:pt x="197320" y="14026"/>
                  </a:lnTo>
                  <a:lnTo>
                    <a:pt x="240779" y="3559"/>
                  </a:lnTo>
                  <a:lnTo>
                    <a:pt x="285750" y="0"/>
                  </a:lnTo>
                  <a:lnTo>
                    <a:pt x="15713505" y="0"/>
                  </a:lnTo>
                  <a:lnTo>
                    <a:pt x="15758477" y="3559"/>
                  </a:lnTo>
                  <a:lnTo>
                    <a:pt x="15801935" y="14026"/>
                  </a:lnTo>
                  <a:lnTo>
                    <a:pt x="15843114" y="31083"/>
                  </a:lnTo>
                  <a:lnTo>
                    <a:pt x="15881245" y="54412"/>
                  </a:lnTo>
                  <a:lnTo>
                    <a:pt x="15915562" y="83694"/>
                  </a:lnTo>
                  <a:lnTo>
                    <a:pt x="15944844" y="118010"/>
                  </a:lnTo>
                  <a:lnTo>
                    <a:pt x="15968172" y="156141"/>
                  </a:lnTo>
                  <a:lnTo>
                    <a:pt x="15985229" y="197320"/>
                  </a:lnTo>
                  <a:lnTo>
                    <a:pt x="15995697" y="240779"/>
                  </a:lnTo>
                  <a:lnTo>
                    <a:pt x="15997343" y="261572"/>
                  </a:lnTo>
                  <a:lnTo>
                    <a:pt x="15997343" y="3197312"/>
                  </a:lnTo>
                  <a:lnTo>
                    <a:pt x="15985229" y="3261564"/>
                  </a:lnTo>
                  <a:lnTo>
                    <a:pt x="15968172" y="3302743"/>
                  </a:lnTo>
                  <a:lnTo>
                    <a:pt x="15944844" y="3340874"/>
                  </a:lnTo>
                  <a:lnTo>
                    <a:pt x="15915562" y="3375190"/>
                  </a:lnTo>
                  <a:lnTo>
                    <a:pt x="15881245" y="3404472"/>
                  </a:lnTo>
                  <a:lnTo>
                    <a:pt x="15843114" y="3427801"/>
                  </a:lnTo>
                  <a:lnTo>
                    <a:pt x="15801935" y="3444858"/>
                  </a:lnTo>
                  <a:lnTo>
                    <a:pt x="15758477" y="3455325"/>
                  </a:lnTo>
                  <a:lnTo>
                    <a:pt x="15713505" y="3458885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47812" y="1637584"/>
              <a:ext cx="15998825" cy="3457575"/>
            </a:xfrm>
            <a:custGeom>
              <a:avLst/>
              <a:gdLst/>
              <a:ahLst/>
              <a:cxnLst/>
              <a:rect l="l" t="t" r="r" b="b"/>
              <a:pathLst>
                <a:path w="15998825" h="3457575">
                  <a:moveTo>
                    <a:pt x="270696" y="3457574"/>
                  </a:moveTo>
                  <a:lnTo>
                    <a:pt x="197313" y="3444739"/>
                  </a:lnTo>
                  <a:lnTo>
                    <a:pt x="156136" y="3427682"/>
                  </a:lnTo>
                  <a:lnTo>
                    <a:pt x="118006" y="3404355"/>
                  </a:lnTo>
                  <a:lnTo>
                    <a:pt x="83691" y="3375074"/>
                  </a:lnTo>
                  <a:lnTo>
                    <a:pt x="54410" y="3340758"/>
                  </a:lnTo>
                  <a:lnTo>
                    <a:pt x="31082" y="3302629"/>
                  </a:lnTo>
                  <a:lnTo>
                    <a:pt x="14026" y="3261451"/>
                  </a:lnTo>
                  <a:lnTo>
                    <a:pt x="3559" y="3217994"/>
                  </a:lnTo>
                  <a:lnTo>
                    <a:pt x="0" y="3173025"/>
                  </a:lnTo>
                  <a:lnTo>
                    <a:pt x="0" y="285740"/>
                  </a:lnTo>
                  <a:lnTo>
                    <a:pt x="3559" y="240770"/>
                  </a:lnTo>
                  <a:lnTo>
                    <a:pt x="14026" y="197313"/>
                  </a:lnTo>
                  <a:lnTo>
                    <a:pt x="31082" y="156136"/>
                  </a:lnTo>
                  <a:lnTo>
                    <a:pt x="54410" y="118006"/>
                  </a:lnTo>
                  <a:lnTo>
                    <a:pt x="83691" y="83691"/>
                  </a:lnTo>
                  <a:lnTo>
                    <a:pt x="118006" y="54410"/>
                  </a:lnTo>
                  <a:lnTo>
                    <a:pt x="156136" y="31082"/>
                  </a:lnTo>
                  <a:lnTo>
                    <a:pt x="197313" y="14026"/>
                  </a:lnTo>
                  <a:lnTo>
                    <a:pt x="240770" y="3559"/>
                  </a:lnTo>
                  <a:lnTo>
                    <a:pt x="285740" y="0"/>
                  </a:lnTo>
                  <a:lnTo>
                    <a:pt x="15712963" y="0"/>
                  </a:lnTo>
                  <a:lnTo>
                    <a:pt x="15757931" y="3559"/>
                  </a:lnTo>
                  <a:lnTo>
                    <a:pt x="15801388" y="14026"/>
                  </a:lnTo>
                  <a:lnTo>
                    <a:pt x="15842565" y="31082"/>
                  </a:lnTo>
                  <a:lnTo>
                    <a:pt x="15880695" y="54409"/>
                  </a:lnTo>
                  <a:lnTo>
                    <a:pt x="15915010" y="83690"/>
                  </a:lnTo>
                  <a:lnTo>
                    <a:pt x="15944292" y="118006"/>
                  </a:lnTo>
                  <a:lnTo>
                    <a:pt x="15967620" y="156136"/>
                  </a:lnTo>
                  <a:lnTo>
                    <a:pt x="15984676" y="197313"/>
                  </a:lnTo>
                  <a:lnTo>
                    <a:pt x="15995143" y="240770"/>
                  </a:lnTo>
                  <a:lnTo>
                    <a:pt x="15998703" y="285740"/>
                  </a:lnTo>
                  <a:lnTo>
                    <a:pt x="15998703" y="3173025"/>
                  </a:lnTo>
                  <a:lnTo>
                    <a:pt x="15995143" y="3217995"/>
                  </a:lnTo>
                  <a:lnTo>
                    <a:pt x="15984676" y="3261452"/>
                  </a:lnTo>
                  <a:lnTo>
                    <a:pt x="15967620" y="3302629"/>
                  </a:lnTo>
                  <a:lnTo>
                    <a:pt x="15944292" y="3340759"/>
                  </a:lnTo>
                  <a:lnTo>
                    <a:pt x="15915010" y="3375074"/>
                  </a:lnTo>
                  <a:lnTo>
                    <a:pt x="15880695" y="3404355"/>
                  </a:lnTo>
                  <a:lnTo>
                    <a:pt x="15842565" y="3427683"/>
                  </a:lnTo>
                  <a:lnTo>
                    <a:pt x="15801388" y="3444739"/>
                  </a:lnTo>
                  <a:lnTo>
                    <a:pt x="15757931" y="3455206"/>
                  </a:lnTo>
                  <a:lnTo>
                    <a:pt x="15728008" y="345757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3382" y="3089909"/>
              <a:ext cx="76200" cy="761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3382" y="3404234"/>
              <a:ext cx="76200" cy="761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239232" y="2608579"/>
            <a:ext cx="3896360" cy="96837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800" spc="-120" dirty="0">
                <a:solidFill>
                  <a:srgbClr val="377272"/>
                </a:solidFill>
                <a:latin typeface="Arial Black"/>
                <a:cs typeface="Arial Black"/>
              </a:rPr>
              <a:t>What</a:t>
            </a:r>
            <a:r>
              <a:rPr sz="18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70" dirty="0">
                <a:solidFill>
                  <a:srgbClr val="377272"/>
                </a:solidFill>
                <a:latin typeface="Arial Black"/>
                <a:cs typeface="Arial Black"/>
              </a:rPr>
              <a:t>it</a:t>
            </a:r>
            <a:r>
              <a:rPr sz="18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Arial Black"/>
                <a:cs typeface="Arial Black"/>
              </a:rPr>
              <a:t>uses:</a:t>
            </a:r>
            <a:endParaRPr sz="1800">
              <a:latin typeface="Arial Black"/>
              <a:cs typeface="Arial Black"/>
            </a:endParaRPr>
          </a:p>
          <a:p>
            <a:pPr marL="400685" marR="5080">
              <a:lnSpc>
                <a:spcPct val="114599"/>
              </a:lnSpc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Automated</a:t>
            </a:r>
            <a:r>
              <a:rPr sz="1800" spc="-9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assessment</a:t>
            </a:r>
            <a:r>
              <a:rPr sz="18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engines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Pre‑defined</a:t>
            </a:r>
            <a:r>
              <a:rPr sz="1800" spc="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evaluation</a:t>
            </a:r>
            <a:r>
              <a:rPr sz="1800" spc="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logic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423382" y="4347209"/>
            <a:ext cx="76200" cy="390525"/>
            <a:chOff x="1423382" y="4347209"/>
            <a:chExt cx="76200" cy="39052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3382" y="4347209"/>
              <a:ext cx="76200" cy="761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3382" y="4661534"/>
              <a:ext cx="76200" cy="7619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239232" y="3865879"/>
            <a:ext cx="4817745" cy="96837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800" spc="-105" dirty="0">
                <a:solidFill>
                  <a:srgbClr val="377272"/>
                </a:solidFill>
                <a:latin typeface="Arial Black"/>
                <a:cs typeface="Arial Black"/>
              </a:rPr>
              <a:t>Why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70" dirty="0">
                <a:solidFill>
                  <a:srgbClr val="377272"/>
                </a:solidFill>
                <a:latin typeface="Arial Black"/>
                <a:cs typeface="Arial Black"/>
              </a:rPr>
              <a:t>it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50" dirty="0">
                <a:solidFill>
                  <a:srgbClr val="377272"/>
                </a:solidFill>
                <a:latin typeface="Arial Black"/>
                <a:cs typeface="Arial Black"/>
              </a:rPr>
              <a:t>is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Arial Black"/>
                <a:cs typeface="Arial Black"/>
              </a:rPr>
              <a:t>suitable:</a:t>
            </a:r>
            <a:endParaRPr sz="1800">
              <a:latin typeface="Arial Black"/>
              <a:cs typeface="Arial Black"/>
            </a:endParaRPr>
          </a:p>
          <a:p>
            <a:pPr marL="40068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Ensures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practice</a:t>
            </a:r>
            <a:r>
              <a:rPr sz="1800" spc="-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after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 theory</a:t>
            </a:r>
            <a:endParaRPr sz="1800">
              <a:latin typeface="Lucida Sans Unicode"/>
              <a:cs typeface="Lucida Sans Unicode"/>
            </a:endParaRPr>
          </a:p>
          <a:p>
            <a:pPr marL="40068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Provides</a:t>
            </a:r>
            <a:r>
              <a:rPr sz="18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measurable</a:t>
            </a:r>
            <a:r>
              <a:rPr sz="18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18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outcomes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684760" y="3042879"/>
            <a:ext cx="76200" cy="704850"/>
            <a:chOff x="6684760" y="3042879"/>
            <a:chExt cx="76200" cy="70485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4760" y="3042879"/>
              <a:ext cx="76200" cy="761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4760" y="3671529"/>
              <a:ext cx="76200" cy="7619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500609" y="2561550"/>
            <a:ext cx="4857115" cy="128270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800" spc="-160" dirty="0">
                <a:solidFill>
                  <a:srgbClr val="377272"/>
                </a:solidFill>
                <a:latin typeface="Arial Black"/>
                <a:cs typeface="Arial Black"/>
              </a:rPr>
              <a:t>How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70" dirty="0">
                <a:solidFill>
                  <a:srgbClr val="377272"/>
                </a:solidFill>
                <a:latin typeface="Arial Black"/>
                <a:cs typeface="Arial Black"/>
              </a:rPr>
              <a:t>it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Arial Black"/>
                <a:cs typeface="Arial Black"/>
              </a:rPr>
              <a:t>works:</a:t>
            </a:r>
            <a:endParaRPr sz="1800">
              <a:latin typeface="Arial Black"/>
              <a:cs typeface="Arial Black"/>
            </a:endParaRPr>
          </a:p>
          <a:p>
            <a:pPr marL="400685" marR="332105">
              <a:lnSpc>
                <a:spcPct val="114599"/>
              </a:lnSpc>
            </a:pPr>
            <a:r>
              <a:rPr sz="1800" spc="50" dirty="0">
                <a:solidFill>
                  <a:srgbClr val="377272"/>
                </a:solidFill>
                <a:latin typeface="Lucida Sans Unicode"/>
                <a:cs typeface="Lucida Sans Unicode"/>
              </a:rPr>
              <a:t>Every</a:t>
            </a:r>
            <a:r>
              <a:rPr sz="18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lesson</a:t>
            </a:r>
            <a:r>
              <a:rPr sz="18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is</a:t>
            </a:r>
            <a:r>
              <a:rPr sz="18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followed</a:t>
            </a:r>
            <a:r>
              <a:rPr sz="18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by</a:t>
            </a:r>
            <a:r>
              <a:rPr sz="18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quizzes</a:t>
            </a:r>
            <a:r>
              <a:rPr sz="18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or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assignments</a:t>
            </a:r>
            <a:endParaRPr sz="1800">
              <a:latin typeface="Lucida Sans Unicode"/>
              <a:cs typeface="Lucida Sans Unicode"/>
            </a:endParaRPr>
          </a:p>
          <a:p>
            <a:pPr marL="40068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System</a:t>
            </a:r>
            <a:r>
              <a:rPr sz="1800" spc="1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evaluates</a:t>
            </a:r>
            <a:r>
              <a:rPr sz="1800" spc="1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performance</a:t>
            </a:r>
            <a:r>
              <a:rPr sz="1800" spc="1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instantly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684760" y="3042879"/>
            <a:ext cx="6044565" cy="1019175"/>
            <a:chOff x="6684760" y="3042879"/>
            <a:chExt cx="6044565" cy="1019175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4760" y="3985854"/>
              <a:ext cx="76200" cy="761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53005" y="3042879"/>
              <a:ext cx="76200" cy="761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53005" y="3357204"/>
              <a:ext cx="76200" cy="7619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53005" y="3671529"/>
              <a:ext cx="76200" cy="7619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889200" y="3858854"/>
            <a:ext cx="4747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Data</a:t>
            </a:r>
            <a:r>
              <a:rPr sz="18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is</a:t>
            </a:r>
            <a:r>
              <a:rPr sz="18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fed</a:t>
            </a:r>
            <a:r>
              <a:rPr sz="18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directly</a:t>
            </a:r>
            <a:r>
              <a:rPr sz="18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into</a:t>
            </a:r>
            <a:r>
              <a:rPr sz="18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the</a:t>
            </a:r>
            <a:r>
              <a:rPr sz="18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18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profile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468855" y="2561550"/>
            <a:ext cx="4225290" cy="128270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800" spc="-100" dirty="0">
                <a:solidFill>
                  <a:srgbClr val="377272"/>
                </a:solidFill>
                <a:latin typeface="Arial Black"/>
                <a:cs typeface="Arial Black"/>
              </a:rPr>
              <a:t>Supports</a:t>
            </a:r>
            <a:r>
              <a:rPr sz="1800" spc="-12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25" dirty="0">
                <a:solidFill>
                  <a:srgbClr val="377272"/>
                </a:solidFill>
                <a:latin typeface="Arial Black"/>
                <a:cs typeface="Arial Black"/>
              </a:rPr>
              <a:t>features</a:t>
            </a:r>
            <a:r>
              <a:rPr sz="1800" spc="-114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377272"/>
                </a:solidFill>
                <a:latin typeface="Arial Black"/>
                <a:cs typeface="Arial Black"/>
              </a:rPr>
              <a:t>like:</a:t>
            </a:r>
            <a:endParaRPr sz="1800">
              <a:latin typeface="Arial Black"/>
              <a:cs typeface="Arial Black"/>
            </a:endParaRPr>
          </a:p>
          <a:p>
            <a:pPr marL="400685" marR="5080">
              <a:lnSpc>
                <a:spcPct val="114599"/>
              </a:lnSpc>
            </a:pPr>
            <a:r>
              <a:rPr sz="18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Skill</a:t>
            </a:r>
            <a:r>
              <a:rPr sz="18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confidence</a:t>
            </a:r>
            <a:r>
              <a:rPr sz="18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building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Performance‑based</a:t>
            </a:r>
            <a:r>
              <a:rPr sz="1800" spc="5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peer</a:t>
            </a:r>
            <a:r>
              <a:rPr sz="1800" spc="5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matching Progress</a:t>
            </a:r>
            <a:r>
              <a:rPr sz="18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tracking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0" name="object 30" descr="$PPTXTitle"/>
          <p:cNvSpPr txBox="1">
            <a:spLocks noGrp="1"/>
          </p:cNvSpPr>
          <p:nvPr>
            <p:ph type="title"/>
          </p:nvPr>
        </p:nvSpPr>
        <p:spPr>
          <a:xfrm>
            <a:off x="5311672" y="1910601"/>
            <a:ext cx="727138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i="1" spc="-10" dirty="0">
                <a:solidFill>
                  <a:srgbClr val="046A7D"/>
                </a:solidFill>
                <a:latin typeface="Arial"/>
                <a:cs typeface="Arial"/>
              </a:rPr>
              <a:t>Assignment</a:t>
            </a:r>
            <a:r>
              <a:rPr sz="3000" i="1" spc="-160" dirty="0">
                <a:solidFill>
                  <a:srgbClr val="046A7D"/>
                </a:solidFill>
                <a:latin typeface="Arial"/>
                <a:cs typeface="Arial"/>
              </a:rPr>
              <a:t> </a:t>
            </a:r>
            <a:r>
              <a:rPr sz="3000" i="1" spc="-180" dirty="0">
                <a:solidFill>
                  <a:srgbClr val="046A7D"/>
                </a:solidFill>
                <a:latin typeface="Arial"/>
                <a:cs typeface="Arial"/>
              </a:rPr>
              <a:t>&amp;</a:t>
            </a:r>
            <a:r>
              <a:rPr sz="3000" i="1" spc="-130" dirty="0">
                <a:solidFill>
                  <a:srgbClr val="046A7D"/>
                </a:solidFill>
                <a:latin typeface="Arial"/>
                <a:cs typeface="Arial"/>
              </a:rPr>
              <a:t> </a:t>
            </a:r>
            <a:r>
              <a:rPr sz="3000" i="1" dirty="0">
                <a:solidFill>
                  <a:srgbClr val="046A7D"/>
                </a:solidFill>
                <a:latin typeface="Arial"/>
                <a:cs typeface="Arial"/>
              </a:rPr>
              <a:t>Quiz</a:t>
            </a:r>
            <a:r>
              <a:rPr sz="3000" i="1" spc="-140" dirty="0">
                <a:solidFill>
                  <a:srgbClr val="046A7D"/>
                </a:solidFill>
                <a:latin typeface="Arial"/>
                <a:cs typeface="Arial"/>
              </a:rPr>
              <a:t> </a:t>
            </a:r>
            <a:r>
              <a:rPr sz="3000" i="1" spc="85" dirty="0">
                <a:solidFill>
                  <a:srgbClr val="046A7D"/>
                </a:solidFill>
                <a:latin typeface="Arial"/>
                <a:cs typeface="Arial"/>
              </a:rPr>
              <a:t>Automation</a:t>
            </a:r>
            <a:r>
              <a:rPr sz="3000" i="1" spc="-145" dirty="0">
                <a:solidFill>
                  <a:srgbClr val="046A7D"/>
                </a:solidFill>
                <a:latin typeface="Arial"/>
                <a:cs typeface="Arial"/>
              </a:rPr>
              <a:t> </a:t>
            </a:r>
            <a:r>
              <a:rPr sz="3000" i="1" spc="-10" dirty="0">
                <a:solidFill>
                  <a:srgbClr val="046A7D"/>
                </a:solidFill>
                <a:latin typeface="Arial"/>
                <a:cs typeface="Arial"/>
              </a:rPr>
              <a:t>System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28739" y="5869385"/>
            <a:ext cx="16036925" cy="3810000"/>
            <a:chOff x="928739" y="5869385"/>
            <a:chExt cx="16036925" cy="3810000"/>
          </a:xfrm>
        </p:grpSpPr>
        <p:sp>
          <p:nvSpPr>
            <p:cNvPr id="32" name="object 32"/>
            <p:cNvSpPr/>
            <p:nvPr/>
          </p:nvSpPr>
          <p:spPr>
            <a:xfrm>
              <a:off x="947578" y="5888434"/>
              <a:ext cx="15992475" cy="3773804"/>
            </a:xfrm>
            <a:custGeom>
              <a:avLst/>
              <a:gdLst/>
              <a:ahLst/>
              <a:cxnLst/>
              <a:rect l="l" t="t" r="r" b="b"/>
              <a:pathLst>
                <a:path w="15992475" h="3773804">
                  <a:moveTo>
                    <a:pt x="15713506" y="3773210"/>
                  </a:moveTo>
                  <a:lnTo>
                    <a:pt x="285750" y="3773210"/>
                  </a:lnTo>
                  <a:lnTo>
                    <a:pt x="240779" y="3769650"/>
                  </a:lnTo>
                  <a:lnTo>
                    <a:pt x="197320" y="3759183"/>
                  </a:lnTo>
                  <a:lnTo>
                    <a:pt x="156141" y="3742126"/>
                  </a:lnTo>
                  <a:lnTo>
                    <a:pt x="118010" y="3718798"/>
                  </a:lnTo>
                  <a:lnTo>
                    <a:pt x="83694" y="3689516"/>
                  </a:lnTo>
                  <a:lnTo>
                    <a:pt x="54412" y="3655200"/>
                  </a:lnTo>
                  <a:lnTo>
                    <a:pt x="31083" y="3617068"/>
                  </a:lnTo>
                  <a:lnTo>
                    <a:pt x="14026" y="3575889"/>
                  </a:lnTo>
                  <a:lnTo>
                    <a:pt x="3559" y="3532431"/>
                  </a:lnTo>
                  <a:lnTo>
                    <a:pt x="0" y="3487460"/>
                  </a:lnTo>
                  <a:lnTo>
                    <a:pt x="0" y="285750"/>
                  </a:lnTo>
                  <a:lnTo>
                    <a:pt x="3559" y="240779"/>
                  </a:lnTo>
                  <a:lnTo>
                    <a:pt x="14026" y="197320"/>
                  </a:lnTo>
                  <a:lnTo>
                    <a:pt x="31083" y="156142"/>
                  </a:lnTo>
                  <a:lnTo>
                    <a:pt x="54412" y="118010"/>
                  </a:lnTo>
                  <a:lnTo>
                    <a:pt x="83694" y="83694"/>
                  </a:lnTo>
                  <a:lnTo>
                    <a:pt x="118010" y="54412"/>
                  </a:lnTo>
                  <a:lnTo>
                    <a:pt x="156141" y="31083"/>
                  </a:lnTo>
                  <a:lnTo>
                    <a:pt x="197320" y="14027"/>
                  </a:lnTo>
                  <a:lnTo>
                    <a:pt x="240779" y="3559"/>
                  </a:lnTo>
                  <a:lnTo>
                    <a:pt x="285750" y="0"/>
                  </a:lnTo>
                  <a:lnTo>
                    <a:pt x="15713506" y="0"/>
                  </a:lnTo>
                  <a:lnTo>
                    <a:pt x="15758477" y="3559"/>
                  </a:lnTo>
                  <a:lnTo>
                    <a:pt x="15801936" y="14027"/>
                  </a:lnTo>
                  <a:lnTo>
                    <a:pt x="15843114" y="31083"/>
                  </a:lnTo>
                  <a:lnTo>
                    <a:pt x="15881246" y="54412"/>
                  </a:lnTo>
                  <a:lnTo>
                    <a:pt x="15915562" y="83694"/>
                  </a:lnTo>
                  <a:lnTo>
                    <a:pt x="15944844" y="118010"/>
                  </a:lnTo>
                  <a:lnTo>
                    <a:pt x="15968173" y="156142"/>
                  </a:lnTo>
                  <a:lnTo>
                    <a:pt x="15985229" y="197320"/>
                  </a:lnTo>
                  <a:lnTo>
                    <a:pt x="15991925" y="225123"/>
                  </a:lnTo>
                  <a:lnTo>
                    <a:pt x="15991925" y="3548086"/>
                  </a:lnTo>
                  <a:lnTo>
                    <a:pt x="15968173" y="3617068"/>
                  </a:lnTo>
                  <a:lnTo>
                    <a:pt x="15944844" y="3655200"/>
                  </a:lnTo>
                  <a:lnTo>
                    <a:pt x="15915562" y="3689516"/>
                  </a:lnTo>
                  <a:lnTo>
                    <a:pt x="15881246" y="3718798"/>
                  </a:lnTo>
                  <a:lnTo>
                    <a:pt x="15843114" y="3742126"/>
                  </a:lnTo>
                  <a:lnTo>
                    <a:pt x="15801936" y="3759183"/>
                  </a:lnTo>
                  <a:lnTo>
                    <a:pt x="15758477" y="3769650"/>
                  </a:lnTo>
                  <a:lnTo>
                    <a:pt x="15713506" y="3773210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47789" y="5888435"/>
              <a:ext cx="15998825" cy="3771900"/>
            </a:xfrm>
            <a:custGeom>
              <a:avLst/>
              <a:gdLst/>
              <a:ahLst/>
              <a:cxnLst/>
              <a:rect l="l" t="t" r="r" b="b"/>
              <a:pathLst>
                <a:path w="15998825" h="3771900">
                  <a:moveTo>
                    <a:pt x="270700" y="3771899"/>
                  </a:moveTo>
                  <a:lnTo>
                    <a:pt x="197314" y="3759063"/>
                  </a:lnTo>
                  <a:lnTo>
                    <a:pt x="156136" y="3742007"/>
                  </a:lnTo>
                  <a:lnTo>
                    <a:pt x="118006" y="3718679"/>
                  </a:lnTo>
                  <a:lnTo>
                    <a:pt x="83691" y="3689398"/>
                  </a:lnTo>
                  <a:lnTo>
                    <a:pt x="54410" y="3655083"/>
                  </a:lnTo>
                  <a:lnTo>
                    <a:pt x="31082" y="3616953"/>
                  </a:lnTo>
                  <a:lnTo>
                    <a:pt x="14026" y="3575775"/>
                  </a:lnTo>
                  <a:lnTo>
                    <a:pt x="3559" y="3532318"/>
                  </a:lnTo>
                  <a:lnTo>
                    <a:pt x="0" y="3487349"/>
                  </a:lnTo>
                  <a:lnTo>
                    <a:pt x="0" y="285740"/>
                  </a:lnTo>
                  <a:lnTo>
                    <a:pt x="3559" y="240771"/>
                  </a:lnTo>
                  <a:lnTo>
                    <a:pt x="14026" y="197314"/>
                  </a:lnTo>
                  <a:lnTo>
                    <a:pt x="31082" y="156136"/>
                  </a:lnTo>
                  <a:lnTo>
                    <a:pt x="54410" y="118006"/>
                  </a:lnTo>
                  <a:lnTo>
                    <a:pt x="83691" y="83691"/>
                  </a:lnTo>
                  <a:lnTo>
                    <a:pt x="118006" y="54410"/>
                  </a:lnTo>
                  <a:lnTo>
                    <a:pt x="156136" y="31082"/>
                  </a:lnTo>
                  <a:lnTo>
                    <a:pt x="197314" y="14026"/>
                  </a:lnTo>
                  <a:lnTo>
                    <a:pt x="240771" y="3559"/>
                  </a:lnTo>
                  <a:lnTo>
                    <a:pt x="285740" y="0"/>
                  </a:lnTo>
                  <a:lnTo>
                    <a:pt x="15713007" y="0"/>
                  </a:lnTo>
                  <a:lnTo>
                    <a:pt x="15757976" y="3559"/>
                  </a:lnTo>
                  <a:lnTo>
                    <a:pt x="15801433" y="14026"/>
                  </a:lnTo>
                  <a:lnTo>
                    <a:pt x="15842610" y="31082"/>
                  </a:lnTo>
                  <a:lnTo>
                    <a:pt x="15880740" y="54409"/>
                  </a:lnTo>
                  <a:lnTo>
                    <a:pt x="15915055" y="83691"/>
                  </a:lnTo>
                  <a:lnTo>
                    <a:pt x="15944337" y="118006"/>
                  </a:lnTo>
                  <a:lnTo>
                    <a:pt x="15967665" y="156136"/>
                  </a:lnTo>
                  <a:lnTo>
                    <a:pt x="15984721" y="197313"/>
                  </a:lnTo>
                  <a:lnTo>
                    <a:pt x="15995188" y="240771"/>
                  </a:lnTo>
                  <a:lnTo>
                    <a:pt x="15998748" y="285740"/>
                  </a:lnTo>
                  <a:lnTo>
                    <a:pt x="15998748" y="3487349"/>
                  </a:lnTo>
                  <a:lnTo>
                    <a:pt x="15995188" y="3532318"/>
                  </a:lnTo>
                  <a:lnTo>
                    <a:pt x="15984721" y="3575776"/>
                  </a:lnTo>
                  <a:lnTo>
                    <a:pt x="15967665" y="3616953"/>
                  </a:lnTo>
                  <a:lnTo>
                    <a:pt x="15944337" y="3655083"/>
                  </a:lnTo>
                  <a:lnTo>
                    <a:pt x="15915056" y="3689399"/>
                  </a:lnTo>
                  <a:lnTo>
                    <a:pt x="15880740" y="3718680"/>
                  </a:lnTo>
                  <a:lnTo>
                    <a:pt x="15842610" y="3742007"/>
                  </a:lnTo>
                  <a:lnTo>
                    <a:pt x="15801433" y="3759063"/>
                  </a:lnTo>
                  <a:lnTo>
                    <a:pt x="15757976" y="3769530"/>
                  </a:lnTo>
                  <a:lnTo>
                    <a:pt x="15728048" y="377189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3382" y="7293729"/>
              <a:ext cx="76200" cy="7619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3382" y="7608054"/>
              <a:ext cx="76200" cy="76199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239232" y="6812399"/>
            <a:ext cx="3859529" cy="96837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800" spc="-120" dirty="0">
                <a:solidFill>
                  <a:srgbClr val="377272"/>
                </a:solidFill>
                <a:latin typeface="Arial Black"/>
                <a:cs typeface="Arial Black"/>
              </a:rPr>
              <a:t>What</a:t>
            </a:r>
            <a:r>
              <a:rPr sz="18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70" dirty="0">
                <a:solidFill>
                  <a:srgbClr val="377272"/>
                </a:solidFill>
                <a:latin typeface="Arial Black"/>
                <a:cs typeface="Arial Black"/>
              </a:rPr>
              <a:t>it</a:t>
            </a:r>
            <a:r>
              <a:rPr sz="18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Arial Black"/>
                <a:cs typeface="Arial Black"/>
              </a:rPr>
              <a:t>uses:</a:t>
            </a:r>
            <a:endParaRPr sz="1800">
              <a:latin typeface="Arial Black"/>
              <a:cs typeface="Arial Black"/>
            </a:endParaRPr>
          </a:p>
          <a:p>
            <a:pPr marL="400685" marR="5080">
              <a:lnSpc>
                <a:spcPct val="114599"/>
              </a:lnSpc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Data</a:t>
            </a:r>
            <a:r>
              <a:rPr sz="1800" spc="-9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clustering</a:t>
            </a:r>
            <a:r>
              <a:rPr sz="1800" spc="-9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techniques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Similarity‑based</a:t>
            </a:r>
            <a:r>
              <a:rPr sz="18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matching</a:t>
            </a:r>
            <a:r>
              <a:rPr sz="18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logic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423382" y="8551029"/>
            <a:ext cx="76200" cy="704850"/>
            <a:chOff x="1423382" y="8551029"/>
            <a:chExt cx="76200" cy="704850"/>
          </a:xfrm>
        </p:grpSpPr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3382" y="8551029"/>
              <a:ext cx="76200" cy="7619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3382" y="9179679"/>
              <a:ext cx="76200" cy="76199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239232" y="8069699"/>
            <a:ext cx="4511675" cy="128270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800" spc="-105" dirty="0">
                <a:solidFill>
                  <a:srgbClr val="377272"/>
                </a:solidFill>
                <a:latin typeface="Arial Black"/>
                <a:cs typeface="Arial Black"/>
              </a:rPr>
              <a:t>Why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70" dirty="0">
                <a:solidFill>
                  <a:srgbClr val="377272"/>
                </a:solidFill>
                <a:latin typeface="Arial Black"/>
                <a:cs typeface="Arial Black"/>
              </a:rPr>
              <a:t>it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50" dirty="0">
                <a:solidFill>
                  <a:srgbClr val="377272"/>
                </a:solidFill>
                <a:latin typeface="Arial Black"/>
                <a:cs typeface="Arial Black"/>
              </a:rPr>
              <a:t>is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Arial Black"/>
                <a:cs typeface="Arial Black"/>
              </a:rPr>
              <a:t>suitable:</a:t>
            </a:r>
            <a:endParaRPr sz="1800">
              <a:latin typeface="Arial Black"/>
              <a:cs typeface="Arial Black"/>
            </a:endParaRPr>
          </a:p>
          <a:p>
            <a:pPr marL="400685" marR="118745">
              <a:lnSpc>
                <a:spcPct val="114599"/>
              </a:lnSpc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Prevents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random</a:t>
            </a:r>
            <a:r>
              <a:rPr sz="1800" spc="-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or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ineffective</a:t>
            </a:r>
            <a:r>
              <a:rPr sz="1800" spc="-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peer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grouping</a:t>
            </a:r>
            <a:endParaRPr sz="1800">
              <a:latin typeface="Lucida Sans Unicode"/>
              <a:cs typeface="Lucida Sans Unicode"/>
            </a:endParaRPr>
          </a:p>
          <a:p>
            <a:pPr marL="40068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Encourages</a:t>
            </a:r>
            <a:r>
              <a:rPr sz="18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meaningful</a:t>
            </a:r>
            <a:r>
              <a:rPr sz="18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collaboration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684760" y="7922379"/>
            <a:ext cx="76200" cy="1019175"/>
            <a:chOff x="6684760" y="7922379"/>
            <a:chExt cx="76200" cy="1019175"/>
          </a:xfrm>
        </p:grpSpPr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4760" y="7922379"/>
              <a:ext cx="76200" cy="7619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4760" y="8236704"/>
              <a:ext cx="76200" cy="7619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4760" y="8551029"/>
              <a:ext cx="76200" cy="7619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4760" y="8865354"/>
              <a:ext cx="76200" cy="76199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6500609" y="7441050"/>
            <a:ext cx="3014980" cy="1597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685" marR="400050" indent="-388620">
              <a:lnSpc>
                <a:spcPct val="114599"/>
              </a:lnSpc>
              <a:spcBef>
                <a:spcPts val="100"/>
              </a:spcBef>
            </a:pPr>
            <a:r>
              <a:rPr sz="1800" spc="-110" dirty="0">
                <a:solidFill>
                  <a:srgbClr val="377272"/>
                </a:solidFill>
                <a:latin typeface="Arial Black"/>
                <a:cs typeface="Arial Black"/>
              </a:rPr>
              <a:t>Groups</a:t>
            </a:r>
            <a:r>
              <a:rPr sz="1800" spc="-16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50" dirty="0">
                <a:solidFill>
                  <a:srgbClr val="377272"/>
                </a:solidFill>
                <a:latin typeface="Arial Black"/>
                <a:cs typeface="Arial Black"/>
              </a:rPr>
              <a:t>users</a:t>
            </a:r>
            <a:r>
              <a:rPr sz="18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35" dirty="0">
                <a:solidFill>
                  <a:srgbClr val="377272"/>
                </a:solidFill>
                <a:latin typeface="Arial Black"/>
                <a:cs typeface="Arial Black"/>
              </a:rPr>
              <a:t>based</a:t>
            </a:r>
            <a:r>
              <a:rPr sz="18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60" dirty="0">
                <a:solidFill>
                  <a:srgbClr val="377272"/>
                </a:solidFill>
                <a:latin typeface="Arial Black"/>
                <a:cs typeface="Arial Black"/>
              </a:rPr>
              <a:t>on: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1800" spc="-13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pace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Accuracy</a:t>
            </a:r>
            <a:r>
              <a:rPr sz="1800" spc="9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level Consistency</a:t>
            </a:r>
            <a:endParaRPr sz="1800">
              <a:latin typeface="Lucida Sans Unicode"/>
              <a:cs typeface="Lucida Sans Unicode"/>
            </a:endParaRPr>
          </a:p>
          <a:p>
            <a:pPr marL="400685">
              <a:lnSpc>
                <a:spcPct val="100000"/>
              </a:lnSpc>
              <a:spcBef>
                <a:spcPts val="315"/>
              </a:spcBef>
            </a:pPr>
            <a:r>
              <a:rPr sz="18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Common</a:t>
            </a:r>
            <a:r>
              <a:rPr sz="18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35" dirty="0">
                <a:solidFill>
                  <a:srgbClr val="377272"/>
                </a:solidFill>
                <a:latin typeface="Lucida Sans Unicode"/>
                <a:cs typeface="Lucida Sans Unicode"/>
              </a:rPr>
              <a:t>struggle</a:t>
            </a:r>
            <a:r>
              <a:rPr sz="18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areas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2653005" y="7293729"/>
            <a:ext cx="76200" cy="704850"/>
            <a:chOff x="12653005" y="7293729"/>
            <a:chExt cx="76200" cy="704850"/>
          </a:xfrm>
        </p:grpSpPr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53005" y="7293729"/>
              <a:ext cx="76200" cy="7619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53005" y="7608054"/>
              <a:ext cx="76200" cy="7619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53005" y="7922379"/>
              <a:ext cx="76200" cy="76199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12468855" y="6812399"/>
            <a:ext cx="3726815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685" marR="1177290" indent="-388620" algn="just">
              <a:lnSpc>
                <a:spcPct val="114599"/>
              </a:lnSpc>
              <a:spcBef>
                <a:spcPts val="100"/>
              </a:spcBef>
            </a:pPr>
            <a:r>
              <a:rPr sz="1800" spc="-114" dirty="0">
                <a:solidFill>
                  <a:srgbClr val="377272"/>
                </a:solidFill>
                <a:latin typeface="Arial Black"/>
                <a:cs typeface="Arial Black"/>
              </a:rPr>
              <a:t>Supports</a:t>
            </a:r>
            <a:r>
              <a:rPr sz="1800" spc="2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45" dirty="0">
                <a:solidFill>
                  <a:srgbClr val="377272"/>
                </a:solidFill>
                <a:latin typeface="Arial Black"/>
                <a:cs typeface="Arial Black"/>
              </a:rPr>
              <a:t>features</a:t>
            </a:r>
            <a:r>
              <a:rPr sz="1800" spc="2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05" dirty="0">
                <a:solidFill>
                  <a:srgbClr val="377272"/>
                </a:solidFill>
                <a:latin typeface="Arial Black"/>
                <a:cs typeface="Arial Black"/>
              </a:rPr>
              <a:t>like: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Peer</a:t>
            </a:r>
            <a:r>
              <a:rPr sz="1800" spc="3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accountability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Group</a:t>
            </a:r>
            <a:r>
              <a:rPr sz="18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rewards</a:t>
            </a:r>
            <a:endParaRPr sz="1800">
              <a:latin typeface="Lucida Sans Unicode"/>
              <a:cs typeface="Lucida Sans Unicode"/>
            </a:endParaRPr>
          </a:p>
          <a:p>
            <a:pPr marL="400685" algn="just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Collaborative</a:t>
            </a:r>
            <a:r>
              <a:rPr sz="1800" spc="-6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problem</a:t>
            </a:r>
            <a:r>
              <a:rPr sz="1800" spc="-6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solving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867545" y="6091662"/>
            <a:ext cx="6159500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i="1" dirty="0">
                <a:solidFill>
                  <a:srgbClr val="046A7D"/>
                </a:solidFill>
                <a:latin typeface="Arial"/>
                <a:cs typeface="Arial"/>
              </a:rPr>
              <a:t>Peer</a:t>
            </a:r>
            <a:r>
              <a:rPr sz="3000" b="1" i="1" dirty="0">
                <a:solidFill>
                  <a:srgbClr val="046A7D"/>
                </a:solidFill>
                <a:latin typeface="Palatino Linotype"/>
                <a:cs typeface="Palatino Linotype"/>
              </a:rPr>
              <a:t>‑</a:t>
            </a:r>
            <a:r>
              <a:rPr sz="3000" b="1" i="1" dirty="0">
                <a:solidFill>
                  <a:srgbClr val="046A7D"/>
                </a:solidFill>
                <a:latin typeface="Arial"/>
                <a:cs typeface="Arial"/>
              </a:rPr>
              <a:t>to</a:t>
            </a:r>
            <a:r>
              <a:rPr sz="3000" b="1" i="1" dirty="0">
                <a:solidFill>
                  <a:srgbClr val="046A7D"/>
                </a:solidFill>
                <a:latin typeface="Palatino Linotype"/>
                <a:cs typeface="Palatino Linotype"/>
              </a:rPr>
              <a:t>‑</a:t>
            </a:r>
            <a:r>
              <a:rPr sz="3000" b="1" i="1" dirty="0">
                <a:solidFill>
                  <a:srgbClr val="046A7D"/>
                </a:solidFill>
                <a:latin typeface="Arial"/>
                <a:cs typeface="Arial"/>
              </a:rPr>
              <a:t>Peer</a:t>
            </a:r>
            <a:r>
              <a:rPr sz="3000" b="1" i="1" spc="-95" dirty="0">
                <a:solidFill>
                  <a:srgbClr val="046A7D"/>
                </a:solidFill>
                <a:latin typeface="Arial"/>
                <a:cs typeface="Arial"/>
              </a:rPr>
              <a:t> </a:t>
            </a:r>
            <a:r>
              <a:rPr sz="3000" b="1" i="1" spc="80" dirty="0">
                <a:solidFill>
                  <a:srgbClr val="046A7D"/>
                </a:solidFill>
                <a:latin typeface="Arial"/>
                <a:cs typeface="Arial"/>
              </a:rPr>
              <a:t>Matching</a:t>
            </a:r>
            <a:r>
              <a:rPr sz="3000" b="1" i="1" spc="-90" dirty="0">
                <a:solidFill>
                  <a:srgbClr val="046A7D"/>
                </a:solidFill>
                <a:latin typeface="Arial"/>
                <a:cs typeface="Arial"/>
              </a:rPr>
              <a:t> </a:t>
            </a:r>
            <a:r>
              <a:rPr sz="3000" b="1" i="1" spc="-10" dirty="0">
                <a:solidFill>
                  <a:srgbClr val="046A7D"/>
                </a:solidFill>
                <a:latin typeface="Arial"/>
                <a:cs typeface="Arial"/>
              </a:rPr>
              <a:t>Algorithm</a:t>
            </a:r>
            <a:endParaRPr sz="3000">
              <a:latin typeface="Arial"/>
              <a:cs typeface="Arial"/>
            </a:endParaRPr>
          </a:p>
          <a:p>
            <a:pPr marL="645160">
              <a:lnSpc>
                <a:spcPct val="100000"/>
              </a:lnSpc>
              <a:spcBef>
                <a:spcPts val="2390"/>
              </a:spcBef>
            </a:pPr>
            <a:r>
              <a:rPr sz="1800" spc="-160" dirty="0">
                <a:solidFill>
                  <a:srgbClr val="377272"/>
                </a:solidFill>
                <a:latin typeface="Arial Black"/>
                <a:cs typeface="Arial Black"/>
              </a:rPr>
              <a:t>How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70" dirty="0">
                <a:solidFill>
                  <a:srgbClr val="377272"/>
                </a:solidFill>
                <a:latin typeface="Arial Black"/>
                <a:cs typeface="Arial Black"/>
              </a:rPr>
              <a:t>it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Arial Black"/>
                <a:cs typeface="Arial Black"/>
              </a:rPr>
              <a:t>works: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97971" y="4566207"/>
            <a:ext cx="5090029" cy="411507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4782144"/>
            <a:ext cx="6697980" cy="5505450"/>
          </a:xfrm>
          <a:custGeom>
            <a:avLst/>
            <a:gdLst/>
            <a:ahLst/>
            <a:cxnLst/>
            <a:rect l="l" t="t" r="r" b="b"/>
            <a:pathLst>
              <a:path w="6697980" h="5505450">
                <a:moveTo>
                  <a:pt x="6697817" y="5504855"/>
                </a:moveTo>
                <a:lnTo>
                  <a:pt x="0" y="5504855"/>
                </a:lnTo>
                <a:lnTo>
                  <a:pt x="0" y="0"/>
                </a:lnTo>
                <a:lnTo>
                  <a:pt x="6697817" y="0"/>
                </a:lnTo>
                <a:lnTo>
                  <a:pt x="6697817" y="5504855"/>
                </a:lnTo>
                <a:close/>
              </a:path>
            </a:pathLst>
          </a:custGeom>
          <a:solidFill>
            <a:srgbClr val="40B8D5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803" y="-1228"/>
            <a:ext cx="3896995" cy="4691380"/>
            <a:chOff x="5803" y="-1228"/>
            <a:chExt cx="3896995" cy="4691380"/>
          </a:xfrm>
        </p:grpSpPr>
        <p:sp>
          <p:nvSpPr>
            <p:cNvPr id="5" name="object 5"/>
            <p:cNvSpPr/>
            <p:nvPr/>
          </p:nvSpPr>
          <p:spPr>
            <a:xfrm>
              <a:off x="5803" y="-1228"/>
              <a:ext cx="3896995" cy="4691380"/>
            </a:xfrm>
            <a:custGeom>
              <a:avLst/>
              <a:gdLst/>
              <a:ahLst/>
              <a:cxnLst/>
              <a:rect l="l" t="t" r="r" b="b"/>
              <a:pathLst>
                <a:path w="3896995" h="4691380">
                  <a:moveTo>
                    <a:pt x="3887051" y="920424"/>
                  </a:moveTo>
                  <a:lnTo>
                    <a:pt x="3818500" y="600456"/>
                  </a:lnTo>
                  <a:lnTo>
                    <a:pt x="3840345" y="641797"/>
                  </a:lnTo>
                  <a:lnTo>
                    <a:pt x="3889573" y="871571"/>
                  </a:lnTo>
                  <a:lnTo>
                    <a:pt x="3887051" y="920424"/>
                  </a:lnTo>
                  <a:close/>
                </a:path>
                <a:path w="3896995" h="4691380">
                  <a:moveTo>
                    <a:pt x="2040355" y="0"/>
                  </a:moveTo>
                  <a:lnTo>
                    <a:pt x="3261461" y="1007"/>
                  </a:lnTo>
                  <a:lnTo>
                    <a:pt x="3276309" y="9687"/>
                  </a:lnTo>
                  <a:lnTo>
                    <a:pt x="3320749" y="35245"/>
                  </a:lnTo>
                  <a:lnTo>
                    <a:pt x="3365414" y="61850"/>
                  </a:lnTo>
                  <a:lnTo>
                    <a:pt x="3410291" y="89448"/>
                  </a:lnTo>
                  <a:lnTo>
                    <a:pt x="3455370" y="117987"/>
                  </a:lnTo>
                  <a:lnTo>
                    <a:pt x="3488220" y="150071"/>
                  </a:lnTo>
                  <a:lnTo>
                    <a:pt x="3521249" y="182987"/>
                  </a:lnTo>
                  <a:lnTo>
                    <a:pt x="3566862" y="214020"/>
                  </a:lnTo>
                  <a:lnTo>
                    <a:pt x="3600212" y="248437"/>
                  </a:lnTo>
                  <a:lnTo>
                    <a:pt x="3621287" y="286184"/>
                  </a:lnTo>
                  <a:lnTo>
                    <a:pt x="3688658" y="358150"/>
                  </a:lnTo>
                  <a:lnTo>
                    <a:pt x="3710094" y="397581"/>
                  </a:lnTo>
                  <a:lnTo>
                    <a:pt x="3744046" y="434805"/>
                  </a:lnTo>
                  <a:lnTo>
                    <a:pt x="3809113" y="556638"/>
                  </a:lnTo>
                  <a:lnTo>
                    <a:pt x="3896809" y="965967"/>
                  </a:lnTo>
                  <a:lnTo>
                    <a:pt x="3893986" y="1013417"/>
                  </a:lnTo>
                  <a:lnTo>
                    <a:pt x="3878562" y="1062671"/>
                  </a:lnTo>
                  <a:lnTo>
                    <a:pt x="3871911" y="1152874"/>
                  </a:lnTo>
                  <a:lnTo>
                    <a:pt x="3855804" y="1198937"/>
                  </a:lnTo>
                  <a:lnTo>
                    <a:pt x="3839424" y="1243730"/>
                  </a:lnTo>
                  <a:lnTo>
                    <a:pt x="3822749" y="1287148"/>
                  </a:lnTo>
                  <a:lnTo>
                    <a:pt x="3805758" y="1329088"/>
                  </a:lnTo>
                  <a:lnTo>
                    <a:pt x="3788429" y="1369447"/>
                  </a:lnTo>
                  <a:lnTo>
                    <a:pt x="3768356" y="1397003"/>
                  </a:lnTo>
                  <a:lnTo>
                    <a:pt x="3618146" y="695886"/>
                  </a:lnTo>
                  <a:lnTo>
                    <a:pt x="3530612" y="529806"/>
                  </a:lnTo>
                  <a:lnTo>
                    <a:pt x="3462576" y="454736"/>
                  </a:lnTo>
                  <a:lnTo>
                    <a:pt x="3441186" y="415520"/>
                  </a:lnTo>
                  <a:lnTo>
                    <a:pt x="3395125" y="382399"/>
                  </a:lnTo>
                  <a:lnTo>
                    <a:pt x="3361668" y="347482"/>
                  </a:lnTo>
                  <a:lnTo>
                    <a:pt x="3328415" y="313520"/>
                  </a:lnTo>
                  <a:lnTo>
                    <a:pt x="3282969" y="283264"/>
                  </a:lnTo>
                  <a:lnTo>
                    <a:pt x="3237765" y="254144"/>
                  </a:lnTo>
                  <a:lnTo>
                    <a:pt x="3192825" y="226252"/>
                  </a:lnTo>
                  <a:lnTo>
                    <a:pt x="3148167" y="199677"/>
                  </a:lnTo>
                  <a:lnTo>
                    <a:pt x="3103810" y="174510"/>
                  </a:lnTo>
                  <a:lnTo>
                    <a:pt x="3047357" y="153503"/>
                  </a:lnTo>
                  <a:lnTo>
                    <a:pt x="3017441" y="135113"/>
                  </a:lnTo>
                  <a:lnTo>
                    <a:pt x="2975297" y="120274"/>
                  </a:lnTo>
                  <a:lnTo>
                    <a:pt x="2933341" y="106312"/>
                  </a:lnTo>
                  <a:lnTo>
                    <a:pt x="2891571" y="93216"/>
                  </a:lnTo>
                  <a:lnTo>
                    <a:pt x="2849983" y="80972"/>
                  </a:lnTo>
                  <a:lnTo>
                    <a:pt x="2796157" y="72228"/>
                  </a:lnTo>
                  <a:lnTo>
                    <a:pt x="2754926" y="61651"/>
                  </a:lnTo>
                  <a:lnTo>
                    <a:pt x="2713870" y="51888"/>
                  </a:lnTo>
                  <a:lnTo>
                    <a:pt x="2660567" y="45587"/>
                  </a:lnTo>
                  <a:lnTo>
                    <a:pt x="2619851" y="37414"/>
                  </a:lnTo>
                  <a:lnTo>
                    <a:pt x="2566884" y="32678"/>
                  </a:lnTo>
                  <a:lnTo>
                    <a:pt x="2514080" y="28706"/>
                  </a:lnTo>
                  <a:lnTo>
                    <a:pt x="2461437" y="25484"/>
                  </a:lnTo>
                  <a:lnTo>
                    <a:pt x="2408952" y="23000"/>
                  </a:lnTo>
                  <a:lnTo>
                    <a:pt x="2356623" y="21242"/>
                  </a:lnTo>
                  <a:lnTo>
                    <a:pt x="2292028" y="22857"/>
                  </a:lnTo>
                  <a:lnTo>
                    <a:pt x="2240001" y="22512"/>
                  </a:lnTo>
                  <a:lnTo>
                    <a:pt x="2175703" y="25514"/>
                  </a:lnTo>
                  <a:lnTo>
                    <a:pt x="2123968" y="26530"/>
                  </a:lnTo>
                  <a:lnTo>
                    <a:pt x="2070955" y="21581"/>
                  </a:lnTo>
                  <a:lnTo>
                    <a:pt x="2040355" y="0"/>
                  </a:lnTo>
                  <a:close/>
                </a:path>
                <a:path w="3896995" h="4691380">
                  <a:moveTo>
                    <a:pt x="537205" y="1895576"/>
                  </a:moveTo>
                  <a:lnTo>
                    <a:pt x="475692" y="1608457"/>
                  </a:lnTo>
                  <a:lnTo>
                    <a:pt x="478097" y="1559059"/>
                  </a:lnTo>
                  <a:lnTo>
                    <a:pt x="468178" y="1512764"/>
                  </a:lnTo>
                  <a:lnTo>
                    <a:pt x="473570" y="1416682"/>
                  </a:lnTo>
                  <a:lnTo>
                    <a:pt x="488933" y="1367144"/>
                  </a:lnTo>
                  <a:lnTo>
                    <a:pt x="492080" y="1321208"/>
                  </a:lnTo>
                  <a:lnTo>
                    <a:pt x="507873" y="1273679"/>
                  </a:lnTo>
                  <a:lnTo>
                    <a:pt x="522970" y="1222896"/>
                  </a:lnTo>
                  <a:lnTo>
                    <a:pt x="538560" y="1174416"/>
                  </a:lnTo>
                  <a:lnTo>
                    <a:pt x="554653" y="1128287"/>
                  </a:lnTo>
                  <a:lnTo>
                    <a:pt x="571261" y="1084561"/>
                  </a:lnTo>
                  <a:lnTo>
                    <a:pt x="600813" y="1040625"/>
                  </a:lnTo>
                  <a:lnTo>
                    <a:pt x="618482" y="1001851"/>
                  </a:lnTo>
                  <a:lnTo>
                    <a:pt x="649116" y="962968"/>
                  </a:lnTo>
                  <a:lnTo>
                    <a:pt x="680308" y="926684"/>
                  </a:lnTo>
                  <a:lnTo>
                    <a:pt x="712066" y="893051"/>
                  </a:lnTo>
                  <a:lnTo>
                    <a:pt x="756822" y="859457"/>
                  </a:lnTo>
                  <a:lnTo>
                    <a:pt x="789748" y="831273"/>
                  </a:lnTo>
                  <a:lnTo>
                    <a:pt x="823274" y="805888"/>
                  </a:lnTo>
                  <a:lnTo>
                    <a:pt x="870015" y="781562"/>
                  </a:lnTo>
                  <a:lnTo>
                    <a:pt x="904909" y="762559"/>
                  </a:lnTo>
                  <a:lnTo>
                    <a:pt x="952786" y="743538"/>
                  </a:lnTo>
                  <a:lnTo>
                    <a:pt x="988808" y="729801"/>
                  </a:lnTo>
                  <a:lnTo>
                    <a:pt x="1037806" y="716007"/>
                  </a:lnTo>
                  <a:lnTo>
                    <a:pt x="1074939" y="707460"/>
                  </a:lnTo>
                  <a:lnTo>
                    <a:pt x="1125040" y="698816"/>
                  </a:lnTo>
                  <a:lnTo>
                    <a:pt x="1163268" y="695380"/>
                  </a:lnTo>
                  <a:lnTo>
                    <a:pt x="1214456" y="691810"/>
                  </a:lnTo>
                  <a:lnTo>
                    <a:pt x="1266181" y="690747"/>
                  </a:lnTo>
                  <a:lnTo>
                    <a:pt x="1318439" y="692172"/>
                  </a:lnTo>
                  <a:lnTo>
                    <a:pt x="1358808" y="698726"/>
                  </a:lnTo>
                  <a:lnTo>
                    <a:pt x="1412120" y="705069"/>
                  </a:lnTo>
                  <a:lnTo>
                    <a:pt x="1465952" y="713841"/>
                  </a:lnTo>
                  <a:lnTo>
                    <a:pt x="1507883" y="727685"/>
                  </a:lnTo>
                  <a:lnTo>
                    <a:pt x="1562744" y="741260"/>
                  </a:lnTo>
                  <a:lnTo>
                    <a:pt x="1618113" y="757206"/>
                  </a:lnTo>
                  <a:lnTo>
                    <a:pt x="1661568" y="778165"/>
                  </a:lnTo>
                  <a:lnTo>
                    <a:pt x="1717941" y="798797"/>
                  </a:lnTo>
                  <a:lnTo>
                    <a:pt x="1762391" y="824403"/>
                  </a:lnTo>
                  <a:lnTo>
                    <a:pt x="1819752" y="849643"/>
                  </a:lnTo>
                  <a:lnTo>
                    <a:pt x="1864304" y="875726"/>
                  </a:lnTo>
                  <a:lnTo>
                    <a:pt x="1909051" y="902715"/>
                  </a:lnTo>
                  <a:lnTo>
                    <a:pt x="1953965" y="930482"/>
                  </a:lnTo>
                  <a:lnTo>
                    <a:pt x="1999017" y="958898"/>
                  </a:lnTo>
                  <a:lnTo>
                    <a:pt x="2031763" y="990495"/>
                  </a:lnTo>
                  <a:lnTo>
                    <a:pt x="2167646" y="1079128"/>
                  </a:lnTo>
                  <a:lnTo>
                    <a:pt x="2200560" y="1111511"/>
                  </a:lnTo>
                  <a:lnTo>
                    <a:pt x="2279032" y="1174665"/>
                  </a:lnTo>
                  <a:lnTo>
                    <a:pt x="2324491" y="1204982"/>
                  </a:lnTo>
                  <a:lnTo>
                    <a:pt x="2369818" y="1234680"/>
                  </a:lnTo>
                  <a:lnTo>
                    <a:pt x="2402586" y="1266379"/>
                  </a:lnTo>
                  <a:lnTo>
                    <a:pt x="2447623" y="1294721"/>
                  </a:lnTo>
                  <a:lnTo>
                    <a:pt x="2492502" y="1322328"/>
                  </a:lnTo>
                  <a:lnTo>
                    <a:pt x="2537215" y="1349161"/>
                  </a:lnTo>
                  <a:lnTo>
                    <a:pt x="2569336" y="1377841"/>
                  </a:lnTo>
                  <a:lnTo>
                    <a:pt x="2598390" y="1392204"/>
                  </a:lnTo>
                  <a:lnTo>
                    <a:pt x="2627913" y="1408760"/>
                  </a:lnTo>
                  <a:lnTo>
                    <a:pt x="2657793" y="1426978"/>
                  </a:lnTo>
                  <a:lnTo>
                    <a:pt x="2700333" y="1443668"/>
                  </a:lnTo>
                  <a:lnTo>
                    <a:pt x="2785688" y="1478330"/>
                  </a:lnTo>
                  <a:lnTo>
                    <a:pt x="2828276" y="1495242"/>
                  </a:lnTo>
                  <a:lnTo>
                    <a:pt x="2870653" y="1511168"/>
                  </a:lnTo>
                  <a:lnTo>
                    <a:pt x="2925124" y="1522920"/>
                  </a:lnTo>
                  <a:lnTo>
                    <a:pt x="2966738" y="1535288"/>
                  </a:lnTo>
                  <a:lnTo>
                    <a:pt x="3020219" y="1542421"/>
                  </a:lnTo>
                  <a:lnTo>
                    <a:pt x="3073035" y="1546452"/>
                  </a:lnTo>
                  <a:lnTo>
                    <a:pt x="3125073" y="1546849"/>
                  </a:lnTo>
                  <a:lnTo>
                    <a:pt x="3176219" y="1543084"/>
                  </a:lnTo>
                  <a:lnTo>
                    <a:pt x="3238779" y="1531967"/>
                  </a:lnTo>
                  <a:lnTo>
                    <a:pt x="3287801" y="1518288"/>
                  </a:lnTo>
                  <a:lnTo>
                    <a:pt x="3335591" y="1498859"/>
                  </a:lnTo>
                  <a:lnTo>
                    <a:pt x="3370448" y="1479685"/>
                  </a:lnTo>
                  <a:lnTo>
                    <a:pt x="3416883" y="1453933"/>
                  </a:lnTo>
                  <a:lnTo>
                    <a:pt x="3450109" y="1427146"/>
                  </a:lnTo>
                  <a:lnTo>
                    <a:pt x="3482590" y="1396884"/>
                  </a:lnTo>
                  <a:lnTo>
                    <a:pt x="3514374" y="1363369"/>
                  </a:lnTo>
                  <a:lnTo>
                    <a:pt x="3533091" y="1329481"/>
                  </a:lnTo>
                  <a:lnTo>
                    <a:pt x="3563623" y="1290122"/>
                  </a:lnTo>
                  <a:lnTo>
                    <a:pt x="3581182" y="1250833"/>
                  </a:lnTo>
                  <a:lnTo>
                    <a:pt x="3610651" y="1206515"/>
                  </a:lnTo>
                  <a:lnTo>
                    <a:pt x="3627243" y="1162710"/>
                  </a:lnTo>
                  <a:lnTo>
                    <a:pt x="3631003" y="1119639"/>
                  </a:lnTo>
                  <a:lnTo>
                    <a:pt x="3646817" y="1072203"/>
                  </a:lnTo>
                  <a:lnTo>
                    <a:pt x="3649894" y="1025943"/>
                  </a:lnTo>
                  <a:lnTo>
                    <a:pt x="3665119" y="975759"/>
                  </a:lnTo>
                  <a:lnTo>
                    <a:pt x="3655284" y="929856"/>
                  </a:lnTo>
                  <a:lnTo>
                    <a:pt x="3657692" y="880471"/>
                  </a:lnTo>
                  <a:lnTo>
                    <a:pt x="3768356" y="1397003"/>
                  </a:lnTo>
                  <a:lnTo>
                    <a:pt x="3758320" y="1410782"/>
                  </a:lnTo>
                  <a:lnTo>
                    <a:pt x="3740246" y="1447668"/>
                  </a:lnTo>
                  <a:lnTo>
                    <a:pt x="3709349" y="1485322"/>
                  </a:lnTo>
                  <a:lnTo>
                    <a:pt x="3678024" y="1520981"/>
                  </a:lnTo>
                  <a:lnTo>
                    <a:pt x="3646249" y="1554541"/>
                  </a:lnTo>
                  <a:lnTo>
                    <a:pt x="3614003" y="1585899"/>
                  </a:lnTo>
                  <a:lnTo>
                    <a:pt x="3581262" y="1614951"/>
                  </a:lnTo>
                  <a:lnTo>
                    <a:pt x="3548006" y="1641593"/>
                  </a:lnTo>
                  <a:lnTo>
                    <a:pt x="3514211" y="1665723"/>
                  </a:lnTo>
                  <a:lnTo>
                    <a:pt x="3467437" y="1689896"/>
                  </a:lnTo>
                  <a:lnTo>
                    <a:pt x="3432499" y="1708689"/>
                  </a:lnTo>
                  <a:lnTo>
                    <a:pt x="3396922" y="1724502"/>
                  </a:lnTo>
                  <a:lnTo>
                    <a:pt x="3348396" y="1740499"/>
                  </a:lnTo>
                  <a:lnTo>
                    <a:pt x="3311763" y="1751379"/>
                  </a:lnTo>
                  <a:lnTo>
                    <a:pt x="3262189" y="1762482"/>
                  </a:lnTo>
                  <a:lnTo>
                    <a:pt x="3224515" y="1768509"/>
                  </a:lnTo>
                  <a:lnTo>
                    <a:pt x="3173910" y="1774799"/>
                  </a:lnTo>
                  <a:lnTo>
                    <a:pt x="3135214" y="1776051"/>
                  </a:lnTo>
                  <a:lnTo>
                    <a:pt x="3083594" y="1777607"/>
                  </a:lnTo>
                  <a:lnTo>
                    <a:pt x="3043892" y="1774165"/>
                  </a:lnTo>
                  <a:lnTo>
                    <a:pt x="2991276" y="1771067"/>
                  </a:lnTo>
                  <a:lnTo>
                    <a:pt x="2950585" y="1763010"/>
                  </a:lnTo>
                  <a:lnTo>
                    <a:pt x="2896988" y="1755337"/>
                  </a:lnTo>
                  <a:lnTo>
                    <a:pt x="2855326" y="1742746"/>
                  </a:lnTo>
                  <a:lnTo>
                    <a:pt x="2800767" y="1730578"/>
                  </a:lnTo>
                  <a:lnTo>
                    <a:pt x="2745732" y="1716193"/>
                  </a:lnTo>
                  <a:lnTo>
                    <a:pt x="2702644" y="1696949"/>
                  </a:lnTo>
                  <a:lnTo>
                    <a:pt x="2646672" y="1678188"/>
                  </a:lnTo>
                  <a:lnTo>
                    <a:pt x="2602656" y="1654609"/>
                  </a:lnTo>
                  <a:lnTo>
                    <a:pt x="2558182" y="1628892"/>
                  </a:lnTo>
                  <a:lnTo>
                    <a:pt x="2500835" y="1603717"/>
                  </a:lnTo>
                  <a:lnTo>
                    <a:pt x="2455458" y="1573784"/>
                  </a:lnTo>
                  <a:lnTo>
                    <a:pt x="2410254" y="1544661"/>
                  </a:lnTo>
                  <a:lnTo>
                    <a:pt x="2364881" y="1514753"/>
                  </a:lnTo>
                  <a:lnTo>
                    <a:pt x="2319375" y="1484219"/>
                  </a:lnTo>
                  <a:lnTo>
                    <a:pt x="2182395" y="1390462"/>
                  </a:lnTo>
                  <a:lnTo>
                    <a:pt x="2149113" y="1356363"/>
                  </a:lnTo>
                  <a:lnTo>
                    <a:pt x="2011471" y="1259521"/>
                  </a:lnTo>
                  <a:lnTo>
                    <a:pt x="1965687" y="1227693"/>
                  </a:lnTo>
                  <a:lnTo>
                    <a:pt x="1932481" y="1193947"/>
                  </a:lnTo>
                  <a:lnTo>
                    <a:pt x="1887033" y="1163684"/>
                  </a:lnTo>
                  <a:lnTo>
                    <a:pt x="1841777" y="1134321"/>
                  </a:lnTo>
                  <a:lnTo>
                    <a:pt x="1796731" y="1105935"/>
                  </a:lnTo>
                  <a:lnTo>
                    <a:pt x="1751912" y="1078606"/>
                  </a:lnTo>
                  <a:lnTo>
                    <a:pt x="1707335" y="1052411"/>
                  </a:lnTo>
                  <a:lnTo>
                    <a:pt x="1663793" y="1031047"/>
                  </a:lnTo>
                  <a:lnTo>
                    <a:pt x="1620423" y="1010483"/>
                  </a:lnTo>
                  <a:lnTo>
                    <a:pt x="1577288" y="991019"/>
                  </a:lnTo>
                  <a:lnTo>
                    <a:pt x="1534454" y="972958"/>
                  </a:lnTo>
                  <a:lnTo>
                    <a:pt x="1479567" y="959260"/>
                  </a:lnTo>
                  <a:lnTo>
                    <a:pt x="1437527" y="944906"/>
                  </a:lnTo>
                  <a:lnTo>
                    <a:pt x="1383563" y="935519"/>
                  </a:lnTo>
                  <a:lnTo>
                    <a:pt x="1330158" y="928739"/>
                  </a:lnTo>
                  <a:lnTo>
                    <a:pt x="1277375" y="924867"/>
                  </a:lnTo>
                  <a:lnTo>
                    <a:pt x="1237699" y="921545"/>
                  </a:lnTo>
                  <a:lnTo>
                    <a:pt x="1186357" y="924393"/>
                  </a:lnTo>
                  <a:lnTo>
                    <a:pt x="1135831" y="931055"/>
                  </a:lnTo>
                  <a:lnTo>
                    <a:pt x="1098598" y="939136"/>
                  </a:lnTo>
                  <a:lnTo>
                    <a:pt x="1086186" y="941829"/>
                  </a:lnTo>
                  <a:lnTo>
                    <a:pt x="1037488" y="957019"/>
                  </a:lnTo>
                  <a:lnTo>
                    <a:pt x="989800" y="976925"/>
                  </a:lnTo>
                  <a:lnTo>
                    <a:pt x="955605" y="999187"/>
                  </a:lnTo>
                  <a:lnTo>
                    <a:pt x="909908" y="1028388"/>
                  </a:lnTo>
                  <a:lnTo>
                    <a:pt x="877496" y="1058971"/>
                  </a:lnTo>
                  <a:lnTo>
                    <a:pt x="845882" y="1093284"/>
                  </a:lnTo>
                  <a:lnTo>
                    <a:pt x="815001" y="1131013"/>
                  </a:lnTo>
                  <a:lnTo>
                    <a:pt x="784784" y="1171843"/>
                  </a:lnTo>
                  <a:lnTo>
                    <a:pt x="767583" y="1212801"/>
                  </a:lnTo>
                  <a:lnTo>
                    <a:pt x="750912" y="1256234"/>
                  </a:lnTo>
                  <a:lnTo>
                    <a:pt x="734703" y="1301827"/>
                  </a:lnTo>
                  <a:lnTo>
                    <a:pt x="718890" y="1349266"/>
                  </a:lnTo>
                  <a:lnTo>
                    <a:pt x="705497" y="1589868"/>
                  </a:lnTo>
                  <a:lnTo>
                    <a:pt x="887027" y="2437173"/>
                  </a:lnTo>
                  <a:lnTo>
                    <a:pt x="835706" y="2379501"/>
                  </a:lnTo>
                  <a:lnTo>
                    <a:pt x="766792" y="2300331"/>
                  </a:lnTo>
                  <a:lnTo>
                    <a:pt x="744556" y="2257165"/>
                  </a:lnTo>
                  <a:lnTo>
                    <a:pt x="709771" y="2216051"/>
                  </a:lnTo>
                  <a:lnTo>
                    <a:pt x="687274" y="2171672"/>
                  </a:lnTo>
                  <a:lnTo>
                    <a:pt x="652231" y="2129352"/>
                  </a:lnTo>
                  <a:lnTo>
                    <a:pt x="537205" y="1895576"/>
                  </a:lnTo>
                  <a:close/>
                </a:path>
                <a:path w="3896995" h="4691380">
                  <a:moveTo>
                    <a:pt x="2090668" y="3690377"/>
                  </a:moveTo>
                  <a:lnTo>
                    <a:pt x="2060814" y="3551032"/>
                  </a:lnTo>
                  <a:lnTo>
                    <a:pt x="2083123" y="3594535"/>
                  </a:lnTo>
                  <a:lnTo>
                    <a:pt x="2093084" y="3641029"/>
                  </a:lnTo>
                  <a:lnTo>
                    <a:pt x="2090668" y="3690377"/>
                  </a:lnTo>
                  <a:close/>
                </a:path>
                <a:path w="3896995" h="4691380">
                  <a:moveTo>
                    <a:pt x="887027" y="2437173"/>
                  </a:moveTo>
                  <a:lnTo>
                    <a:pt x="755091" y="1821353"/>
                  </a:lnTo>
                  <a:lnTo>
                    <a:pt x="867517" y="2042991"/>
                  </a:lnTo>
                  <a:lnTo>
                    <a:pt x="902126" y="2083284"/>
                  </a:lnTo>
                  <a:lnTo>
                    <a:pt x="924223" y="2125802"/>
                  </a:lnTo>
                  <a:lnTo>
                    <a:pt x="958647" y="2165232"/>
                  </a:lnTo>
                  <a:lnTo>
                    <a:pt x="1061389" y="2281048"/>
                  </a:lnTo>
                  <a:lnTo>
                    <a:pt x="1163377" y="2393346"/>
                  </a:lnTo>
                  <a:lnTo>
                    <a:pt x="1264665" y="2502374"/>
                  </a:lnTo>
                  <a:lnTo>
                    <a:pt x="1310699" y="2535371"/>
                  </a:lnTo>
                  <a:lnTo>
                    <a:pt x="1330356" y="2566500"/>
                  </a:lnTo>
                  <a:lnTo>
                    <a:pt x="1408413" y="2627720"/>
                  </a:lnTo>
                  <a:lnTo>
                    <a:pt x="1543098" y="2771382"/>
                  </a:lnTo>
                  <a:lnTo>
                    <a:pt x="1589336" y="2805332"/>
                  </a:lnTo>
                  <a:lnTo>
                    <a:pt x="1691267" y="2917362"/>
                  </a:lnTo>
                  <a:lnTo>
                    <a:pt x="1794053" y="3033385"/>
                  </a:lnTo>
                  <a:lnTo>
                    <a:pt x="1816120" y="3075761"/>
                  </a:lnTo>
                  <a:lnTo>
                    <a:pt x="1850729" y="3116053"/>
                  </a:lnTo>
                  <a:lnTo>
                    <a:pt x="1873050" y="3159615"/>
                  </a:lnTo>
                  <a:lnTo>
                    <a:pt x="1907927" y="3201159"/>
                  </a:lnTo>
                  <a:lnTo>
                    <a:pt x="1930530" y="3246038"/>
                  </a:lnTo>
                  <a:lnTo>
                    <a:pt x="1965704" y="3288966"/>
                  </a:lnTo>
                  <a:lnTo>
                    <a:pt x="1988618" y="3335296"/>
                  </a:lnTo>
                  <a:lnTo>
                    <a:pt x="1997713" y="3377749"/>
                  </a:lnTo>
                  <a:lnTo>
                    <a:pt x="2041364" y="3460246"/>
                  </a:lnTo>
                  <a:lnTo>
                    <a:pt x="2110680" y="3783783"/>
                  </a:lnTo>
                  <a:lnTo>
                    <a:pt x="2097287" y="4024388"/>
                  </a:lnTo>
                  <a:lnTo>
                    <a:pt x="2094145" y="4070347"/>
                  </a:lnTo>
                  <a:lnTo>
                    <a:pt x="2078362" y="4117925"/>
                  </a:lnTo>
                  <a:lnTo>
                    <a:pt x="2062327" y="4164326"/>
                  </a:lnTo>
                  <a:lnTo>
                    <a:pt x="2046010" y="4209411"/>
                  </a:lnTo>
                  <a:lnTo>
                    <a:pt x="2029381" y="4253044"/>
                  </a:lnTo>
                  <a:lnTo>
                    <a:pt x="1999994" y="4297749"/>
                  </a:lnTo>
                  <a:lnTo>
                    <a:pt x="1991325" y="4317907"/>
                  </a:lnTo>
                  <a:lnTo>
                    <a:pt x="1821415" y="3524841"/>
                  </a:lnTo>
                  <a:lnTo>
                    <a:pt x="1710991" y="3312542"/>
                  </a:lnTo>
                  <a:lnTo>
                    <a:pt x="1676672" y="3273605"/>
                  </a:lnTo>
                  <a:lnTo>
                    <a:pt x="1654857" y="3232402"/>
                  </a:lnTo>
                  <a:lnTo>
                    <a:pt x="1518693" y="3081837"/>
                  </a:lnTo>
                  <a:lnTo>
                    <a:pt x="1497245" y="3042350"/>
                  </a:lnTo>
                  <a:lnTo>
                    <a:pt x="1451023" y="3008475"/>
                  </a:lnTo>
                  <a:lnTo>
                    <a:pt x="1249301" y="2794403"/>
                  </a:lnTo>
                  <a:lnTo>
                    <a:pt x="1171275" y="2733324"/>
                  </a:lnTo>
                  <a:lnTo>
                    <a:pt x="1151562" y="2701936"/>
                  </a:lnTo>
                  <a:lnTo>
                    <a:pt x="1105979" y="2671045"/>
                  </a:lnTo>
                  <a:lnTo>
                    <a:pt x="1072675" y="2636843"/>
                  </a:lnTo>
                  <a:lnTo>
                    <a:pt x="1005651" y="2566498"/>
                  </a:lnTo>
                  <a:lnTo>
                    <a:pt x="938079" y="2493592"/>
                  </a:lnTo>
                  <a:lnTo>
                    <a:pt x="887027" y="2437173"/>
                  </a:lnTo>
                  <a:close/>
                </a:path>
                <a:path w="3896995" h="4691380">
                  <a:moveTo>
                    <a:pt x="490548" y="4345231"/>
                  </a:moveTo>
                  <a:lnTo>
                    <a:pt x="334402" y="3616408"/>
                  </a:lnTo>
                  <a:lnTo>
                    <a:pt x="356653" y="3659642"/>
                  </a:lnTo>
                  <a:lnTo>
                    <a:pt x="366277" y="3704562"/>
                  </a:lnTo>
                  <a:lnTo>
                    <a:pt x="388119" y="3745888"/>
                  </a:lnTo>
                  <a:lnTo>
                    <a:pt x="397352" y="3788984"/>
                  </a:lnTo>
                  <a:lnTo>
                    <a:pt x="418821" y="3828570"/>
                  </a:lnTo>
                  <a:lnTo>
                    <a:pt x="482225" y="3942643"/>
                  </a:lnTo>
                  <a:lnTo>
                    <a:pt x="505324" y="3989833"/>
                  </a:lnTo>
                  <a:lnTo>
                    <a:pt x="527724" y="4033766"/>
                  </a:lnTo>
                  <a:lnTo>
                    <a:pt x="561914" y="4072102"/>
                  </a:lnTo>
                  <a:lnTo>
                    <a:pt x="583125" y="4110483"/>
                  </a:lnTo>
                  <a:lnTo>
                    <a:pt x="616262" y="4143907"/>
                  </a:lnTo>
                  <a:lnTo>
                    <a:pt x="648977" y="4175358"/>
                  </a:lnTo>
                  <a:lnTo>
                    <a:pt x="681337" y="4205155"/>
                  </a:lnTo>
                  <a:lnTo>
                    <a:pt x="713412" y="4233619"/>
                  </a:lnTo>
                  <a:lnTo>
                    <a:pt x="745269" y="4261072"/>
                  </a:lnTo>
                  <a:lnTo>
                    <a:pt x="776979" y="4287833"/>
                  </a:lnTo>
                  <a:lnTo>
                    <a:pt x="909162" y="4359197"/>
                  </a:lnTo>
                  <a:lnTo>
                    <a:pt x="965804" y="4381081"/>
                  </a:lnTo>
                  <a:lnTo>
                    <a:pt x="1010222" y="4406539"/>
                  </a:lnTo>
                  <a:lnTo>
                    <a:pt x="1065484" y="4421983"/>
                  </a:lnTo>
                  <a:lnTo>
                    <a:pt x="1107665" y="4436993"/>
                  </a:lnTo>
                  <a:lnTo>
                    <a:pt x="1149181" y="4448904"/>
                  </a:lnTo>
                  <a:lnTo>
                    <a:pt x="1202450" y="4455047"/>
                  </a:lnTo>
                  <a:lnTo>
                    <a:pt x="1255052" y="4458076"/>
                  </a:lnTo>
                  <a:lnTo>
                    <a:pt x="1294567" y="4460647"/>
                  </a:lnTo>
                  <a:lnTo>
                    <a:pt x="1345831" y="4457430"/>
                  </a:lnTo>
                  <a:lnTo>
                    <a:pt x="1396423" y="4451081"/>
                  </a:lnTo>
                  <a:lnTo>
                    <a:pt x="1433925" y="4444253"/>
                  </a:lnTo>
                  <a:lnTo>
                    <a:pt x="1483171" y="4431618"/>
                  </a:lnTo>
                  <a:lnTo>
                    <a:pt x="1531741" y="4415832"/>
                  </a:lnTo>
                  <a:lnTo>
                    <a:pt x="1567217" y="4399547"/>
                  </a:lnTo>
                  <a:lnTo>
                    <a:pt x="1602015" y="4380097"/>
                  </a:lnTo>
                  <a:lnTo>
                    <a:pt x="1648551" y="4354815"/>
                  </a:lnTo>
                  <a:lnTo>
                    <a:pt x="1681988" y="4329016"/>
                  </a:lnTo>
                  <a:lnTo>
                    <a:pt x="1714743" y="4300031"/>
                  </a:lnTo>
                  <a:lnTo>
                    <a:pt x="1746814" y="4267856"/>
                  </a:lnTo>
                  <a:lnTo>
                    <a:pt x="1777395" y="4228725"/>
                  </a:lnTo>
                  <a:lnTo>
                    <a:pt x="1794951" y="4189420"/>
                  </a:lnTo>
                  <a:lnTo>
                    <a:pt x="1824372" y="4144877"/>
                  </a:lnTo>
                  <a:lnTo>
                    <a:pt x="1840878" y="4100671"/>
                  </a:lnTo>
                  <a:lnTo>
                    <a:pt x="1856941" y="4054399"/>
                  </a:lnTo>
                  <a:lnTo>
                    <a:pt x="1872616" y="4006316"/>
                  </a:lnTo>
                  <a:lnTo>
                    <a:pt x="1875540" y="3959341"/>
                  </a:lnTo>
                  <a:lnTo>
                    <a:pt x="1882862" y="3811649"/>
                  </a:lnTo>
                  <a:lnTo>
                    <a:pt x="1991325" y="4317907"/>
                  </a:lnTo>
                  <a:lnTo>
                    <a:pt x="1952500" y="4379180"/>
                  </a:lnTo>
                  <a:lnTo>
                    <a:pt x="1921915" y="4418294"/>
                  </a:lnTo>
                  <a:lnTo>
                    <a:pt x="1890174" y="4452014"/>
                  </a:lnTo>
                  <a:lnTo>
                    <a:pt x="1857919" y="4483327"/>
                  </a:lnTo>
                  <a:lnTo>
                    <a:pt x="1825148" y="4512237"/>
                  </a:lnTo>
                  <a:lnTo>
                    <a:pt x="1779444" y="4541405"/>
                  </a:lnTo>
                  <a:lnTo>
                    <a:pt x="1745644" y="4565512"/>
                  </a:lnTo>
                  <a:lnTo>
                    <a:pt x="1711330" y="4587219"/>
                  </a:lnTo>
                  <a:lnTo>
                    <a:pt x="1664085" y="4609190"/>
                  </a:lnTo>
                  <a:lnTo>
                    <a:pt x="1628744" y="4626106"/>
                  </a:lnTo>
                  <a:lnTo>
                    <a:pt x="1580472" y="4643288"/>
                  </a:lnTo>
                  <a:lnTo>
                    <a:pt x="1531688" y="4658078"/>
                  </a:lnTo>
                  <a:lnTo>
                    <a:pt x="1494810" y="4667817"/>
                  </a:lnTo>
                  <a:lnTo>
                    <a:pt x="1445002" y="4677829"/>
                  </a:lnTo>
                  <a:lnTo>
                    <a:pt x="1394683" y="4685454"/>
                  </a:lnTo>
                  <a:lnTo>
                    <a:pt x="1343853" y="4690694"/>
                  </a:lnTo>
                  <a:lnTo>
                    <a:pt x="1304931" y="4690890"/>
                  </a:lnTo>
                  <a:lnTo>
                    <a:pt x="1253080" y="4691366"/>
                  </a:lnTo>
                  <a:lnTo>
                    <a:pt x="1200719" y="4689462"/>
                  </a:lnTo>
                  <a:lnTo>
                    <a:pt x="1160267" y="4682519"/>
                  </a:lnTo>
                  <a:lnTo>
                    <a:pt x="1106888" y="4675861"/>
                  </a:lnTo>
                  <a:lnTo>
                    <a:pt x="1065418" y="4664168"/>
                  </a:lnTo>
                  <a:lnTo>
                    <a:pt x="1011022" y="4652763"/>
                  </a:lnTo>
                  <a:lnTo>
                    <a:pt x="968536" y="4636327"/>
                  </a:lnTo>
                  <a:lnTo>
                    <a:pt x="925542" y="4617521"/>
                  </a:lnTo>
                  <a:lnTo>
                    <a:pt x="868427" y="4593424"/>
                  </a:lnTo>
                  <a:lnTo>
                    <a:pt x="811428" y="4569870"/>
                  </a:lnTo>
                  <a:lnTo>
                    <a:pt x="677910" y="4492276"/>
                  </a:lnTo>
                  <a:lnTo>
                    <a:pt x="633321" y="4466026"/>
                  </a:lnTo>
                  <a:lnTo>
                    <a:pt x="601031" y="4436555"/>
                  </a:lnTo>
                  <a:lnTo>
                    <a:pt x="556155" y="4408963"/>
                  </a:lnTo>
                  <a:lnTo>
                    <a:pt x="523482" y="4377709"/>
                  </a:lnTo>
                  <a:lnTo>
                    <a:pt x="490548" y="4345231"/>
                  </a:lnTo>
                  <a:close/>
                </a:path>
                <a:path w="3896995" h="4691380">
                  <a:moveTo>
                    <a:pt x="493615" y="1752737"/>
                  </a:moveTo>
                  <a:lnTo>
                    <a:pt x="483477" y="1705420"/>
                  </a:lnTo>
                  <a:lnTo>
                    <a:pt x="485773" y="1655512"/>
                  </a:lnTo>
                  <a:lnTo>
                    <a:pt x="516158" y="1797335"/>
                  </a:lnTo>
                  <a:lnTo>
                    <a:pt x="493615" y="1752737"/>
                  </a:lnTo>
                  <a:close/>
                </a:path>
                <a:path w="3896995" h="4691380">
                  <a:moveTo>
                    <a:pt x="217889" y="2890703"/>
                  </a:moveTo>
                  <a:lnTo>
                    <a:pt x="130056" y="2480736"/>
                  </a:lnTo>
                  <a:lnTo>
                    <a:pt x="153628" y="2530138"/>
                  </a:lnTo>
                  <a:lnTo>
                    <a:pt x="219525" y="2837717"/>
                  </a:lnTo>
                  <a:lnTo>
                    <a:pt x="217889" y="2890703"/>
                  </a:lnTo>
                  <a:close/>
                </a:path>
                <a:path w="3896995" h="4691380">
                  <a:moveTo>
                    <a:pt x="179057" y="3861295"/>
                  </a:moveTo>
                  <a:lnTo>
                    <a:pt x="0" y="3025532"/>
                  </a:lnTo>
                  <a:lnTo>
                    <a:pt x="957" y="2241894"/>
                  </a:lnTo>
                  <a:lnTo>
                    <a:pt x="17100" y="2256623"/>
                  </a:lnTo>
                  <a:lnTo>
                    <a:pt x="38966" y="2298058"/>
                  </a:lnTo>
                  <a:lnTo>
                    <a:pt x="73643" y="2338672"/>
                  </a:lnTo>
                  <a:lnTo>
                    <a:pt x="119220" y="2430156"/>
                  </a:lnTo>
                  <a:lnTo>
                    <a:pt x="228605" y="2940722"/>
                  </a:lnTo>
                  <a:lnTo>
                    <a:pt x="231999" y="3017185"/>
                  </a:lnTo>
                  <a:lnTo>
                    <a:pt x="237161" y="3041279"/>
                  </a:lnTo>
                  <a:lnTo>
                    <a:pt x="229901" y="3068019"/>
                  </a:lnTo>
                  <a:lnTo>
                    <a:pt x="247466" y="3150002"/>
                  </a:lnTo>
                  <a:lnTo>
                    <a:pt x="247159" y="3209195"/>
                  </a:lnTo>
                  <a:lnTo>
                    <a:pt x="490548" y="4345231"/>
                  </a:lnTo>
                  <a:lnTo>
                    <a:pt x="457304" y="4311310"/>
                  </a:lnTo>
                  <a:lnTo>
                    <a:pt x="423704" y="4275725"/>
                  </a:lnTo>
                  <a:lnTo>
                    <a:pt x="389700" y="4238254"/>
                  </a:lnTo>
                  <a:lnTo>
                    <a:pt x="367662" y="4196017"/>
                  </a:lnTo>
                  <a:lnTo>
                    <a:pt x="332709" y="4154115"/>
                  </a:lnTo>
                  <a:lnTo>
                    <a:pt x="309627" y="4107004"/>
                  </a:lnTo>
                  <a:lnTo>
                    <a:pt x="273535" y="4059786"/>
                  </a:lnTo>
                  <a:lnTo>
                    <a:pt x="231168" y="3983283"/>
                  </a:lnTo>
                  <a:lnTo>
                    <a:pt x="222214" y="3941490"/>
                  </a:lnTo>
                  <a:lnTo>
                    <a:pt x="179057" y="3861295"/>
                  </a:lnTo>
                  <a:close/>
                </a:path>
                <a:path w="3896995" h="4691380">
                  <a:moveTo>
                    <a:pt x="147718" y="3775643"/>
                  </a:moveTo>
                  <a:lnTo>
                    <a:pt x="874" y="3090239"/>
                  </a:lnTo>
                  <a:lnTo>
                    <a:pt x="8002" y="3062886"/>
                  </a:lnTo>
                  <a:lnTo>
                    <a:pt x="169675" y="3817505"/>
                  </a:lnTo>
                  <a:lnTo>
                    <a:pt x="147718" y="3775643"/>
                  </a:lnTo>
                  <a:close/>
                </a:path>
                <a:path w="3896995" h="4691380">
                  <a:moveTo>
                    <a:pt x="115722" y="3686925"/>
                  </a:moveTo>
                  <a:lnTo>
                    <a:pt x="17958" y="3230602"/>
                  </a:lnTo>
                  <a:lnTo>
                    <a:pt x="18393" y="3172010"/>
                  </a:lnTo>
                  <a:lnTo>
                    <a:pt x="138015" y="3730354"/>
                  </a:lnTo>
                  <a:lnTo>
                    <a:pt x="115722" y="3686925"/>
                  </a:lnTo>
                  <a:close/>
                </a:path>
                <a:path w="3896995" h="4691380">
                  <a:moveTo>
                    <a:pt x="61950" y="3496562"/>
                  </a:moveTo>
                  <a:lnTo>
                    <a:pt x="51111" y="3445971"/>
                  </a:lnTo>
                  <a:lnTo>
                    <a:pt x="52476" y="3391719"/>
                  </a:lnTo>
                  <a:lnTo>
                    <a:pt x="85000" y="3543525"/>
                  </a:lnTo>
                  <a:lnTo>
                    <a:pt x="61950" y="3496562"/>
                  </a:lnTo>
                  <a:close/>
                </a:path>
              </a:pathLst>
            </a:custGeom>
            <a:solidFill>
              <a:srgbClr val="2E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3" y="-1228"/>
              <a:ext cx="3896809" cy="469136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791" y="-1219"/>
              <a:ext cx="3896995" cy="4691380"/>
            </a:xfrm>
            <a:custGeom>
              <a:avLst/>
              <a:gdLst/>
              <a:ahLst/>
              <a:cxnLst/>
              <a:rect l="l" t="t" r="r" b="b"/>
              <a:pathLst>
                <a:path w="3896995" h="4691380">
                  <a:moveTo>
                    <a:pt x="3896817" y="965962"/>
                  </a:moveTo>
                  <a:lnTo>
                    <a:pt x="3841127" y="706043"/>
                  </a:lnTo>
                  <a:lnTo>
                    <a:pt x="3887063" y="920419"/>
                  </a:lnTo>
                  <a:lnTo>
                    <a:pt x="3889578" y="871575"/>
                  </a:lnTo>
                  <a:lnTo>
                    <a:pt x="3840353" y="641794"/>
                  </a:lnTo>
                  <a:lnTo>
                    <a:pt x="3818509" y="600468"/>
                  </a:lnTo>
                  <a:lnTo>
                    <a:pt x="3809123" y="556641"/>
                  </a:lnTo>
                  <a:lnTo>
                    <a:pt x="3744049" y="434797"/>
                  </a:lnTo>
                  <a:lnTo>
                    <a:pt x="3710101" y="397573"/>
                  </a:lnTo>
                  <a:lnTo>
                    <a:pt x="3688664" y="358152"/>
                  </a:lnTo>
                  <a:lnTo>
                    <a:pt x="3621290" y="286181"/>
                  </a:lnTo>
                  <a:lnTo>
                    <a:pt x="3600221" y="248437"/>
                  </a:lnTo>
                  <a:lnTo>
                    <a:pt x="3566871" y="214020"/>
                  </a:lnTo>
                  <a:lnTo>
                    <a:pt x="3521252" y="182981"/>
                  </a:lnTo>
                  <a:lnTo>
                    <a:pt x="3488232" y="150063"/>
                  </a:lnTo>
                  <a:lnTo>
                    <a:pt x="3455378" y="117983"/>
                  </a:lnTo>
                  <a:lnTo>
                    <a:pt x="3410293" y="89446"/>
                  </a:lnTo>
                  <a:lnTo>
                    <a:pt x="3365423" y="61849"/>
                  </a:lnTo>
                  <a:lnTo>
                    <a:pt x="3320758" y="35242"/>
                  </a:lnTo>
                  <a:lnTo>
                    <a:pt x="3276320" y="9690"/>
                  </a:lnTo>
                  <a:lnTo>
                    <a:pt x="3261474" y="1003"/>
                  </a:lnTo>
                  <a:lnTo>
                    <a:pt x="2040356" y="0"/>
                  </a:lnTo>
                  <a:lnTo>
                    <a:pt x="2070963" y="21577"/>
                  </a:lnTo>
                  <a:lnTo>
                    <a:pt x="2123973" y="26530"/>
                  </a:lnTo>
                  <a:lnTo>
                    <a:pt x="2175713" y="25514"/>
                  </a:lnTo>
                  <a:lnTo>
                    <a:pt x="2240013" y="22504"/>
                  </a:lnTo>
                  <a:lnTo>
                    <a:pt x="2292032" y="22860"/>
                  </a:lnTo>
                  <a:lnTo>
                    <a:pt x="2356624" y="21234"/>
                  </a:lnTo>
                  <a:lnTo>
                    <a:pt x="2408961" y="22999"/>
                  </a:lnTo>
                  <a:lnTo>
                    <a:pt x="2461437" y="25476"/>
                  </a:lnTo>
                  <a:lnTo>
                    <a:pt x="2514092" y="28702"/>
                  </a:lnTo>
                  <a:lnTo>
                    <a:pt x="2566886" y="32677"/>
                  </a:lnTo>
                  <a:lnTo>
                    <a:pt x="2619857" y="37414"/>
                  </a:lnTo>
                  <a:lnTo>
                    <a:pt x="2660573" y="45580"/>
                  </a:lnTo>
                  <a:lnTo>
                    <a:pt x="2713875" y="51879"/>
                  </a:lnTo>
                  <a:lnTo>
                    <a:pt x="2754934" y="61645"/>
                  </a:lnTo>
                  <a:lnTo>
                    <a:pt x="2796159" y="72224"/>
                  </a:lnTo>
                  <a:lnTo>
                    <a:pt x="2849994" y="80975"/>
                  </a:lnTo>
                  <a:lnTo>
                    <a:pt x="2891574" y="93218"/>
                  </a:lnTo>
                  <a:lnTo>
                    <a:pt x="2933344" y="106311"/>
                  </a:lnTo>
                  <a:lnTo>
                    <a:pt x="2975305" y="120269"/>
                  </a:lnTo>
                  <a:lnTo>
                    <a:pt x="3017443" y="135115"/>
                  </a:lnTo>
                  <a:lnTo>
                    <a:pt x="3047365" y="153504"/>
                  </a:lnTo>
                  <a:lnTo>
                    <a:pt x="3103816" y="174510"/>
                  </a:lnTo>
                  <a:lnTo>
                    <a:pt x="3148177" y="199669"/>
                  </a:lnTo>
                  <a:lnTo>
                    <a:pt x="3192830" y="226250"/>
                  </a:lnTo>
                  <a:lnTo>
                    <a:pt x="3237776" y="254139"/>
                  </a:lnTo>
                  <a:lnTo>
                    <a:pt x="3282975" y="283260"/>
                  </a:lnTo>
                  <a:lnTo>
                    <a:pt x="3328416" y="313512"/>
                  </a:lnTo>
                  <a:lnTo>
                    <a:pt x="3361677" y="347484"/>
                  </a:lnTo>
                  <a:lnTo>
                    <a:pt x="3395129" y="382397"/>
                  </a:lnTo>
                  <a:lnTo>
                    <a:pt x="3441192" y="415518"/>
                  </a:lnTo>
                  <a:lnTo>
                    <a:pt x="3462578" y="454736"/>
                  </a:lnTo>
                  <a:lnTo>
                    <a:pt x="3530612" y="529805"/>
                  </a:lnTo>
                  <a:lnTo>
                    <a:pt x="3618153" y="695883"/>
                  </a:lnTo>
                  <a:lnTo>
                    <a:pt x="3657689" y="880491"/>
                  </a:lnTo>
                  <a:lnTo>
                    <a:pt x="3655288" y="929855"/>
                  </a:lnTo>
                  <a:lnTo>
                    <a:pt x="3665131" y="975753"/>
                  </a:lnTo>
                  <a:lnTo>
                    <a:pt x="3649903" y="1025944"/>
                  </a:lnTo>
                  <a:lnTo>
                    <a:pt x="3646817" y="1072197"/>
                  </a:lnTo>
                  <a:lnTo>
                    <a:pt x="3631006" y="1119632"/>
                  </a:lnTo>
                  <a:lnTo>
                    <a:pt x="3627247" y="1162710"/>
                  </a:lnTo>
                  <a:lnTo>
                    <a:pt x="3610660" y="1206512"/>
                  </a:lnTo>
                  <a:lnTo>
                    <a:pt x="3581184" y="1250835"/>
                  </a:lnTo>
                  <a:lnTo>
                    <a:pt x="3563632" y="1290116"/>
                  </a:lnTo>
                  <a:lnTo>
                    <a:pt x="3533102" y="1329474"/>
                  </a:lnTo>
                  <a:lnTo>
                    <a:pt x="3514382" y="1363370"/>
                  </a:lnTo>
                  <a:lnTo>
                    <a:pt x="3482594" y="1396885"/>
                  </a:lnTo>
                  <a:lnTo>
                    <a:pt x="3450120" y="1427149"/>
                  </a:lnTo>
                  <a:lnTo>
                    <a:pt x="3416884" y="1453934"/>
                  </a:lnTo>
                  <a:lnTo>
                    <a:pt x="3370453" y="1479677"/>
                  </a:lnTo>
                  <a:lnTo>
                    <a:pt x="3335591" y="1498854"/>
                  </a:lnTo>
                  <a:lnTo>
                    <a:pt x="3287801" y="1518285"/>
                  </a:lnTo>
                  <a:lnTo>
                    <a:pt x="3238779" y="1531962"/>
                  </a:lnTo>
                  <a:lnTo>
                    <a:pt x="3176232" y="1543088"/>
                  </a:lnTo>
                  <a:lnTo>
                    <a:pt x="3125076" y="1546847"/>
                  </a:lnTo>
                  <a:lnTo>
                    <a:pt x="3073044" y="1546453"/>
                  </a:lnTo>
                  <a:lnTo>
                    <a:pt x="3020225" y="1542415"/>
                  </a:lnTo>
                  <a:lnTo>
                    <a:pt x="2966745" y="1535290"/>
                  </a:lnTo>
                  <a:lnTo>
                    <a:pt x="2925127" y="1522920"/>
                  </a:lnTo>
                  <a:lnTo>
                    <a:pt x="2870657" y="1511160"/>
                  </a:lnTo>
                  <a:lnTo>
                    <a:pt x="2828277" y="1495234"/>
                  </a:lnTo>
                  <a:lnTo>
                    <a:pt x="2785694" y="1478330"/>
                  </a:lnTo>
                  <a:lnTo>
                    <a:pt x="2700337" y="1443659"/>
                  </a:lnTo>
                  <a:lnTo>
                    <a:pt x="2657805" y="1426972"/>
                  </a:lnTo>
                  <a:lnTo>
                    <a:pt x="2627922" y="1408760"/>
                  </a:lnTo>
                  <a:lnTo>
                    <a:pt x="2598394" y="1392199"/>
                  </a:lnTo>
                  <a:lnTo>
                    <a:pt x="2569337" y="1377835"/>
                  </a:lnTo>
                  <a:lnTo>
                    <a:pt x="2537218" y="1349159"/>
                  </a:lnTo>
                  <a:lnTo>
                    <a:pt x="2492514" y="1322324"/>
                  </a:lnTo>
                  <a:lnTo>
                    <a:pt x="2447633" y="1294714"/>
                  </a:lnTo>
                  <a:lnTo>
                    <a:pt x="2402598" y="1266380"/>
                  </a:lnTo>
                  <a:lnTo>
                    <a:pt x="2369820" y="1234681"/>
                  </a:lnTo>
                  <a:lnTo>
                    <a:pt x="2324493" y="1204976"/>
                  </a:lnTo>
                  <a:lnTo>
                    <a:pt x="2279040" y="1174661"/>
                  </a:lnTo>
                  <a:lnTo>
                    <a:pt x="2200567" y="1111504"/>
                  </a:lnTo>
                  <a:lnTo>
                    <a:pt x="2167648" y="1079131"/>
                  </a:lnTo>
                  <a:lnTo>
                    <a:pt x="2031771" y="990498"/>
                  </a:lnTo>
                  <a:lnTo>
                    <a:pt x="1999018" y="958900"/>
                  </a:lnTo>
                  <a:lnTo>
                    <a:pt x="1953971" y="930478"/>
                  </a:lnTo>
                  <a:lnTo>
                    <a:pt x="1909051" y="902716"/>
                  </a:lnTo>
                  <a:lnTo>
                    <a:pt x="1864309" y="875728"/>
                  </a:lnTo>
                  <a:lnTo>
                    <a:pt x="1819757" y="849642"/>
                  </a:lnTo>
                  <a:lnTo>
                    <a:pt x="1762391" y="824395"/>
                  </a:lnTo>
                  <a:lnTo>
                    <a:pt x="1717941" y="798791"/>
                  </a:lnTo>
                  <a:lnTo>
                    <a:pt x="1661579" y="778167"/>
                  </a:lnTo>
                  <a:lnTo>
                    <a:pt x="1618119" y="757199"/>
                  </a:lnTo>
                  <a:lnTo>
                    <a:pt x="1562747" y="741260"/>
                  </a:lnTo>
                  <a:lnTo>
                    <a:pt x="1507883" y="727684"/>
                  </a:lnTo>
                  <a:lnTo>
                    <a:pt x="1465961" y="713841"/>
                  </a:lnTo>
                  <a:lnTo>
                    <a:pt x="1412125" y="705065"/>
                  </a:lnTo>
                  <a:lnTo>
                    <a:pt x="1358811" y="698728"/>
                  </a:lnTo>
                  <a:lnTo>
                    <a:pt x="1318450" y="692175"/>
                  </a:lnTo>
                  <a:lnTo>
                    <a:pt x="1266190" y="690740"/>
                  </a:lnTo>
                  <a:lnTo>
                    <a:pt x="1214462" y="691807"/>
                  </a:lnTo>
                  <a:lnTo>
                    <a:pt x="1163269" y="695375"/>
                  </a:lnTo>
                  <a:lnTo>
                    <a:pt x="1125042" y="698817"/>
                  </a:lnTo>
                  <a:lnTo>
                    <a:pt x="1074940" y="707453"/>
                  </a:lnTo>
                  <a:lnTo>
                    <a:pt x="1037805" y="716000"/>
                  </a:lnTo>
                  <a:lnTo>
                    <a:pt x="988809" y="729792"/>
                  </a:lnTo>
                  <a:lnTo>
                    <a:pt x="952792" y="743534"/>
                  </a:lnTo>
                  <a:lnTo>
                    <a:pt x="904913" y="762558"/>
                  </a:lnTo>
                  <a:lnTo>
                    <a:pt x="870026" y="781558"/>
                  </a:lnTo>
                  <a:lnTo>
                    <a:pt x="823277" y="805891"/>
                  </a:lnTo>
                  <a:lnTo>
                    <a:pt x="789749" y="831265"/>
                  </a:lnTo>
                  <a:lnTo>
                    <a:pt x="756831" y="859459"/>
                  </a:lnTo>
                  <a:lnTo>
                    <a:pt x="712076" y="893051"/>
                  </a:lnTo>
                  <a:lnTo>
                    <a:pt x="680313" y="926680"/>
                  </a:lnTo>
                  <a:lnTo>
                    <a:pt x="649122" y="962964"/>
                  </a:lnTo>
                  <a:lnTo>
                    <a:pt x="618490" y="1001852"/>
                  </a:lnTo>
                  <a:lnTo>
                    <a:pt x="600824" y="1040625"/>
                  </a:lnTo>
                  <a:lnTo>
                    <a:pt x="571271" y="1084554"/>
                  </a:lnTo>
                  <a:lnTo>
                    <a:pt x="554659" y="1128280"/>
                  </a:lnTo>
                  <a:lnTo>
                    <a:pt x="538568" y="1174419"/>
                  </a:lnTo>
                  <a:lnTo>
                    <a:pt x="522973" y="1222895"/>
                  </a:lnTo>
                  <a:lnTo>
                    <a:pt x="507885" y="1273683"/>
                  </a:lnTo>
                  <a:lnTo>
                    <a:pt x="492086" y="1321206"/>
                  </a:lnTo>
                  <a:lnTo>
                    <a:pt x="488937" y="1367142"/>
                  </a:lnTo>
                  <a:lnTo>
                    <a:pt x="473570" y="1416685"/>
                  </a:lnTo>
                  <a:lnTo>
                    <a:pt x="468185" y="1512760"/>
                  </a:lnTo>
                  <a:lnTo>
                    <a:pt x="478104" y="1559052"/>
                  </a:lnTo>
                  <a:lnTo>
                    <a:pt x="475703" y="1608455"/>
                  </a:lnTo>
                  <a:lnTo>
                    <a:pt x="485775" y="1655508"/>
                  </a:lnTo>
                  <a:lnTo>
                    <a:pt x="483489" y="1705419"/>
                  </a:lnTo>
                  <a:lnTo>
                    <a:pt x="493623" y="1752739"/>
                  </a:lnTo>
                  <a:lnTo>
                    <a:pt x="516153" y="1797329"/>
                  </a:lnTo>
                  <a:lnTo>
                    <a:pt x="537210" y="1895576"/>
                  </a:lnTo>
                  <a:lnTo>
                    <a:pt x="652233" y="2129345"/>
                  </a:lnTo>
                  <a:lnTo>
                    <a:pt x="687285" y="2171674"/>
                  </a:lnTo>
                  <a:lnTo>
                    <a:pt x="709777" y="2216048"/>
                  </a:lnTo>
                  <a:lnTo>
                    <a:pt x="744562" y="2257158"/>
                  </a:lnTo>
                  <a:lnTo>
                    <a:pt x="766800" y="2300325"/>
                  </a:lnTo>
                  <a:lnTo>
                    <a:pt x="835710" y="2379497"/>
                  </a:lnTo>
                  <a:lnTo>
                    <a:pt x="887031" y="2437168"/>
                  </a:lnTo>
                  <a:lnTo>
                    <a:pt x="938085" y="2493594"/>
                  </a:lnTo>
                  <a:lnTo>
                    <a:pt x="1005662" y="2566492"/>
                  </a:lnTo>
                  <a:lnTo>
                    <a:pt x="1072680" y="2636837"/>
                  </a:lnTo>
                  <a:lnTo>
                    <a:pt x="1105979" y="2671038"/>
                  </a:lnTo>
                  <a:lnTo>
                    <a:pt x="1151572" y="2701937"/>
                  </a:lnTo>
                  <a:lnTo>
                    <a:pt x="1171282" y="2733319"/>
                  </a:lnTo>
                  <a:lnTo>
                    <a:pt x="1249311" y="2794406"/>
                  </a:lnTo>
                  <a:lnTo>
                    <a:pt x="1451025" y="3008477"/>
                  </a:lnTo>
                  <a:lnTo>
                    <a:pt x="1497253" y="3042348"/>
                  </a:lnTo>
                  <a:lnTo>
                    <a:pt x="1518704" y="3081832"/>
                  </a:lnTo>
                  <a:lnTo>
                    <a:pt x="1654860" y="3232404"/>
                  </a:lnTo>
                  <a:lnTo>
                    <a:pt x="1676679" y="3273602"/>
                  </a:lnTo>
                  <a:lnTo>
                    <a:pt x="1710994" y="3312541"/>
                  </a:lnTo>
                  <a:lnTo>
                    <a:pt x="1821421" y="3524834"/>
                  </a:lnTo>
                  <a:lnTo>
                    <a:pt x="1882863" y="3811651"/>
                  </a:lnTo>
                  <a:lnTo>
                    <a:pt x="1875548" y="3959339"/>
                  </a:lnTo>
                  <a:lnTo>
                    <a:pt x="1872627" y="4006316"/>
                  </a:lnTo>
                  <a:lnTo>
                    <a:pt x="1856943" y="4054398"/>
                  </a:lnTo>
                  <a:lnTo>
                    <a:pt x="1840890" y="4100665"/>
                  </a:lnTo>
                  <a:lnTo>
                    <a:pt x="1824380" y="4144873"/>
                  </a:lnTo>
                  <a:lnTo>
                    <a:pt x="1794954" y="4189412"/>
                  </a:lnTo>
                  <a:lnTo>
                    <a:pt x="1777403" y="4228719"/>
                  </a:lnTo>
                  <a:lnTo>
                    <a:pt x="1746821" y="4267847"/>
                  </a:lnTo>
                  <a:lnTo>
                    <a:pt x="1714754" y="4300029"/>
                  </a:lnTo>
                  <a:lnTo>
                    <a:pt x="1682000" y="4329011"/>
                  </a:lnTo>
                  <a:lnTo>
                    <a:pt x="1648561" y="4354817"/>
                  </a:lnTo>
                  <a:lnTo>
                    <a:pt x="1602016" y="4380090"/>
                  </a:lnTo>
                  <a:lnTo>
                    <a:pt x="1567218" y="4399546"/>
                  </a:lnTo>
                  <a:lnTo>
                    <a:pt x="1531747" y="4415828"/>
                  </a:lnTo>
                  <a:lnTo>
                    <a:pt x="1483182" y="4431614"/>
                  </a:lnTo>
                  <a:lnTo>
                    <a:pt x="1433931" y="4444250"/>
                  </a:lnTo>
                  <a:lnTo>
                    <a:pt x="1396428" y="4451083"/>
                  </a:lnTo>
                  <a:lnTo>
                    <a:pt x="1345831" y="4457433"/>
                  </a:lnTo>
                  <a:lnTo>
                    <a:pt x="1294574" y="4460646"/>
                  </a:lnTo>
                  <a:lnTo>
                    <a:pt x="1255052" y="4458068"/>
                  </a:lnTo>
                  <a:lnTo>
                    <a:pt x="1202461" y="4455045"/>
                  </a:lnTo>
                  <a:lnTo>
                    <a:pt x="1149184" y="4448899"/>
                  </a:lnTo>
                  <a:lnTo>
                    <a:pt x="1107668" y="4436986"/>
                  </a:lnTo>
                  <a:lnTo>
                    <a:pt x="1065491" y="4421975"/>
                  </a:lnTo>
                  <a:lnTo>
                    <a:pt x="1010234" y="4406531"/>
                  </a:lnTo>
                  <a:lnTo>
                    <a:pt x="965809" y="4381081"/>
                  </a:lnTo>
                  <a:lnTo>
                    <a:pt x="909167" y="4359199"/>
                  </a:lnTo>
                  <a:lnTo>
                    <a:pt x="776986" y="4287825"/>
                  </a:lnTo>
                  <a:lnTo>
                    <a:pt x="745274" y="4261066"/>
                  </a:lnTo>
                  <a:lnTo>
                    <a:pt x="713422" y="4233621"/>
                  </a:lnTo>
                  <a:lnTo>
                    <a:pt x="681342" y="4205147"/>
                  </a:lnTo>
                  <a:lnTo>
                    <a:pt x="648982" y="4175353"/>
                  </a:lnTo>
                  <a:lnTo>
                    <a:pt x="616267" y="4143908"/>
                  </a:lnTo>
                  <a:lnTo>
                    <a:pt x="583133" y="4110482"/>
                  </a:lnTo>
                  <a:lnTo>
                    <a:pt x="561924" y="4072102"/>
                  </a:lnTo>
                  <a:lnTo>
                    <a:pt x="527735" y="4033761"/>
                  </a:lnTo>
                  <a:lnTo>
                    <a:pt x="505333" y="3989832"/>
                  </a:lnTo>
                  <a:lnTo>
                    <a:pt x="482231" y="3942638"/>
                  </a:lnTo>
                  <a:lnTo>
                    <a:pt x="418833" y="3828567"/>
                  </a:lnTo>
                  <a:lnTo>
                    <a:pt x="397357" y="3788981"/>
                  </a:lnTo>
                  <a:lnTo>
                    <a:pt x="388124" y="3745890"/>
                  </a:lnTo>
                  <a:lnTo>
                    <a:pt x="366280" y="3704564"/>
                  </a:lnTo>
                  <a:lnTo>
                    <a:pt x="356654" y="3659644"/>
                  </a:lnTo>
                  <a:lnTo>
                    <a:pt x="334403" y="3616426"/>
                  </a:lnTo>
                  <a:lnTo>
                    <a:pt x="247167" y="3209188"/>
                  </a:lnTo>
                  <a:lnTo>
                    <a:pt x="247472" y="3150006"/>
                  </a:lnTo>
                  <a:lnTo>
                    <a:pt x="229908" y="3068015"/>
                  </a:lnTo>
                  <a:lnTo>
                    <a:pt x="237172" y="3041281"/>
                  </a:lnTo>
                  <a:lnTo>
                    <a:pt x="232003" y="3017177"/>
                  </a:lnTo>
                  <a:lnTo>
                    <a:pt x="228612" y="2940723"/>
                  </a:lnTo>
                  <a:lnTo>
                    <a:pt x="217893" y="2890697"/>
                  </a:lnTo>
                  <a:lnTo>
                    <a:pt x="219532" y="2837713"/>
                  </a:lnTo>
                  <a:lnTo>
                    <a:pt x="153631" y="2530132"/>
                  </a:lnTo>
                  <a:lnTo>
                    <a:pt x="130060" y="2480741"/>
                  </a:lnTo>
                  <a:lnTo>
                    <a:pt x="119227" y="2430157"/>
                  </a:lnTo>
                  <a:lnTo>
                    <a:pt x="73647" y="2338667"/>
                  </a:lnTo>
                  <a:lnTo>
                    <a:pt x="38976" y="2298052"/>
                  </a:lnTo>
                  <a:lnTo>
                    <a:pt x="17106" y="2256625"/>
                  </a:lnTo>
                  <a:lnTo>
                    <a:pt x="965" y="2241893"/>
                  </a:lnTo>
                  <a:lnTo>
                    <a:pt x="0" y="3025533"/>
                  </a:lnTo>
                  <a:lnTo>
                    <a:pt x="8001" y="3062909"/>
                  </a:lnTo>
                  <a:lnTo>
                    <a:pt x="876" y="3090240"/>
                  </a:lnTo>
                  <a:lnTo>
                    <a:pt x="18389" y="3172041"/>
                  </a:lnTo>
                  <a:lnTo>
                    <a:pt x="17970" y="3230600"/>
                  </a:lnTo>
                  <a:lnTo>
                    <a:pt x="52476" y="3391712"/>
                  </a:lnTo>
                  <a:lnTo>
                    <a:pt x="51117" y="3445967"/>
                  </a:lnTo>
                  <a:lnTo>
                    <a:pt x="61950" y="3496564"/>
                  </a:lnTo>
                  <a:lnTo>
                    <a:pt x="85001" y="3543528"/>
                  </a:lnTo>
                  <a:lnTo>
                    <a:pt x="115722" y="3686924"/>
                  </a:lnTo>
                  <a:lnTo>
                    <a:pt x="138010" y="3730345"/>
                  </a:lnTo>
                  <a:lnTo>
                    <a:pt x="147726" y="3775646"/>
                  </a:lnTo>
                  <a:lnTo>
                    <a:pt x="169659" y="3817480"/>
                  </a:lnTo>
                  <a:lnTo>
                    <a:pt x="179057" y="3861295"/>
                  </a:lnTo>
                  <a:lnTo>
                    <a:pt x="222224" y="3941483"/>
                  </a:lnTo>
                  <a:lnTo>
                    <a:pt x="231178" y="3983278"/>
                  </a:lnTo>
                  <a:lnTo>
                    <a:pt x="273545" y="4059783"/>
                  </a:lnTo>
                  <a:lnTo>
                    <a:pt x="309638" y="4107002"/>
                  </a:lnTo>
                  <a:lnTo>
                    <a:pt x="332714" y="4154106"/>
                  </a:lnTo>
                  <a:lnTo>
                    <a:pt x="367665" y="4196016"/>
                  </a:lnTo>
                  <a:lnTo>
                    <a:pt x="389712" y="4238256"/>
                  </a:lnTo>
                  <a:lnTo>
                    <a:pt x="423710" y="4275721"/>
                  </a:lnTo>
                  <a:lnTo>
                    <a:pt x="457314" y="4311307"/>
                  </a:lnTo>
                  <a:lnTo>
                    <a:pt x="490550" y="4345229"/>
                  </a:lnTo>
                  <a:lnTo>
                    <a:pt x="523494" y="4377702"/>
                  </a:lnTo>
                  <a:lnTo>
                    <a:pt x="556158" y="4408957"/>
                  </a:lnTo>
                  <a:lnTo>
                    <a:pt x="601040" y="4436554"/>
                  </a:lnTo>
                  <a:lnTo>
                    <a:pt x="633323" y="4466018"/>
                  </a:lnTo>
                  <a:lnTo>
                    <a:pt x="677913" y="4492269"/>
                  </a:lnTo>
                  <a:lnTo>
                    <a:pt x="811428" y="4569866"/>
                  </a:lnTo>
                  <a:lnTo>
                    <a:pt x="868438" y="4593425"/>
                  </a:lnTo>
                  <a:lnTo>
                    <a:pt x="925550" y="4617517"/>
                  </a:lnTo>
                  <a:lnTo>
                    <a:pt x="968540" y="4636325"/>
                  </a:lnTo>
                  <a:lnTo>
                    <a:pt x="1011034" y="4652759"/>
                  </a:lnTo>
                  <a:lnTo>
                    <a:pt x="1065428" y="4664164"/>
                  </a:lnTo>
                  <a:lnTo>
                    <a:pt x="1106893" y="4675860"/>
                  </a:lnTo>
                  <a:lnTo>
                    <a:pt x="1160272" y="4682515"/>
                  </a:lnTo>
                  <a:lnTo>
                    <a:pt x="1200721" y="4689462"/>
                  </a:lnTo>
                  <a:lnTo>
                    <a:pt x="1253083" y="4691367"/>
                  </a:lnTo>
                  <a:lnTo>
                    <a:pt x="1304937" y="4690884"/>
                  </a:lnTo>
                  <a:lnTo>
                    <a:pt x="1343863" y="4690694"/>
                  </a:lnTo>
                  <a:lnTo>
                    <a:pt x="1394688" y="4685449"/>
                  </a:lnTo>
                  <a:lnTo>
                    <a:pt x="1445006" y="4677829"/>
                  </a:lnTo>
                  <a:lnTo>
                    <a:pt x="1494815" y="4667821"/>
                  </a:lnTo>
                  <a:lnTo>
                    <a:pt x="1531696" y="4658080"/>
                  </a:lnTo>
                  <a:lnTo>
                    <a:pt x="1580476" y="4643285"/>
                  </a:lnTo>
                  <a:lnTo>
                    <a:pt x="1628749" y="4626102"/>
                  </a:lnTo>
                  <a:lnTo>
                    <a:pt x="1664093" y="4609185"/>
                  </a:lnTo>
                  <a:lnTo>
                    <a:pt x="1711337" y="4587214"/>
                  </a:lnTo>
                  <a:lnTo>
                    <a:pt x="1745653" y="4565510"/>
                  </a:lnTo>
                  <a:lnTo>
                    <a:pt x="1779447" y="4541405"/>
                  </a:lnTo>
                  <a:lnTo>
                    <a:pt x="1825155" y="4512234"/>
                  </a:lnTo>
                  <a:lnTo>
                    <a:pt x="1857921" y="4483328"/>
                  </a:lnTo>
                  <a:lnTo>
                    <a:pt x="1890179" y="4452010"/>
                  </a:lnTo>
                  <a:lnTo>
                    <a:pt x="1921916" y="4418292"/>
                  </a:lnTo>
                  <a:lnTo>
                    <a:pt x="1952510" y="4379176"/>
                  </a:lnTo>
                  <a:lnTo>
                    <a:pt x="1982660" y="4338066"/>
                  </a:lnTo>
                  <a:lnTo>
                    <a:pt x="1999996" y="4297743"/>
                  </a:lnTo>
                  <a:lnTo>
                    <a:pt x="2029383" y="4253039"/>
                  </a:lnTo>
                  <a:lnTo>
                    <a:pt x="2046020" y="4209415"/>
                  </a:lnTo>
                  <a:lnTo>
                    <a:pt x="2062327" y="4164330"/>
                  </a:lnTo>
                  <a:lnTo>
                    <a:pt x="2078367" y="4117924"/>
                  </a:lnTo>
                  <a:lnTo>
                    <a:pt x="2094153" y="4070350"/>
                  </a:lnTo>
                  <a:lnTo>
                    <a:pt x="2097290" y="4024388"/>
                  </a:lnTo>
                  <a:lnTo>
                    <a:pt x="2110689" y="3783787"/>
                  </a:lnTo>
                  <a:lnTo>
                    <a:pt x="2090674" y="3690378"/>
                  </a:lnTo>
                  <a:lnTo>
                    <a:pt x="2093087" y="3641026"/>
                  </a:lnTo>
                  <a:lnTo>
                    <a:pt x="2083130" y="3594531"/>
                  </a:lnTo>
                  <a:lnTo>
                    <a:pt x="2060829" y="3551072"/>
                  </a:lnTo>
                  <a:lnTo>
                    <a:pt x="2041372" y="3460242"/>
                  </a:lnTo>
                  <a:lnTo>
                    <a:pt x="1997722" y="3377742"/>
                  </a:lnTo>
                  <a:lnTo>
                    <a:pt x="1988629" y="3335299"/>
                  </a:lnTo>
                  <a:lnTo>
                    <a:pt x="1965706" y="3288969"/>
                  </a:lnTo>
                  <a:lnTo>
                    <a:pt x="1930539" y="3246031"/>
                  </a:lnTo>
                  <a:lnTo>
                    <a:pt x="1907933" y="3201162"/>
                  </a:lnTo>
                  <a:lnTo>
                    <a:pt x="1873059" y="3159607"/>
                  </a:lnTo>
                  <a:lnTo>
                    <a:pt x="1850732" y="3116046"/>
                  </a:lnTo>
                  <a:lnTo>
                    <a:pt x="1816125" y="3075762"/>
                  </a:lnTo>
                  <a:lnTo>
                    <a:pt x="1794065" y="3033382"/>
                  </a:lnTo>
                  <a:lnTo>
                    <a:pt x="1691271" y="2917355"/>
                  </a:lnTo>
                  <a:lnTo>
                    <a:pt x="1589341" y="2805328"/>
                  </a:lnTo>
                  <a:lnTo>
                    <a:pt x="1543100" y="2771381"/>
                  </a:lnTo>
                  <a:lnTo>
                    <a:pt x="1408417" y="2627719"/>
                  </a:lnTo>
                  <a:lnTo>
                    <a:pt x="1330363" y="2566492"/>
                  </a:lnTo>
                  <a:lnTo>
                    <a:pt x="1310703" y="2535364"/>
                  </a:lnTo>
                  <a:lnTo>
                    <a:pt x="1264666" y="2502370"/>
                  </a:lnTo>
                  <a:lnTo>
                    <a:pt x="1163383" y="2393340"/>
                  </a:lnTo>
                  <a:lnTo>
                    <a:pt x="1061389" y="2281047"/>
                  </a:lnTo>
                  <a:lnTo>
                    <a:pt x="958659" y="2165235"/>
                  </a:lnTo>
                  <a:lnTo>
                    <a:pt x="924229" y="2125802"/>
                  </a:lnTo>
                  <a:lnTo>
                    <a:pt x="902131" y="2083282"/>
                  </a:lnTo>
                  <a:lnTo>
                    <a:pt x="867524" y="2042985"/>
                  </a:lnTo>
                  <a:lnTo>
                    <a:pt x="755091" y="1821357"/>
                  </a:lnTo>
                  <a:lnTo>
                    <a:pt x="705497" y="1589862"/>
                  </a:lnTo>
                  <a:lnTo>
                    <a:pt x="718896" y="1349260"/>
                  </a:lnTo>
                  <a:lnTo>
                    <a:pt x="734707" y="1301826"/>
                  </a:lnTo>
                  <a:lnTo>
                    <a:pt x="750912" y="1256233"/>
                  </a:lnTo>
                  <a:lnTo>
                    <a:pt x="767588" y="1212799"/>
                  </a:lnTo>
                  <a:lnTo>
                    <a:pt x="784796" y="1171841"/>
                  </a:lnTo>
                  <a:lnTo>
                    <a:pt x="815009" y="1131011"/>
                  </a:lnTo>
                  <a:lnTo>
                    <a:pt x="845883" y="1093279"/>
                  </a:lnTo>
                  <a:lnTo>
                    <a:pt x="877506" y="1058964"/>
                  </a:lnTo>
                  <a:lnTo>
                    <a:pt x="909916" y="1028382"/>
                  </a:lnTo>
                  <a:lnTo>
                    <a:pt x="955611" y="999185"/>
                  </a:lnTo>
                  <a:lnTo>
                    <a:pt x="989799" y="976922"/>
                  </a:lnTo>
                  <a:lnTo>
                    <a:pt x="1037488" y="957021"/>
                  </a:lnTo>
                  <a:lnTo>
                    <a:pt x="1086192" y="941832"/>
                  </a:lnTo>
                  <a:lnTo>
                    <a:pt x="1098600" y="939139"/>
                  </a:lnTo>
                  <a:lnTo>
                    <a:pt x="1135837" y="931049"/>
                  </a:lnTo>
                  <a:lnTo>
                    <a:pt x="1186357" y="924394"/>
                  </a:lnTo>
                  <a:lnTo>
                    <a:pt x="1237703" y="921537"/>
                  </a:lnTo>
                  <a:lnTo>
                    <a:pt x="1277378" y="924864"/>
                  </a:lnTo>
                  <a:lnTo>
                    <a:pt x="1330159" y="928738"/>
                  </a:lnTo>
                  <a:lnTo>
                    <a:pt x="1383563" y="935520"/>
                  </a:lnTo>
                  <a:lnTo>
                    <a:pt x="1437538" y="944905"/>
                  </a:lnTo>
                  <a:lnTo>
                    <a:pt x="1479575" y="959256"/>
                  </a:lnTo>
                  <a:lnTo>
                    <a:pt x="1534464" y="972959"/>
                  </a:lnTo>
                  <a:lnTo>
                    <a:pt x="1577289" y="991019"/>
                  </a:lnTo>
                  <a:lnTo>
                    <a:pt x="1620431" y="1010475"/>
                  </a:lnTo>
                  <a:lnTo>
                    <a:pt x="1663801" y="1031049"/>
                  </a:lnTo>
                  <a:lnTo>
                    <a:pt x="1707337" y="1052410"/>
                  </a:lnTo>
                  <a:lnTo>
                    <a:pt x="1751914" y="1078598"/>
                  </a:lnTo>
                  <a:lnTo>
                    <a:pt x="1796732" y="1105928"/>
                  </a:lnTo>
                  <a:lnTo>
                    <a:pt x="1841779" y="1134313"/>
                  </a:lnTo>
                  <a:lnTo>
                    <a:pt x="1887042" y="1163675"/>
                  </a:lnTo>
                  <a:lnTo>
                    <a:pt x="1932482" y="1193939"/>
                  </a:lnTo>
                  <a:lnTo>
                    <a:pt x="1965693" y="1227696"/>
                  </a:lnTo>
                  <a:lnTo>
                    <a:pt x="2011476" y="1259522"/>
                  </a:lnTo>
                  <a:lnTo>
                    <a:pt x="2149119" y="1356360"/>
                  </a:lnTo>
                  <a:lnTo>
                    <a:pt x="2182406" y="1390459"/>
                  </a:lnTo>
                  <a:lnTo>
                    <a:pt x="2319375" y="1484210"/>
                  </a:lnTo>
                  <a:lnTo>
                    <a:pt x="2364892" y="1514754"/>
                  </a:lnTo>
                  <a:lnTo>
                    <a:pt x="2410256" y="1544662"/>
                  </a:lnTo>
                  <a:lnTo>
                    <a:pt x="2455468" y="1573784"/>
                  </a:lnTo>
                  <a:lnTo>
                    <a:pt x="2500846" y="1603717"/>
                  </a:lnTo>
                  <a:lnTo>
                    <a:pt x="2558186" y="1628889"/>
                  </a:lnTo>
                  <a:lnTo>
                    <a:pt x="2602661" y="1654606"/>
                  </a:lnTo>
                  <a:lnTo>
                    <a:pt x="2646680" y="1678190"/>
                  </a:lnTo>
                  <a:lnTo>
                    <a:pt x="2702649" y="1696948"/>
                  </a:lnTo>
                  <a:lnTo>
                    <a:pt x="2745740" y="1716189"/>
                  </a:lnTo>
                  <a:lnTo>
                    <a:pt x="2800769" y="1730578"/>
                  </a:lnTo>
                  <a:lnTo>
                    <a:pt x="2855328" y="1742744"/>
                  </a:lnTo>
                  <a:lnTo>
                    <a:pt x="2896997" y="1755330"/>
                  </a:lnTo>
                  <a:lnTo>
                    <a:pt x="2950591" y="1763014"/>
                  </a:lnTo>
                  <a:lnTo>
                    <a:pt x="2991281" y="1771065"/>
                  </a:lnTo>
                  <a:lnTo>
                    <a:pt x="3043898" y="1774164"/>
                  </a:lnTo>
                  <a:lnTo>
                    <a:pt x="3083598" y="1777606"/>
                  </a:lnTo>
                  <a:lnTo>
                    <a:pt x="3135223" y="1776044"/>
                  </a:lnTo>
                  <a:lnTo>
                    <a:pt x="3173920" y="1774799"/>
                  </a:lnTo>
                  <a:lnTo>
                    <a:pt x="3224517" y="1768500"/>
                  </a:lnTo>
                  <a:lnTo>
                    <a:pt x="3262198" y="1762480"/>
                  </a:lnTo>
                  <a:lnTo>
                    <a:pt x="3311766" y="1751380"/>
                  </a:lnTo>
                  <a:lnTo>
                    <a:pt x="3348405" y="1740496"/>
                  </a:lnTo>
                  <a:lnTo>
                    <a:pt x="3396932" y="1724494"/>
                  </a:lnTo>
                  <a:lnTo>
                    <a:pt x="3432505" y="1708683"/>
                  </a:lnTo>
                  <a:lnTo>
                    <a:pt x="3467443" y="1689900"/>
                  </a:lnTo>
                  <a:lnTo>
                    <a:pt x="3514217" y="1665719"/>
                  </a:lnTo>
                  <a:lnTo>
                    <a:pt x="3548011" y="1641589"/>
                  </a:lnTo>
                  <a:lnTo>
                    <a:pt x="3581273" y="1614944"/>
                  </a:lnTo>
                  <a:lnTo>
                    <a:pt x="3614013" y="1585899"/>
                  </a:lnTo>
                  <a:lnTo>
                    <a:pt x="3646259" y="1554543"/>
                  </a:lnTo>
                  <a:lnTo>
                    <a:pt x="3678034" y="1520977"/>
                  </a:lnTo>
                  <a:lnTo>
                    <a:pt x="3709352" y="1485315"/>
                  </a:lnTo>
                  <a:lnTo>
                    <a:pt x="3740251" y="1447660"/>
                  </a:lnTo>
                  <a:lnTo>
                    <a:pt x="3758323" y="1410779"/>
                  </a:lnTo>
                  <a:lnTo>
                    <a:pt x="3768356" y="1397000"/>
                  </a:lnTo>
                  <a:lnTo>
                    <a:pt x="3805771" y="1329080"/>
                  </a:lnTo>
                  <a:lnTo>
                    <a:pt x="3822750" y="1287145"/>
                  </a:lnTo>
                  <a:lnTo>
                    <a:pt x="3839426" y="1243723"/>
                  </a:lnTo>
                  <a:lnTo>
                    <a:pt x="3855809" y="1198930"/>
                  </a:lnTo>
                  <a:lnTo>
                    <a:pt x="3871912" y="1152867"/>
                  </a:lnTo>
                  <a:lnTo>
                    <a:pt x="3878567" y="1062672"/>
                  </a:lnTo>
                  <a:lnTo>
                    <a:pt x="3893997" y="1013409"/>
                  </a:lnTo>
                  <a:lnTo>
                    <a:pt x="3896817" y="965962"/>
                  </a:lnTo>
                  <a:close/>
                </a:path>
              </a:pathLst>
            </a:custGeom>
            <a:solidFill>
              <a:srgbClr val="EFF0E9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28739" y="0"/>
            <a:ext cx="17359630" cy="6270625"/>
            <a:chOff x="928739" y="0"/>
            <a:chExt cx="17359630" cy="6270625"/>
          </a:xfrm>
        </p:grpSpPr>
        <p:sp>
          <p:nvSpPr>
            <p:cNvPr id="9" name="object 9"/>
            <p:cNvSpPr/>
            <p:nvPr/>
          </p:nvSpPr>
          <p:spPr>
            <a:xfrm>
              <a:off x="11604335" y="0"/>
              <a:ext cx="6684009" cy="6270625"/>
            </a:xfrm>
            <a:custGeom>
              <a:avLst/>
              <a:gdLst/>
              <a:ahLst/>
              <a:cxnLst/>
              <a:rect l="l" t="t" r="r" b="b"/>
              <a:pathLst>
                <a:path w="6684009" h="6270625">
                  <a:moveTo>
                    <a:pt x="6683664" y="6270354"/>
                  </a:moveTo>
                  <a:lnTo>
                    <a:pt x="0" y="6270354"/>
                  </a:lnTo>
                  <a:lnTo>
                    <a:pt x="0" y="0"/>
                  </a:lnTo>
                  <a:lnTo>
                    <a:pt x="6683664" y="0"/>
                  </a:lnTo>
                  <a:lnTo>
                    <a:pt x="6683664" y="6270354"/>
                  </a:lnTo>
                  <a:close/>
                </a:path>
              </a:pathLst>
            </a:custGeom>
            <a:solidFill>
              <a:srgbClr val="40B8D5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47578" y="1637584"/>
              <a:ext cx="15992475" cy="3773804"/>
            </a:xfrm>
            <a:custGeom>
              <a:avLst/>
              <a:gdLst/>
              <a:ahLst/>
              <a:cxnLst/>
              <a:rect l="l" t="t" r="r" b="b"/>
              <a:pathLst>
                <a:path w="15992475" h="3773804">
                  <a:moveTo>
                    <a:pt x="15713506" y="3773210"/>
                  </a:moveTo>
                  <a:lnTo>
                    <a:pt x="285750" y="3773210"/>
                  </a:lnTo>
                  <a:lnTo>
                    <a:pt x="240779" y="3769650"/>
                  </a:lnTo>
                  <a:lnTo>
                    <a:pt x="197320" y="3759183"/>
                  </a:lnTo>
                  <a:lnTo>
                    <a:pt x="156141" y="3742126"/>
                  </a:lnTo>
                  <a:lnTo>
                    <a:pt x="118010" y="3718797"/>
                  </a:lnTo>
                  <a:lnTo>
                    <a:pt x="83694" y="3689515"/>
                  </a:lnTo>
                  <a:lnTo>
                    <a:pt x="54412" y="3655199"/>
                  </a:lnTo>
                  <a:lnTo>
                    <a:pt x="31083" y="3617068"/>
                  </a:lnTo>
                  <a:lnTo>
                    <a:pt x="14026" y="3575889"/>
                  </a:lnTo>
                  <a:lnTo>
                    <a:pt x="3559" y="3532431"/>
                  </a:lnTo>
                  <a:lnTo>
                    <a:pt x="0" y="3487460"/>
                  </a:lnTo>
                  <a:lnTo>
                    <a:pt x="0" y="285750"/>
                  </a:lnTo>
                  <a:lnTo>
                    <a:pt x="3559" y="240779"/>
                  </a:lnTo>
                  <a:lnTo>
                    <a:pt x="14026" y="197320"/>
                  </a:lnTo>
                  <a:lnTo>
                    <a:pt x="31083" y="156141"/>
                  </a:lnTo>
                  <a:lnTo>
                    <a:pt x="54412" y="118010"/>
                  </a:lnTo>
                  <a:lnTo>
                    <a:pt x="83694" y="83694"/>
                  </a:lnTo>
                  <a:lnTo>
                    <a:pt x="118010" y="54412"/>
                  </a:lnTo>
                  <a:lnTo>
                    <a:pt x="156141" y="31083"/>
                  </a:lnTo>
                  <a:lnTo>
                    <a:pt x="197320" y="14026"/>
                  </a:lnTo>
                  <a:lnTo>
                    <a:pt x="240779" y="3559"/>
                  </a:lnTo>
                  <a:lnTo>
                    <a:pt x="285750" y="0"/>
                  </a:lnTo>
                  <a:lnTo>
                    <a:pt x="15713506" y="0"/>
                  </a:lnTo>
                  <a:lnTo>
                    <a:pt x="15758477" y="3559"/>
                  </a:lnTo>
                  <a:lnTo>
                    <a:pt x="15801936" y="14026"/>
                  </a:lnTo>
                  <a:lnTo>
                    <a:pt x="15843114" y="31083"/>
                  </a:lnTo>
                  <a:lnTo>
                    <a:pt x="15881246" y="54412"/>
                  </a:lnTo>
                  <a:lnTo>
                    <a:pt x="15915562" y="83694"/>
                  </a:lnTo>
                  <a:lnTo>
                    <a:pt x="15944844" y="118010"/>
                  </a:lnTo>
                  <a:lnTo>
                    <a:pt x="15968173" y="156141"/>
                  </a:lnTo>
                  <a:lnTo>
                    <a:pt x="15985229" y="197320"/>
                  </a:lnTo>
                  <a:lnTo>
                    <a:pt x="15991925" y="225123"/>
                  </a:lnTo>
                  <a:lnTo>
                    <a:pt x="15991925" y="3548086"/>
                  </a:lnTo>
                  <a:lnTo>
                    <a:pt x="15968173" y="3617068"/>
                  </a:lnTo>
                  <a:lnTo>
                    <a:pt x="15944844" y="3655199"/>
                  </a:lnTo>
                  <a:lnTo>
                    <a:pt x="15915562" y="3689515"/>
                  </a:lnTo>
                  <a:lnTo>
                    <a:pt x="15881246" y="3718797"/>
                  </a:lnTo>
                  <a:lnTo>
                    <a:pt x="15843114" y="3742126"/>
                  </a:lnTo>
                  <a:lnTo>
                    <a:pt x="15801936" y="3759183"/>
                  </a:lnTo>
                  <a:lnTo>
                    <a:pt x="15758477" y="3769650"/>
                  </a:lnTo>
                  <a:lnTo>
                    <a:pt x="15713506" y="3773210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47789" y="1637584"/>
              <a:ext cx="15998825" cy="3771900"/>
            </a:xfrm>
            <a:custGeom>
              <a:avLst/>
              <a:gdLst/>
              <a:ahLst/>
              <a:cxnLst/>
              <a:rect l="l" t="t" r="r" b="b"/>
              <a:pathLst>
                <a:path w="15998825" h="3771900">
                  <a:moveTo>
                    <a:pt x="270697" y="3771899"/>
                  </a:moveTo>
                  <a:lnTo>
                    <a:pt x="197314" y="3759064"/>
                  </a:lnTo>
                  <a:lnTo>
                    <a:pt x="156136" y="3742007"/>
                  </a:lnTo>
                  <a:lnTo>
                    <a:pt x="118006" y="3718680"/>
                  </a:lnTo>
                  <a:lnTo>
                    <a:pt x="83691" y="3689398"/>
                  </a:lnTo>
                  <a:lnTo>
                    <a:pt x="54410" y="3655083"/>
                  </a:lnTo>
                  <a:lnTo>
                    <a:pt x="31082" y="3616953"/>
                  </a:lnTo>
                  <a:lnTo>
                    <a:pt x="14026" y="3575775"/>
                  </a:lnTo>
                  <a:lnTo>
                    <a:pt x="3559" y="3532318"/>
                  </a:lnTo>
                  <a:lnTo>
                    <a:pt x="0" y="3487349"/>
                  </a:lnTo>
                  <a:lnTo>
                    <a:pt x="0" y="285740"/>
                  </a:lnTo>
                  <a:lnTo>
                    <a:pt x="3559" y="240771"/>
                  </a:lnTo>
                  <a:lnTo>
                    <a:pt x="14026" y="197314"/>
                  </a:lnTo>
                  <a:lnTo>
                    <a:pt x="31082" y="156136"/>
                  </a:lnTo>
                  <a:lnTo>
                    <a:pt x="54410" y="118006"/>
                  </a:lnTo>
                  <a:lnTo>
                    <a:pt x="83691" y="83691"/>
                  </a:lnTo>
                  <a:lnTo>
                    <a:pt x="118006" y="54410"/>
                  </a:lnTo>
                  <a:lnTo>
                    <a:pt x="156136" y="31082"/>
                  </a:lnTo>
                  <a:lnTo>
                    <a:pt x="197314" y="14026"/>
                  </a:lnTo>
                  <a:lnTo>
                    <a:pt x="240771" y="3559"/>
                  </a:lnTo>
                  <a:lnTo>
                    <a:pt x="285740" y="0"/>
                  </a:lnTo>
                  <a:lnTo>
                    <a:pt x="15713007" y="0"/>
                  </a:lnTo>
                  <a:lnTo>
                    <a:pt x="15757976" y="3559"/>
                  </a:lnTo>
                  <a:lnTo>
                    <a:pt x="15801433" y="14026"/>
                  </a:lnTo>
                  <a:lnTo>
                    <a:pt x="15842610" y="31082"/>
                  </a:lnTo>
                  <a:lnTo>
                    <a:pt x="15880740" y="54409"/>
                  </a:lnTo>
                  <a:lnTo>
                    <a:pt x="15915056" y="83691"/>
                  </a:lnTo>
                  <a:lnTo>
                    <a:pt x="15944337" y="118006"/>
                  </a:lnTo>
                  <a:lnTo>
                    <a:pt x="15967665" y="156136"/>
                  </a:lnTo>
                  <a:lnTo>
                    <a:pt x="15984721" y="197313"/>
                  </a:lnTo>
                  <a:lnTo>
                    <a:pt x="15995188" y="240771"/>
                  </a:lnTo>
                  <a:lnTo>
                    <a:pt x="15998748" y="285740"/>
                  </a:lnTo>
                  <a:lnTo>
                    <a:pt x="15998748" y="3487349"/>
                  </a:lnTo>
                  <a:lnTo>
                    <a:pt x="15995188" y="3532319"/>
                  </a:lnTo>
                  <a:lnTo>
                    <a:pt x="15984721" y="3575776"/>
                  </a:lnTo>
                  <a:lnTo>
                    <a:pt x="15967665" y="3616953"/>
                  </a:lnTo>
                  <a:lnTo>
                    <a:pt x="15944337" y="3655083"/>
                  </a:lnTo>
                  <a:lnTo>
                    <a:pt x="15915056" y="3689399"/>
                  </a:lnTo>
                  <a:lnTo>
                    <a:pt x="15880740" y="3718680"/>
                  </a:lnTo>
                  <a:lnTo>
                    <a:pt x="15842610" y="3742008"/>
                  </a:lnTo>
                  <a:lnTo>
                    <a:pt x="15801433" y="3759064"/>
                  </a:lnTo>
                  <a:lnTo>
                    <a:pt x="15757976" y="3769531"/>
                  </a:lnTo>
                  <a:lnTo>
                    <a:pt x="15728052" y="377189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3382" y="3042879"/>
              <a:ext cx="76200" cy="761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3382" y="3671529"/>
              <a:ext cx="76200" cy="761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239232" y="2561550"/>
            <a:ext cx="4673600" cy="128270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800" spc="-120" dirty="0">
                <a:solidFill>
                  <a:srgbClr val="377272"/>
                </a:solidFill>
                <a:latin typeface="Arial Black"/>
                <a:cs typeface="Arial Black"/>
              </a:rPr>
              <a:t>What</a:t>
            </a:r>
            <a:r>
              <a:rPr sz="18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70" dirty="0">
                <a:solidFill>
                  <a:srgbClr val="377272"/>
                </a:solidFill>
                <a:latin typeface="Arial Black"/>
                <a:cs typeface="Arial Black"/>
              </a:rPr>
              <a:t>it</a:t>
            </a:r>
            <a:r>
              <a:rPr sz="18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Arial Black"/>
                <a:cs typeface="Arial Black"/>
              </a:rPr>
              <a:t>uses:</a:t>
            </a:r>
            <a:endParaRPr sz="1800">
              <a:latin typeface="Arial Black"/>
              <a:cs typeface="Arial Black"/>
            </a:endParaRPr>
          </a:p>
          <a:p>
            <a:pPr marL="400685" marR="5080">
              <a:lnSpc>
                <a:spcPct val="114599"/>
              </a:lnSpc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Cross‑platform</a:t>
            </a:r>
            <a:r>
              <a:rPr sz="18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frameworks</a:t>
            </a:r>
            <a:r>
              <a:rPr sz="18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(e.g.,</a:t>
            </a:r>
            <a:r>
              <a:rPr sz="18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React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Nativ</a:t>
            </a:r>
            <a:r>
              <a:rPr sz="1800" dirty="0">
                <a:latin typeface="Lucida Sans Unicode"/>
                <a:cs typeface="Lucida Sans Unicode"/>
              </a:rPr>
              <a:t>e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spc="-260" dirty="0">
                <a:latin typeface="Lucida Sans Unicode"/>
                <a:cs typeface="Lucida Sans Unicode"/>
              </a:rPr>
              <a:t>/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Flutter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conceptually)</a:t>
            </a:r>
            <a:endParaRPr sz="1800">
              <a:latin typeface="Lucida Sans Unicode"/>
              <a:cs typeface="Lucida Sans Unicode"/>
            </a:endParaRPr>
          </a:p>
          <a:p>
            <a:pPr marL="40068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Lucida Sans Unicode"/>
                <a:cs typeface="Lucida Sans Unicode"/>
              </a:rPr>
              <a:t>Backend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APIs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423382" y="4614504"/>
            <a:ext cx="76200" cy="390525"/>
            <a:chOff x="1423382" y="4614504"/>
            <a:chExt cx="76200" cy="39052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3382" y="4614504"/>
              <a:ext cx="76200" cy="761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3382" y="4928829"/>
              <a:ext cx="76200" cy="7619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239232" y="4133174"/>
            <a:ext cx="4355465" cy="96837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800" spc="-105" dirty="0">
                <a:solidFill>
                  <a:srgbClr val="377272"/>
                </a:solidFill>
                <a:latin typeface="Arial Black"/>
                <a:cs typeface="Arial Black"/>
              </a:rPr>
              <a:t>Why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70" dirty="0">
                <a:solidFill>
                  <a:srgbClr val="377272"/>
                </a:solidFill>
                <a:latin typeface="Arial Black"/>
                <a:cs typeface="Arial Black"/>
              </a:rPr>
              <a:t>it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50" dirty="0">
                <a:solidFill>
                  <a:srgbClr val="377272"/>
                </a:solidFill>
                <a:latin typeface="Arial Black"/>
                <a:cs typeface="Arial Black"/>
              </a:rPr>
              <a:t>is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Arial Black"/>
                <a:cs typeface="Arial Black"/>
              </a:rPr>
              <a:t>suitable:</a:t>
            </a:r>
            <a:endParaRPr sz="1800">
              <a:latin typeface="Arial Black"/>
              <a:cs typeface="Arial Black"/>
            </a:endParaRPr>
          </a:p>
          <a:p>
            <a:pPr marL="40068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Scalable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 user‑friendly</a:t>
            </a:r>
            <a:endParaRPr sz="1800">
              <a:latin typeface="Lucida Sans Unicode"/>
              <a:cs typeface="Lucida Sans Unicode"/>
            </a:endParaRPr>
          </a:p>
          <a:p>
            <a:pPr marL="40068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Easy</a:t>
            </a:r>
            <a:r>
              <a:rPr sz="18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to</a:t>
            </a:r>
            <a:r>
              <a:rPr sz="18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update</a:t>
            </a:r>
            <a:r>
              <a:rPr sz="18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8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expand</a:t>
            </a:r>
            <a:r>
              <a:rPr sz="18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features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40534" y="2601555"/>
            <a:ext cx="1517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60" dirty="0">
                <a:solidFill>
                  <a:srgbClr val="377272"/>
                </a:solidFill>
                <a:latin typeface="Arial Black"/>
                <a:cs typeface="Arial Black"/>
              </a:rPr>
              <a:t>How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70" dirty="0">
                <a:solidFill>
                  <a:srgbClr val="377272"/>
                </a:solidFill>
                <a:latin typeface="Arial Black"/>
                <a:cs typeface="Arial Black"/>
              </a:rPr>
              <a:t>it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50" dirty="0">
                <a:solidFill>
                  <a:srgbClr val="377272"/>
                </a:solidFill>
                <a:latin typeface="Arial Black"/>
                <a:cs typeface="Arial Black"/>
              </a:rPr>
              <a:t>works:</a:t>
            </a:r>
            <a:endParaRPr sz="1800">
              <a:latin typeface="Arial Black"/>
              <a:cs typeface="Arial Black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28720" y="3357204"/>
            <a:ext cx="16036925" cy="6637020"/>
            <a:chOff x="928720" y="3357204"/>
            <a:chExt cx="16036925" cy="663702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24684" y="3357204"/>
              <a:ext cx="76200" cy="7619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24684" y="3671529"/>
              <a:ext cx="76200" cy="7619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24684" y="4300179"/>
              <a:ext cx="76200" cy="761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53004" y="3357204"/>
              <a:ext cx="76200" cy="761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53004" y="3671529"/>
              <a:ext cx="76200" cy="761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53004" y="3985854"/>
              <a:ext cx="76200" cy="7619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47578" y="5888434"/>
              <a:ext cx="15999460" cy="4088129"/>
            </a:xfrm>
            <a:custGeom>
              <a:avLst/>
              <a:gdLst/>
              <a:ahLst/>
              <a:cxnLst/>
              <a:rect l="l" t="t" r="r" b="b"/>
              <a:pathLst>
                <a:path w="15999460" h="4088129">
                  <a:moveTo>
                    <a:pt x="15713506" y="4087534"/>
                  </a:moveTo>
                  <a:lnTo>
                    <a:pt x="285749" y="4087534"/>
                  </a:lnTo>
                  <a:lnTo>
                    <a:pt x="240779" y="4083975"/>
                  </a:lnTo>
                  <a:lnTo>
                    <a:pt x="197320" y="4073508"/>
                  </a:lnTo>
                  <a:lnTo>
                    <a:pt x="156141" y="4056451"/>
                  </a:lnTo>
                  <a:lnTo>
                    <a:pt x="118010" y="4033123"/>
                  </a:lnTo>
                  <a:lnTo>
                    <a:pt x="83694" y="4003841"/>
                  </a:lnTo>
                  <a:lnTo>
                    <a:pt x="54412" y="3969524"/>
                  </a:lnTo>
                  <a:lnTo>
                    <a:pt x="31083" y="3931393"/>
                  </a:lnTo>
                  <a:lnTo>
                    <a:pt x="14026" y="3890214"/>
                  </a:lnTo>
                  <a:lnTo>
                    <a:pt x="3559" y="3846756"/>
                  </a:lnTo>
                  <a:lnTo>
                    <a:pt x="0" y="3801784"/>
                  </a:lnTo>
                  <a:lnTo>
                    <a:pt x="0" y="285750"/>
                  </a:lnTo>
                  <a:lnTo>
                    <a:pt x="3559" y="240779"/>
                  </a:lnTo>
                  <a:lnTo>
                    <a:pt x="14026" y="197320"/>
                  </a:lnTo>
                  <a:lnTo>
                    <a:pt x="31083" y="156142"/>
                  </a:lnTo>
                  <a:lnTo>
                    <a:pt x="54412" y="118010"/>
                  </a:lnTo>
                  <a:lnTo>
                    <a:pt x="83694" y="83694"/>
                  </a:lnTo>
                  <a:lnTo>
                    <a:pt x="118010" y="54412"/>
                  </a:lnTo>
                  <a:lnTo>
                    <a:pt x="156141" y="31083"/>
                  </a:lnTo>
                  <a:lnTo>
                    <a:pt x="197320" y="14027"/>
                  </a:lnTo>
                  <a:lnTo>
                    <a:pt x="240779" y="3559"/>
                  </a:lnTo>
                  <a:lnTo>
                    <a:pt x="285749" y="0"/>
                  </a:lnTo>
                  <a:lnTo>
                    <a:pt x="15713506" y="0"/>
                  </a:lnTo>
                  <a:lnTo>
                    <a:pt x="15758477" y="3559"/>
                  </a:lnTo>
                  <a:lnTo>
                    <a:pt x="15801935" y="14027"/>
                  </a:lnTo>
                  <a:lnTo>
                    <a:pt x="15843113" y="31083"/>
                  </a:lnTo>
                  <a:lnTo>
                    <a:pt x="15881245" y="54412"/>
                  </a:lnTo>
                  <a:lnTo>
                    <a:pt x="15915561" y="83694"/>
                  </a:lnTo>
                  <a:lnTo>
                    <a:pt x="15944843" y="118010"/>
                  </a:lnTo>
                  <a:lnTo>
                    <a:pt x="15968172" y="156142"/>
                  </a:lnTo>
                  <a:lnTo>
                    <a:pt x="15985229" y="197320"/>
                  </a:lnTo>
                  <a:lnTo>
                    <a:pt x="15995696" y="240779"/>
                  </a:lnTo>
                  <a:lnTo>
                    <a:pt x="15998867" y="280829"/>
                  </a:lnTo>
                  <a:lnTo>
                    <a:pt x="15998867" y="3806705"/>
                  </a:lnTo>
                  <a:lnTo>
                    <a:pt x="15995696" y="3846756"/>
                  </a:lnTo>
                  <a:lnTo>
                    <a:pt x="15985229" y="3890214"/>
                  </a:lnTo>
                  <a:lnTo>
                    <a:pt x="15968172" y="3931393"/>
                  </a:lnTo>
                  <a:lnTo>
                    <a:pt x="15944843" y="3969524"/>
                  </a:lnTo>
                  <a:lnTo>
                    <a:pt x="15915561" y="4003841"/>
                  </a:lnTo>
                  <a:lnTo>
                    <a:pt x="15881245" y="4033123"/>
                  </a:lnTo>
                  <a:lnTo>
                    <a:pt x="15843113" y="4056451"/>
                  </a:lnTo>
                  <a:lnTo>
                    <a:pt x="15801935" y="4073508"/>
                  </a:lnTo>
                  <a:lnTo>
                    <a:pt x="15758477" y="4083975"/>
                  </a:lnTo>
                  <a:lnTo>
                    <a:pt x="15713506" y="4087534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47770" y="5888435"/>
              <a:ext cx="15998825" cy="4086225"/>
            </a:xfrm>
            <a:custGeom>
              <a:avLst/>
              <a:gdLst/>
              <a:ahLst/>
              <a:cxnLst/>
              <a:rect l="l" t="t" r="r" b="b"/>
              <a:pathLst>
                <a:path w="15998825" h="4086225">
                  <a:moveTo>
                    <a:pt x="270701" y="4086225"/>
                  </a:moveTo>
                  <a:lnTo>
                    <a:pt x="197314" y="4073389"/>
                  </a:lnTo>
                  <a:lnTo>
                    <a:pt x="156137" y="4056332"/>
                  </a:lnTo>
                  <a:lnTo>
                    <a:pt x="118007" y="4033004"/>
                  </a:lnTo>
                  <a:lnTo>
                    <a:pt x="83691" y="4003723"/>
                  </a:lnTo>
                  <a:lnTo>
                    <a:pt x="54410" y="3969408"/>
                  </a:lnTo>
                  <a:lnTo>
                    <a:pt x="31082" y="3931278"/>
                  </a:lnTo>
                  <a:lnTo>
                    <a:pt x="14026" y="3890100"/>
                  </a:lnTo>
                  <a:lnTo>
                    <a:pt x="3559" y="3846643"/>
                  </a:lnTo>
                  <a:lnTo>
                    <a:pt x="0" y="3801674"/>
                  </a:lnTo>
                  <a:lnTo>
                    <a:pt x="0" y="285741"/>
                  </a:lnTo>
                  <a:lnTo>
                    <a:pt x="3559" y="240771"/>
                  </a:lnTo>
                  <a:lnTo>
                    <a:pt x="14026" y="197314"/>
                  </a:lnTo>
                  <a:lnTo>
                    <a:pt x="31082" y="156137"/>
                  </a:lnTo>
                  <a:lnTo>
                    <a:pt x="54410" y="118007"/>
                  </a:lnTo>
                  <a:lnTo>
                    <a:pt x="83691" y="83691"/>
                  </a:lnTo>
                  <a:lnTo>
                    <a:pt x="118007" y="54410"/>
                  </a:lnTo>
                  <a:lnTo>
                    <a:pt x="156137" y="31082"/>
                  </a:lnTo>
                  <a:lnTo>
                    <a:pt x="197314" y="14026"/>
                  </a:lnTo>
                  <a:lnTo>
                    <a:pt x="240771" y="3559"/>
                  </a:lnTo>
                  <a:lnTo>
                    <a:pt x="285741" y="0"/>
                  </a:lnTo>
                  <a:lnTo>
                    <a:pt x="15713048" y="0"/>
                  </a:lnTo>
                  <a:lnTo>
                    <a:pt x="15758017" y="3559"/>
                  </a:lnTo>
                  <a:lnTo>
                    <a:pt x="15801474" y="14026"/>
                  </a:lnTo>
                  <a:lnTo>
                    <a:pt x="15842652" y="31082"/>
                  </a:lnTo>
                  <a:lnTo>
                    <a:pt x="15880782" y="54410"/>
                  </a:lnTo>
                  <a:lnTo>
                    <a:pt x="15915097" y="83691"/>
                  </a:lnTo>
                  <a:lnTo>
                    <a:pt x="15944379" y="118006"/>
                  </a:lnTo>
                  <a:lnTo>
                    <a:pt x="15967706" y="156137"/>
                  </a:lnTo>
                  <a:lnTo>
                    <a:pt x="15984763" y="197314"/>
                  </a:lnTo>
                  <a:lnTo>
                    <a:pt x="15995230" y="240771"/>
                  </a:lnTo>
                  <a:lnTo>
                    <a:pt x="15998789" y="285741"/>
                  </a:lnTo>
                  <a:lnTo>
                    <a:pt x="15998789" y="3801674"/>
                  </a:lnTo>
                  <a:lnTo>
                    <a:pt x="15995230" y="3846643"/>
                  </a:lnTo>
                  <a:lnTo>
                    <a:pt x="15984763" y="3890101"/>
                  </a:lnTo>
                  <a:lnTo>
                    <a:pt x="15967706" y="3931278"/>
                  </a:lnTo>
                  <a:lnTo>
                    <a:pt x="15944379" y="3969408"/>
                  </a:lnTo>
                  <a:lnTo>
                    <a:pt x="15915097" y="4003723"/>
                  </a:lnTo>
                  <a:lnTo>
                    <a:pt x="15880782" y="4033005"/>
                  </a:lnTo>
                  <a:lnTo>
                    <a:pt x="15842651" y="4056332"/>
                  </a:lnTo>
                  <a:lnTo>
                    <a:pt x="15801474" y="4073389"/>
                  </a:lnTo>
                  <a:lnTo>
                    <a:pt x="15758017" y="4083856"/>
                  </a:lnTo>
                  <a:lnTo>
                    <a:pt x="15728089" y="408622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3382" y="7293729"/>
              <a:ext cx="76200" cy="7619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3382" y="7608054"/>
              <a:ext cx="76200" cy="7619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3382" y="7922379"/>
              <a:ext cx="76200" cy="76199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129124" y="3190200"/>
            <a:ext cx="4142104" cy="128270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Provides</a:t>
            </a:r>
            <a:r>
              <a:rPr sz="18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a</a:t>
            </a:r>
            <a:r>
              <a:rPr sz="18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clean</a:t>
            </a:r>
            <a:r>
              <a:rPr sz="18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dashboard</a:t>
            </a:r>
            <a:endParaRPr sz="1800">
              <a:latin typeface="Lucida Sans Unicode"/>
              <a:cs typeface="Lucida Sans Unicode"/>
            </a:endParaRPr>
          </a:p>
          <a:p>
            <a:pPr marL="12700" marR="5080">
              <a:lnSpc>
                <a:spcPct val="114599"/>
              </a:lnSpc>
            </a:pP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Displays</a:t>
            </a:r>
            <a:r>
              <a:rPr sz="18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tasks,</a:t>
            </a:r>
            <a:r>
              <a:rPr sz="18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progress,</a:t>
            </a:r>
            <a:r>
              <a:rPr sz="18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insights,</a:t>
            </a:r>
            <a:r>
              <a:rPr sz="18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and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rewards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Works</a:t>
            </a:r>
            <a:r>
              <a:rPr sz="18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smoothly</a:t>
            </a:r>
            <a:r>
              <a:rPr sz="18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across</a:t>
            </a:r>
            <a:r>
              <a:rPr sz="18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devices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468855" y="2601555"/>
            <a:ext cx="2545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solidFill>
                  <a:srgbClr val="377272"/>
                </a:solidFill>
                <a:latin typeface="Arial Black"/>
                <a:cs typeface="Arial Black"/>
              </a:rPr>
              <a:t>Supports</a:t>
            </a:r>
            <a:r>
              <a:rPr sz="1800" spc="-12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25" dirty="0">
                <a:solidFill>
                  <a:srgbClr val="377272"/>
                </a:solidFill>
                <a:latin typeface="Arial Black"/>
                <a:cs typeface="Arial Black"/>
              </a:rPr>
              <a:t>features</a:t>
            </a:r>
            <a:r>
              <a:rPr sz="1800" spc="-114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00" dirty="0">
                <a:solidFill>
                  <a:srgbClr val="377272"/>
                </a:solidFill>
                <a:latin typeface="Arial Black"/>
                <a:cs typeface="Arial Black"/>
              </a:rPr>
              <a:t>like: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857445" y="3190200"/>
            <a:ext cx="3100705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Daily</a:t>
            </a:r>
            <a:r>
              <a:rPr sz="18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18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tasks Progress</a:t>
            </a:r>
            <a:r>
              <a:rPr sz="18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visualization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Notifications</a:t>
            </a:r>
            <a:r>
              <a:rPr sz="18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8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reminders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5" name="object 35" descr="$PPTXTitle"/>
          <p:cNvSpPr txBox="1">
            <a:spLocks noGrp="1"/>
          </p:cNvSpPr>
          <p:nvPr>
            <p:ph type="title"/>
          </p:nvPr>
        </p:nvSpPr>
        <p:spPr>
          <a:xfrm>
            <a:off x="5431389" y="1910601"/>
            <a:ext cx="7031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i="1" spc="90" dirty="0">
                <a:solidFill>
                  <a:srgbClr val="046A7D"/>
                </a:solidFill>
                <a:latin typeface="Arial"/>
                <a:cs typeface="Arial"/>
              </a:rPr>
              <a:t>Mobile</a:t>
            </a:r>
            <a:r>
              <a:rPr sz="3000" i="1" spc="-114" dirty="0">
                <a:solidFill>
                  <a:srgbClr val="046A7D"/>
                </a:solidFill>
                <a:latin typeface="Arial"/>
                <a:cs typeface="Arial"/>
              </a:rPr>
              <a:t> </a:t>
            </a:r>
            <a:r>
              <a:rPr sz="3000" i="1" spc="-180" dirty="0">
                <a:solidFill>
                  <a:srgbClr val="046A7D"/>
                </a:solidFill>
                <a:latin typeface="Arial"/>
                <a:cs typeface="Arial"/>
              </a:rPr>
              <a:t>&amp;</a:t>
            </a:r>
            <a:r>
              <a:rPr sz="3000" i="1" spc="-110" dirty="0">
                <a:solidFill>
                  <a:srgbClr val="046A7D"/>
                </a:solidFill>
                <a:latin typeface="Arial"/>
                <a:cs typeface="Arial"/>
              </a:rPr>
              <a:t> </a:t>
            </a:r>
            <a:r>
              <a:rPr sz="3000" i="1" dirty="0">
                <a:solidFill>
                  <a:srgbClr val="046A7D"/>
                </a:solidFill>
                <a:latin typeface="Arial"/>
                <a:cs typeface="Arial"/>
              </a:rPr>
              <a:t>Web</a:t>
            </a:r>
            <a:r>
              <a:rPr sz="3000" i="1" spc="-110" dirty="0">
                <a:solidFill>
                  <a:srgbClr val="046A7D"/>
                </a:solidFill>
                <a:latin typeface="Arial"/>
                <a:cs typeface="Arial"/>
              </a:rPr>
              <a:t> </a:t>
            </a:r>
            <a:r>
              <a:rPr sz="3000" i="1" spc="70" dirty="0">
                <a:solidFill>
                  <a:srgbClr val="046A7D"/>
                </a:solidFill>
                <a:latin typeface="Arial"/>
                <a:cs typeface="Arial"/>
              </a:rPr>
              <a:t>Application</a:t>
            </a:r>
            <a:r>
              <a:rPr sz="3000" i="1" spc="-110" dirty="0">
                <a:solidFill>
                  <a:srgbClr val="046A7D"/>
                </a:solidFill>
                <a:latin typeface="Arial"/>
                <a:cs typeface="Arial"/>
              </a:rPr>
              <a:t> </a:t>
            </a:r>
            <a:r>
              <a:rPr sz="3000" i="1" spc="35" dirty="0">
                <a:solidFill>
                  <a:srgbClr val="046A7D"/>
                </a:solidFill>
                <a:latin typeface="Arial"/>
                <a:cs typeface="Arial"/>
              </a:rPr>
              <a:t>Framework</a:t>
            </a:r>
            <a:endParaRPr sz="30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39232" y="6812399"/>
            <a:ext cx="4112895" cy="128270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800" spc="-120" dirty="0">
                <a:solidFill>
                  <a:srgbClr val="377272"/>
                </a:solidFill>
                <a:latin typeface="Arial Black"/>
                <a:cs typeface="Arial Black"/>
              </a:rPr>
              <a:t>What</a:t>
            </a:r>
            <a:r>
              <a:rPr sz="18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70" dirty="0">
                <a:solidFill>
                  <a:srgbClr val="377272"/>
                </a:solidFill>
                <a:latin typeface="Arial Black"/>
                <a:cs typeface="Arial Black"/>
              </a:rPr>
              <a:t>it</a:t>
            </a:r>
            <a:r>
              <a:rPr sz="18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Arial Black"/>
                <a:cs typeface="Arial Black"/>
              </a:rPr>
              <a:t>uses:</a:t>
            </a:r>
            <a:endParaRPr sz="1800">
              <a:latin typeface="Arial Black"/>
              <a:cs typeface="Arial Black"/>
            </a:endParaRPr>
          </a:p>
          <a:p>
            <a:pPr marL="400685" marR="1022985">
              <a:lnSpc>
                <a:spcPct val="114599"/>
              </a:lnSpc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Cloud</a:t>
            </a:r>
            <a:r>
              <a:rPr sz="1800" spc="-13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storage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Automated</a:t>
            </a:r>
            <a:r>
              <a:rPr sz="18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notifications</a:t>
            </a:r>
            <a:endParaRPr sz="1800">
              <a:latin typeface="Lucida Sans Unicode"/>
              <a:cs typeface="Lucida Sans Unicode"/>
            </a:endParaRPr>
          </a:p>
          <a:p>
            <a:pPr marL="40068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Scheduled</a:t>
            </a:r>
            <a:r>
              <a:rPr sz="1800" spc="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background</a:t>
            </a:r>
            <a:r>
              <a:rPr sz="1800" spc="2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processes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423382" y="8865354"/>
            <a:ext cx="76200" cy="704850"/>
            <a:chOff x="1423382" y="8865354"/>
            <a:chExt cx="76200" cy="704850"/>
          </a:xfrm>
        </p:grpSpPr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3382" y="8865354"/>
              <a:ext cx="76200" cy="7619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3382" y="9179679"/>
              <a:ext cx="76200" cy="7619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3382" y="9494004"/>
              <a:ext cx="76200" cy="76199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239232" y="8384024"/>
            <a:ext cx="2783205" cy="128270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800" spc="-105" dirty="0">
                <a:solidFill>
                  <a:srgbClr val="377272"/>
                </a:solidFill>
                <a:latin typeface="Arial Black"/>
                <a:cs typeface="Arial Black"/>
              </a:rPr>
              <a:t>Why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70" dirty="0">
                <a:solidFill>
                  <a:srgbClr val="377272"/>
                </a:solidFill>
                <a:latin typeface="Arial Black"/>
                <a:cs typeface="Arial Black"/>
              </a:rPr>
              <a:t>it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50" dirty="0">
                <a:solidFill>
                  <a:srgbClr val="377272"/>
                </a:solidFill>
                <a:latin typeface="Arial Black"/>
                <a:cs typeface="Arial Black"/>
              </a:rPr>
              <a:t>is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Arial Black"/>
                <a:cs typeface="Arial Black"/>
              </a:rPr>
              <a:t>suitable:</a:t>
            </a:r>
            <a:endParaRPr sz="1800">
              <a:latin typeface="Arial Black"/>
              <a:cs typeface="Arial Black"/>
            </a:endParaRPr>
          </a:p>
          <a:p>
            <a:pPr marL="400685" marR="5080">
              <a:lnSpc>
                <a:spcPct val="114599"/>
              </a:lnSpc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Low</a:t>
            </a:r>
            <a:r>
              <a:rPr sz="18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operational</a:t>
            </a:r>
            <a:r>
              <a:rPr sz="18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cost </a:t>
            </a:r>
            <a:r>
              <a:rPr sz="18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High</a:t>
            </a:r>
            <a:r>
              <a:rPr sz="18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scalability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Reliable</a:t>
            </a:r>
            <a:r>
              <a:rPr sz="18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performance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130446" y="7608054"/>
            <a:ext cx="5598795" cy="704850"/>
            <a:chOff x="7130446" y="7608054"/>
            <a:chExt cx="5598795" cy="704850"/>
          </a:xfrm>
        </p:grpSpPr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30446" y="7608054"/>
              <a:ext cx="76200" cy="7619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30446" y="7922379"/>
              <a:ext cx="76200" cy="7619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30446" y="8236704"/>
              <a:ext cx="76200" cy="7619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53004" y="7608054"/>
              <a:ext cx="76200" cy="7619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53004" y="7922379"/>
              <a:ext cx="76200" cy="7619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53004" y="8236704"/>
              <a:ext cx="76200" cy="76199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7334887" y="7441050"/>
            <a:ext cx="4178300" cy="9683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Stores</a:t>
            </a:r>
            <a:r>
              <a:rPr sz="18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user</a:t>
            </a:r>
            <a:r>
              <a:rPr sz="18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progress</a:t>
            </a:r>
            <a:r>
              <a:rPr sz="18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securely</a:t>
            </a:r>
            <a:endParaRPr sz="1800">
              <a:latin typeface="Lucida Sans Unicode"/>
              <a:cs typeface="Lucida Sans Unicode"/>
            </a:endParaRPr>
          </a:p>
          <a:p>
            <a:pPr marL="12700" marR="5080">
              <a:lnSpc>
                <a:spcPct val="114599"/>
              </a:lnSpc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Runs</a:t>
            </a:r>
            <a:r>
              <a:rPr sz="18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habit</a:t>
            </a:r>
            <a:r>
              <a:rPr sz="18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analysis</a:t>
            </a:r>
            <a:r>
              <a:rPr sz="18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in</a:t>
            </a:r>
            <a:r>
              <a:rPr sz="18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the</a:t>
            </a:r>
            <a:r>
              <a:rPr sz="18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background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Sends</a:t>
            </a:r>
            <a:r>
              <a:rPr sz="1800" spc="-6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smart</a:t>
            </a:r>
            <a:r>
              <a:rPr sz="18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reminders</a:t>
            </a:r>
            <a:r>
              <a:rPr sz="18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automatically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2468855" y="6852404"/>
            <a:ext cx="2545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solidFill>
                  <a:srgbClr val="377272"/>
                </a:solidFill>
                <a:latin typeface="Arial Black"/>
                <a:cs typeface="Arial Black"/>
              </a:rPr>
              <a:t>Supports</a:t>
            </a:r>
            <a:r>
              <a:rPr sz="1800" spc="-12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25" dirty="0">
                <a:solidFill>
                  <a:srgbClr val="377272"/>
                </a:solidFill>
                <a:latin typeface="Arial Black"/>
                <a:cs typeface="Arial Black"/>
              </a:rPr>
              <a:t>features</a:t>
            </a:r>
            <a:r>
              <a:rPr sz="1800" spc="-114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00" dirty="0">
                <a:solidFill>
                  <a:srgbClr val="377272"/>
                </a:solidFill>
                <a:latin typeface="Arial Black"/>
                <a:cs typeface="Arial Black"/>
              </a:rPr>
              <a:t>like: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2857445" y="7441050"/>
            <a:ext cx="2021839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Real‑time</a:t>
            </a:r>
            <a:r>
              <a:rPr sz="18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updates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Smart</a:t>
            </a:r>
            <a:r>
              <a:rPr sz="1800" spc="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nudges </a:t>
            </a:r>
            <a:r>
              <a:rPr sz="1800" dirty="0">
                <a:solidFill>
                  <a:srgbClr val="377272"/>
                </a:solidFill>
                <a:latin typeface="Lucida Sans Unicode"/>
                <a:cs typeface="Lucida Sans Unicode"/>
              </a:rPr>
              <a:t>System</a:t>
            </a:r>
            <a:r>
              <a:rPr sz="1800" spc="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scalability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504787" y="6091662"/>
            <a:ext cx="4885055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i="1" dirty="0">
                <a:solidFill>
                  <a:srgbClr val="046A7D"/>
                </a:solidFill>
                <a:latin typeface="Arial"/>
                <a:cs typeface="Arial"/>
              </a:rPr>
              <a:t>Cloud</a:t>
            </a:r>
            <a:r>
              <a:rPr sz="3000" b="1" i="1" spc="-70" dirty="0">
                <a:solidFill>
                  <a:srgbClr val="046A7D"/>
                </a:solidFill>
                <a:latin typeface="Arial"/>
                <a:cs typeface="Arial"/>
              </a:rPr>
              <a:t> </a:t>
            </a:r>
            <a:r>
              <a:rPr sz="3000" b="1" i="1" spc="-180" dirty="0">
                <a:solidFill>
                  <a:srgbClr val="046A7D"/>
                </a:solidFill>
                <a:latin typeface="Arial"/>
                <a:cs typeface="Arial"/>
              </a:rPr>
              <a:t>&amp;</a:t>
            </a:r>
            <a:r>
              <a:rPr sz="3000" b="1" i="1" spc="-70" dirty="0">
                <a:solidFill>
                  <a:srgbClr val="046A7D"/>
                </a:solidFill>
                <a:latin typeface="Arial"/>
                <a:cs typeface="Arial"/>
              </a:rPr>
              <a:t> </a:t>
            </a:r>
            <a:r>
              <a:rPr sz="3000" b="1" i="1" spc="85" dirty="0">
                <a:solidFill>
                  <a:srgbClr val="046A7D"/>
                </a:solidFill>
                <a:latin typeface="Arial"/>
                <a:cs typeface="Arial"/>
              </a:rPr>
              <a:t>Automation</a:t>
            </a:r>
            <a:r>
              <a:rPr sz="3000" b="1" i="1" spc="-70" dirty="0">
                <a:solidFill>
                  <a:srgbClr val="046A7D"/>
                </a:solidFill>
                <a:latin typeface="Arial"/>
                <a:cs typeface="Arial"/>
              </a:rPr>
              <a:t> </a:t>
            </a:r>
            <a:r>
              <a:rPr sz="3000" b="1" i="1" spc="-10" dirty="0">
                <a:solidFill>
                  <a:srgbClr val="046A7D"/>
                </a:solidFill>
                <a:latin typeface="Arial"/>
                <a:cs typeface="Arial"/>
              </a:rPr>
              <a:t>Tools</a:t>
            </a:r>
            <a:endParaRPr sz="3000">
              <a:latin typeface="Arial"/>
              <a:cs typeface="Arial"/>
            </a:endParaRPr>
          </a:p>
          <a:p>
            <a:pPr marL="454025">
              <a:lnSpc>
                <a:spcPct val="100000"/>
              </a:lnSpc>
              <a:spcBef>
                <a:spcPts val="2390"/>
              </a:spcBef>
            </a:pPr>
            <a:r>
              <a:rPr sz="1800" spc="-160" dirty="0">
                <a:solidFill>
                  <a:srgbClr val="377272"/>
                </a:solidFill>
                <a:latin typeface="Arial Black"/>
                <a:cs typeface="Arial Black"/>
              </a:rPr>
              <a:t>How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70" dirty="0">
                <a:solidFill>
                  <a:srgbClr val="377272"/>
                </a:solidFill>
                <a:latin typeface="Arial Black"/>
                <a:cs typeface="Arial Black"/>
              </a:rPr>
              <a:t>it</a:t>
            </a:r>
            <a:r>
              <a:rPr sz="18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377272"/>
                </a:solidFill>
                <a:latin typeface="Arial Black"/>
                <a:cs typeface="Arial Black"/>
              </a:rPr>
              <a:t>works: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7923" y="1975499"/>
            <a:ext cx="17868900" cy="8093075"/>
            <a:chOff x="197923" y="1975499"/>
            <a:chExt cx="17868900" cy="8093075"/>
          </a:xfrm>
        </p:grpSpPr>
        <p:sp>
          <p:nvSpPr>
            <p:cNvPr id="3" name="object 3"/>
            <p:cNvSpPr/>
            <p:nvPr/>
          </p:nvSpPr>
          <p:spPr>
            <a:xfrm>
              <a:off x="216973" y="1994555"/>
              <a:ext cx="17831435" cy="8054975"/>
            </a:xfrm>
            <a:custGeom>
              <a:avLst/>
              <a:gdLst/>
              <a:ahLst/>
              <a:cxnLst/>
              <a:rect l="l" t="t" r="r" b="b"/>
              <a:pathLst>
                <a:path w="17831435" h="8054975">
                  <a:moveTo>
                    <a:pt x="17545660" y="8054796"/>
                  </a:moveTo>
                  <a:lnTo>
                    <a:pt x="285749" y="8054796"/>
                  </a:lnTo>
                  <a:lnTo>
                    <a:pt x="239399" y="8051056"/>
                  </a:lnTo>
                  <a:lnTo>
                    <a:pt x="195430" y="8040229"/>
                  </a:lnTo>
                  <a:lnTo>
                    <a:pt x="154431" y="8022901"/>
                  </a:lnTo>
                  <a:lnTo>
                    <a:pt x="116989" y="7999663"/>
                  </a:lnTo>
                  <a:lnTo>
                    <a:pt x="83694" y="7971102"/>
                  </a:lnTo>
                  <a:lnTo>
                    <a:pt x="55133" y="7937807"/>
                  </a:lnTo>
                  <a:lnTo>
                    <a:pt x="31894" y="7900365"/>
                  </a:lnTo>
                  <a:lnTo>
                    <a:pt x="14567" y="7859365"/>
                  </a:lnTo>
                  <a:lnTo>
                    <a:pt x="3739" y="7815397"/>
                  </a:lnTo>
                  <a:lnTo>
                    <a:pt x="0" y="7769046"/>
                  </a:lnTo>
                  <a:lnTo>
                    <a:pt x="0" y="285749"/>
                  </a:lnTo>
                  <a:lnTo>
                    <a:pt x="3739" y="239399"/>
                  </a:lnTo>
                  <a:lnTo>
                    <a:pt x="14567" y="195430"/>
                  </a:lnTo>
                  <a:lnTo>
                    <a:pt x="31894" y="154431"/>
                  </a:lnTo>
                  <a:lnTo>
                    <a:pt x="55133" y="116989"/>
                  </a:lnTo>
                  <a:lnTo>
                    <a:pt x="83694" y="83694"/>
                  </a:lnTo>
                  <a:lnTo>
                    <a:pt x="116989" y="55133"/>
                  </a:lnTo>
                  <a:lnTo>
                    <a:pt x="154431" y="31894"/>
                  </a:lnTo>
                  <a:lnTo>
                    <a:pt x="195430" y="14567"/>
                  </a:lnTo>
                  <a:lnTo>
                    <a:pt x="239399" y="3739"/>
                  </a:lnTo>
                  <a:lnTo>
                    <a:pt x="285749" y="0"/>
                  </a:lnTo>
                  <a:lnTo>
                    <a:pt x="17545660" y="0"/>
                  </a:lnTo>
                  <a:lnTo>
                    <a:pt x="17592010" y="3739"/>
                  </a:lnTo>
                  <a:lnTo>
                    <a:pt x="17635979" y="14567"/>
                  </a:lnTo>
                  <a:lnTo>
                    <a:pt x="17676978" y="31894"/>
                  </a:lnTo>
                  <a:lnTo>
                    <a:pt x="17714420" y="55133"/>
                  </a:lnTo>
                  <a:lnTo>
                    <a:pt x="17747716" y="83694"/>
                  </a:lnTo>
                  <a:lnTo>
                    <a:pt x="17776277" y="116989"/>
                  </a:lnTo>
                  <a:lnTo>
                    <a:pt x="17799515" y="154431"/>
                  </a:lnTo>
                  <a:lnTo>
                    <a:pt x="17816842" y="195430"/>
                  </a:lnTo>
                  <a:lnTo>
                    <a:pt x="17827670" y="239399"/>
                  </a:lnTo>
                  <a:lnTo>
                    <a:pt x="17831410" y="285749"/>
                  </a:lnTo>
                  <a:lnTo>
                    <a:pt x="17831410" y="7769046"/>
                  </a:lnTo>
                  <a:lnTo>
                    <a:pt x="17827670" y="7815397"/>
                  </a:lnTo>
                  <a:lnTo>
                    <a:pt x="17816842" y="7859365"/>
                  </a:lnTo>
                  <a:lnTo>
                    <a:pt x="17799515" y="7900365"/>
                  </a:lnTo>
                  <a:lnTo>
                    <a:pt x="17776277" y="7937807"/>
                  </a:lnTo>
                  <a:lnTo>
                    <a:pt x="17747716" y="7971102"/>
                  </a:lnTo>
                  <a:lnTo>
                    <a:pt x="17714420" y="7999663"/>
                  </a:lnTo>
                  <a:lnTo>
                    <a:pt x="17676978" y="8022901"/>
                  </a:lnTo>
                  <a:lnTo>
                    <a:pt x="17635979" y="8040229"/>
                  </a:lnTo>
                  <a:lnTo>
                    <a:pt x="17592010" y="8051056"/>
                  </a:lnTo>
                  <a:lnTo>
                    <a:pt x="17545660" y="8054796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6973" y="1994549"/>
              <a:ext cx="17830800" cy="8054975"/>
            </a:xfrm>
            <a:custGeom>
              <a:avLst/>
              <a:gdLst/>
              <a:ahLst/>
              <a:cxnLst/>
              <a:rect l="l" t="t" r="r" b="b"/>
              <a:pathLst>
                <a:path w="17830800" h="8054975">
                  <a:moveTo>
                    <a:pt x="17830723" y="7776623"/>
                  </a:moveTo>
                  <a:lnTo>
                    <a:pt x="17827681" y="7815357"/>
                  </a:lnTo>
                  <a:lnTo>
                    <a:pt x="17816854" y="7859343"/>
                  </a:lnTo>
                  <a:lnTo>
                    <a:pt x="17799522" y="7900359"/>
                  </a:lnTo>
                  <a:lnTo>
                    <a:pt x="17776275" y="7937814"/>
                  </a:lnTo>
                  <a:lnTo>
                    <a:pt x="17747701" y="7971120"/>
                  </a:lnTo>
                  <a:lnTo>
                    <a:pt x="17714390" y="7999687"/>
                  </a:lnTo>
                  <a:lnTo>
                    <a:pt x="17676931" y="8022927"/>
                  </a:lnTo>
                  <a:lnTo>
                    <a:pt x="17635915" y="8040250"/>
                  </a:lnTo>
                  <a:lnTo>
                    <a:pt x="17591931" y="8051068"/>
                  </a:lnTo>
                  <a:lnTo>
                    <a:pt x="17545575" y="8054802"/>
                  </a:lnTo>
                  <a:lnTo>
                    <a:pt x="285810" y="8054807"/>
                  </a:lnTo>
                  <a:lnTo>
                    <a:pt x="239446" y="8051073"/>
                  </a:lnTo>
                  <a:lnTo>
                    <a:pt x="195462" y="8040248"/>
                  </a:lnTo>
                  <a:lnTo>
                    <a:pt x="154448" y="8022918"/>
                  </a:lnTo>
                  <a:lnTo>
                    <a:pt x="116994" y="7999672"/>
                  </a:lnTo>
                  <a:lnTo>
                    <a:pt x="83688" y="7971101"/>
                  </a:lnTo>
                  <a:lnTo>
                    <a:pt x="55120" y="7937792"/>
                  </a:lnTo>
                  <a:lnTo>
                    <a:pt x="31880" y="7900336"/>
                  </a:lnTo>
                  <a:lnTo>
                    <a:pt x="14555" y="7859322"/>
                  </a:lnTo>
                  <a:lnTo>
                    <a:pt x="3734" y="7815339"/>
                  </a:lnTo>
                  <a:lnTo>
                    <a:pt x="0" y="7768983"/>
                  </a:lnTo>
                  <a:lnTo>
                    <a:pt x="0" y="285747"/>
                  </a:lnTo>
                  <a:lnTo>
                    <a:pt x="3744" y="239387"/>
                  </a:lnTo>
                  <a:lnTo>
                    <a:pt x="14578" y="195409"/>
                  </a:lnTo>
                  <a:lnTo>
                    <a:pt x="31914" y="154404"/>
                  </a:lnTo>
                  <a:lnTo>
                    <a:pt x="55162" y="116960"/>
                  </a:lnTo>
                  <a:lnTo>
                    <a:pt x="83734" y="83665"/>
                  </a:lnTo>
                  <a:lnTo>
                    <a:pt x="117039" y="55107"/>
                  </a:lnTo>
                  <a:lnTo>
                    <a:pt x="154489" y="31875"/>
                  </a:lnTo>
                  <a:lnTo>
                    <a:pt x="195494" y="14557"/>
                  </a:lnTo>
                  <a:lnTo>
                    <a:pt x="239466" y="3739"/>
                  </a:lnTo>
                  <a:lnTo>
                    <a:pt x="285816" y="0"/>
                  </a:lnTo>
                  <a:lnTo>
                    <a:pt x="17545575" y="5"/>
                  </a:lnTo>
                  <a:lnTo>
                    <a:pt x="17591930" y="3725"/>
                  </a:lnTo>
                  <a:lnTo>
                    <a:pt x="17635906" y="14542"/>
                  </a:lnTo>
                  <a:lnTo>
                    <a:pt x="17676916" y="31861"/>
                  </a:lnTo>
                  <a:lnTo>
                    <a:pt x="17714370" y="55095"/>
                  </a:lnTo>
                  <a:lnTo>
                    <a:pt x="17747679" y="83656"/>
                  </a:lnTo>
                  <a:lnTo>
                    <a:pt x="17776252" y="116955"/>
                  </a:lnTo>
                  <a:lnTo>
                    <a:pt x="17799501" y="154404"/>
                  </a:lnTo>
                  <a:lnTo>
                    <a:pt x="17816837" y="195414"/>
                  </a:lnTo>
                  <a:lnTo>
                    <a:pt x="17827669" y="239396"/>
                  </a:lnTo>
                  <a:lnTo>
                    <a:pt x="17830712" y="27818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29558" y="5738447"/>
          <a:ext cx="16308069" cy="553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37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9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9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9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02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3085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925"/>
                        </a:spcBef>
                        <a:tabLst>
                          <a:tab pos="2317750" algn="l"/>
                        </a:tabLst>
                      </a:pPr>
                      <a:r>
                        <a:rPr sz="2000" spc="-25" dirty="0">
                          <a:latin typeface="Arial Black"/>
                          <a:cs typeface="Arial Black"/>
                        </a:rPr>
                        <a:t>01</a:t>
                      </a:r>
                      <a:r>
                        <a:rPr sz="2000" dirty="0">
                          <a:latin typeface="Arial Black"/>
                          <a:cs typeface="Arial Black"/>
                        </a:rPr>
                        <a:t>	</a:t>
                      </a:r>
                      <a:r>
                        <a:rPr sz="2000" spc="-25" dirty="0">
                          <a:latin typeface="Arial Black"/>
                          <a:cs typeface="Arial Black"/>
                        </a:rPr>
                        <a:t>02</a:t>
                      </a:r>
                      <a:endParaRPr sz="2000">
                        <a:latin typeface="Arial Black"/>
                        <a:cs typeface="Arial Black"/>
                      </a:endParaRPr>
                    </a:p>
                  </a:txBody>
                  <a:tcPr marL="0" marR="0" marT="117475" marB="0">
                    <a:solidFill>
                      <a:srgbClr val="979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2000" spc="-25" dirty="0">
                          <a:latin typeface="Arial Black"/>
                          <a:cs typeface="Arial Black"/>
                        </a:rPr>
                        <a:t>03</a:t>
                      </a:r>
                      <a:endParaRPr sz="2000">
                        <a:latin typeface="Arial Black"/>
                        <a:cs typeface="Arial Black"/>
                      </a:endParaRPr>
                    </a:p>
                  </a:txBody>
                  <a:tcPr marL="0" marR="0" marT="117475" marB="0">
                    <a:solidFill>
                      <a:srgbClr val="89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2000" spc="-25" dirty="0">
                          <a:latin typeface="Arial Black"/>
                          <a:cs typeface="Arial Black"/>
                        </a:rPr>
                        <a:t>04</a:t>
                      </a:r>
                      <a:endParaRPr sz="2000">
                        <a:latin typeface="Arial Black"/>
                        <a:cs typeface="Arial Black"/>
                      </a:endParaRPr>
                    </a:p>
                  </a:txBody>
                  <a:tcPr marL="0" marR="0" marT="117475" marB="0">
                    <a:solidFill>
                      <a:srgbClr val="ACE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2000" spc="-25" dirty="0">
                          <a:latin typeface="Arial Black"/>
                          <a:cs typeface="Arial Black"/>
                        </a:rPr>
                        <a:t>05</a:t>
                      </a:r>
                      <a:endParaRPr sz="2000">
                        <a:latin typeface="Arial Black"/>
                        <a:cs typeface="Arial Black"/>
                      </a:endParaRPr>
                    </a:p>
                  </a:txBody>
                  <a:tcPr marL="0" marR="0" marT="117475" marB="0">
                    <a:solidFill>
                      <a:srgbClr val="E7E2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2000" spc="-25" dirty="0">
                          <a:latin typeface="Arial Black"/>
                          <a:cs typeface="Arial Black"/>
                        </a:rPr>
                        <a:t>06</a:t>
                      </a:r>
                      <a:endParaRPr sz="2000">
                        <a:latin typeface="Arial Black"/>
                        <a:cs typeface="Arial Black"/>
                      </a:endParaRPr>
                    </a:p>
                  </a:txBody>
                  <a:tcPr marL="0" marR="0" marT="117475" marB="0">
                    <a:solidFill>
                      <a:srgbClr val="FFD30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2000" spc="-25" dirty="0">
                          <a:latin typeface="Arial Black"/>
                          <a:cs typeface="Arial Black"/>
                        </a:rPr>
                        <a:t>07</a:t>
                      </a:r>
                      <a:endParaRPr sz="2000">
                        <a:latin typeface="Arial Black"/>
                        <a:cs typeface="Arial Black"/>
                      </a:endParaRPr>
                    </a:p>
                  </a:txBody>
                  <a:tcPr marL="0" marR="0" marT="117475" marB="0">
                    <a:solidFill>
                      <a:srgbClr val="FFA6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1571751" y="2418083"/>
            <a:ext cx="15964535" cy="7193915"/>
            <a:chOff x="1571751" y="2418083"/>
            <a:chExt cx="15964535" cy="7193915"/>
          </a:xfrm>
        </p:grpSpPr>
        <p:sp>
          <p:nvSpPr>
            <p:cNvPr id="7" name="object 7"/>
            <p:cNvSpPr/>
            <p:nvPr/>
          </p:nvSpPr>
          <p:spPr>
            <a:xfrm>
              <a:off x="3548157" y="2561239"/>
              <a:ext cx="0" cy="3177540"/>
            </a:xfrm>
            <a:custGeom>
              <a:avLst/>
              <a:gdLst/>
              <a:ahLst/>
              <a:cxnLst/>
              <a:rect l="l" t="t" r="r" b="b"/>
              <a:pathLst>
                <a:path h="3177540">
                  <a:moveTo>
                    <a:pt x="0" y="3177149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CDD5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91007" y="2437414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299" y="0"/>
                  </a:moveTo>
                  <a:lnTo>
                    <a:pt x="114299" y="114299"/>
                  </a:lnTo>
                  <a:lnTo>
                    <a:pt x="0" y="114299"/>
                  </a:lnTo>
                  <a:lnTo>
                    <a:pt x="0" y="0"/>
                  </a:lnTo>
                  <a:lnTo>
                    <a:pt x="114299" y="0"/>
                  </a:lnTo>
                  <a:close/>
                </a:path>
              </a:pathLst>
            </a:custGeom>
            <a:solidFill>
              <a:srgbClr val="CDD5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91007" y="2437414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299"/>
                  </a:lnTo>
                  <a:lnTo>
                    <a:pt x="114299" y="114299"/>
                  </a:lnTo>
                  <a:lnTo>
                    <a:pt x="114299" y="0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DD5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66469" y="2561284"/>
              <a:ext cx="18415" cy="3177540"/>
            </a:xfrm>
            <a:custGeom>
              <a:avLst/>
              <a:gdLst/>
              <a:ahLst/>
              <a:cxnLst/>
              <a:rect l="l" t="t" r="r" b="b"/>
              <a:pathLst>
                <a:path w="18415" h="3177540">
                  <a:moveTo>
                    <a:pt x="0" y="3177151"/>
                  </a:moveTo>
                  <a:lnTo>
                    <a:pt x="18230" y="0"/>
                  </a:lnTo>
                </a:path>
              </a:pathLst>
            </a:custGeom>
            <a:ln w="38099">
              <a:solidFill>
                <a:srgbClr val="89E2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08555" y="2418083"/>
              <a:ext cx="153053" cy="15305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847808" y="6291898"/>
              <a:ext cx="18415" cy="3176905"/>
            </a:xfrm>
            <a:custGeom>
              <a:avLst/>
              <a:gdLst/>
              <a:ahLst/>
              <a:cxnLst/>
              <a:rect l="l" t="t" r="r" b="b"/>
              <a:pathLst>
                <a:path w="18414" h="3176904">
                  <a:moveTo>
                    <a:pt x="0" y="0"/>
                  </a:moveTo>
                  <a:lnTo>
                    <a:pt x="18230" y="3176861"/>
                  </a:lnTo>
                </a:path>
              </a:pathLst>
            </a:custGeom>
            <a:ln w="38099">
              <a:solidFill>
                <a:srgbClr val="979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89894" y="9458906"/>
              <a:ext cx="153053" cy="1530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485122" y="6291898"/>
              <a:ext cx="18415" cy="3176905"/>
            </a:xfrm>
            <a:custGeom>
              <a:avLst/>
              <a:gdLst/>
              <a:ahLst/>
              <a:cxnLst/>
              <a:rect l="l" t="t" r="r" b="b"/>
              <a:pathLst>
                <a:path w="18415" h="3176904">
                  <a:moveTo>
                    <a:pt x="0" y="0"/>
                  </a:moveTo>
                  <a:lnTo>
                    <a:pt x="18230" y="3176861"/>
                  </a:lnTo>
                </a:path>
              </a:pathLst>
            </a:custGeom>
            <a:ln w="38099">
              <a:solidFill>
                <a:srgbClr val="ACE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27208" y="9458906"/>
              <a:ext cx="153053" cy="15305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803782" y="2561284"/>
              <a:ext cx="18415" cy="3177540"/>
            </a:xfrm>
            <a:custGeom>
              <a:avLst/>
              <a:gdLst/>
              <a:ahLst/>
              <a:cxnLst/>
              <a:rect l="l" t="t" r="r" b="b"/>
              <a:pathLst>
                <a:path w="18415" h="3177540">
                  <a:moveTo>
                    <a:pt x="0" y="3177151"/>
                  </a:moveTo>
                  <a:lnTo>
                    <a:pt x="18230" y="0"/>
                  </a:lnTo>
                </a:path>
              </a:pathLst>
            </a:custGeom>
            <a:ln w="38099">
              <a:solidFill>
                <a:srgbClr val="E7E2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45868" y="2418083"/>
              <a:ext cx="153053" cy="15305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5122437" y="6291898"/>
              <a:ext cx="18415" cy="3176905"/>
            </a:xfrm>
            <a:custGeom>
              <a:avLst/>
              <a:gdLst/>
              <a:ahLst/>
              <a:cxnLst/>
              <a:rect l="l" t="t" r="r" b="b"/>
              <a:pathLst>
                <a:path w="18415" h="3176904">
                  <a:moveTo>
                    <a:pt x="0" y="0"/>
                  </a:moveTo>
                  <a:lnTo>
                    <a:pt x="18230" y="3176861"/>
                  </a:lnTo>
                </a:path>
              </a:pathLst>
            </a:custGeom>
            <a:ln w="38099">
              <a:solidFill>
                <a:srgbClr val="FFD3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064523" y="9458906"/>
              <a:ext cx="153053" cy="15305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441097" y="2561284"/>
              <a:ext cx="18415" cy="3177540"/>
            </a:xfrm>
            <a:custGeom>
              <a:avLst/>
              <a:gdLst/>
              <a:ahLst/>
              <a:cxnLst/>
              <a:rect l="l" t="t" r="r" b="b"/>
              <a:pathLst>
                <a:path w="18415" h="3177540">
                  <a:moveTo>
                    <a:pt x="0" y="3177151"/>
                  </a:moveTo>
                  <a:lnTo>
                    <a:pt x="18230" y="0"/>
                  </a:lnTo>
                </a:path>
              </a:pathLst>
            </a:custGeom>
            <a:ln w="38099">
              <a:solidFill>
                <a:srgbClr val="FFA6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383183" y="2418083"/>
              <a:ext cx="153053" cy="15305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5703477" y="7225713"/>
              <a:ext cx="1503045" cy="1503045"/>
            </a:xfrm>
            <a:custGeom>
              <a:avLst/>
              <a:gdLst/>
              <a:ahLst/>
              <a:cxnLst/>
              <a:rect l="l" t="t" r="r" b="b"/>
              <a:pathLst>
                <a:path w="1503044" h="1503045">
                  <a:moveTo>
                    <a:pt x="751284" y="1502569"/>
                  </a:moveTo>
                  <a:lnTo>
                    <a:pt x="703772" y="1501091"/>
                  </a:lnTo>
                  <a:lnTo>
                    <a:pt x="657045" y="1496715"/>
                  </a:lnTo>
                  <a:lnTo>
                    <a:pt x="611191" y="1489531"/>
                  </a:lnTo>
                  <a:lnTo>
                    <a:pt x="566298" y="1479624"/>
                  </a:lnTo>
                  <a:lnTo>
                    <a:pt x="522455" y="1467084"/>
                  </a:lnTo>
                  <a:lnTo>
                    <a:pt x="479749" y="1451999"/>
                  </a:lnTo>
                  <a:lnTo>
                    <a:pt x="438269" y="1434456"/>
                  </a:lnTo>
                  <a:lnTo>
                    <a:pt x="398102" y="1414544"/>
                  </a:lnTo>
                  <a:lnTo>
                    <a:pt x="359336" y="1392351"/>
                  </a:lnTo>
                  <a:lnTo>
                    <a:pt x="322059" y="1367964"/>
                  </a:lnTo>
                  <a:lnTo>
                    <a:pt x="286360" y="1341472"/>
                  </a:lnTo>
                  <a:lnTo>
                    <a:pt x="252326" y="1312962"/>
                  </a:lnTo>
                  <a:lnTo>
                    <a:pt x="220046" y="1282523"/>
                  </a:lnTo>
                  <a:lnTo>
                    <a:pt x="189607" y="1250243"/>
                  </a:lnTo>
                  <a:lnTo>
                    <a:pt x="161097" y="1216209"/>
                  </a:lnTo>
                  <a:lnTo>
                    <a:pt x="134605" y="1180510"/>
                  </a:lnTo>
                  <a:lnTo>
                    <a:pt x="110218" y="1143233"/>
                  </a:lnTo>
                  <a:lnTo>
                    <a:pt x="88024" y="1104467"/>
                  </a:lnTo>
                  <a:lnTo>
                    <a:pt x="68112" y="1064300"/>
                  </a:lnTo>
                  <a:lnTo>
                    <a:pt x="50570" y="1022820"/>
                  </a:lnTo>
                  <a:lnTo>
                    <a:pt x="35484" y="980114"/>
                  </a:lnTo>
                  <a:lnTo>
                    <a:pt x="22944" y="936271"/>
                  </a:lnTo>
                  <a:lnTo>
                    <a:pt x="13038" y="891378"/>
                  </a:lnTo>
                  <a:lnTo>
                    <a:pt x="5853" y="845524"/>
                  </a:lnTo>
                  <a:lnTo>
                    <a:pt x="1478" y="798797"/>
                  </a:lnTo>
                  <a:lnTo>
                    <a:pt x="0" y="751285"/>
                  </a:lnTo>
                  <a:lnTo>
                    <a:pt x="1478" y="703772"/>
                  </a:lnTo>
                  <a:lnTo>
                    <a:pt x="5853" y="657045"/>
                  </a:lnTo>
                  <a:lnTo>
                    <a:pt x="13038" y="611191"/>
                  </a:lnTo>
                  <a:lnTo>
                    <a:pt x="22944" y="566299"/>
                  </a:lnTo>
                  <a:lnTo>
                    <a:pt x="35484" y="522455"/>
                  </a:lnTo>
                  <a:lnTo>
                    <a:pt x="50570" y="479750"/>
                  </a:lnTo>
                  <a:lnTo>
                    <a:pt x="68112" y="438269"/>
                  </a:lnTo>
                  <a:lnTo>
                    <a:pt x="88024" y="398102"/>
                  </a:lnTo>
                  <a:lnTo>
                    <a:pt x="110218" y="359336"/>
                  </a:lnTo>
                  <a:lnTo>
                    <a:pt x="134605" y="322059"/>
                  </a:lnTo>
                  <a:lnTo>
                    <a:pt x="161097" y="286360"/>
                  </a:lnTo>
                  <a:lnTo>
                    <a:pt x="189607" y="252326"/>
                  </a:lnTo>
                  <a:lnTo>
                    <a:pt x="220046" y="220046"/>
                  </a:lnTo>
                  <a:lnTo>
                    <a:pt x="252326" y="189607"/>
                  </a:lnTo>
                  <a:lnTo>
                    <a:pt x="286360" y="161097"/>
                  </a:lnTo>
                  <a:lnTo>
                    <a:pt x="322059" y="134605"/>
                  </a:lnTo>
                  <a:lnTo>
                    <a:pt x="359336" y="110218"/>
                  </a:lnTo>
                  <a:lnTo>
                    <a:pt x="398102" y="88024"/>
                  </a:lnTo>
                  <a:lnTo>
                    <a:pt x="438269" y="68112"/>
                  </a:lnTo>
                  <a:lnTo>
                    <a:pt x="479749" y="50570"/>
                  </a:lnTo>
                  <a:lnTo>
                    <a:pt x="522455" y="35484"/>
                  </a:lnTo>
                  <a:lnTo>
                    <a:pt x="566298" y="22944"/>
                  </a:lnTo>
                  <a:lnTo>
                    <a:pt x="611191" y="13038"/>
                  </a:lnTo>
                  <a:lnTo>
                    <a:pt x="657045" y="5853"/>
                  </a:lnTo>
                  <a:lnTo>
                    <a:pt x="703772" y="1478"/>
                  </a:lnTo>
                  <a:lnTo>
                    <a:pt x="751284" y="0"/>
                  </a:lnTo>
                  <a:lnTo>
                    <a:pt x="798796" y="1478"/>
                  </a:lnTo>
                  <a:lnTo>
                    <a:pt x="845524" y="5853"/>
                  </a:lnTo>
                  <a:lnTo>
                    <a:pt x="891378" y="13038"/>
                  </a:lnTo>
                  <a:lnTo>
                    <a:pt x="936270" y="22944"/>
                  </a:lnTo>
                  <a:lnTo>
                    <a:pt x="980113" y="35484"/>
                  </a:lnTo>
                  <a:lnTo>
                    <a:pt x="1022819" y="50570"/>
                  </a:lnTo>
                  <a:lnTo>
                    <a:pt x="1064300" y="68112"/>
                  </a:lnTo>
                  <a:lnTo>
                    <a:pt x="1104467" y="88024"/>
                  </a:lnTo>
                  <a:lnTo>
                    <a:pt x="1143233" y="110218"/>
                  </a:lnTo>
                  <a:lnTo>
                    <a:pt x="1180510" y="134605"/>
                  </a:lnTo>
                  <a:lnTo>
                    <a:pt x="1216209" y="161097"/>
                  </a:lnTo>
                  <a:lnTo>
                    <a:pt x="1250243" y="189607"/>
                  </a:lnTo>
                  <a:lnTo>
                    <a:pt x="1282523" y="220046"/>
                  </a:lnTo>
                  <a:lnTo>
                    <a:pt x="1312962" y="252326"/>
                  </a:lnTo>
                  <a:lnTo>
                    <a:pt x="1341472" y="286360"/>
                  </a:lnTo>
                  <a:lnTo>
                    <a:pt x="1367964" y="322059"/>
                  </a:lnTo>
                  <a:lnTo>
                    <a:pt x="1392351" y="359336"/>
                  </a:lnTo>
                  <a:lnTo>
                    <a:pt x="1414545" y="398102"/>
                  </a:lnTo>
                  <a:lnTo>
                    <a:pt x="1434457" y="438269"/>
                  </a:lnTo>
                  <a:lnTo>
                    <a:pt x="1452000" y="479750"/>
                  </a:lnTo>
                  <a:lnTo>
                    <a:pt x="1467085" y="522455"/>
                  </a:lnTo>
                  <a:lnTo>
                    <a:pt x="1479625" y="566299"/>
                  </a:lnTo>
                  <a:lnTo>
                    <a:pt x="1489531" y="611191"/>
                  </a:lnTo>
                  <a:lnTo>
                    <a:pt x="1496716" y="657045"/>
                  </a:lnTo>
                  <a:lnTo>
                    <a:pt x="1501092" y="703772"/>
                  </a:lnTo>
                  <a:lnTo>
                    <a:pt x="1502570" y="751285"/>
                  </a:lnTo>
                  <a:lnTo>
                    <a:pt x="1501092" y="798797"/>
                  </a:lnTo>
                  <a:lnTo>
                    <a:pt x="1496716" y="845524"/>
                  </a:lnTo>
                  <a:lnTo>
                    <a:pt x="1489531" y="891378"/>
                  </a:lnTo>
                  <a:lnTo>
                    <a:pt x="1479625" y="936271"/>
                  </a:lnTo>
                  <a:lnTo>
                    <a:pt x="1467085" y="980114"/>
                  </a:lnTo>
                  <a:lnTo>
                    <a:pt x="1452000" y="1022820"/>
                  </a:lnTo>
                  <a:lnTo>
                    <a:pt x="1434457" y="1064300"/>
                  </a:lnTo>
                  <a:lnTo>
                    <a:pt x="1414545" y="1104467"/>
                  </a:lnTo>
                  <a:lnTo>
                    <a:pt x="1392351" y="1143233"/>
                  </a:lnTo>
                  <a:lnTo>
                    <a:pt x="1367964" y="1180510"/>
                  </a:lnTo>
                  <a:lnTo>
                    <a:pt x="1341472" y="1216209"/>
                  </a:lnTo>
                  <a:lnTo>
                    <a:pt x="1312962" y="1250243"/>
                  </a:lnTo>
                  <a:lnTo>
                    <a:pt x="1282523" y="1282523"/>
                  </a:lnTo>
                  <a:lnTo>
                    <a:pt x="1250243" y="1312962"/>
                  </a:lnTo>
                  <a:lnTo>
                    <a:pt x="1216209" y="1341472"/>
                  </a:lnTo>
                  <a:lnTo>
                    <a:pt x="1180510" y="1367964"/>
                  </a:lnTo>
                  <a:lnTo>
                    <a:pt x="1143233" y="1392351"/>
                  </a:lnTo>
                  <a:lnTo>
                    <a:pt x="1104467" y="1414544"/>
                  </a:lnTo>
                  <a:lnTo>
                    <a:pt x="1064300" y="1434456"/>
                  </a:lnTo>
                  <a:lnTo>
                    <a:pt x="1022819" y="1451999"/>
                  </a:lnTo>
                  <a:lnTo>
                    <a:pt x="980113" y="1467084"/>
                  </a:lnTo>
                  <a:lnTo>
                    <a:pt x="936270" y="1479624"/>
                  </a:lnTo>
                  <a:lnTo>
                    <a:pt x="891378" y="1489531"/>
                  </a:lnTo>
                  <a:lnTo>
                    <a:pt x="845524" y="1496715"/>
                  </a:lnTo>
                  <a:lnTo>
                    <a:pt x="798796" y="1501091"/>
                  </a:lnTo>
                  <a:lnTo>
                    <a:pt x="751284" y="1502569"/>
                  </a:lnTo>
                  <a:close/>
                </a:path>
              </a:pathLst>
            </a:custGeom>
            <a:solidFill>
              <a:srgbClr val="FFA6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71751" y="6988670"/>
              <a:ext cx="1475740" cy="1475740"/>
            </a:xfrm>
            <a:custGeom>
              <a:avLst/>
              <a:gdLst/>
              <a:ahLst/>
              <a:cxnLst/>
              <a:rect l="l" t="t" r="r" b="b"/>
              <a:pathLst>
                <a:path w="1475739" h="1475740">
                  <a:moveTo>
                    <a:pt x="737866" y="1475733"/>
                  </a:moveTo>
                  <a:lnTo>
                    <a:pt x="689349" y="1474163"/>
                  </a:lnTo>
                  <a:lnTo>
                    <a:pt x="641671" y="1469520"/>
                  </a:lnTo>
                  <a:lnTo>
                    <a:pt x="594928" y="1461900"/>
                  </a:lnTo>
                  <a:lnTo>
                    <a:pt x="549217" y="1451400"/>
                  </a:lnTo>
                  <a:lnTo>
                    <a:pt x="504637" y="1438117"/>
                  </a:lnTo>
                  <a:lnTo>
                    <a:pt x="461283" y="1422150"/>
                  </a:lnTo>
                  <a:lnTo>
                    <a:pt x="419254" y="1403595"/>
                  </a:lnTo>
                  <a:lnTo>
                    <a:pt x="378646" y="1382548"/>
                  </a:lnTo>
                  <a:lnTo>
                    <a:pt x="339557" y="1359108"/>
                  </a:lnTo>
                  <a:lnTo>
                    <a:pt x="302084" y="1333372"/>
                  </a:lnTo>
                  <a:lnTo>
                    <a:pt x="266324" y="1305437"/>
                  </a:lnTo>
                  <a:lnTo>
                    <a:pt x="232375" y="1275400"/>
                  </a:lnTo>
                  <a:lnTo>
                    <a:pt x="200333" y="1243358"/>
                  </a:lnTo>
                  <a:lnTo>
                    <a:pt x="170295" y="1209408"/>
                  </a:lnTo>
                  <a:lnTo>
                    <a:pt x="142360" y="1173648"/>
                  </a:lnTo>
                  <a:lnTo>
                    <a:pt x="116624" y="1136175"/>
                  </a:lnTo>
                  <a:lnTo>
                    <a:pt x="93184" y="1097086"/>
                  </a:lnTo>
                  <a:lnTo>
                    <a:pt x="72138" y="1056478"/>
                  </a:lnTo>
                  <a:lnTo>
                    <a:pt x="53582" y="1014449"/>
                  </a:lnTo>
                  <a:lnTo>
                    <a:pt x="37615" y="971096"/>
                  </a:lnTo>
                  <a:lnTo>
                    <a:pt x="24332" y="926515"/>
                  </a:lnTo>
                  <a:lnTo>
                    <a:pt x="13833" y="880805"/>
                  </a:lnTo>
                  <a:lnTo>
                    <a:pt x="6212" y="834062"/>
                  </a:lnTo>
                  <a:lnTo>
                    <a:pt x="1569" y="786383"/>
                  </a:lnTo>
                  <a:lnTo>
                    <a:pt x="0" y="737866"/>
                  </a:lnTo>
                  <a:lnTo>
                    <a:pt x="1567" y="689349"/>
                  </a:lnTo>
                  <a:lnTo>
                    <a:pt x="6209" y="641671"/>
                  </a:lnTo>
                  <a:lnTo>
                    <a:pt x="13829" y="594928"/>
                  </a:lnTo>
                  <a:lnTo>
                    <a:pt x="24328" y="549217"/>
                  </a:lnTo>
                  <a:lnTo>
                    <a:pt x="37609" y="504637"/>
                  </a:lnTo>
                  <a:lnTo>
                    <a:pt x="53576" y="461283"/>
                  </a:lnTo>
                  <a:lnTo>
                    <a:pt x="72132" y="419254"/>
                  </a:lnTo>
                  <a:lnTo>
                    <a:pt x="93178" y="378646"/>
                  </a:lnTo>
                  <a:lnTo>
                    <a:pt x="116618" y="339557"/>
                  </a:lnTo>
                  <a:lnTo>
                    <a:pt x="142354" y="302084"/>
                  </a:lnTo>
                  <a:lnTo>
                    <a:pt x="170289" y="266324"/>
                  </a:lnTo>
                  <a:lnTo>
                    <a:pt x="200327" y="232375"/>
                  </a:lnTo>
                  <a:lnTo>
                    <a:pt x="232370" y="200333"/>
                  </a:lnTo>
                  <a:lnTo>
                    <a:pt x="266320" y="170295"/>
                  </a:lnTo>
                  <a:lnTo>
                    <a:pt x="302080" y="142360"/>
                  </a:lnTo>
                  <a:lnTo>
                    <a:pt x="339554" y="116624"/>
                  </a:lnTo>
                  <a:lnTo>
                    <a:pt x="378643" y="93184"/>
                  </a:lnTo>
                  <a:lnTo>
                    <a:pt x="419252" y="72138"/>
                  </a:lnTo>
                  <a:lnTo>
                    <a:pt x="461281" y="53582"/>
                  </a:lnTo>
                  <a:lnTo>
                    <a:pt x="504635" y="37615"/>
                  </a:lnTo>
                  <a:lnTo>
                    <a:pt x="549216" y="24332"/>
                  </a:lnTo>
                  <a:lnTo>
                    <a:pt x="594927" y="13833"/>
                  </a:lnTo>
                  <a:lnTo>
                    <a:pt x="641670" y="6212"/>
                  </a:lnTo>
                  <a:lnTo>
                    <a:pt x="689349" y="1569"/>
                  </a:lnTo>
                  <a:lnTo>
                    <a:pt x="737866" y="0"/>
                  </a:lnTo>
                  <a:lnTo>
                    <a:pt x="786383" y="1567"/>
                  </a:lnTo>
                  <a:lnTo>
                    <a:pt x="834062" y="6209"/>
                  </a:lnTo>
                  <a:lnTo>
                    <a:pt x="880805" y="13829"/>
                  </a:lnTo>
                  <a:lnTo>
                    <a:pt x="926515" y="24328"/>
                  </a:lnTo>
                  <a:lnTo>
                    <a:pt x="971096" y="37609"/>
                  </a:lnTo>
                  <a:lnTo>
                    <a:pt x="1014449" y="53576"/>
                  </a:lnTo>
                  <a:lnTo>
                    <a:pt x="1056478" y="72132"/>
                  </a:lnTo>
                  <a:lnTo>
                    <a:pt x="1097086" y="93178"/>
                  </a:lnTo>
                  <a:lnTo>
                    <a:pt x="1136175" y="116618"/>
                  </a:lnTo>
                  <a:lnTo>
                    <a:pt x="1173648" y="142354"/>
                  </a:lnTo>
                  <a:lnTo>
                    <a:pt x="1209408" y="170289"/>
                  </a:lnTo>
                  <a:lnTo>
                    <a:pt x="1243358" y="200327"/>
                  </a:lnTo>
                  <a:lnTo>
                    <a:pt x="1275400" y="232370"/>
                  </a:lnTo>
                  <a:lnTo>
                    <a:pt x="1305437" y="266320"/>
                  </a:lnTo>
                  <a:lnTo>
                    <a:pt x="1333372" y="302080"/>
                  </a:lnTo>
                  <a:lnTo>
                    <a:pt x="1359108" y="339554"/>
                  </a:lnTo>
                  <a:lnTo>
                    <a:pt x="1382548" y="378643"/>
                  </a:lnTo>
                  <a:lnTo>
                    <a:pt x="1403595" y="419252"/>
                  </a:lnTo>
                  <a:lnTo>
                    <a:pt x="1422150" y="461281"/>
                  </a:lnTo>
                  <a:lnTo>
                    <a:pt x="1438117" y="504635"/>
                  </a:lnTo>
                  <a:lnTo>
                    <a:pt x="1451400" y="549216"/>
                  </a:lnTo>
                  <a:lnTo>
                    <a:pt x="1461900" y="594927"/>
                  </a:lnTo>
                  <a:lnTo>
                    <a:pt x="1469520" y="641670"/>
                  </a:lnTo>
                  <a:lnTo>
                    <a:pt x="1474163" y="689349"/>
                  </a:lnTo>
                  <a:lnTo>
                    <a:pt x="1475733" y="737866"/>
                  </a:lnTo>
                  <a:lnTo>
                    <a:pt x="1474163" y="786383"/>
                  </a:lnTo>
                  <a:lnTo>
                    <a:pt x="1469520" y="834062"/>
                  </a:lnTo>
                  <a:lnTo>
                    <a:pt x="1461900" y="880805"/>
                  </a:lnTo>
                  <a:lnTo>
                    <a:pt x="1451400" y="926515"/>
                  </a:lnTo>
                  <a:lnTo>
                    <a:pt x="1438117" y="971096"/>
                  </a:lnTo>
                  <a:lnTo>
                    <a:pt x="1422150" y="1014449"/>
                  </a:lnTo>
                  <a:lnTo>
                    <a:pt x="1403595" y="1056478"/>
                  </a:lnTo>
                  <a:lnTo>
                    <a:pt x="1382548" y="1097086"/>
                  </a:lnTo>
                  <a:lnTo>
                    <a:pt x="1359108" y="1136175"/>
                  </a:lnTo>
                  <a:lnTo>
                    <a:pt x="1333372" y="1173648"/>
                  </a:lnTo>
                  <a:lnTo>
                    <a:pt x="1305437" y="1209408"/>
                  </a:lnTo>
                  <a:lnTo>
                    <a:pt x="1275400" y="1243358"/>
                  </a:lnTo>
                  <a:lnTo>
                    <a:pt x="1243358" y="1275400"/>
                  </a:lnTo>
                  <a:lnTo>
                    <a:pt x="1209408" y="1305437"/>
                  </a:lnTo>
                  <a:lnTo>
                    <a:pt x="1173648" y="1333372"/>
                  </a:lnTo>
                  <a:lnTo>
                    <a:pt x="1136175" y="1359108"/>
                  </a:lnTo>
                  <a:lnTo>
                    <a:pt x="1097086" y="1382548"/>
                  </a:lnTo>
                  <a:lnTo>
                    <a:pt x="1056478" y="1403595"/>
                  </a:lnTo>
                  <a:lnTo>
                    <a:pt x="1014449" y="1422150"/>
                  </a:lnTo>
                  <a:lnTo>
                    <a:pt x="971096" y="1438117"/>
                  </a:lnTo>
                  <a:lnTo>
                    <a:pt x="926515" y="1451400"/>
                  </a:lnTo>
                  <a:lnTo>
                    <a:pt x="880805" y="1461900"/>
                  </a:lnTo>
                  <a:lnTo>
                    <a:pt x="834062" y="1469520"/>
                  </a:lnTo>
                  <a:lnTo>
                    <a:pt x="786383" y="1474163"/>
                  </a:lnTo>
                  <a:lnTo>
                    <a:pt x="737866" y="1475733"/>
                  </a:lnTo>
                  <a:close/>
                </a:path>
              </a:pathLst>
            </a:custGeom>
            <a:solidFill>
              <a:srgbClr val="CDD5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17306" y="7546784"/>
              <a:ext cx="808355" cy="580390"/>
            </a:xfrm>
            <a:custGeom>
              <a:avLst/>
              <a:gdLst/>
              <a:ahLst/>
              <a:cxnLst/>
              <a:rect l="l" t="t" r="r" b="b"/>
              <a:pathLst>
                <a:path w="808355" h="580390">
                  <a:moveTo>
                    <a:pt x="808240" y="413448"/>
                  </a:moveTo>
                  <a:lnTo>
                    <a:pt x="740752" y="352971"/>
                  </a:lnTo>
                  <a:lnTo>
                    <a:pt x="715975" y="224510"/>
                  </a:lnTo>
                  <a:lnTo>
                    <a:pt x="714971" y="96926"/>
                  </a:lnTo>
                  <a:lnTo>
                    <a:pt x="718832" y="39090"/>
                  </a:lnTo>
                  <a:lnTo>
                    <a:pt x="408889" y="1168"/>
                  </a:lnTo>
                  <a:lnTo>
                    <a:pt x="408889" y="0"/>
                  </a:lnTo>
                  <a:lnTo>
                    <a:pt x="404114" y="584"/>
                  </a:lnTo>
                  <a:lnTo>
                    <a:pt x="399351" y="0"/>
                  </a:lnTo>
                  <a:lnTo>
                    <a:pt x="399351" y="1168"/>
                  </a:lnTo>
                  <a:lnTo>
                    <a:pt x="89408" y="39090"/>
                  </a:lnTo>
                  <a:lnTo>
                    <a:pt x="93281" y="96926"/>
                  </a:lnTo>
                  <a:lnTo>
                    <a:pt x="92278" y="224510"/>
                  </a:lnTo>
                  <a:lnTo>
                    <a:pt x="67487" y="352971"/>
                  </a:lnTo>
                  <a:lnTo>
                    <a:pt x="0" y="413448"/>
                  </a:lnTo>
                  <a:lnTo>
                    <a:pt x="22720" y="445135"/>
                  </a:lnTo>
                  <a:lnTo>
                    <a:pt x="94678" y="511822"/>
                  </a:lnTo>
                  <a:lnTo>
                    <a:pt x="221513" y="571030"/>
                  </a:lnTo>
                  <a:lnTo>
                    <a:pt x="399351" y="579780"/>
                  </a:lnTo>
                  <a:lnTo>
                    <a:pt x="399351" y="580237"/>
                  </a:lnTo>
                  <a:lnTo>
                    <a:pt x="404114" y="580009"/>
                  </a:lnTo>
                  <a:lnTo>
                    <a:pt x="408889" y="580237"/>
                  </a:lnTo>
                  <a:lnTo>
                    <a:pt x="408889" y="579780"/>
                  </a:lnTo>
                  <a:lnTo>
                    <a:pt x="586727" y="571030"/>
                  </a:lnTo>
                  <a:lnTo>
                    <a:pt x="713562" y="511822"/>
                  </a:lnTo>
                  <a:lnTo>
                    <a:pt x="785520" y="445135"/>
                  </a:lnTo>
                  <a:lnTo>
                    <a:pt x="808240" y="413448"/>
                  </a:lnTo>
                  <a:close/>
                </a:path>
              </a:pathLst>
            </a:custGeom>
            <a:solidFill>
              <a:srgbClr val="3F2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79160" y="8055276"/>
              <a:ext cx="861060" cy="554355"/>
            </a:xfrm>
            <a:custGeom>
              <a:avLst/>
              <a:gdLst/>
              <a:ahLst/>
              <a:cxnLst/>
              <a:rect l="l" t="t" r="r" b="b"/>
              <a:pathLst>
                <a:path w="861060" h="554354">
                  <a:moveTo>
                    <a:pt x="430457" y="553787"/>
                  </a:moveTo>
                  <a:lnTo>
                    <a:pt x="378463" y="551940"/>
                  </a:lnTo>
                  <a:lnTo>
                    <a:pt x="327477" y="546484"/>
                  </a:lnTo>
                  <a:lnTo>
                    <a:pt x="277622" y="537543"/>
                  </a:lnTo>
                  <a:lnTo>
                    <a:pt x="229019" y="525242"/>
                  </a:lnTo>
                  <a:lnTo>
                    <a:pt x="181791" y="509708"/>
                  </a:lnTo>
                  <a:lnTo>
                    <a:pt x="136062" y="491065"/>
                  </a:lnTo>
                  <a:lnTo>
                    <a:pt x="86412" y="466513"/>
                  </a:lnTo>
                  <a:lnTo>
                    <a:pt x="27846" y="430936"/>
                  </a:lnTo>
                  <a:lnTo>
                    <a:pt x="0" y="411147"/>
                  </a:lnTo>
                  <a:lnTo>
                    <a:pt x="5584" y="358567"/>
                  </a:lnTo>
                  <a:lnTo>
                    <a:pt x="17288" y="308065"/>
                  </a:lnTo>
                  <a:lnTo>
                    <a:pt x="34727" y="260027"/>
                  </a:lnTo>
                  <a:lnTo>
                    <a:pt x="57512" y="214841"/>
                  </a:lnTo>
                  <a:lnTo>
                    <a:pt x="85260" y="172891"/>
                  </a:lnTo>
                  <a:lnTo>
                    <a:pt x="117584" y="134566"/>
                  </a:lnTo>
                  <a:lnTo>
                    <a:pt x="154097" y="100251"/>
                  </a:lnTo>
                  <a:lnTo>
                    <a:pt x="194415" y="70333"/>
                  </a:lnTo>
                  <a:lnTo>
                    <a:pt x="236630" y="45933"/>
                  </a:lnTo>
                  <a:lnTo>
                    <a:pt x="281690" y="26355"/>
                  </a:lnTo>
                  <a:lnTo>
                    <a:pt x="329245" y="11943"/>
                  </a:lnTo>
                  <a:lnTo>
                    <a:pt x="378950" y="3043"/>
                  </a:lnTo>
                  <a:lnTo>
                    <a:pt x="430457" y="0"/>
                  </a:lnTo>
                  <a:lnTo>
                    <a:pt x="440401" y="113"/>
                  </a:lnTo>
                  <a:lnTo>
                    <a:pt x="522943" y="9945"/>
                  </a:lnTo>
                  <a:lnTo>
                    <a:pt x="573696" y="24360"/>
                  </a:lnTo>
                  <a:lnTo>
                    <a:pt x="621683" y="44624"/>
                  </a:lnTo>
                  <a:lnTo>
                    <a:pt x="666499" y="70333"/>
                  </a:lnTo>
                  <a:lnTo>
                    <a:pt x="703757" y="97714"/>
                  </a:lnTo>
                  <a:lnTo>
                    <a:pt x="737807" y="128844"/>
                  </a:lnTo>
                  <a:lnTo>
                    <a:pt x="768352" y="163419"/>
                  </a:lnTo>
                  <a:lnTo>
                    <a:pt x="795091" y="201133"/>
                  </a:lnTo>
                  <a:lnTo>
                    <a:pt x="821220" y="248992"/>
                  </a:lnTo>
                  <a:lnTo>
                    <a:pt x="841217" y="300273"/>
                  </a:lnTo>
                  <a:lnTo>
                    <a:pt x="854607" y="354488"/>
                  </a:lnTo>
                  <a:lnTo>
                    <a:pt x="860914" y="411147"/>
                  </a:lnTo>
                  <a:lnTo>
                    <a:pt x="833068" y="430942"/>
                  </a:lnTo>
                  <a:lnTo>
                    <a:pt x="774502" y="466533"/>
                  </a:lnTo>
                  <a:lnTo>
                    <a:pt x="737584" y="485286"/>
                  </a:lnTo>
                  <a:lnTo>
                    <a:pt x="679150" y="509708"/>
                  </a:lnTo>
                  <a:lnTo>
                    <a:pt x="631909" y="525242"/>
                  </a:lnTo>
                  <a:lnTo>
                    <a:pt x="583298" y="537543"/>
                  </a:lnTo>
                  <a:lnTo>
                    <a:pt x="533438" y="546484"/>
                  </a:lnTo>
                  <a:lnTo>
                    <a:pt x="482451" y="551940"/>
                  </a:lnTo>
                  <a:lnTo>
                    <a:pt x="430457" y="5537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73567" y="7883651"/>
              <a:ext cx="472440" cy="448945"/>
            </a:xfrm>
            <a:custGeom>
              <a:avLst/>
              <a:gdLst/>
              <a:ahLst/>
              <a:cxnLst/>
              <a:rect l="l" t="t" r="r" b="b"/>
              <a:pathLst>
                <a:path w="472439" h="448945">
                  <a:moveTo>
                    <a:pt x="472084" y="241960"/>
                  </a:moveTo>
                  <a:lnTo>
                    <a:pt x="436943" y="221157"/>
                  </a:lnTo>
                  <a:lnTo>
                    <a:pt x="400583" y="204101"/>
                  </a:lnTo>
                  <a:lnTo>
                    <a:pt x="350024" y="186804"/>
                  </a:lnTo>
                  <a:lnTo>
                    <a:pt x="319011" y="179552"/>
                  </a:lnTo>
                  <a:lnTo>
                    <a:pt x="319011" y="75082"/>
                  </a:lnTo>
                  <a:lnTo>
                    <a:pt x="313093" y="45923"/>
                  </a:lnTo>
                  <a:lnTo>
                    <a:pt x="296964" y="22059"/>
                  </a:lnTo>
                  <a:lnTo>
                    <a:pt x="273113" y="5930"/>
                  </a:lnTo>
                  <a:lnTo>
                    <a:pt x="243979" y="0"/>
                  </a:lnTo>
                  <a:lnTo>
                    <a:pt x="228104" y="0"/>
                  </a:lnTo>
                  <a:lnTo>
                    <a:pt x="198983" y="5930"/>
                  </a:lnTo>
                  <a:lnTo>
                    <a:pt x="175145" y="22059"/>
                  </a:lnTo>
                  <a:lnTo>
                    <a:pt x="159029" y="45923"/>
                  </a:lnTo>
                  <a:lnTo>
                    <a:pt x="153123" y="75082"/>
                  </a:lnTo>
                  <a:lnTo>
                    <a:pt x="153123" y="180314"/>
                  </a:lnTo>
                  <a:lnTo>
                    <a:pt x="134835" y="183578"/>
                  </a:lnTo>
                  <a:lnTo>
                    <a:pt x="87274" y="197980"/>
                  </a:lnTo>
                  <a:lnTo>
                    <a:pt x="42214" y="217563"/>
                  </a:lnTo>
                  <a:lnTo>
                    <a:pt x="0" y="241960"/>
                  </a:lnTo>
                  <a:lnTo>
                    <a:pt x="1054" y="249059"/>
                  </a:lnTo>
                  <a:lnTo>
                    <a:pt x="20739" y="312153"/>
                  </a:lnTo>
                  <a:lnTo>
                    <a:pt x="43332" y="350240"/>
                  </a:lnTo>
                  <a:lnTo>
                    <a:pt x="72390" y="383324"/>
                  </a:lnTo>
                  <a:lnTo>
                    <a:pt x="107048" y="410552"/>
                  </a:lnTo>
                  <a:lnTo>
                    <a:pt x="146443" y="431063"/>
                  </a:lnTo>
                  <a:lnTo>
                    <a:pt x="189738" y="444004"/>
                  </a:lnTo>
                  <a:lnTo>
                    <a:pt x="236042" y="448500"/>
                  </a:lnTo>
                  <a:lnTo>
                    <a:pt x="286499" y="443153"/>
                  </a:lnTo>
                  <a:lnTo>
                    <a:pt x="333222" y="427837"/>
                  </a:lnTo>
                  <a:lnTo>
                    <a:pt x="375132" y="403682"/>
                  </a:lnTo>
                  <a:lnTo>
                    <a:pt x="411099" y="371830"/>
                  </a:lnTo>
                  <a:lnTo>
                    <a:pt x="451307" y="312369"/>
                  </a:lnTo>
                  <a:lnTo>
                    <a:pt x="464350" y="278307"/>
                  </a:lnTo>
                  <a:lnTo>
                    <a:pt x="472084" y="241960"/>
                  </a:lnTo>
                  <a:close/>
                </a:path>
              </a:pathLst>
            </a:custGeom>
            <a:solidFill>
              <a:srgbClr val="F69A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26693" y="7883648"/>
              <a:ext cx="165896" cy="18313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42190" y="7670263"/>
              <a:ext cx="122065" cy="18726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67717" y="7670263"/>
              <a:ext cx="122082" cy="18726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019686" y="7345881"/>
              <a:ext cx="594360" cy="694690"/>
            </a:xfrm>
            <a:custGeom>
              <a:avLst/>
              <a:gdLst/>
              <a:ahLst/>
              <a:cxnLst/>
              <a:rect l="l" t="t" r="r" b="b"/>
              <a:pathLst>
                <a:path w="594360" h="694690">
                  <a:moveTo>
                    <a:pt x="296978" y="694454"/>
                  </a:moveTo>
                  <a:lnTo>
                    <a:pt x="253104" y="689934"/>
                  </a:lnTo>
                  <a:lnTo>
                    <a:pt x="211224" y="676964"/>
                  </a:lnTo>
                  <a:lnTo>
                    <a:pt x="171800" y="656430"/>
                  </a:lnTo>
                  <a:lnTo>
                    <a:pt x="135291" y="629218"/>
                  </a:lnTo>
                  <a:lnTo>
                    <a:pt x="102157" y="596212"/>
                  </a:lnTo>
                  <a:lnTo>
                    <a:pt x="72859" y="558298"/>
                  </a:lnTo>
                  <a:lnTo>
                    <a:pt x="47856" y="516362"/>
                  </a:lnTo>
                  <a:lnTo>
                    <a:pt x="27609" y="471290"/>
                  </a:lnTo>
                  <a:lnTo>
                    <a:pt x="12577" y="423966"/>
                  </a:lnTo>
                  <a:lnTo>
                    <a:pt x="3221" y="375277"/>
                  </a:lnTo>
                  <a:lnTo>
                    <a:pt x="0" y="326108"/>
                  </a:lnTo>
                  <a:lnTo>
                    <a:pt x="3221" y="277922"/>
                  </a:lnTo>
                  <a:lnTo>
                    <a:pt x="12577" y="231931"/>
                  </a:lnTo>
                  <a:lnTo>
                    <a:pt x="27609" y="188637"/>
                  </a:lnTo>
                  <a:lnTo>
                    <a:pt x="47856" y="148547"/>
                  </a:lnTo>
                  <a:lnTo>
                    <a:pt x="72859" y="112165"/>
                  </a:lnTo>
                  <a:lnTo>
                    <a:pt x="102157" y="79995"/>
                  </a:lnTo>
                  <a:lnTo>
                    <a:pt x="135291" y="52542"/>
                  </a:lnTo>
                  <a:lnTo>
                    <a:pt x="171800" y="30312"/>
                  </a:lnTo>
                  <a:lnTo>
                    <a:pt x="211224" y="13808"/>
                  </a:lnTo>
                  <a:lnTo>
                    <a:pt x="253104" y="3536"/>
                  </a:lnTo>
                  <a:lnTo>
                    <a:pt x="296979" y="0"/>
                  </a:lnTo>
                  <a:lnTo>
                    <a:pt x="340863" y="3536"/>
                  </a:lnTo>
                  <a:lnTo>
                    <a:pt x="382746" y="13808"/>
                  </a:lnTo>
                  <a:lnTo>
                    <a:pt x="422169" y="30312"/>
                  </a:lnTo>
                  <a:lnTo>
                    <a:pt x="458673" y="52542"/>
                  </a:lnTo>
                  <a:lnTo>
                    <a:pt x="491798" y="79995"/>
                  </a:lnTo>
                  <a:lnTo>
                    <a:pt x="521087" y="112165"/>
                  </a:lnTo>
                  <a:lnTo>
                    <a:pt x="546080" y="148547"/>
                  </a:lnTo>
                  <a:lnTo>
                    <a:pt x="566317" y="188637"/>
                  </a:lnTo>
                  <a:lnTo>
                    <a:pt x="581341" y="231931"/>
                  </a:lnTo>
                  <a:lnTo>
                    <a:pt x="590692" y="277922"/>
                  </a:lnTo>
                  <a:lnTo>
                    <a:pt x="593911" y="326108"/>
                  </a:lnTo>
                  <a:lnTo>
                    <a:pt x="590468" y="374938"/>
                  </a:lnTo>
                  <a:lnTo>
                    <a:pt x="580536" y="423418"/>
                  </a:lnTo>
                  <a:lnTo>
                    <a:pt x="564708" y="470639"/>
                  </a:lnTo>
                  <a:lnTo>
                    <a:pt x="543577" y="515698"/>
                  </a:lnTo>
                  <a:lnTo>
                    <a:pt x="517735" y="557688"/>
                  </a:lnTo>
                  <a:lnTo>
                    <a:pt x="487776" y="595703"/>
                  </a:lnTo>
                  <a:lnTo>
                    <a:pt x="454293" y="628838"/>
                  </a:lnTo>
                  <a:lnTo>
                    <a:pt x="417879" y="656186"/>
                  </a:lnTo>
                  <a:lnTo>
                    <a:pt x="379126" y="676842"/>
                  </a:lnTo>
                  <a:lnTo>
                    <a:pt x="338628" y="689900"/>
                  </a:lnTo>
                  <a:lnTo>
                    <a:pt x="296978" y="694454"/>
                  </a:lnTo>
                  <a:close/>
                </a:path>
              </a:pathLst>
            </a:custGeom>
            <a:solidFill>
              <a:srgbClr val="F69A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06904" y="7279436"/>
              <a:ext cx="628650" cy="423545"/>
            </a:xfrm>
            <a:custGeom>
              <a:avLst/>
              <a:gdLst/>
              <a:ahLst/>
              <a:cxnLst/>
              <a:rect l="l" t="t" r="r" b="b"/>
              <a:pathLst>
                <a:path w="628650" h="423545">
                  <a:moveTo>
                    <a:pt x="628180" y="329539"/>
                  </a:moveTo>
                  <a:lnTo>
                    <a:pt x="626745" y="254571"/>
                  </a:lnTo>
                  <a:lnTo>
                    <a:pt x="618375" y="212178"/>
                  </a:lnTo>
                  <a:lnTo>
                    <a:pt x="602742" y="172364"/>
                  </a:lnTo>
                  <a:lnTo>
                    <a:pt x="580085" y="136182"/>
                  </a:lnTo>
                  <a:lnTo>
                    <a:pt x="550633" y="104686"/>
                  </a:lnTo>
                  <a:lnTo>
                    <a:pt x="514629" y="78930"/>
                  </a:lnTo>
                  <a:lnTo>
                    <a:pt x="472313" y="59956"/>
                  </a:lnTo>
                  <a:lnTo>
                    <a:pt x="423900" y="48831"/>
                  </a:lnTo>
                  <a:lnTo>
                    <a:pt x="369633" y="46609"/>
                  </a:lnTo>
                  <a:lnTo>
                    <a:pt x="346354" y="49618"/>
                  </a:lnTo>
                  <a:lnTo>
                    <a:pt x="346265" y="46113"/>
                  </a:lnTo>
                  <a:lnTo>
                    <a:pt x="340575" y="26517"/>
                  </a:lnTo>
                  <a:lnTo>
                    <a:pt x="325488" y="5791"/>
                  </a:lnTo>
                  <a:lnTo>
                    <a:pt x="315493" y="1612"/>
                  </a:lnTo>
                  <a:lnTo>
                    <a:pt x="297726" y="0"/>
                  </a:lnTo>
                  <a:lnTo>
                    <a:pt x="273621" y="1358"/>
                  </a:lnTo>
                  <a:lnTo>
                    <a:pt x="212166" y="14516"/>
                  </a:lnTo>
                  <a:lnTo>
                    <a:pt x="142595" y="44272"/>
                  </a:lnTo>
                  <a:lnTo>
                    <a:pt x="108356" y="66357"/>
                  </a:lnTo>
                  <a:lnTo>
                    <a:pt x="76390" y="93776"/>
                  </a:lnTo>
                  <a:lnTo>
                    <a:pt x="48145" y="126936"/>
                  </a:lnTo>
                  <a:lnTo>
                    <a:pt x="25031" y="166230"/>
                  </a:lnTo>
                  <a:lnTo>
                    <a:pt x="8509" y="212026"/>
                  </a:lnTo>
                  <a:lnTo>
                    <a:pt x="0" y="264756"/>
                  </a:lnTo>
                  <a:lnTo>
                    <a:pt x="952" y="324802"/>
                  </a:lnTo>
                  <a:lnTo>
                    <a:pt x="12776" y="392557"/>
                  </a:lnTo>
                  <a:lnTo>
                    <a:pt x="29972" y="358749"/>
                  </a:lnTo>
                  <a:lnTo>
                    <a:pt x="85077" y="282943"/>
                  </a:lnTo>
                  <a:lnTo>
                    <a:pt x="183388" y="203631"/>
                  </a:lnTo>
                  <a:lnTo>
                    <a:pt x="312077" y="164731"/>
                  </a:lnTo>
                  <a:lnTo>
                    <a:pt x="313791" y="180530"/>
                  </a:lnTo>
                  <a:lnTo>
                    <a:pt x="336486" y="261048"/>
                  </a:lnTo>
                  <a:lnTo>
                    <a:pt x="348500" y="288861"/>
                  </a:lnTo>
                  <a:lnTo>
                    <a:pt x="390677" y="348678"/>
                  </a:lnTo>
                  <a:lnTo>
                    <a:pt x="472262" y="405168"/>
                  </a:lnTo>
                  <a:lnTo>
                    <a:pt x="602462" y="422960"/>
                  </a:lnTo>
                  <a:lnTo>
                    <a:pt x="607999" y="412864"/>
                  </a:lnTo>
                  <a:lnTo>
                    <a:pt x="619252" y="382016"/>
                  </a:lnTo>
                  <a:lnTo>
                    <a:pt x="628180" y="329539"/>
                  </a:lnTo>
                  <a:close/>
                </a:path>
              </a:pathLst>
            </a:custGeom>
            <a:solidFill>
              <a:srgbClr val="3F2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82977" y="3839493"/>
              <a:ext cx="1525284" cy="152528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79047" y="7114993"/>
              <a:ext cx="1592699" cy="159269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464320" y="3772745"/>
              <a:ext cx="1597684" cy="159768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78531" y="3839493"/>
              <a:ext cx="1530936" cy="153093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912230" y="7225713"/>
              <a:ext cx="1502569" cy="150256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6028434" y="7851727"/>
              <a:ext cx="845185" cy="586740"/>
            </a:xfrm>
            <a:custGeom>
              <a:avLst/>
              <a:gdLst/>
              <a:ahLst/>
              <a:cxnLst/>
              <a:rect l="l" t="t" r="r" b="b"/>
              <a:pathLst>
                <a:path w="845184" h="586740">
                  <a:moveTo>
                    <a:pt x="844619" y="586553"/>
                  </a:moveTo>
                  <a:lnTo>
                    <a:pt x="0" y="586553"/>
                  </a:lnTo>
                  <a:lnTo>
                    <a:pt x="0" y="0"/>
                  </a:lnTo>
                  <a:lnTo>
                    <a:pt x="844619" y="0"/>
                  </a:lnTo>
                  <a:lnTo>
                    <a:pt x="844619" y="586553"/>
                  </a:lnTo>
                  <a:close/>
                </a:path>
              </a:pathLst>
            </a:custGeom>
            <a:solidFill>
              <a:srgbClr val="FDD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6221550" y="7516082"/>
              <a:ext cx="455295" cy="419100"/>
            </a:xfrm>
            <a:custGeom>
              <a:avLst/>
              <a:gdLst/>
              <a:ahLst/>
              <a:cxnLst/>
              <a:rect l="l" t="t" r="r" b="b"/>
              <a:pathLst>
                <a:path w="455294" h="419100">
                  <a:moveTo>
                    <a:pt x="371795" y="418695"/>
                  </a:moveTo>
                  <a:lnTo>
                    <a:pt x="229218" y="359143"/>
                  </a:lnTo>
                  <a:lnTo>
                    <a:pt x="90255" y="418695"/>
                  </a:lnTo>
                  <a:lnTo>
                    <a:pt x="108306" y="274310"/>
                  </a:lnTo>
                  <a:lnTo>
                    <a:pt x="0" y="156989"/>
                  </a:lnTo>
                  <a:lnTo>
                    <a:pt x="149783" y="133540"/>
                  </a:lnTo>
                  <a:lnTo>
                    <a:pt x="229194" y="0"/>
                  </a:lnTo>
                  <a:lnTo>
                    <a:pt x="310412" y="133540"/>
                  </a:lnTo>
                  <a:lnTo>
                    <a:pt x="454797" y="158797"/>
                  </a:lnTo>
                  <a:lnTo>
                    <a:pt x="351936" y="276117"/>
                  </a:lnTo>
                  <a:lnTo>
                    <a:pt x="371795" y="418695"/>
                  </a:lnTo>
                  <a:close/>
                </a:path>
              </a:pathLst>
            </a:custGeom>
            <a:solidFill>
              <a:srgbClr val="E7E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6028434" y="7526712"/>
              <a:ext cx="845185" cy="635635"/>
            </a:xfrm>
            <a:custGeom>
              <a:avLst/>
              <a:gdLst/>
              <a:ahLst/>
              <a:cxnLst/>
              <a:rect l="l" t="t" r="r" b="b"/>
              <a:pathLst>
                <a:path w="845184" h="635634">
                  <a:moveTo>
                    <a:pt x="312219" y="635450"/>
                  </a:moveTo>
                  <a:lnTo>
                    <a:pt x="115488" y="635450"/>
                  </a:lnTo>
                  <a:lnTo>
                    <a:pt x="115488" y="491065"/>
                  </a:lnTo>
                  <a:lnTo>
                    <a:pt x="312219" y="491065"/>
                  </a:lnTo>
                  <a:lnTo>
                    <a:pt x="312219" y="635450"/>
                  </a:lnTo>
                  <a:close/>
                </a:path>
                <a:path w="845184" h="635634">
                  <a:moveTo>
                    <a:pt x="300328" y="262513"/>
                  </a:moveTo>
                  <a:lnTo>
                    <a:pt x="262299" y="221322"/>
                  </a:lnTo>
                  <a:lnTo>
                    <a:pt x="300970" y="258232"/>
                  </a:lnTo>
                  <a:lnTo>
                    <a:pt x="300494" y="261015"/>
                  </a:lnTo>
                  <a:lnTo>
                    <a:pt x="300328" y="262513"/>
                  </a:lnTo>
                  <a:close/>
                </a:path>
                <a:path w="845184" h="635634">
                  <a:moveTo>
                    <a:pt x="220989" y="176563"/>
                  </a:moveTo>
                  <a:lnTo>
                    <a:pt x="200226" y="154064"/>
                  </a:lnTo>
                  <a:lnTo>
                    <a:pt x="201237" y="153148"/>
                  </a:lnTo>
                  <a:lnTo>
                    <a:pt x="205009" y="149831"/>
                  </a:lnTo>
                  <a:lnTo>
                    <a:pt x="210619" y="147048"/>
                  </a:lnTo>
                  <a:lnTo>
                    <a:pt x="339593" y="128712"/>
                  </a:lnTo>
                  <a:lnTo>
                    <a:pt x="340568" y="128521"/>
                  </a:lnTo>
                  <a:lnTo>
                    <a:pt x="341853" y="127951"/>
                  </a:lnTo>
                  <a:lnTo>
                    <a:pt x="342328" y="126999"/>
                  </a:lnTo>
                  <a:lnTo>
                    <a:pt x="414461" y="2520"/>
                  </a:lnTo>
                  <a:lnTo>
                    <a:pt x="419075" y="737"/>
                  </a:lnTo>
                  <a:lnTo>
                    <a:pt x="424069" y="0"/>
                  </a:lnTo>
                  <a:lnTo>
                    <a:pt x="429016" y="404"/>
                  </a:lnTo>
                  <a:lnTo>
                    <a:pt x="447295" y="30465"/>
                  </a:lnTo>
                  <a:lnTo>
                    <a:pt x="424117" y="30465"/>
                  </a:lnTo>
                  <a:lnTo>
                    <a:pt x="423023" y="32677"/>
                  </a:lnTo>
                  <a:lnTo>
                    <a:pt x="368394" y="141293"/>
                  </a:lnTo>
                  <a:lnTo>
                    <a:pt x="343827" y="159082"/>
                  </a:lnTo>
                  <a:lnTo>
                    <a:pt x="220989" y="176563"/>
                  </a:lnTo>
                  <a:close/>
                </a:path>
                <a:path w="845184" h="635634">
                  <a:moveTo>
                    <a:pt x="623940" y="175445"/>
                  </a:moveTo>
                  <a:lnTo>
                    <a:pt x="508855" y="159082"/>
                  </a:lnTo>
                  <a:lnTo>
                    <a:pt x="429516" y="32677"/>
                  </a:lnTo>
                  <a:lnTo>
                    <a:pt x="428422" y="30465"/>
                  </a:lnTo>
                  <a:lnTo>
                    <a:pt x="447295" y="30465"/>
                  </a:lnTo>
                  <a:lnTo>
                    <a:pt x="503504" y="122909"/>
                  </a:lnTo>
                  <a:lnTo>
                    <a:pt x="508641" y="123812"/>
                  </a:lnTo>
                  <a:lnTo>
                    <a:pt x="509735" y="125953"/>
                  </a:lnTo>
                  <a:lnTo>
                    <a:pt x="510219" y="127951"/>
                  </a:lnTo>
                  <a:lnTo>
                    <a:pt x="510306" y="128307"/>
                  </a:lnTo>
                  <a:lnTo>
                    <a:pt x="639303" y="146691"/>
                  </a:lnTo>
                  <a:lnTo>
                    <a:pt x="642676" y="147858"/>
                  </a:lnTo>
                  <a:lnTo>
                    <a:pt x="642826" y="147858"/>
                  </a:lnTo>
                  <a:lnTo>
                    <a:pt x="646438" y="149831"/>
                  </a:lnTo>
                  <a:lnTo>
                    <a:pt x="623940" y="175445"/>
                  </a:lnTo>
                  <a:close/>
                </a:path>
                <a:path w="845184" h="635634">
                  <a:moveTo>
                    <a:pt x="0" y="443119"/>
                  </a:moveTo>
                  <a:lnTo>
                    <a:pt x="0" y="359832"/>
                  </a:lnTo>
                  <a:lnTo>
                    <a:pt x="9569" y="349722"/>
                  </a:lnTo>
                  <a:lnTo>
                    <a:pt x="21119" y="342180"/>
                  </a:lnTo>
                  <a:lnTo>
                    <a:pt x="34113" y="337465"/>
                  </a:lnTo>
                  <a:lnTo>
                    <a:pt x="48017" y="335835"/>
                  </a:lnTo>
                  <a:lnTo>
                    <a:pt x="282990" y="335835"/>
                  </a:lnTo>
                  <a:lnTo>
                    <a:pt x="277639" y="366515"/>
                  </a:lnTo>
                  <a:lnTo>
                    <a:pt x="48041" y="366515"/>
                  </a:lnTo>
                  <a:lnTo>
                    <a:pt x="36534" y="368796"/>
                  </a:lnTo>
                  <a:lnTo>
                    <a:pt x="27213" y="375044"/>
                  </a:lnTo>
                  <a:lnTo>
                    <a:pt x="20951" y="384365"/>
                  </a:lnTo>
                  <a:lnTo>
                    <a:pt x="18621" y="395863"/>
                  </a:lnTo>
                  <a:lnTo>
                    <a:pt x="10735" y="439909"/>
                  </a:lnTo>
                  <a:lnTo>
                    <a:pt x="4613" y="439909"/>
                  </a:lnTo>
                  <a:lnTo>
                    <a:pt x="6278" y="441835"/>
                  </a:lnTo>
                  <a:lnTo>
                    <a:pt x="0" y="443119"/>
                  </a:lnTo>
                  <a:close/>
                </a:path>
                <a:path w="845184" h="635634">
                  <a:moveTo>
                    <a:pt x="10202" y="442882"/>
                  </a:moveTo>
                  <a:lnTo>
                    <a:pt x="4613" y="439909"/>
                  </a:lnTo>
                  <a:lnTo>
                    <a:pt x="10735" y="439909"/>
                  </a:lnTo>
                  <a:lnTo>
                    <a:pt x="10202" y="442882"/>
                  </a:lnTo>
                  <a:close/>
                </a:path>
                <a:path w="845184" h="635634">
                  <a:moveTo>
                    <a:pt x="837413" y="405257"/>
                  </a:moveTo>
                  <a:lnTo>
                    <a:pt x="837413" y="395863"/>
                  </a:lnTo>
                  <a:lnTo>
                    <a:pt x="835102" y="384445"/>
                  </a:lnTo>
                  <a:lnTo>
                    <a:pt x="828804" y="375116"/>
                  </a:lnTo>
                  <a:lnTo>
                    <a:pt x="819474" y="368823"/>
                  </a:lnTo>
                  <a:lnTo>
                    <a:pt x="808065" y="366515"/>
                  </a:lnTo>
                  <a:lnTo>
                    <a:pt x="578419" y="366515"/>
                  </a:lnTo>
                  <a:lnTo>
                    <a:pt x="573044" y="335835"/>
                  </a:lnTo>
                  <a:lnTo>
                    <a:pt x="808042" y="335835"/>
                  </a:lnTo>
                  <a:lnTo>
                    <a:pt x="818122" y="336694"/>
                  </a:lnTo>
                  <a:lnTo>
                    <a:pt x="827680" y="339171"/>
                  </a:lnTo>
                  <a:lnTo>
                    <a:pt x="836570" y="343120"/>
                  </a:lnTo>
                  <a:lnTo>
                    <a:pt x="844643" y="348393"/>
                  </a:lnTo>
                  <a:lnTo>
                    <a:pt x="844643" y="404544"/>
                  </a:lnTo>
                  <a:lnTo>
                    <a:pt x="840239" y="404544"/>
                  </a:lnTo>
                  <a:lnTo>
                    <a:pt x="837413" y="4052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6214321" y="8023177"/>
              <a:ext cx="54610" cy="133985"/>
            </a:xfrm>
            <a:custGeom>
              <a:avLst/>
              <a:gdLst/>
              <a:ahLst/>
              <a:cxnLst/>
              <a:rect l="l" t="t" r="r" b="b"/>
              <a:pathLst>
                <a:path w="54609" h="133984">
                  <a:moveTo>
                    <a:pt x="54153" y="133540"/>
                  </a:moveTo>
                  <a:lnTo>
                    <a:pt x="0" y="133540"/>
                  </a:lnTo>
                  <a:lnTo>
                    <a:pt x="0" y="0"/>
                  </a:lnTo>
                  <a:lnTo>
                    <a:pt x="54153" y="0"/>
                  </a:lnTo>
                  <a:lnTo>
                    <a:pt x="54153" y="133540"/>
                  </a:lnTo>
                  <a:close/>
                </a:path>
              </a:pathLst>
            </a:custGeom>
            <a:solidFill>
              <a:srgbClr val="F7BC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6014736" y="7501336"/>
              <a:ext cx="876300" cy="951230"/>
            </a:xfrm>
            <a:custGeom>
              <a:avLst/>
              <a:gdLst/>
              <a:ahLst/>
              <a:cxnLst/>
              <a:rect l="l" t="t" r="r" b="b"/>
              <a:pathLst>
                <a:path w="876300" h="951229">
                  <a:moveTo>
                    <a:pt x="820052" y="951229"/>
                  </a:moveTo>
                  <a:lnTo>
                    <a:pt x="60027" y="951229"/>
                  </a:lnTo>
                  <a:lnTo>
                    <a:pt x="47988" y="949959"/>
                  </a:lnTo>
                  <a:lnTo>
                    <a:pt x="10284" y="924559"/>
                  </a:lnTo>
                  <a:lnTo>
                    <a:pt x="0" y="890269"/>
                  </a:lnTo>
                  <a:lnTo>
                    <a:pt x="71" y="389889"/>
                  </a:lnTo>
                  <a:lnTo>
                    <a:pt x="17623" y="347979"/>
                  </a:lnTo>
                  <a:lnTo>
                    <a:pt x="60027" y="330199"/>
                  </a:lnTo>
                  <a:lnTo>
                    <a:pt x="295001" y="330199"/>
                  </a:lnTo>
                  <a:lnTo>
                    <a:pt x="302302" y="288289"/>
                  </a:lnTo>
                  <a:lnTo>
                    <a:pt x="302231" y="287019"/>
                  </a:lnTo>
                  <a:lnTo>
                    <a:pt x="301898" y="287019"/>
                  </a:lnTo>
                  <a:lnTo>
                    <a:pt x="213140" y="201929"/>
                  </a:lnTo>
                  <a:lnTo>
                    <a:pt x="207409" y="196849"/>
                  </a:lnTo>
                  <a:lnTo>
                    <a:pt x="204198" y="189229"/>
                  </a:lnTo>
                  <a:lnTo>
                    <a:pt x="202655" y="179069"/>
                  </a:lnTo>
                  <a:lnTo>
                    <a:pt x="202700" y="175259"/>
                  </a:lnTo>
                  <a:lnTo>
                    <a:pt x="353292" y="128269"/>
                  </a:lnTo>
                  <a:lnTo>
                    <a:pt x="353982" y="128269"/>
                  </a:lnTo>
                  <a:lnTo>
                    <a:pt x="354648" y="126999"/>
                  </a:lnTo>
                  <a:lnTo>
                    <a:pt x="355861" y="126999"/>
                  </a:lnTo>
                  <a:lnTo>
                    <a:pt x="410680" y="17779"/>
                  </a:lnTo>
                  <a:lnTo>
                    <a:pt x="414081" y="10159"/>
                  </a:lnTo>
                  <a:lnTo>
                    <a:pt x="419289" y="6349"/>
                  </a:lnTo>
                  <a:lnTo>
                    <a:pt x="429896" y="0"/>
                  </a:lnTo>
                  <a:lnTo>
                    <a:pt x="450088" y="0"/>
                  </a:lnTo>
                  <a:lnTo>
                    <a:pt x="460719" y="6349"/>
                  </a:lnTo>
                  <a:lnTo>
                    <a:pt x="465903" y="11429"/>
                  </a:lnTo>
                  <a:lnTo>
                    <a:pt x="475587" y="30479"/>
                  </a:lnTo>
                  <a:lnTo>
                    <a:pt x="437459" y="30479"/>
                  </a:lnTo>
                  <a:lnTo>
                    <a:pt x="436983" y="31749"/>
                  </a:lnTo>
                  <a:lnTo>
                    <a:pt x="382093" y="140969"/>
                  </a:lnTo>
                  <a:lnTo>
                    <a:pt x="234212" y="175259"/>
                  </a:lnTo>
                  <a:lnTo>
                    <a:pt x="233498" y="176529"/>
                  </a:lnTo>
                  <a:lnTo>
                    <a:pt x="232714" y="176529"/>
                  </a:lnTo>
                  <a:lnTo>
                    <a:pt x="232642" y="179069"/>
                  </a:lnTo>
                  <a:lnTo>
                    <a:pt x="233023" y="179069"/>
                  </a:lnTo>
                  <a:lnTo>
                    <a:pt x="325514" y="267969"/>
                  </a:lnTo>
                  <a:lnTo>
                    <a:pt x="328415" y="271779"/>
                  </a:lnTo>
                  <a:lnTo>
                    <a:pt x="331769" y="283209"/>
                  </a:lnTo>
                  <a:lnTo>
                    <a:pt x="332108" y="287019"/>
                  </a:lnTo>
                  <a:lnTo>
                    <a:pt x="332221" y="288289"/>
                  </a:lnTo>
                  <a:lnTo>
                    <a:pt x="331222" y="293369"/>
                  </a:lnTo>
                  <a:lnTo>
                    <a:pt x="322493" y="344169"/>
                  </a:lnTo>
                  <a:lnTo>
                    <a:pt x="322589" y="347979"/>
                  </a:lnTo>
                  <a:lnTo>
                    <a:pt x="322018" y="350519"/>
                  </a:lnTo>
                  <a:lnTo>
                    <a:pt x="321019" y="351789"/>
                  </a:lnTo>
                  <a:lnTo>
                    <a:pt x="319462" y="360679"/>
                  </a:lnTo>
                  <a:lnTo>
                    <a:pt x="51870" y="360679"/>
                  </a:lnTo>
                  <a:lnTo>
                    <a:pt x="44497" y="363219"/>
                  </a:lnTo>
                  <a:lnTo>
                    <a:pt x="33961" y="374649"/>
                  </a:lnTo>
                  <a:lnTo>
                    <a:pt x="30679" y="382269"/>
                  </a:lnTo>
                  <a:lnTo>
                    <a:pt x="30703" y="899159"/>
                  </a:lnTo>
                  <a:lnTo>
                    <a:pt x="33985" y="905509"/>
                  </a:lnTo>
                  <a:lnTo>
                    <a:pt x="39289" y="911859"/>
                  </a:lnTo>
                  <a:lnTo>
                    <a:pt x="44592" y="916939"/>
                  </a:lnTo>
                  <a:lnTo>
                    <a:pt x="51941" y="919479"/>
                  </a:lnTo>
                  <a:lnTo>
                    <a:pt x="872570" y="919479"/>
                  </a:lnTo>
                  <a:lnTo>
                    <a:pt x="869795" y="924559"/>
                  </a:lnTo>
                  <a:lnTo>
                    <a:pt x="862385" y="933449"/>
                  </a:lnTo>
                  <a:lnTo>
                    <a:pt x="853500" y="939799"/>
                  </a:lnTo>
                  <a:lnTo>
                    <a:pt x="843314" y="946149"/>
                  </a:lnTo>
                  <a:lnTo>
                    <a:pt x="832081" y="949959"/>
                  </a:lnTo>
                  <a:lnTo>
                    <a:pt x="820052" y="951229"/>
                  </a:lnTo>
                  <a:close/>
                </a:path>
                <a:path w="876300" h="951229">
                  <a:moveTo>
                    <a:pt x="286867" y="88899"/>
                  </a:moveTo>
                  <a:lnTo>
                    <a:pt x="277187" y="87629"/>
                  </a:lnTo>
                  <a:lnTo>
                    <a:pt x="239634" y="46989"/>
                  </a:lnTo>
                  <a:lnTo>
                    <a:pt x="233950" y="40639"/>
                  </a:lnTo>
                  <a:lnTo>
                    <a:pt x="234346" y="31749"/>
                  </a:lnTo>
                  <a:lnTo>
                    <a:pt x="234402" y="30479"/>
                  </a:lnTo>
                  <a:lnTo>
                    <a:pt x="246912" y="19049"/>
                  </a:lnTo>
                  <a:lnTo>
                    <a:pt x="256591" y="20319"/>
                  </a:lnTo>
                  <a:lnTo>
                    <a:pt x="299828" y="67309"/>
                  </a:lnTo>
                  <a:lnTo>
                    <a:pt x="299377" y="77469"/>
                  </a:lnTo>
                  <a:lnTo>
                    <a:pt x="286867" y="88899"/>
                  </a:lnTo>
                  <a:close/>
                </a:path>
                <a:path w="876300" h="951229">
                  <a:moveTo>
                    <a:pt x="593188" y="88899"/>
                  </a:moveTo>
                  <a:lnTo>
                    <a:pt x="586934" y="82549"/>
                  </a:lnTo>
                  <a:lnTo>
                    <a:pt x="580679" y="77469"/>
                  </a:lnTo>
                  <a:lnTo>
                    <a:pt x="580227" y="67309"/>
                  </a:lnTo>
                  <a:lnTo>
                    <a:pt x="623464" y="20319"/>
                  </a:lnTo>
                  <a:lnTo>
                    <a:pt x="633167" y="19049"/>
                  </a:lnTo>
                  <a:lnTo>
                    <a:pt x="645653" y="30479"/>
                  </a:lnTo>
                  <a:lnTo>
                    <a:pt x="646105" y="40639"/>
                  </a:lnTo>
                  <a:lnTo>
                    <a:pt x="608552" y="82549"/>
                  </a:lnTo>
                  <a:lnTo>
                    <a:pt x="602892" y="87629"/>
                  </a:lnTo>
                  <a:lnTo>
                    <a:pt x="593188" y="88899"/>
                  </a:lnTo>
                  <a:close/>
                </a:path>
                <a:path w="876300" h="951229">
                  <a:moveTo>
                    <a:pt x="599990" y="415289"/>
                  </a:moveTo>
                  <a:lnTo>
                    <a:pt x="568145" y="415289"/>
                  </a:lnTo>
                  <a:lnTo>
                    <a:pt x="569001" y="414019"/>
                  </a:lnTo>
                  <a:lnTo>
                    <a:pt x="569501" y="414019"/>
                  </a:lnTo>
                  <a:lnTo>
                    <a:pt x="569620" y="412749"/>
                  </a:lnTo>
                  <a:lnTo>
                    <a:pt x="558918" y="351789"/>
                  </a:lnTo>
                  <a:lnTo>
                    <a:pt x="557966" y="349249"/>
                  </a:lnTo>
                  <a:lnTo>
                    <a:pt x="557419" y="347979"/>
                  </a:lnTo>
                  <a:lnTo>
                    <a:pt x="557491" y="344169"/>
                  </a:lnTo>
                  <a:lnTo>
                    <a:pt x="547763" y="288289"/>
                  </a:lnTo>
                  <a:lnTo>
                    <a:pt x="548067" y="284479"/>
                  </a:lnTo>
                  <a:lnTo>
                    <a:pt x="548168" y="283209"/>
                  </a:lnTo>
                  <a:lnTo>
                    <a:pt x="551521" y="271779"/>
                  </a:lnTo>
                  <a:lnTo>
                    <a:pt x="554470" y="267969"/>
                  </a:lnTo>
                  <a:lnTo>
                    <a:pt x="646961" y="179069"/>
                  </a:lnTo>
                  <a:lnTo>
                    <a:pt x="647580" y="179069"/>
                  </a:lnTo>
                  <a:lnTo>
                    <a:pt x="647484" y="177799"/>
                  </a:lnTo>
                  <a:lnTo>
                    <a:pt x="647294" y="176529"/>
                  </a:lnTo>
                  <a:lnTo>
                    <a:pt x="646509" y="176529"/>
                  </a:lnTo>
                  <a:lnTo>
                    <a:pt x="645796" y="175259"/>
                  </a:lnTo>
                  <a:lnTo>
                    <a:pt x="644892" y="175259"/>
                  </a:lnTo>
                  <a:lnTo>
                    <a:pt x="522554" y="158749"/>
                  </a:lnTo>
                  <a:lnTo>
                    <a:pt x="442953" y="31749"/>
                  </a:lnTo>
                  <a:lnTo>
                    <a:pt x="442477" y="30479"/>
                  </a:lnTo>
                  <a:lnTo>
                    <a:pt x="475587" y="30479"/>
                  </a:lnTo>
                  <a:lnTo>
                    <a:pt x="524004" y="125729"/>
                  </a:lnTo>
                  <a:lnTo>
                    <a:pt x="524195" y="126999"/>
                  </a:lnTo>
                  <a:lnTo>
                    <a:pt x="525431" y="126999"/>
                  </a:lnTo>
                  <a:lnTo>
                    <a:pt x="526074" y="128269"/>
                  </a:lnTo>
                  <a:lnTo>
                    <a:pt x="526763" y="128269"/>
                  </a:lnTo>
                  <a:lnTo>
                    <a:pt x="648888" y="144779"/>
                  </a:lnTo>
                  <a:lnTo>
                    <a:pt x="677118" y="172719"/>
                  </a:lnTo>
                  <a:lnTo>
                    <a:pt x="677474" y="176529"/>
                  </a:lnTo>
                  <a:lnTo>
                    <a:pt x="677593" y="177799"/>
                  </a:lnTo>
                  <a:lnTo>
                    <a:pt x="675857" y="189229"/>
                  </a:lnTo>
                  <a:lnTo>
                    <a:pt x="672623" y="196849"/>
                  </a:lnTo>
                  <a:lnTo>
                    <a:pt x="666867" y="201929"/>
                  </a:lnTo>
                  <a:lnTo>
                    <a:pt x="578134" y="287019"/>
                  </a:lnTo>
                  <a:lnTo>
                    <a:pt x="577944" y="287019"/>
                  </a:lnTo>
                  <a:lnTo>
                    <a:pt x="577753" y="288289"/>
                  </a:lnTo>
                  <a:lnTo>
                    <a:pt x="585055" y="330199"/>
                  </a:lnTo>
                  <a:lnTo>
                    <a:pt x="820052" y="330199"/>
                  </a:lnTo>
                  <a:lnTo>
                    <a:pt x="832081" y="331469"/>
                  </a:lnTo>
                  <a:lnTo>
                    <a:pt x="869795" y="356869"/>
                  </a:lnTo>
                  <a:lnTo>
                    <a:pt x="871876" y="360679"/>
                  </a:lnTo>
                  <a:lnTo>
                    <a:pt x="590430" y="360679"/>
                  </a:lnTo>
                  <a:lnTo>
                    <a:pt x="599990" y="415289"/>
                  </a:lnTo>
                  <a:close/>
                </a:path>
                <a:path w="876300" h="951229">
                  <a:moveTo>
                    <a:pt x="161960" y="300989"/>
                  </a:moveTo>
                  <a:lnTo>
                    <a:pt x="153113" y="295909"/>
                  </a:lnTo>
                  <a:lnTo>
                    <a:pt x="147096" y="280669"/>
                  </a:lnTo>
                  <a:lnTo>
                    <a:pt x="151044" y="271779"/>
                  </a:lnTo>
                  <a:lnTo>
                    <a:pt x="158963" y="269239"/>
                  </a:lnTo>
                  <a:lnTo>
                    <a:pt x="202391" y="252729"/>
                  </a:lnTo>
                  <a:lnTo>
                    <a:pt x="211262" y="256539"/>
                  </a:lnTo>
                  <a:lnTo>
                    <a:pt x="217255" y="271779"/>
                  </a:lnTo>
                  <a:lnTo>
                    <a:pt x="213307" y="280669"/>
                  </a:lnTo>
                  <a:lnTo>
                    <a:pt x="205387" y="284479"/>
                  </a:lnTo>
                  <a:lnTo>
                    <a:pt x="161960" y="300989"/>
                  </a:lnTo>
                  <a:close/>
                </a:path>
                <a:path w="876300" h="951229">
                  <a:moveTo>
                    <a:pt x="718119" y="300989"/>
                  </a:moveTo>
                  <a:lnTo>
                    <a:pt x="666796" y="280669"/>
                  </a:lnTo>
                  <a:lnTo>
                    <a:pt x="662824" y="271779"/>
                  </a:lnTo>
                  <a:lnTo>
                    <a:pt x="668818" y="256539"/>
                  </a:lnTo>
                  <a:lnTo>
                    <a:pt x="677689" y="252729"/>
                  </a:lnTo>
                  <a:lnTo>
                    <a:pt x="685584" y="255269"/>
                  </a:lnTo>
                  <a:lnTo>
                    <a:pt x="729012" y="271779"/>
                  </a:lnTo>
                  <a:lnTo>
                    <a:pt x="732983" y="280669"/>
                  </a:lnTo>
                  <a:lnTo>
                    <a:pt x="726990" y="295909"/>
                  </a:lnTo>
                  <a:lnTo>
                    <a:pt x="718119" y="300989"/>
                  </a:lnTo>
                  <a:close/>
                </a:path>
                <a:path w="876300" h="951229">
                  <a:moveTo>
                    <a:pt x="381307" y="415289"/>
                  </a:moveTo>
                  <a:lnTo>
                    <a:pt x="314812" y="415289"/>
                  </a:lnTo>
                  <a:lnTo>
                    <a:pt x="429777" y="356869"/>
                  </a:lnTo>
                  <a:lnTo>
                    <a:pt x="434914" y="355599"/>
                  </a:lnTo>
                  <a:lnTo>
                    <a:pt x="444974" y="355599"/>
                  </a:lnTo>
                  <a:lnTo>
                    <a:pt x="450112" y="356869"/>
                  </a:lnTo>
                  <a:lnTo>
                    <a:pt x="507618" y="386079"/>
                  </a:lnTo>
                  <a:lnTo>
                    <a:pt x="438125" y="386079"/>
                  </a:lnTo>
                  <a:lnTo>
                    <a:pt x="381307" y="415289"/>
                  </a:lnTo>
                  <a:close/>
                </a:path>
                <a:path w="876300" h="951229">
                  <a:moveTo>
                    <a:pt x="314883" y="447039"/>
                  </a:moveTo>
                  <a:lnTo>
                    <a:pt x="284560" y="427989"/>
                  </a:lnTo>
                  <a:lnTo>
                    <a:pt x="281421" y="422909"/>
                  </a:lnTo>
                  <a:lnTo>
                    <a:pt x="280089" y="415289"/>
                  </a:lnTo>
                  <a:lnTo>
                    <a:pt x="289626" y="360679"/>
                  </a:lnTo>
                  <a:lnTo>
                    <a:pt x="319462" y="360679"/>
                  </a:lnTo>
                  <a:lnTo>
                    <a:pt x="310340" y="412749"/>
                  </a:lnTo>
                  <a:lnTo>
                    <a:pt x="310459" y="414019"/>
                  </a:lnTo>
                  <a:lnTo>
                    <a:pt x="310673" y="414019"/>
                  </a:lnTo>
                  <a:lnTo>
                    <a:pt x="311006" y="415289"/>
                  </a:lnTo>
                  <a:lnTo>
                    <a:pt x="381307" y="415289"/>
                  </a:lnTo>
                  <a:lnTo>
                    <a:pt x="322018" y="445769"/>
                  </a:lnTo>
                  <a:lnTo>
                    <a:pt x="314883" y="447039"/>
                  </a:lnTo>
                  <a:close/>
                </a:path>
                <a:path w="876300" h="951229">
                  <a:moveTo>
                    <a:pt x="872570" y="919479"/>
                  </a:moveTo>
                  <a:lnTo>
                    <a:pt x="828114" y="919479"/>
                  </a:lnTo>
                  <a:lnTo>
                    <a:pt x="835463" y="916939"/>
                  </a:lnTo>
                  <a:lnTo>
                    <a:pt x="840790" y="911859"/>
                  </a:lnTo>
                  <a:lnTo>
                    <a:pt x="846094" y="905509"/>
                  </a:lnTo>
                  <a:lnTo>
                    <a:pt x="849400" y="899159"/>
                  </a:lnTo>
                  <a:lnTo>
                    <a:pt x="849376" y="382269"/>
                  </a:lnTo>
                  <a:lnTo>
                    <a:pt x="846094" y="374649"/>
                  </a:lnTo>
                  <a:lnTo>
                    <a:pt x="835463" y="364489"/>
                  </a:lnTo>
                  <a:lnTo>
                    <a:pt x="828138" y="360679"/>
                  </a:lnTo>
                  <a:lnTo>
                    <a:pt x="871876" y="360679"/>
                  </a:lnTo>
                  <a:lnTo>
                    <a:pt x="875344" y="367029"/>
                  </a:lnTo>
                  <a:lnTo>
                    <a:pt x="876121" y="369569"/>
                  </a:lnTo>
                  <a:lnTo>
                    <a:pt x="876121" y="911859"/>
                  </a:lnTo>
                  <a:lnTo>
                    <a:pt x="875344" y="914399"/>
                  </a:lnTo>
                  <a:lnTo>
                    <a:pt x="872570" y="919479"/>
                  </a:lnTo>
                  <a:close/>
                </a:path>
                <a:path w="876300" h="951229">
                  <a:moveTo>
                    <a:pt x="565172" y="447039"/>
                  </a:moveTo>
                  <a:lnTo>
                    <a:pt x="558038" y="445769"/>
                  </a:lnTo>
                  <a:lnTo>
                    <a:pt x="441431" y="386079"/>
                  </a:lnTo>
                  <a:lnTo>
                    <a:pt x="507618" y="386079"/>
                  </a:lnTo>
                  <a:lnTo>
                    <a:pt x="565125" y="415289"/>
                  </a:lnTo>
                  <a:lnTo>
                    <a:pt x="599990" y="415289"/>
                  </a:lnTo>
                  <a:lnTo>
                    <a:pt x="576755" y="444499"/>
                  </a:lnTo>
                  <a:lnTo>
                    <a:pt x="565172" y="447039"/>
                  </a:lnTo>
                  <a:close/>
                </a:path>
                <a:path w="876300" h="951229">
                  <a:moveTo>
                    <a:pt x="329390" y="675639"/>
                  </a:moveTo>
                  <a:lnTo>
                    <a:pt x="132017" y="675639"/>
                  </a:lnTo>
                  <a:lnTo>
                    <a:pt x="124906" y="671829"/>
                  </a:lnTo>
                  <a:lnTo>
                    <a:pt x="114561" y="661669"/>
                  </a:lnTo>
                  <a:lnTo>
                    <a:pt x="111350" y="655319"/>
                  </a:lnTo>
                  <a:lnTo>
                    <a:pt x="111326" y="516889"/>
                  </a:lnTo>
                  <a:lnTo>
                    <a:pt x="114537" y="510539"/>
                  </a:lnTo>
                  <a:lnTo>
                    <a:pt x="124835" y="500379"/>
                  </a:lnTo>
                  <a:lnTo>
                    <a:pt x="131946" y="496569"/>
                  </a:lnTo>
                  <a:lnTo>
                    <a:pt x="329295" y="496569"/>
                  </a:lnTo>
                  <a:lnTo>
                    <a:pt x="336382" y="500379"/>
                  </a:lnTo>
                  <a:lnTo>
                    <a:pt x="346799" y="510539"/>
                  </a:lnTo>
                  <a:lnTo>
                    <a:pt x="349986" y="518159"/>
                  </a:lnTo>
                  <a:lnTo>
                    <a:pt x="349986" y="527049"/>
                  </a:lnTo>
                  <a:lnTo>
                    <a:pt x="142030" y="527049"/>
                  </a:lnTo>
                  <a:lnTo>
                    <a:pt x="142030" y="571499"/>
                  </a:lnTo>
                  <a:lnTo>
                    <a:pt x="211380" y="571499"/>
                  </a:lnTo>
                  <a:lnTo>
                    <a:pt x="211380" y="601979"/>
                  </a:lnTo>
                  <a:lnTo>
                    <a:pt x="142030" y="601979"/>
                  </a:lnTo>
                  <a:lnTo>
                    <a:pt x="142030" y="645159"/>
                  </a:lnTo>
                  <a:lnTo>
                    <a:pt x="349986" y="645159"/>
                  </a:lnTo>
                  <a:lnTo>
                    <a:pt x="349986" y="655319"/>
                  </a:lnTo>
                  <a:lnTo>
                    <a:pt x="346776" y="661669"/>
                  </a:lnTo>
                  <a:lnTo>
                    <a:pt x="336525" y="671829"/>
                  </a:lnTo>
                  <a:lnTo>
                    <a:pt x="329390" y="675639"/>
                  </a:lnTo>
                  <a:close/>
                </a:path>
                <a:path w="876300" h="951229">
                  <a:moveTo>
                    <a:pt x="761856" y="527049"/>
                  </a:moveTo>
                  <a:lnTo>
                    <a:pt x="600609" y="527049"/>
                  </a:lnTo>
                  <a:lnTo>
                    <a:pt x="593735" y="520699"/>
                  </a:lnTo>
                  <a:lnTo>
                    <a:pt x="593735" y="504189"/>
                  </a:lnTo>
                  <a:lnTo>
                    <a:pt x="600609" y="496569"/>
                  </a:lnTo>
                  <a:lnTo>
                    <a:pt x="761856" y="496569"/>
                  </a:lnTo>
                  <a:lnTo>
                    <a:pt x="768729" y="504189"/>
                  </a:lnTo>
                  <a:lnTo>
                    <a:pt x="768729" y="520699"/>
                  </a:lnTo>
                  <a:lnTo>
                    <a:pt x="761856" y="527049"/>
                  </a:lnTo>
                  <a:close/>
                </a:path>
                <a:path w="876300" h="951229">
                  <a:moveTo>
                    <a:pt x="211380" y="571499"/>
                  </a:moveTo>
                  <a:lnTo>
                    <a:pt x="180701" y="571499"/>
                  </a:lnTo>
                  <a:lnTo>
                    <a:pt x="180701" y="527049"/>
                  </a:lnTo>
                  <a:lnTo>
                    <a:pt x="211380" y="527049"/>
                  </a:lnTo>
                  <a:lnTo>
                    <a:pt x="211380" y="571499"/>
                  </a:lnTo>
                  <a:close/>
                </a:path>
                <a:path w="876300" h="951229">
                  <a:moveTo>
                    <a:pt x="280588" y="645159"/>
                  </a:moveTo>
                  <a:lnTo>
                    <a:pt x="249908" y="645159"/>
                  </a:lnTo>
                  <a:lnTo>
                    <a:pt x="249908" y="527049"/>
                  </a:lnTo>
                  <a:lnTo>
                    <a:pt x="280588" y="527049"/>
                  </a:lnTo>
                  <a:lnTo>
                    <a:pt x="280588" y="571499"/>
                  </a:lnTo>
                  <a:lnTo>
                    <a:pt x="349986" y="571499"/>
                  </a:lnTo>
                  <a:lnTo>
                    <a:pt x="349986" y="601979"/>
                  </a:lnTo>
                  <a:lnTo>
                    <a:pt x="280588" y="601979"/>
                  </a:lnTo>
                  <a:lnTo>
                    <a:pt x="280588" y="645159"/>
                  </a:lnTo>
                  <a:close/>
                </a:path>
                <a:path w="876300" h="951229">
                  <a:moveTo>
                    <a:pt x="349986" y="571499"/>
                  </a:moveTo>
                  <a:lnTo>
                    <a:pt x="319283" y="571499"/>
                  </a:lnTo>
                  <a:lnTo>
                    <a:pt x="319283" y="527049"/>
                  </a:lnTo>
                  <a:lnTo>
                    <a:pt x="349986" y="527049"/>
                  </a:lnTo>
                  <a:lnTo>
                    <a:pt x="349986" y="571499"/>
                  </a:lnTo>
                  <a:close/>
                </a:path>
                <a:path w="876300" h="951229">
                  <a:moveTo>
                    <a:pt x="761856" y="599439"/>
                  </a:moveTo>
                  <a:lnTo>
                    <a:pt x="600609" y="599439"/>
                  </a:lnTo>
                  <a:lnTo>
                    <a:pt x="593735" y="591819"/>
                  </a:lnTo>
                  <a:lnTo>
                    <a:pt x="593735" y="575309"/>
                  </a:lnTo>
                  <a:lnTo>
                    <a:pt x="600609" y="568959"/>
                  </a:lnTo>
                  <a:lnTo>
                    <a:pt x="761856" y="568959"/>
                  </a:lnTo>
                  <a:lnTo>
                    <a:pt x="768729" y="575309"/>
                  </a:lnTo>
                  <a:lnTo>
                    <a:pt x="768729" y="591819"/>
                  </a:lnTo>
                  <a:lnTo>
                    <a:pt x="761856" y="599439"/>
                  </a:lnTo>
                  <a:close/>
                </a:path>
                <a:path w="876300" h="951229">
                  <a:moveTo>
                    <a:pt x="211380" y="645159"/>
                  </a:moveTo>
                  <a:lnTo>
                    <a:pt x="180701" y="645159"/>
                  </a:lnTo>
                  <a:lnTo>
                    <a:pt x="180701" y="601979"/>
                  </a:lnTo>
                  <a:lnTo>
                    <a:pt x="211380" y="601979"/>
                  </a:lnTo>
                  <a:lnTo>
                    <a:pt x="211380" y="645159"/>
                  </a:lnTo>
                  <a:close/>
                </a:path>
                <a:path w="876300" h="951229">
                  <a:moveTo>
                    <a:pt x="349986" y="645159"/>
                  </a:moveTo>
                  <a:lnTo>
                    <a:pt x="319283" y="645159"/>
                  </a:lnTo>
                  <a:lnTo>
                    <a:pt x="319283" y="601979"/>
                  </a:lnTo>
                  <a:lnTo>
                    <a:pt x="349986" y="601979"/>
                  </a:lnTo>
                  <a:lnTo>
                    <a:pt x="349986" y="645159"/>
                  </a:lnTo>
                  <a:close/>
                </a:path>
                <a:path w="876300" h="951229">
                  <a:moveTo>
                    <a:pt x="761856" y="758189"/>
                  </a:moveTo>
                  <a:lnTo>
                    <a:pt x="118200" y="758189"/>
                  </a:lnTo>
                  <a:lnTo>
                    <a:pt x="111326" y="751839"/>
                  </a:lnTo>
                  <a:lnTo>
                    <a:pt x="111326" y="734059"/>
                  </a:lnTo>
                  <a:lnTo>
                    <a:pt x="118200" y="727709"/>
                  </a:lnTo>
                  <a:lnTo>
                    <a:pt x="761856" y="727709"/>
                  </a:lnTo>
                  <a:lnTo>
                    <a:pt x="768729" y="734059"/>
                  </a:lnTo>
                  <a:lnTo>
                    <a:pt x="768729" y="751839"/>
                  </a:lnTo>
                  <a:lnTo>
                    <a:pt x="761856" y="758189"/>
                  </a:lnTo>
                  <a:close/>
                </a:path>
                <a:path w="876300" h="951229">
                  <a:moveTo>
                    <a:pt x="761856" y="829309"/>
                  </a:moveTo>
                  <a:lnTo>
                    <a:pt x="118200" y="829309"/>
                  </a:lnTo>
                  <a:lnTo>
                    <a:pt x="111326" y="822959"/>
                  </a:lnTo>
                  <a:lnTo>
                    <a:pt x="111326" y="806449"/>
                  </a:lnTo>
                  <a:lnTo>
                    <a:pt x="118200" y="798829"/>
                  </a:lnTo>
                  <a:lnTo>
                    <a:pt x="761856" y="798829"/>
                  </a:lnTo>
                  <a:lnTo>
                    <a:pt x="768729" y="806449"/>
                  </a:lnTo>
                  <a:lnTo>
                    <a:pt x="768729" y="822959"/>
                  </a:lnTo>
                  <a:lnTo>
                    <a:pt x="761856" y="829309"/>
                  </a:lnTo>
                  <a:close/>
                </a:path>
              </a:pathLst>
            </a:custGeom>
            <a:solidFill>
              <a:srgbClr val="3637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21268" y="2326888"/>
            <a:ext cx="2730500" cy="21323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10"/>
              </a:spcBef>
            </a:pPr>
            <a:r>
              <a:rPr sz="1900" spc="-150" dirty="0">
                <a:solidFill>
                  <a:srgbClr val="2E6D6D"/>
                </a:solidFill>
                <a:latin typeface="Arial Black"/>
                <a:cs typeface="Arial Black"/>
              </a:rPr>
              <a:t>User </a:t>
            </a:r>
            <a:r>
              <a:rPr sz="1900" spc="-10" dirty="0">
                <a:solidFill>
                  <a:srgbClr val="2E6D6D"/>
                </a:solidFill>
                <a:latin typeface="Arial Black"/>
                <a:cs typeface="Arial Black"/>
              </a:rPr>
              <a:t>Onboarding</a:t>
            </a:r>
            <a:endParaRPr sz="1900">
              <a:latin typeface="Arial Black"/>
              <a:cs typeface="Arial Black"/>
            </a:endParaRPr>
          </a:p>
          <a:p>
            <a:pPr marL="173990" marR="5080" indent="-161925" algn="r">
              <a:lnSpc>
                <a:spcPct val="125000"/>
              </a:lnSpc>
              <a:spcBef>
                <a:spcPts val="800"/>
              </a:spcBef>
            </a:pPr>
            <a:r>
              <a:rPr sz="1500" dirty="0">
                <a:latin typeface="Lucida Sans Unicode"/>
                <a:cs typeface="Lucida Sans Unicode"/>
              </a:rPr>
              <a:t>Users</a:t>
            </a:r>
            <a:r>
              <a:rPr sz="1500" spc="-95" dirty="0">
                <a:latin typeface="Lucida Sans Unicode"/>
                <a:cs typeface="Lucida Sans Unicode"/>
              </a:rPr>
              <a:t> </a:t>
            </a:r>
            <a:r>
              <a:rPr sz="1500" spc="-55" dirty="0">
                <a:latin typeface="Lucida Sans Unicode"/>
                <a:cs typeface="Lucida Sans Unicode"/>
              </a:rPr>
              <a:t>sign</a:t>
            </a:r>
            <a:r>
              <a:rPr sz="1500" spc="-9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up</a:t>
            </a:r>
            <a:r>
              <a:rPr sz="1500" spc="-9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on</a:t>
            </a:r>
            <a:r>
              <a:rPr sz="1500" spc="-9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the</a:t>
            </a:r>
            <a:r>
              <a:rPr sz="1500" spc="-9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platform </a:t>
            </a:r>
            <a:r>
              <a:rPr sz="1500" dirty="0">
                <a:latin typeface="Lucida Sans Unicode"/>
                <a:cs typeface="Lucida Sans Unicode"/>
              </a:rPr>
              <a:t>and</a:t>
            </a:r>
            <a:r>
              <a:rPr sz="1500" spc="-9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are</a:t>
            </a:r>
            <a:r>
              <a:rPr sz="1500" spc="-9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introduced</a:t>
            </a:r>
            <a:r>
              <a:rPr sz="1500" spc="-90" dirty="0">
                <a:latin typeface="Lucida Sans Unicode"/>
                <a:cs typeface="Lucida Sans Unicode"/>
              </a:rPr>
              <a:t> </a:t>
            </a:r>
            <a:r>
              <a:rPr sz="1500" spc="-25" dirty="0">
                <a:latin typeface="Lucida Sans Unicode"/>
                <a:cs typeface="Lucida Sans Unicode"/>
              </a:rPr>
              <a:t>to </a:t>
            </a:r>
            <a:r>
              <a:rPr sz="1500" spc="-10" dirty="0">
                <a:latin typeface="Lucida Sans Unicode"/>
                <a:cs typeface="Lucida Sans Unicode"/>
              </a:rPr>
              <a:t>LearnLoop’s</a:t>
            </a:r>
            <a:r>
              <a:rPr sz="1500" spc="-7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core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idea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25" dirty="0">
                <a:latin typeface="Lucida Sans Unicode"/>
                <a:cs typeface="Lucida Sans Unicode"/>
              </a:rPr>
              <a:t>of </a:t>
            </a:r>
            <a:r>
              <a:rPr sz="1500" spc="-10" dirty="0">
                <a:latin typeface="Lucida Sans Unicode"/>
                <a:cs typeface="Lucida Sans Unicode"/>
              </a:rPr>
              <a:t>habit‑based,</a:t>
            </a:r>
            <a:r>
              <a:rPr sz="1500" spc="-85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personalized </a:t>
            </a:r>
            <a:r>
              <a:rPr sz="1500" spc="-25" dirty="0">
                <a:latin typeface="Lucida Sans Unicode"/>
                <a:cs typeface="Lucida Sans Unicode"/>
              </a:rPr>
              <a:t>learning</a:t>
            </a:r>
            <a:r>
              <a:rPr sz="1500" spc="-75" dirty="0">
                <a:latin typeface="Lucida Sans Unicode"/>
                <a:cs typeface="Lucida Sans Unicode"/>
              </a:rPr>
              <a:t> </a:t>
            </a:r>
            <a:r>
              <a:rPr sz="1500" spc="-25" dirty="0">
                <a:latin typeface="Lucida Sans Unicode"/>
                <a:cs typeface="Lucida Sans Unicode"/>
              </a:rPr>
              <a:t>through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a</a:t>
            </a:r>
            <a:r>
              <a:rPr sz="1500" spc="-75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simple </a:t>
            </a:r>
            <a:r>
              <a:rPr sz="1500" spc="-30" dirty="0">
                <a:latin typeface="Lucida Sans Unicode"/>
                <a:cs typeface="Lucida Sans Unicode"/>
              </a:rPr>
              <a:t>guided</a:t>
            </a:r>
            <a:r>
              <a:rPr sz="1500" spc="-65" dirty="0">
                <a:latin typeface="Lucida Sans Unicode"/>
                <a:cs typeface="Lucida Sans Unicode"/>
              </a:rPr>
              <a:t> </a:t>
            </a:r>
            <a:r>
              <a:rPr sz="1500" spc="-25" dirty="0">
                <a:latin typeface="Lucida Sans Unicode"/>
                <a:cs typeface="Lucida Sans Unicode"/>
              </a:rPr>
              <a:t>onboarding</a:t>
            </a:r>
            <a:r>
              <a:rPr sz="1500" spc="-6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process.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938252" y="2326888"/>
            <a:ext cx="3031490" cy="24180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130" dirty="0">
                <a:solidFill>
                  <a:srgbClr val="2E6D6D"/>
                </a:solidFill>
                <a:latin typeface="Arial Black"/>
                <a:cs typeface="Arial Black"/>
              </a:rPr>
              <a:t>Personalized</a:t>
            </a:r>
            <a:r>
              <a:rPr sz="1900" spc="-90" dirty="0">
                <a:solidFill>
                  <a:srgbClr val="2E6D6D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2E6D6D"/>
                </a:solidFill>
                <a:latin typeface="Arial Black"/>
                <a:cs typeface="Arial Black"/>
              </a:rPr>
              <a:t>Dashboard</a:t>
            </a:r>
            <a:endParaRPr sz="1900">
              <a:latin typeface="Arial Black"/>
              <a:cs typeface="Arial Black"/>
            </a:endParaRPr>
          </a:p>
          <a:p>
            <a:pPr marL="535305" marR="5080" indent="609600" algn="r">
              <a:lnSpc>
                <a:spcPct val="125000"/>
              </a:lnSpc>
              <a:spcBef>
                <a:spcPts val="800"/>
              </a:spcBef>
            </a:pPr>
            <a:r>
              <a:rPr sz="1500" dirty="0">
                <a:latin typeface="Lucida Sans Unicode"/>
                <a:cs typeface="Lucida Sans Unicode"/>
              </a:rPr>
              <a:t>Based</a:t>
            </a:r>
            <a:r>
              <a:rPr sz="1500" spc="-4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on</a:t>
            </a:r>
            <a:r>
              <a:rPr sz="1500" spc="-4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the</a:t>
            </a:r>
            <a:r>
              <a:rPr sz="1500" spc="-4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inputs, </a:t>
            </a:r>
            <a:r>
              <a:rPr sz="1500" dirty="0">
                <a:latin typeface="Lucida Sans Unicode"/>
                <a:cs typeface="Lucida Sans Unicode"/>
              </a:rPr>
              <a:t>LearnLoop</a:t>
            </a:r>
            <a:r>
              <a:rPr sz="1500" spc="-20" dirty="0">
                <a:latin typeface="Lucida Sans Unicode"/>
                <a:cs typeface="Lucida Sans Unicode"/>
              </a:rPr>
              <a:t> generates </a:t>
            </a:r>
            <a:r>
              <a:rPr sz="1500" spc="-50" dirty="0">
                <a:latin typeface="Lucida Sans Unicode"/>
                <a:cs typeface="Lucida Sans Unicode"/>
              </a:rPr>
              <a:t>a </a:t>
            </a:r>
            <a:r>
              <a:rPr sz="1500" spc="-25" dirty="0">
                <a:latin typeface="Lucida Sans Unicode"/>
                <a:cs typeface="Lucida Sans Unicode"/>
              </a:rPr>
              <a:t>personalized</a:t>
            </a:r>
            <a:r>
              <a:rPr sz="1500" spc="-3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dashboard </a:t>
            </a:r>
            <a:r>
              <a:rPr sz="1500" spc="-35" dirty="0">
                <a:latin typeface="Lucida Sans Unicode"/>
                <a:cs typeface="Lucida Sans Unicode"/>
              </a:rPr>
              <a:t>showing</a:t>
            </a:r>
            <a:r>
              <a:rPr sz="1500" spc="-7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daily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learning </a:t>
            </a:r>
            <a:r>
              <a:rPr sz="1500" spc="-45" dirty="0">
                <a:latin typeface="Lucida Sans Unicode"/>
                <a:cs typeface="Lucida Sans Unicode"/>
              </a:rPr>
              <a:t>tasks,</a:t>
            </a:r>
            <a:r>
              <a:rPr sz="1500" spc="-75" dirty="0">
                <a:latin typeface="Lucida Sans Unicode"/>
                <a:cs typeface="Lucida Sans Unicode"/>
              </a:rPr>
              <a:t> </a:t>
            </a:r>
            <a:r>
              <a:rPr sz="1500" spc="-30" dirty="0">
                <a:latin typeface="Lucida Sans Unicode"/>
                <a:cs typeface="Lucida Sans Unicode"/>
              </a:rPr>
              <a:t>progress</a:t>
            </a:r>
            <a:r>
              <a:rPr sz="1500" spc="-75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tracking, </a:t>
            </a:r>
            <a:r>
              <a:rPr sz="1500" spc="-35" dirty="0">
                <a:latin typeface="Lucida Sans Unicode"/>
                <a:cs typeface="Lucida Sans Unicode"/>
              </a:rPr>
              <a:t>streaks,</a:t>
            </a:r>
            <a:r>
              <a:rPr sz="1500" spc="-9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and</a:t>
            </a:r>
            <a:r>
              <a:rPr sz="1500" spc="-9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recommended</a:t>
            </a:r>
            <a:endParaRPr sz="1500">
              <a:latin typeface="Lucida Sans Unicode"/>
              <a:cs typeface="Lucida Sans Unicode"/>
            </a:endParaRPr>
          </a:p>
          <a:p>
            <a:pPr marR="5080" algn="r">
              <a:lnSpc>
                <a:spcPct val="100000"/>
              </a:lnSpc>
              <a:spcBef>
                <a:spcPts val="450"/>
              </a:spcBef>
            </a:pPr>
            <a:r>
              <a:rPr sz="1500" dirty="0">
                <a:latin typeface="Lucida Sans Unicode"/>
                <a:cs typeface="Lucida Sans Unicode"/>
              </a:rPr>
              <a:t>study</a:t>
            </a:r>
            <a:r>
              <a:rPr sz="1500" spc="-4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times.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011185" y="2391343"/>
            <a:ext cx="2595880" cy="26396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62230" algn="r">
              <a:lnSpc>
                <a:spcPct val="100000"/>
              </a:lnSpc>
              <a:spcBef>
                <a:spcPts val="110"/>
              </a:spcBef>
            </a:pPr>
            <a:r>
              <a:rPr sz="1900" spc="-125" dirty="0">
                <a:solidFill>
                  <a:srgbClr val="2E6D6D"/>
                </a:solidFill>
                <a:latin typeface="Arial Black"/>
                <a:cs typeface="Arial Black"/>
              </a:rPr>
              <a:t>Automatic</a:t>
            </a:r>
            <a:r>
              <a:rPr sz="1900" spc="-114" dirty="0">
                <a:solidFill>
                  <a:srgbClr val="2E6D6D"/>
                </a:solidFill>
                <a:latin typeface="Arial Black"/>
                <a:cs typeface="Arial Black"/>
              </a:rPr>
              <a:t> </a:t>
            </a:r>
            <a:r>
              <a:rPr sz="1900" spc="-185" dirty="0">
                <a:solidFill>
                  <a:srgbClr val="2E6D6D"/>
                </a:solidFill>
                <a:latin typeface="Arial Black"/>
                <a:cs typeface="Arial Black"/>
              </a:rPr>
              <a:t>Tracking</a:t>
            </a:r>
            <a:r>
              <a:rPr sz="1900" spc="-114" dirty="0">
                <a:solidFill>
                  <a:srgbClr val="2E6D6D"/>
                </a:solidFill>
                <a:latin typeface="Arial Black"/>
                <a:cs typeface="Arial Black"/>
              </a:rPr>
              <a:t> </a:t>
            </a:r>
            <a:r>
              <a:rPr sz="1900" spc="-475" dirty="0">
                <a:solidFill>
                  <a:srgbClr val="2E6D6D"/>
                </a:solidFill>
                <a:latin typeface="Arial Black"/>
                <a:cs typeface="Arial Black"/>
              </a:rPr>
              <a:t>&amp;</a:t>
            </a:r>
            <a:endParaRPr sz="1900">
              <a:latin typeface="Arial Black"/>
              <a:cs typeface="Arial Black"/>
            </a:endParaRPr>
          </a:p>
          <a:p>
            <a:pPr marR="5080" algn="r">
              <a:lnSpc>
                <a:spcPct val="100000"/>
              </a:lnSpc>
              <a:spcBef>
                <a:spcPts val="120"/>
              </a:spcBef>
            </a:pPr>
            <a:r>
              <a:rPr sz="1900" spc="-145" dirty="0">
                <a:solidFill>
                  <a:srgbClr val="2E6D6D"/>
                </a:solidFill>
                <a:latin typeface="Arial Black"/>
                <a:cs typeface="Arial Black"/>
              </a:rPr>
              <a:t>AI</a:t>
            </a:r>
            <a:r>
              <a:rPr sz="1900" spc="-170" dirty="0">
                <a:solidFill>
                  <a:srgbClr val="2E6D6D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2E6D6D"/>
                </a:solidFill>
                <a:latin typeface="Arial Black"/>
                <a:cs typeface="Arial Black"/>
              </a:rPr>
              <a:t>Analysis</a:t>
            </a:r>
            <a:endParaRPr sz="1900">
              <a:latin typeface="Arial Black"/>
              <a:cs typeface="Arial Black"/>
            </a:endParaRPr>
          </a:p>
          <a:p>
            <a:pPr marL="27940" marR="5080" indent="208279" algn="r">
              <a:lnSpc>
                <a:spcPct val="125000"/>
              </a:lnSpc>
              <a:spcBef>
                <a:spcPts val="140"/>
              </a:spcBef>
            </a:pPr>
            <a:r>
              <a:rPr sz="1500" spc="-30" dirty="0">
                <a:latin typeface="Lucida Sans Unicode"/>
                <a:cs typeface="Lucida Sans Unicode"/>
              </a:rPr>
              <a:t>The</a:t>
            </a:r>
            <a:r>
              <a:rPr sz="1500" spc="-9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system</a:t>
            </a:r>
            <a:r>
              <a:rPr sz="1500" spc="-9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automatically </a:t>
            </a:r>
            <a:r>
              <a:rPr sz="1500" spc="-20" dirty="0">
                <a:latin typeface="Lucida Sans Unicode"/>
                <a:cs typeface="Lucida Sans Unicode"/>
              </a:rPr>
              <a:t>tracks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time</a:t>
            </a:r>
            <a:r>
              <a:rPr sz="1500" spc="-65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spent,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accuracy, </a:t>
            </a:r>
            <a:r>
              <a:rPr sz="1500" spc="-20" dirty="0">
                <a:latin typeface="Lucida Sans Unicode"/>
                <a:cs typeface="Lucida Sans Unicode"/>
              </a:rPr>
              <a:t>retries,</a:t>
            </a:r>
            <a:r>
              <a:rPr sz="1500" spc="-65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consistency,</a:t>
            </a:r>
            <a:r>
              <a:rPr sz="1500" spc="-60" dirty="0">
                <a:latin typeface="Lucida Sans Unicode"/>
                <a:cs typeface="Lucida Sans Unicode"/>
              </a:rPr>
              <a:t> </a:t>
            </a:r>
            <a:r>
              <a:rPr sz="1500" spc="-25" dirty="0">
                <a:latin typeface="Lucida Sans Unicode"/>
                <a:cs typeface="Lucida Sans Unicode"/>
              </a:rPr>
              <a:t>and learning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patterns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25" dirty="0">
                <a:latin typeface="Lucida Sans Unicode"/>
                <a:cs typeface="Lucida Sans Unicode"/>
              </a:rPr>
              <a:t>in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25" dirty="0">
                <a:latin typeface="Lucida Sans Unicode"/>
                <a:cs typeface="Lucida Sans Unicode"/>
              </a:rPr>
              <a:t>the </a:t>
            </a:r>
            <a:r>
              <a:rPr sz="1500" spc="-35" dirty="0">
                <a:latin typeface="Lucida Sans Unicode"/>
                <a:cs typeface="Lucida Sans Unicode"/>
              </a:rPr>
              <a:t>background,</a:t>
            </a:r>
            <a:r>
              <a:rPr sz="1500" spc="-3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without </a:t>
            </a:r>
            <a:r>
              <a:rPr sz="1500" spc="-30" dirty="0">
                <a:latin typeface="Lucida Sans Unicode"/>
                <a:cs typeface="Lucida Sans Unicode"/>
              </a:rPr>
              <a:t>requiring</a:t>
            </a:r>
            <a:r>
              <a:rPr sz="1500" spc="-7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any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manual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20" dirty="0">
                <a:latin typeface="Lucida Sans Unicode"/>
                <a:cs typeface="Lucida Sans Unicode"/>
              </a:rPr>
              <a:t>input</a:t>
            </a:r>
            <a:endParaRPr sz="1500">
              <a:latin typeface="Lucida Sans Unicode"/>
              <a:cs typeface="Lucida Sans Unicode"/>
            </a:endParaRPr>
          </a:p>
          <a:p>
            <a:pPr marR="5080" algn="r">
              <a:lnSpc>
                <a:spcPct val="100000"/>
              </a:lnSpc>
              <a:spcBef>
                <a:spcPts val="450"/>
              </a:spcBef>
            </a:pPr>
            <a:r>
              <a:rPr sz="1500" spc="-10" dirty="0">
                <a:latin typeface="Lucida Sans Unicode"/>
                <a:cs typeface="Lucida Sans Unicode"/>
              </a:rPr>
              <a:t>from</a:t>
            </a:r>
            <a:r>
              <a:rPr sz="1500" spc="-105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users.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813302" y="2336766"/>
            <a:ext cx="2458720" cy="26250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208915">
              <a:lnSpc>
                <a:spcPts val="2400"/>
              </a:lnSpc>
              <a:spcBef>
                <a:spcPts val="90"/>
              </a:spcBef>
            </a:pPr>
            <a:r>
              <a:rPr sz="1900" spc="-175" dirty="0">
                <a:solidFill>
                  <a:srgbClr val="2E6D6D"/>
                </a:solidFill>
                <a:latin typeface="Arial Black"/>
                <a:cs typeface="Arial Black"/>
              </a:rPr>
              <a:t>Rewards,</a:t>
            </a:r>
            <a:r>
              <a:rPr sz="1900" spc="-130" dirty="0">
                <a:solidFill>
                  <a:srgbClr val="2E6D6D"/>
                </a:solidFill>
                <a:latin typeface="Arial Black"/>
                <a:cs typeface="Arial Black"/>
              </a:rPr>
              <a:t> </a:t>
            </a:r>
            <a:r>
              <a:rPr sz="1900" spc="-170" dirty="0">
                <a:solidFill>
                  <a:srgbClr val="2E6D6D"/>
                </a:solidFill>
                <a:latin typeface="Arial Black"/>
                <a:cs typeface="Arial Black"/>
              </a:rPr>
              <a:t>Streaks</a:t>
            </a:r>
            <a:r>
              <a:rPr sz="1900" spc="-125" dirty="0">
                <a:solidFill>
                  <a:srgbClr val="2E6D6D"/>
                </a:solidFill>
                <a:latin typeface="Arial Black"/>
                <a:cs typeface="Arial Black"/>
              </a:rPr>
              <a:t> </a:t>
            </a:r>
            <a:r>
              <a:rPr sz="1900" spc="-475" dirty="0">
                <a:solidFill>
                  <a:srgbClr val="2E6D6D"/>
                </a:solidFill>
                <a:latin typeface="Arial Black"/>
                <a:cs typeface="Arial Black"/>
              </a:rPr>
              <a:t>&amp;</a:t>
            </a:r>
            <a:r>
              <a:rPr sz="1900" spc="-140" dirty="0">
                <a:solidFill>
                  <a:srgbClr val="2E6D6D"/>
                </a:solidFill>
                <a:latin typeface="Arial Black"/>
                <a:cs typeface="Arial Black"/>
              </a:rPr>
              <a:t> Skill</a:t>
            </a:r>
            <a:r>
              <a:rPr sz="1900" spc="-145" dirty="0">
                <a:solidFill>
                  <a:srgbClr val="2E6D6D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2E6D6D"/>
                </a:solidFill>
                <a:latin typeface="Arial Black"/>
                <a:cs typeface="Arial Black"/>
              </a:rPr>
              <a:t>Mastery</a:t>
            </a:r>
            <a:endParaRPr sz="1900">
              <a:latin typeface="Arial Black"/>
              <a:cs typeface="Arial Black"/>
            </a:endParaRPr>
          </a:p>
          <a:p>
            <a:pPr marL="104775" marR="5080" indent="534670" algn="r">
              <a:lnSpc>
                <a:spcPts val="2250"/>
              </a:lnSpc>
              <a:spcBef>
                <a:spcPts val="25"/>
              </a:spcBef>
            </a:pPr>
            <a:r>
              <a:rPr sz="1500" dirty="0">
                <a:latin typeface="Lucida Sans Unicode"/>
                <a:cs typeface="Lucida Sans Unicode"/>
              </a:rPr>
              <a:t>Users</a:t>
            </a:r>
            <a:r>
              <a:rPr sz="1500" spc="-9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earn</a:t>
            </a:r>
            <a:r>
              <a:rPr sz="1500" spc="-9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rewards, maintain</a:t>
            </a:r>
            <a:r>
              <a:rPr sz="1500" spc="-90" dirty="0">
                <a:latin typeface="Lucida Sans Unicode"/>
                <a:cs typeface="Lucida Sans Unicode"/>
              </a:rPr>
              <a:t> </a:t>
            </a:r>
            <a:r>
              <a:rPr sz="1500" spc="-25" dirty="0">
                <a:latin typeface="Lucida Sans Unicode"/>
                <a:cs typeface="Lucida Sans Unicode"/>
              </a:rPr>
              <a:t>learning</a:t>
            </a:r>
            <a:r>
              <a:rPr sz="1500" spc="-90" dirty="0">
                <a:latin typeface="Lucida Sans Unicode"/>
                <a:cs typeface="Lucida Sans Unicode"/>
              </a:rPr>
              <a:t> </a:t>
            </a:r>
            <a:r>
              <a:rPr sz="1500" spc="-20" dirty="0">
                <a:latin typeface="Lucida Sans Unicode"/>
                <a:cs typeface="Lucida Sans Unicode"/>
              </a:rPr>
              <a:t>streaks, </a:t>
            </a:r>
            <a:r>
              <a:rPr sz="1500" dirty="0">
                <a:latin typeface="Lucida Sans Unicode"/>
                <a:cs typeface="Lucida Sans Unicode"/>
              </a:rPr>
              <a:t>and</a:t>
            </a:r>
            <a:r>
              <a:rPr sz="1500" spc="-10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build</a:t>
            </a:r>
            <a:r>
              <a:rPr sz="1500" spc="-100" dirty="0">
                <a:latin typeface="Lucida Sans Unicode"/>
                <a:cs typeface="Lucida Sans Unicode"/>
              </a:rPr>
              <a:t> </a:t>
            </a:r>
            <a:r>
              <a:rPr sz="1500" spc="-25" dirty="0">
                <a:latin typeface="Lucida Sans Unicode"/>
                <a:cs typeface="Lucida Sans Unicode"/>
              </a:rPr>
              <a:t>strong</a:t>
            </a:r>
            <a:r>
              <a:rPr sz="1500" spc="-10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habits, </a:t>
            </a:r>
            <a:r>
              <a:rPr sz="1500" spc="-25" dirty="0">
                <a:latin typeface="Lucida Sans Unicode"/>
                <a:cs typeface="Lucida Sans Unicode"/>
              </a:rPr>
              <a:t>leading</a:t>
            </a:r>
            <a:r>
              <a:rPr sz="1500" spc="-8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to</a:t>
            </a:r>
            <a:r>
              <a:rPr sz="1500" spc="-75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consistent </a:t>
            </a:r>
            <a:r>
              <a:rPr sz="1500" spc="-35" dirty="0">
                <a:latin typeface="Lucida Sans Unicode"/>
                <a:cs typeface="Lucida Sans Unicode"/>
              </a:rPr>
              <a:t>learning,</a:t>
            </a:r>
            <a:r>
              <a:rPr sz="1500" spc="-65" dirty="0">
                <a:latin typeface="Lucida Sans Unicode"/>
                <a:cs typeface="Lucida Sans Unicode"/>
              </a:rPr>
              <a:t> </a:t>
            </a:r>
            <a:r>
              <a:rPr sz="1500" spc="-30" dirty="0">
                <a:latin typeface="Lucida Sans Unicode"/>
                <a:cs typeface="Lucida Sans Unicode"/>
              </a:rPr>
              <a:t>higher</a:t>
            </a:r>
            <a:r>
              <a:rPr sz="1500" spc="-6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course completion,</a:t>
            </a:r>
            <a:r>
              <a:rPr sz="1500" spc="-55" dirty="0">
                <a:latin typeface="Lucida Sans Unicode"/>
                <a:cs typeface="Lucida Sans Unicode"/>
              </a:rPr>
              <a:t> </a:t>
            </a:r>
            <a:r>
              <a:rPr sz="1500" spc="-25" dirty="0">
                <a:latin typeface="Lucida Sans Unicode"/>
                <a:cs typeface="Lucida Sans Unicode"/>
              </a:rPr>
              <a:t>and </a:t>
            </a:r>
            <a:r>
              <a:rPr sz="1500" spc="-20" dirty="0">
                <a:latin typeface="Lucida Sans Unicode"/>
                <a:cs typeface="Lucida Sans Unicode"/>
              </a:rPr>
              <a:t>long‑term</a:t>
            </a:r>
            <a:r>
              <a:rPr sz="1500" spc="-65" dirty="0">
                <a:latin typeface="Lucida Sans Unicode"/>
                <a:cs typeface="Lucida Sans Unicode"/>
              </a:rPr>
              <a:t> </a:t>
            </a:r>
            <a:r>
              <a:rPr sz="1500" spc="-50" dirty="0">
                <a:latin typeface="Lucida Sans Unicode"/>
                <a:cs typeface="Lucida Sans Unicode"/>
              </a:rPr>
              <a:t>skill</a:t>
            </a:r>
            <a:r>
              <a:rPr sz="1500" spc="-6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mastery.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997467" y="6539780"/>
            <a:ext cx="2725420" cy="2694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16585" marR="5080" indent="1272540">
              <a:lnSpc>
                <a:spcPts val="2400"/>
              </a:lnSpc>
              <a:spcBef>
                <a:spcPts val="90"/>
              </a:spcBef>
            </a:pPr>
            <a:r>
              <a:rPr sz="1900" spc="-135" dirty="0">
                <a:solidFill>
                  <a:srgbClr val="2E6D6D"/>
                </a:solidFill>
                <a:latin typeface="Arial Black"/>
                <a:cs typeface="Arial Black"/>
              </a:rPr>
              <a:t>Goal</a:t>
            </a:r>
            <a:r>
              <a:rPr sz="1900" spc="-155" dirty="0">
                <a:solidFill>
                  <a:srgbClr val="2E6D6D"/>
                </a:solidFill>
                <a:latin typeface="Arial Black"/>
                <a:cs typeface="Arial Black"/>
              </a:rPr>
              <a:t> </a:t>
            </a:r>
            <a:r>
              <a:rPr sz="1900" spc="-475" dirty="0">
                <a:solidFill>
                  <a:srgbClr val="2E6D6D"/>
                </a:solidFill>
                <a:latin typeface="Arial Black"/>
                <a:cs typeface="Arial Black"/>
              </a:rPr>
              <a:t>&amp;</a:t>
            </a:r>
            <a:r>
              <a:rPr sz="1900" spc="-105" dirty="0">
                <a:solidFill>
                  <a:srgbClr val="2E6D6D"/>
                </a:solidFill>
                <a:latin typeface="Arial Black"/>
                <a:cs typeface="Arial Black"/>
              </a:rPr>
              <a:t> Availability</a:t>
            </a:r>
            <a:r>
              <a:rPr sz="1900" spc="-125" dirty="0">
                <a:solidFill>
                  <a:srgbClr val="2E6D6D"/>
                </a:solidFill>
                <a:latin typeface="Arial Black"/>
                <a:cs typeface="Arial Black"/>
              </a:rPr>
              <a:t> </a:t>
            </a:r>
            <a:r>
              <a:rPr sz="1900" spc="-90" dirty="0">
                <a:solidFill>
                  <a:srgbClr val="2E6D6D"/>
                </a:solidFill>
                <a:latin typeface="Arial Black"/>
                <a:cs typeface="Arial Black"/>
              </a:rPr>
              <a:t>Setup</a:t>
            </a:r>
            <a:endParaRPr sz="1900">
              <a:latin typeface="Arial Black"/>
              <a:cs typeface="Arial Black"/>
            </a:endParaRPr>
          </a:p>
          <a:p>
            <a:pPr marL="12700" marR="77470" indent="207645" algn="r">
              <a:lnSpc>
                <a:spcPct val="125000"/>
              </a:lnSpc>
              <a:spcBef>
                <a:spcPts val="470"/>
              </a:spcBef>
            </a:pPr>
            <a:r>
              <a:rPr sz="1500" dirty="0">
                <a:latin typeface="Lucida Sans Unicode"/>
                <a:cs typeface="Lucida Sans Unicode"/>
              </a:rPr>
              <a:t>Users</a:t>
            </a:r>
            <a:r>
              <a:rPr sz="1500" spc="-10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define</a:t>
            </a:r>
            <a:r>
              <a:rPr sz="1500" spc="-10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their</a:t>
            </a:r>
            <a:r>
              <a:rPr sz="1500" spc="-10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learning </a:t>
            </a:r>
            <a:r>
              <a:rPr sz="1500" spc="-35" dirty="0">
                <a:latin typeface="Lucida Sans Unicode"/>
                <a:cs typeface="Lucida Sans Unicode"/>
              </a:rPr>
              <a:t>goals</a:t>
            </a:r>
            <a:r>
              <a:rPr sz="1500" spc="-80" dirty="0">
                <a:latin typeface="Lucida Sans Unicode"/>
                <a:cs typeface="Lucida Sans Unicode"/>
              </a:rPr>
              <a:t> </a:t>
            </a:r>
            <a:r>
              <a:rPr sz="1500" spc="-25" dirty="0">
                <a:latin typeface="Lucida Sans Unicode"/>
                <a:cs typeface="Lucida Sans Unicode"/>
              </a:rPr>
              <a:t>(career,</a:t>
            </a:r>
            <a:r>
              <a:rPr sz="1500" spc="-75" dirty="0">
                <a:latin typeface="Lucida Sans Unicode"/>
                <a:cs typeface="Lucida Sans Unicode"/>
              </a:rPr>
              <a:t> </a:t>
            </a:r>
            <a:r>
              <a:rPr sz="1500" spc="-50" dirty="0">
                <a:latin typeface="Lucida Sans Unicode"/>
                <a:cs typeface="Lucida Sans Unicode"/>
              </a:rPr>
              <a:t>skill,</a:t>
            </a:r>
            <a:r>
              <a:rPr sz="1500" spc="-75" dirty="0">
                <a:latin typeface="Lucida Sans Unicode"/>
                <a:cs typeface="Lucida Sans Unicode"/>
              </a:rPr>
              <a:t> </a:t>
            </a:r>
            <a:r>
              <a:rPr sz="1500" spc="-25" dirty="0">
                <a:latin typeface="Lucida Sans Unicode"/>
                <a:cs typeface="Lucida Sans Unicode"/>
              </a:rPr>
              <a:t>or exam‑oriented),</a:t>
            </a:r>
            <a:r>
              <a:rPr sz="1500" spc="-3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current</a:t>
            </a:r>
            <a:r>
              <a:rPr sz="1500" spc="-30" dirty="0">
                <a:latin typeface="Lucida Sans Unicode"/>
                <a:cs typeface="Lucida Sans Unicode"/>
              </a:rPr>
              <a:t> </a:t>
            </a:r>
            <a:r>
              <a:rPr sz="1500" spc="-20" dirty="0">
                <a:latin typeface="Lucida Sans Unicode"/>
                <a:cs typeface="Lucida Sans Unicode"/>
              </a:rPr>
              <a:t>skill </a:t>
            </a:r>
            <a:r>
              <a:rPr sz="1500" dirty="0">
                <a:latin typeface="Lucida Sans Unicode"/>
                <a:cs typeface="Lucida Sans Unicode"/>
              </a:rPr>
              <a:t>level,</a:t>
            </a:r>
            <a:r>
              <a:rPr sz="1500" spc="-9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and</a:t>
            </a:r>
            <a:r>
              <a:rPr sz="1500" spc="-9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daily</a:t>
            </a:r>
            <a:r>
              <a:rPr sz="1500" spc="-9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or</a:t>
            </a:r>
            <a:r>
              <a:rPr sz="1500" spc="-9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weekly time</a:t>
            </a:r>
            <a:r>
              <a:rPr sz="1500" spc="-65" dirty="0">
                <a:latin typeface="Lucida Sans Unicode"/>
                <a:cs typeface="Lucida Sans Unicode"/>
              </a:rPr>
              <a:t> </a:t>
            </a:r>
            <a:r>
              <a:rPr sz="1500" spc="-20" dirty="0">
                <a:latin typeface="Lucida Sans Unicode"/>
                <a:cs typeface="Lucida Sans Unicode"/>
              </a:rPr>
              <a:t>availability,</a:t>
            </a:r>
            <a:r>
              <a:rPr sz="1500" spc="-6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which</a:t>
            </a:r>
            <a:r>
              <a:rPr sz="1500" spc="-65" dirty="0">
                <a:latin typeface="Lucida Sans Unicode"/>
                <a:cs typeface="Lucida Sans Unicode"/>
              </a:rPr>
              <a:t> </a:t>
            </a:r>
            <a:r>
              <a:rPr sz="1500" spc="-20" dirty="0">
                <a:latin typeface="Lucida Sans Unicode"/>
                <a:cs typeface="Lucida Sans Unicode"/>
              </a:rPr>
              <a:t>helps </a:t>
            </a:r>
            <a:r>
              <a:rPr sz="1500" dirty="0">
                <a:latin typeface="Lucida Sans Unicode"/>
                <a:cs typeface="Lucida Sans Unicode"/>
              </a:rPr>
              <a:t>the</a:t>
            </a:r>
            <a:r>
              <a:rPr sz="1500" spc="-8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system</a:t>
            </a:r>
            <a:r>
              <a:rPr sz="1500" spc="-7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understand</a:t>
            </a:r>
            <a:r>
              <a:rPr sz="1500" spc="-80" dirty="0">
                <a:latin typeface="Lucida Sans Unicode"/>
                <a:cs typeface="Lucida Sans Unicode"/>
              </a:rPr>
              <a:t> </a:t>
            </a:r>
            <a:r>
              <a:rPr sz="1500" spc="-20" dirty="0">
                <a:latin typeface="Lucida Sans Unicode"/>
                <a:cs typeface="Lucida Sans Unicode"/>
              </a:rPr>
              <a:t>user </a:t>
            </a:r>
            <a:r>
              <a:rPr sz="1500" dirty="0">
                <a:latin typeface="Lucida Sans Unicode"/>
                <a:cs typeface="Lucida Sans Unicode"/>
              </a:rPr>
              <a:t>intent</a:t>
            </a:r>
            <a:r>
              <a:rPr sz="1500" spc="-9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and</a:t>
            </a:r>
            <a:r>
              <a:rPr sz="1500" spc="-85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constraints.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825347" y="6488026"/>
            <a:ext cx="2461895" cy="27457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 marR="154305">
              <a:lnSpc>
                <a:spcPts val="2400"/>
              </a:lnSpc>
              <a:spcBef>
                <a:spcPts val="90"/>
              </a:spcBef>
            </a:pPr>
            <a:r>
              <a:rPr sz="1900" spc="-130" dirty="0">
                <a:solidFill>
                  <a:srgbClr val="2E6D6D"/>
                </a:solidFill>
                <a:latin typeface="Arial Black"/>
                <a:cs typeface="Arial Black"/>
              </a:rPr>
              <a:t>Learning </a:t>
            </a:r>
            <a:r>
              <a:rPr sz="1900" spc="-100" dirty="0">
                <a:solidFill>
                  <a:srgbClr val="2E6D6D"/>
                </a:solidFill>
                <a:latin typeface="Arial Black"/>
                <a:cs typeface="Arial Black"/>
              </a:rPr>
              <a:t>Content</a:t>
            </a:r>
            <a:r>
              <a:rPr sz="1900" spc="-130" dirty="0">
                <a:solidFill>
                  <a:srgbClr val="2E6D6D"/>
                </a:solidFill>
                <a:latin typeface="Arial Black"/>
                <a:cs typeface="Arial Black"/>
              </a:rPr>
              <a:t> </a:t>
            </a:r>
            <a:r>
              <a:rPr sz="1900" spc="-114" dirty="0">
                <a:solidFill>
                  <a:srgbClr val="2E6D6D"/>
                </a:solidFill>
                <a:latin typeface="Arial Black"/>
                <a:cs typeface="Arial Black"/>
              </a:rPr>
              <a:t>+ </a:t>
            </a:r>
            <a:r>
              <a:rPr sz="1900" spc="-60" dirty="0">
                <a:solidFill>
                  <a:srgbClr val="2E6D6D"/>
                </a:solidFill>
                <a:latin typeface="Arial Black"/>
                <a:cs typeface="Arial Black"/>
              </a:rPr>
              <a:t>Assignments</a:t>
            </a:r>
            <a:endParaRPr sz="1900">
              <a:latin typeface="Arial Black"/>
              <a:cs typeface="Arial Black"/>
            </a:endParaRPr>
          </a:p>
          <a:p>
            <a:pPr marL="12700" marR="5080" indent="245110" algn="r">
              <a:lnSpc>
                <a:spcPct val="125000"/>
              </a:lnSpc>
              <a:spcBef>
                <a:spcPts val="880"/>
              </a:spcBef>
            </a:pPr>
            <a:r>
              <a:rPr sz="1500" dirty="0">
                <a:latin typeface="Lucida Sans Unicode"/>
                <a:cs typeface="Lucida Sans Unicode"/>
              </a:rPr>
              <a:t>Users</a:t>
            </a:r>
            <a:r>
              <a:rPr sz="1500" spc="-10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consume</a:t>
            </a:r>
            <a:r>
              <a:rPr sz="1500" spc="-105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learning </a:t>
            </a:r>
            <a:r>
              <a:rPr sz="1500" dirty="0">
                <a:latin typeface="Lucida Sans Unicode"/>
                <a:cs typeface="Lucida Sans Unicode"/>
              </a:rPr>
              <a:t>content</a:t>
            </a:r>
            <a:r>
              <a:rPr sz="1500" spc="-4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and</a:t>
            </a:r>
            <a:r>
              <a:rPr sz="1500" spc="-35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immediately </a:t>
            </a:r>
            <a:r>
              <a:rPr sz="1500" dirty="0">
                <a:latin typeface="Lucida Sans Unicode"/>
                <a:cs typeface="Lucida Sans Unicode"/>
              </a:rPr>
              <a:t>apply concepts</a:t>
            </a:r>
            <a:r>
              <a:rPr sz="1500" spc="5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through </a:t>
            </a:r>
            <a:r>
              <a:rPr sz="1500" spc="-65" dirty="0">
                <a:latin typeface="Lucida Sans Unicode"/>
                <a:cs typeface="Lucida Sans Unicode"/>
              </a:rPr>
              <a:t>quizzes</a:t>
            </a:r>
            <a:r>
              <a:rPr sz="1500" spc="-8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and</a:t>
            </a:r>
            <a:r>
              <a:rPr sz="1500" spc="-85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assignments, </a:t>
            </a:r>
            <a:r>
              <a:rPr sz="1500" spc="-30" dirty="0">
                <a:latin typeface="Lucida Sans Unicode"/>
                <a:cs typeface="Lucida Sans Unicode"/>
              </a:rPr>
              <a:t>ensuring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practice‑based </a:t>
            </a:r>
            <a:r>
              <a:rPr sz="1500" spc="-25" dirty="0">
                <a:latin typeface="Lucida Sans Unicode"/>
                <a:cs typeface="Lucida Sans Unicode"/>
              </a:rPr>
              <a:t>learning</a:t>
            </a:r>
            <a:r>
              <a:rPr sz="1500" spc="-75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instead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of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passive</a:t>
            </a:r>
            <a:endParaRPr sz="1500">
              <a:latin typeface="Lucida Sans Unicode"/>
              <a:cs typeface="Lucida Sans Unicode"/>
            </a:endParaRPr>
          </a:p>
          <a:p>
            <a:pPr marR="5080" algn="r">
              <a:lnSpc>
                <a:spcPct val="100000"/>
              </a:lnSpc>
              <a:spcBef>
                <a:spcPts val="450"/>
              </a:spcBef>
            </a:pPr>
            <a:r>
              <a:rPr sz="1500" spc="-10" dirty="0">
                <a:latin typeface="Lucida Sans Unicode"/>
                <a:cs typeface="Lucida Sans Unicode"/>
              </a:rPr>
              <a:t>consumption.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2404927" y="6495551"/>
            <a:ext cx="2519680" cy="27387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2395" marR="48895">
              <a:lnSpc>
                <a:spcPts val="2400"/>
              </a:lnSpc>
              <a:spcBef>
                <a:spcPts val="90"/>
              </a:spcBef>
            </a:pPr>
            <a:r>
              <a:rPr sz="1900" spc="-110" dirty="0">
                <a:solidFill>
                  <a:srgbClr val="2E6D6D"/>
                </a:solidFill>
                <a:latin typeface="Arial Black"/>
                <a:cs typeface="Arial Black"/>
              </a:rPr>
              <a:t>Adaptive</a:t>
            </a:r>
            <a:r>
              <a:rPr sz="1900" spc="-125" dirty="0">
                <a:solidFill>
                  <a:srgbClr val="2E6D6D"/>
                </a:solidFill>
                <a:latin typeface="Arial Black"/>
                <a:cs typeface="Arial Black"/>
              </a:rPr>
              <a:t> </a:t>
            </a:r>
            <a:r>
              <a:rPr sz="1900" spc="-130" dirty="0">
                <a:solidFill>
                  <a:srgbClr val="2E6D6D"/>
                </a:solidFill>
                <a:latin typeface="Arial Black"/>
                <a:cs typeface="Arial Black"/>
              </a:rPr>
              <a:t>Learning</a:t>
            </a:r>
            <a:r>
              <a:rPr sz="1900" spc="-120" dirty="0">
                <a:solidFill>
                  <a:srgbClr val="2E6D6D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2E6D6D"/>
                </a:solidFill>
                <a:latin typeface="Arial Black"/>
                <a:cs typeface="Arial Black"/>
              </a:rPr>
              <a:t>+ </a:t>
            </a:r>
            <a:r>
              <a:rPr sz="1900" spc="-100" dirty="0">
                <a:solidFill>
                  <a:srgbClr val="2E6D6D"/>
                </a:solidFill>
                <a:latin typeface="Arial Black"/>
                <a:cs typeface="Arial Black"/>
              </a:rPr>
              <a:t>AccountabilityPods</a:t>
            </a:r>
            <a:endParaRPr sz="1900">
              <a:latin typeface="Arial Black"/>
              <a:cs typeface="Arial Black"/>
            </a:endParaRPr>
          </a:p>
          <a:p>
            <a:pPr marL="41910" marR="5080" indent="-29845" algn="r">
              <a:lnSpc>
                <a:spcPct val="125000"/>
              </a:lnSpc>
              <a:spcBef>
                <a:spcPts val="819"/>
              </a:spcBef>
            </a:pPr>
            <a:r>
              <a:rPr sz="1500" spc="-30" dirty="0">
                <a:latin typeface="Lucida Sans Unicode"/>
                <a:cs typeface="Lucida Sans Unicode"/>
              </a:rPr>
              <a:t>Using</a:t>
            </a:r>
            <a:r>
              <a:rPr sz="1500" spc="-8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performance</a:t>
            </a:r>
            <a:r>
              <a:rPr sz="1500" spc="-7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data,</a:t>
            </a:r>
            <a:r>
              <a:rPr sz="1500" spc="-80" dirty="0">
                <a:latin typeface="Lucida Sans Unicode"/>
                <a:cs typeface="Lucida Sans Unicode"/>
              </a:rPr>
              <a:t> </a:t>
            </a:r>
            <a:r>
              <a:rPr sz="1500" spc="-25" dirty="0">
                <a:latin typeface="Lucida Sans Unicode"/>
                <a:cs typeface="Lucida Sans Unicode"/>
              </a:rPr>
              <a:t>AI </a:t>
            </a:r>
            <a:r>
              <a:rPr sz="1500" spc="-20" dirty="0">
                <a:latin typeface="Lucida Sans Unicode"/>
                <a:cs typeface="Lucida Sans Unicode"/>
              </a:rPr>
              <a:t>adjusts</a:t>
            </a:r>
            <a:r>
              <a:rPr sz="1500" spc="-2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difficulty</a:t>
            </a:r>
            <a:r>
              <a:rPr sz="1500" spc="-25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levels</a:t>
            </a:r>
            <a:r>
              <a:rPr sz="1500" spc="50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and</a:t>
            </a:r>
            <a:r>
              <a:rPr sz="1500" spc="-8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study</a:t>
            </a:r>
            <a:r>
              <a:rPr sz="1500" spc="-8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schedules,</a:t>
            </a:r>
            <a:r>
              <a:rPr sz="1500" spc="-80" dirty="0">
                <a:latin typeface="Lucida Sans Unicode"/>
                <a:cs typeface="Lucida Sans Unicode"/>
              </a:rPr>
              <a:t> </a:t>
            </a:r>
            <a:r>
              <a:rPr sz="1500" spc="-20" dirty="0">
                <a:latin typeface="Lucida Sans Unicode"/>
                <a:cs typeface="Lucida Sans Unicode"/>
              </a:rPr>
              <a:t>while users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are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placed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into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20" dirty="0">
                <a:latin typeface="Lucida Sans Unicode"/>
                <a:cs typeface="Lucida Sans Unicode"/>
              </a:rPr>
              <a:t>small </a:t>
            </a:r>
            <a:r>
              <a:rPr sz="1500" dirty="0">
                <a:latin typeface="Lucida Sans Unicode"/>
                <a:cs typeface="Lucida Sans Unicode"/>
              </a:rPr>
              <a:t>accountability</a:t>
            </a:r>
            <a:r>
              <a:rPr sz="1500" spc="-15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pods</a:t>
            </a:r>
            <a:r>
              <a:rPr sz="1500" spc="-15" dirty="0">
                <a:latin typeface="Lucida Sans Unicode"/>
                <a:cs typeface="Lucida Sans Unicode"/>
              </a:rPr>
              <a:t> </a:t>
            </a:r>
            <a:r>
              <a:rPr sz="1500" spc="-25" dirty="0">
                <a:latin typeface="Lucida Sans Unicode"/>
                <a:cs typeface="Lucida Sans Unicode"/>
              </a:rPr>
              <a:t>for </a:t>
            </a:r>
            <a:r>
              <a:rPr sz="1500" dirty="0">
                <a:latin typeface="Lucida Sans Unicode"/>
                <a:cs typeface="Lucida Sans Unicode"/>
              </a:rPr>
              <a:t>peer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support,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motivation,</a:t>
            </a:r>
            <a:endParaRPr sz="1500">
              <a:latin typeface="Lucida Sans Unicode"/>
              <a:cs typeface="Lucida Sans Unicode"/>
            </a:endParaRPr>
          </a:p>
          <a:p>
            <a:pPr marR="5080" algn="r">
              <a:lnSpc>
                <a:spcPct val="100000"/>
              </a:lnSpc>
              <a:spcBef>
                <a:spcPts val="450"/>
              </a:spcBef>
            </a:pPr>
            <a:r>
              <a:rPr sz="1500" dirty="0">
                <a:latin typeface="Lucida Sans Unicode"/>
                <a:cs typeface="Lucida Sans Unicode"/>
              </a:rPr>
              <a:t>and</a:t>
            </a:r>
            <a:r>
              <a:rPr sz="1500" spc="-9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shared</a:t>
            </a:r>
            <a:r>
              <a:rPr sz="1500" spc="-9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goals.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49" name="object 49" descr="$PPTXTitle"/>
          <p:cNvSpPr txBox="1">
            <a:spLocks noGrp="1"/>
          </p:cNvSpPr>
          <p:nvPr>
            <p:ph type="title"/>
          </p:nvPr>
        </p:nvSpPr>
        <p:spPr>
          <a:xfrm>
            <a:off x="476880" y="201645"/>
            <a:ext cx="804545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70" dirty="0">
                <a:solidFill>
                  <a:srgbClr val="2E6D6D"/>
                </a:solidFill>
              </a:rPr>
              <a:t>User</a:t>
            </a:r>
            <a:r>
              <a:rPr spc="-720" dirty="0">
                <a:solidFill>
                  <a:srgbClr val="2E6D6D"/>
                </a:solidFill>
              </a:rPr>
              <a:t> </a:t>
            </a:r>
            <a:r>
              <a:rPr spc="-10" dirty="0">
                <a:solidFill>
                  <a:srgbClr val="2E6D6D"/>
                </a:solidFill>
              </a:rPr>
              <a:t>Journey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570834" y="6335616"/>
            <a:ext cx="5454015" cy="3819525"/>
            <a:chOff x="11570834" y="6335616"/>
            <a:chExt cx="5454015" cy="3819525"/>
          </a:xfrm>
        </p:grpSpPr>
        <p:sp>
          <p:nvSpPr>
            <p:cNvPr id="3" name="object 3"/>
            <p:cNvSpPr/>
            <p:nvPr/>
          </p:nvSpPr>
          <p:spPr>
            <a:xfrm>
              <a:off x="11589885" y="6354666"/>
              <a:ext cx="5415915" cy="3782695"/>
            </a:xfrm>
            <a:custGeom>
              <a:avLst/>
              <a:gdLst/>
              <a:ahLst/>
              <a:cxnLst/>
              <a:rect l="l" t="t" r="r" b="b"/>
              <a:pathLst>
                <a:path w="5415915" h="3782695">
                  <a:moveTo>
                    <a:pt x="5130147" y="3782318"/>
                  </a:moveTo>
                  <a:lnTo>
                    <a:pt x="285749" y="3782318"/>
                  </a:lnTo>
                  <a:lnTo>
                    <a:pt x="239399" y="3778578"/>
                  </a:lnTo>
                  <a:lnTo>
                    <a:pt x="195430" y="3767750"/>
                  </a:lnTo>
                  <a:lnTo>
                    <a:pt x="154431" y="3750423"/>
                  </a:lnTo>
                  <a:lnTo>
                    <a:pt x="116989" y="3727185"/>
                  </a:lnTo>
                  <a:lnTo>
                    <a:pt x="83694" y="3698624"/>
                  </a:lnTo>
                  <a:lnTo>
                    <a:pt x="55133" y="3665328"/>
                  </a:lnTo>
                  <a:lnTo>
                    <a:pt x="31894" y="3627887"/>
                  </a:lnTo>
                  <a:lnTo>
                    <a:pt x="14567" y="3586887"/>
                  </a:lnTo>
                  <a:lnTo>
                    <a:pt x="3739" y="3542918"/>
                  </a:lnTo>
                  <a:lnTo>
                    <a:pt x="0" y="3496568"/>
                  </a:lnTo>
                  <a:lnTo>
                    <a:pt x="0" y="285749"/>
                  </a:lnTo>
                  <a:lnTo>
                    <a:pt x="3739" y="239399"/>
                  </a:lnTo>
                  <a:lnTo>
                    <a:pt x="14567" y="195430"/>
                  </a:lnTo>
                  <a:lnTo>
                    <a:pt x="31894" y="154431"/>
                  </a:lnTo>
                  <a:lnTo>
                    <a:pt x="55133" y="116989"/>
                  </a:lnTo>
                  <a:lnTo>
                    <a:pt x="83694" y="83694"/>
                  </a:lnTo>
                  <a:lnTo>
                    <a:pt x="116989" y="55133"/>
                  </a:lnTo>
                  <a:lnTo>
                    <a:pt x="154431" y="31894"/>
                  </a:lnTo>
                  <a:lnTo>
                    <a:pt x="195430" y="14567"/>
                  </a:lnTo>
                  <a:lnTo>
                    <a:pt x="239399" y="3739"/>
                  </a:lnTo>
                  <a:lnTo>
                    <a:pt x="285749" y="0"/>
                  </a:lnTo>
                  <a:lnTo>
                    <a:pt x="5130147" y="0"/>
                  </a:lnTo>
                  <a:lnTo>
                    <a:pt x="5176497" y="3739"/>
                  </a:lnTo>
                  <a:lnTo>
                    <a:pt x="5220466" y="14567"/>
                  </a:lnTo>
                  <a:lnTo>
                    <a:pt x="5261466" y="31894"/>
                  </a:lnTo>
                  <a:lnTo>
                    <a:pt x="5298907" y="55133"/>
                  </a:lnTo>
                  <a:lnTo>
                    <a:pt x="5332203" y="83694"/>
                  </a:lnTo>
                  <a:lnTo>
                    <a:pt x="5360764" y="116989"/>
                  </a:lnTo>
                  <a:lnTo>
                    <a:pt x="5384002" y="154431"/>
                  </a:lnTo>
                  <a:lnTo>
                    <a:pt x="5401329" y="195430"/>
                  </a:lnTo>
                  <a:lnTo>
                    <a:pt x="5412157" y="239399"/>
                  </a:lnTo>
                  <a:lnTo>
                    <a:pt x="5415897" y="285749"/>
                  </a:lnTo>
                  <a:lnTo>
                    <a:pt x="5415897" y="3496568"/>
                  </a:lnTo>
                  <a:lnTo>
                    <a:pt x="5412157" y="3542918"/>
                  </a:lnTo>
                  <a:lnTo>
                    <a:pt x="5401329" y="3586887"/>
                  </a:lnTo>
                  <a:lnTo>
                    <a:pt x="5384002" y="3627887"/>
                  </a:lnTo>
                  <a:lnTo>
                    <a:pt x="5360764" y="3665328"/>
                  </a:lnTo>
                  <a:lnTo>
                    <a:pt x="5332203" y="3698624"/>
                  </a:lnTo>
                  <a:lnTo>
                    <a:pt x="5298907" y="3727185"/>
                  </a:lnTo>
                  <a:lnTo>
                    <a:pt x="5261466" y="3750423"/>
                  </a:lnTo>
                  <a:lnTo>
                    <a:pt x="5220466" y="3767750"/>
                  </a:lnTo>
                  <a:lnTo>
                    <a:pt x="5176497" y="3778578"/>
                  </a:lnTo>
                  <a:lnTo>
                    <a:pt x="5130147" y="3782318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589884" y="6354666"/>
              <a:ext cx="5415915" cy="3781425"/>
            </a:xfrm>
            <a:custGeom>
              <a:avLst/>
              <a:gdLst/>
              <a:ahLst/>
              <a:cxnLst/>
              <a:rect l="l" t="t" r="r" b="b"/>
              <a:pathLst>
                <a:path w="5415915" h="3781425">
                  <a:moveTo>
                    <a:pt x="274676" y="3781413"/>
                  </a:moveTo>
                  <a:lnTo>
                    <a:pt x="195424" y="3767747"/>
                  </a:lnTo>
                  <a:lnTo>
                    <a:pt x="154424" y="3750418"/>
                  </a:lnTo>
                  <a:lnTo>
                    <a:pt x="116982" y="3727178"/>
                  </a:lnTo>
                  <a:lnTo>
                    <a:pt x="83687" y="3698615"/>
                  </a:lnTo>
                  <a:lnTo>
                    <a:pt x="55127" y="3665317"/>
                  </a:lnTo>
                  <a:lnTo>
                    <a:pt x="31890" y="3627874"/>
                  </a:lnTo>
                  <a:lnTo>
                    <a:pt x="14565" y="3586874"/>
                  </a:lnTo>
                  <a:lnTo>
                    <a:pt x="3739" y="3542905"/>
                  </a:lnTo>
                  <a:lnTo>
                    <a:pt x="0" y="3496555"/>
                  </a:lnTo>
                  <a:lnTo>
                    <a:pt x="0" y="285761"/>
                  </a:lnTo>
                  <a:lnTo>
                    <a:pt x="3738" y="239411"/>
                  </a:lnTo>
                  <a:lnTo>
                    <a:pt x="14564" y="195441"/>
                  </a:lnTo>
                  <a:lnTo>
                    <a:pt x="31890" y="154440"/>
                  </a:lnTo>
                  <a:lnTo>
                    <a:pt x="55127" y="116997"/>
                  </a:lnTo>
                  <a:lnTo>
                    <a:pt x="83688" y="83700"/>
                  </a:lnTo>
                  <a:lnTo>
                    <a:pt x="116983" y="55137"/>
                  </a:lnTo>
                  <a:lnTo>
                    <a:pt x="154426" y="31897"/>
                  </a:lnTo>
                  <a:lnTo>
                    <a:pt x="195426" y="14568"/>
                  </a:lnTo>
                  <a:lnTo>
                    <a:pt x="239397" y="3740"/>
                  </a:lnTo>
                  <a:lnTo>
                    <a:pt x="285748" y="0"/>
                  </a:lnTo>
                  <a:lnTo>
                    <a:pt x="5130108" y="0"/>
                  </a:lnTo>
                  <a:lnTo>
                    <a:pt x="5176463" y="3731"/>
                  </a:lnTo>
                  <a:lnTo>
                    <a:pt x="5220437" y="14555"/>
                  </a:lnTo>
                  <a:lnTo>
                    <a:pt x="5261443" y="31880"/>
                  </a:lnTo>
                  <a:lnTo>
                    <a:pt x="5298891" y="55118"/>
                  </a:lnTo>
                  <a:lnTo>
                    <a:pt x="5332192" y="83680"/>
                  </a:lnTo>
                  <a:lnTo>
                    <a:pt x="5360759" y="116980"/>
                  </a:lnTo>
                  <a:lnTo>
                    <a:pt x="5384001" y="154426"/>
                  </a:lnTo>
                  <a:lnTo>
                    <a:pt x="5401331" y="195432"/>
                  </a:lnTo>
                  <a:lnTo>
                    <a:pt x="5412159" y="239408"/>
                  </a:lnTo>
                  <a:lnTo>
                    <a:pt x="5415898" y="285761"/>
                  </a:lnTo>
                  <a:lnTo>
                    <a:pt x="5415899" y="3496558"/>
                  </a:lnTo>
                  <a:lnTo>
                    <a:pt x="5412159" y="3542915"/>
                  </a:lnTo>
                  <a:lnTo>
                    <a:pt x="5401329" y="3586891"/>
                  </a:lnTo>
                  <a:lnTo>
                    <a:pt x="5383998" y="3627895"/>
                  </a:lnTo>
                  <a:lnTo>
                    <a:pt x="5360754" y="3665341"/>
                  </a:lnTo>
                  <a:lnTo>
                    <a:pt x="5332187" y="3698638"/>
                  </a:lnTo>
                  <a:lnTo>
                    <a:pt x="5298885" y="3727199"/>
                  </a:lnTo>
                  <a:lnTo>
                    <a:pt x="5261437" y="3750436"/>
                  </a:lnTo>
                  <a:lnTo>
                    <a:pt x="5220432" y="3767759"/>
                  </a:lnTo>
                  <a:lnTo>
                    <a:pt x="5176459" y="3778581"/>
                  </a:lnTo>
                  <a:lnTo>
                    <a:pt x="5141222" y="378140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93362" y="6221317"/>
            <a:ext cx="9877425" cy="3933825"/>
            <a:chOff x="793362" y="6221317"/>
            <a:chExt cx="9877425" cy="3933825"/>
          </a:xfrm>
        </p:grpSpPr>
        <p:sp>
          <p:nvSpPr>
            <p:cNvPr id="6" name="object 6"/>
            <p:cNvSpPr/>
            <p:nvPr/>
          </p:nvSpPr>
          <p:spPr>
            <a:xfrm>
              <a:off x="812413" y="6240367"/>
              <a:ext cx="9832975" cy="3896995"/>
            </a:xfrm>
            <a:custGeom>
              <a:avLst/>
              <a:gdLst/>
              <a:ahLst/>
              <a:cxnLst/>
              <a:rect l="l" t="t" r="r" b="b"/>
              <a:pathLst>
                <a:path w="9832975" h="3896995">
                  <a:moveTo>
                    <a:pt x="9553214" y="3896618"/>
                  </a:moveTo>
                  <a:lnTo>
                    <a:pt x="285750" y="3896618"/>
                  </a:lnTo>
                  <a:lnTo>
                    <a:pt x="239399" y="3892878"/>
                  </a:lnTo>
                  <a:lnTo>
                    <a:pt x="195430" y="3882050"/>
                  </a:lnTo>
                  <a:lnTo>
                    <a:pt x="154431" y="3864723"/>
                  </a:lnTo>
                  <a:lnTo>
                    <a:pt x="116989" y="3841485"/>
                  </a:lnTo>
                  <a:lnTo>
                    <a:pt x="83694" y="3812924"/>
                  </a:lnTo>
                  <a:lnTo>
                    <a:pt x="55133" y="3779628"/>
                  </a:lnTo>
                  <a:lnTo>
                    <a:pt x="31894" y="3742187"/>
                  </a:lnTo>
                  <a:lnTo>
                    <a:pt x="14567" y="3701187"/>
                  </a:lnTo>
                  <a:lnTo>
                    <a:pt x="3740" y="3657218"/>
                  </a:lnTo>
                  <a:lnTo>
                    <a:pt x="0" y="3610868"/>
                  </a:lnTo>
                  <a:lnTo>
                    <a:pt x="0" y="285750"/>
                  </a:lnTo>
                  <a:lnTo>
                    <a:pt x="3740" y="239400"/>
                  </a:lnTo>
                  <a:lnTo>
                    <a:pt x="14567" y="195431"/>
                  </a:lnTo>
                  <a:lnTo>
                    <a:pt x="31894" y="154431"/>
                  </a:lnTo>
                  <a:lnTo>
                    <a:pt x="55133" y="116989"/>
                  </a:lnTo>
                  <a:lnTo>
                    <a:pt x="83694" y="83694"/>
                  </a:lnTo>
                  <a:lnTo>
                    <a:pt x="116989" y="55133"/>
                  </a:lnTo>
                  <a:lnTo>
                    <a:pt x="154431" y="31894"/>
                  </a:lnTo>
                  <a:lnTo>
                    <a:pt x="195430" y="14567"/>
                  </a:lnTo>
                  <a:lnTo>
                    <a:pt x="239399" y="3740"/>
                  </a:lnTo>
                  <a:lnTo>
                    <a:pt x="285750" y="0"/>
                  </a:lnTo>
                  <a:lnTo>
                    <a:pt x="9553214" y="0"/>
                  </a:lnTo>
                  <a:lnTo>
                    <a:pt x="9599564" y="3740"/>
                  </a:lnTo>
                  <a:lnTo>
                    <a:pt x="9643533" y="14567"/>
                  </a:lnTo>
                  <a:lnTo>
                    <a:pt x="9684532" y="31894"/>
                  </a:lnTo>
                  <a:lnTo>
                    <a:pt x="9721974" y="55133"/>
                  </a:lnTo>
                  <a:lnTo>
                    <a:pt x="9755270" y="83694"/>
                  </a:lnTo>
                  <a:lnTo>
                    <a:pt x="9783831" y="116989"/>
                  </a:lnTo>
                  <a:lnTo>
                    <a:pt x="9807069" y="154431"/>
                  </a:lnTo>
                  <a:lnTo>
                    <a:pt x="9824397" y="195431"/>
                  </a:lnTo>
                  <a:lnTo>
                    <a:pt x="9832872" y="229847"/>
                  </a:lnTo>
                  <a:lnTo>
                    <a:pt x="9832872" y="3666771"/>
                  </a:lnTo>
                  <a:lnTo>
                    <a:pt x="9807069" y="3742187"/>
                  </a:lnTo>
                  <a:lnTo>
                    <a:pt x="9783831" y="3779628"/>
                  </a:lnTo>
                  <a:lnTo>
                    <a:pt x="9755270" y="3812924"/>
                  </a:lnTo>
                  <a:lnTo>
                    <a:pt x="9721974" y="3841485"/>
                  </a:lnTo>
                  <a:lnTo>
                    <a:pt x="9684532" y="3864723"/>
                  </a:lnTo>
                  <a:lnTo>
                    <a:pt x="9643533" y="3882050"/>
                  </a:lnTo>
                  <a:lnTo>
                    <a:pt x="9599564" y="3892878"/>
                  </a:lnTo>
                  <a:lnTo>
                    <a:pt x="9553214" y="3896618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2412" y="6240367"/>
              <a:ext cx="9839325" cy="3895725"/>
            </a:xfrm>
            <a:custGeom>
              <a:avLst/>
              <a:gdLst/>
              <a:ahLst/>
              <a:cxnLst/>
              <a:rect l="l" t="t" r="r" b="b"/>
              <a:pathLst>
                <a:path w="9839325" h="3895725">
                  <a:moveTo>
                    <a:pt x="274684" y="3895712"/>
                  </a:moveTo>
                  <a:lnTo>
                    <a:pt x="195424" y="3882047"/>
                  </a:lnTo>
                  <a:lnTo>
                    <a:pt x="154423" y="3864717"/>
                  </a:lnTo>
                  <a:lnTo>
                    <a:pt x="116981" y="3841477"/>
                  </a:lnTo>
                  <a:lnTo>
                    <a:pt x="83686" y="3812913"/>
                  </a:lnTo>
                  <a:lnTo>
                    <a:pt x="55126" y="3779616"/>
                  </a:lnTo>
                  <a:lnTo>
                    <a:pt x="31890" y="3742172"/>
                  </a:lnTo>
                  <a:lnTo>
                    <a:pt x="14565" y="3701172"/>
                  </a:lnTo>
                  <a:lnTo>
                    <a:pt x="3739" y="3657202"/>
                  </a:lnTo>
                  <a:lnTo>
                    <a:pt x="1" y="3610852"/>
                  </a:lnTo>
                  <a:lnTo>
                    <a:pt x="0" y="285763"/>
                  </a:lnTo>
                  <a:lnTo>
                    <a:pt x="3737" y="239413"/>
                  </a:lnTo>
                  <a:lnTo>
                    <a:pt x="14563" y="195443"/>
                  </a:lnTo>
                  <a:lnTo>
                    <a:pt x="31889" y="154442"/>
                  </a:lnTo>
                  <a:lnTo>
                    <a:pt x="55126" y="116999"/>
                  </a:lnTo>
                  <a:lnTo>
                    <a:pt x="83687" y="83701"/>
                  </a:lnTo>
                  <a:lnTo>
                    <a:pt x="116982" y="55138"/>
                  </a:lnTo>
                  <a:lnTo>
                    <a:pt x="154425" y="31897"/>
                  </a:lnTo>
                  <a:lnTo>
                    <a:pt x="195426" y="14569"/>
                  </a:lnTo>
                  <a:lnTo>
                    <a:pt x="239397" y="3740"/>
                  </a:lnTo>
                  <a:lnTo>
                    <a:pt x="285748" y="0"/>
                  </a:lnTo>
                  <a:lnTo>
                    <a:pt x="9553130" y="0"/>
                  </a:lnTo>
                  <a:lnTo>
                    <a:pt x="9599489" y="3721"/>
                  </a:lnTo>
                  <a:lnTo>
                    <a:pt x="9643467" y="14539"/>
                  </a:lnTo>
                  <a:lnTo>
                    <a:pt x="9684479" y="31861"/>
                  </a:lnTo>
                  <a:lnTo>
                    <a:pt x="9721933" y="55097"/>
                  </a:lnTo>
                  <a:lnTo>
                    <a:pt x="9755242" y="83660"/>
                  </a:lnTo>
                  <a:lnTo>
                    <a:pt x="9783815" y="116962"/>
                  </a:lnTo>
                  <a:lnTo>
                    <a:pt x="9807063" y="154413"/>
                  </a:lnTo>
                  <a:lnTo>
                    <a:pt x="9824396" y="195424"/>
                  </a:lnTo>
                  <a:lnTo>
                    <a:pt x="9835226" y="239407"/>
                  </a:lnTo>
                  <a:lnTo>
                    <a:pt x="9838965" y="285764"/>
                  </a:lnTo>
                  <a:lnTo>
                    <a:pt x="9838966" y="3610860"/>
                  </a:lnTo>
                  <a:lnTo>
                    <a:pt x="9835224" y="3657223"/>
                  </a:lnTo>
                  <a:lnTo>
                    <a:pt x="9824390" y="3701205"/>
                  </a:lnTo>
                  <a:lnTo>
                    <a:pt x="9807053" y="3742214"/>
                  </a:lnTo>
                  <a:lnTo>
                    <a:pt x="9783803" y="3779661"/>
                  </a:lnTo>
                  <a:lnTo>
                    <a:pt x="9755229" y="3812959"/>
                  </a:lnTo>
                  <a:lnTo>
                    <a:pt x="9721921" y="3841518"/>
                  </a:lnTo>
                  <a:lnTo>
                    <a:pt x="9684467" y="3864751"/>
                  </a:lnTo>
                  <a:lnTo>
                    <a:pt x="9643457" y="3882069"/>
                  </a:lnTo>
                  <a:lnTo>
                    <a:pt x="9599482" y="3892884"/>
                  </a:lnTo>
                  <a:lnTo>
                    <a:pt x="9564280" y="389570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44298" y="4091012"/>
            <a:ext cx="5000625" cy="1911350"/>
            <a:chOff x="444298" y="4091012"/>
            <a:chExt cx="5000625" cy="1911350"/>
          </a:xfrm>
        </p:grpSpPr>
        <p:sp>
          <p:nvSpPr>
            <p:cNvPr id="9" name="object 9"/>
            <p:cNvSpPr/>
            <p:nvPr/>
          </p:nvSpPr>
          <p:spPr>
            <a:xfrm>
              <a:off x="463193" y="4110062"/>
              <a:ext cx="4965700" cy="1873250"/>
            </a:xfrm>
            <a:custGeom>
              <a:avLst/>
              <a:gdLst/>
              <a:ahLst/>
              <a:cxnLst/>
              <a:rect l="l" t="t" r="r" b="b"/>
              <a:pathLst>
                <a:path w="4965700" h="1873250">
                  <a:moveTo>
                    <a:pt x="4679781" y="1873129"/>
                  </a:moveTo>
                  <a:lnTo>
                    <a:pt x="285749" y="1873129"/>
                  </a:lnTo>
                  <a:lnTo>
                    <a:pt x="239399" y="1869389"/>
                  </a:lnTo>
                  <a:lnTo>
                    <a:pt x="195430" y="1858561"/>
                  </a:lnTo>
                  <a:lnTo>
                    <a:pt x="154431" y="1841234"/>
                  </a:lnTo>
                  <a:lnTo>
                    <a:pt x="116989" y="1817996"/>
                  </a:lnTo>
                  <a:lnTo>
                    <a:pt x="83694" y="1789435"/>
                  </a:lnTo>
                  <a:lnTo>
                    <a:pt x="55133" y="1756139"/>
                  </a:lnTo>
                  <a:lnTo>
                    <a:pt x="31894" y="1718698"/>
                  </a:lnTo>
                  <a:lnTo>
                    <a:pt x="14567" y="1677698"/>
                  </a:lnTo>
                  <a:lnTo>
                    <a:pt x="3739" y="1633729"/>
                  </a:lnTo>
                  <a:lnTo>
                    <a:pt x="0" y="1587379"/>
                  </a:lnTo>
                  <a:lnTo>
                    <a:pt x="0" y="285749"/>
                  </a:lnTo>
                  <a:lnTo>
                    <a:pt x="3739" y="239399"/>
                  </a:lnTo>
                  <a:lnTo>
                    <a:pt x="14567" y="195430"/>
                  </a:lnTo>
                  <a:lnTo>
                    <a:pt x="31894" y="154431"/>
                  </a:lnTo>
                  <a:lnTo>
                    <a:pt x="55133" y="116989"/>
                  </a:lnTo>
                  <a:lnTo>
                    <a:pt x="83694" y="83694"/>
                  </a:lnTo>
                  <a:lnTo>
                    <a:pt x="116989" y="55133"/>
                  </a:lnTo>
                  <a:lnTo>
                    <a:pt x="154431" y="31894"/>
                  </a:lnTo>
                  <a:lnTo>
                    <a:pt x="195430" y="14567"/>
                  </a:lnTo>
                  <a:lnTo>
                    <a:pt x="239399" y="3739"/>
                  </a:lnTo>
                  <a:lnTo>
                    <a:pt x="285749" y="0"/>
                  </a:lnTo>
                  <a:lnTo>
                    <a:pt x="4679781" y="0"/>
                  </a:lnTo>
                  <a:lnTo>
                    <a:pt x="4726132" y="3739"/>
                  </a:lnTo>
                  <a:lnTo>
                    <a:pt x="4770101" y="14567"/>
                  </a:lnTo>
                  <a:lnTo>
                    <a:pt x="4811100" y="31894"/>
                  </a:lnTo>
                  <a:lnTo>
                    <a:pt x="4848542" y="55133"/>
                  </a:lnTo>
                  <a:lnTo>
                    <a:pt x="4881837" y="83694"/>
                  </a:lnTo>
                  <a:lnTo>
                    <a:pt x="4910398" y="116989"/>
                  </a:lnTo>
                  <a:lnTo>
                    <a:pt x="4933636" y="154431"/>
                  </a:lnTo>
                  <a:lnTo>
                    <a:pt x="4950964" y="195430"/>
                  </a:lnTo>
                  <a:lnTo>
                    <a:pt x="4961791" y="239399"/>
                  </a:lnTo>
                  <a:lnTo>
                    <a:pt x="4965531" y="285749"/>
                  </a:lnTo>
                  <a:lnTo>
                    <a:pt x="4965531" y="1587379"/>
                  </a:lnTo>
                  <a:lnTo>
                    <a:pt x="4961791" y="1633729"/>
                  </a:lnTo>
                  <a:lnTo>
                    <a:pt x="4950964" y="1677698"/>
                  </a:lnTo>
                  <a:lnTo>
                    <a:pt x="4933636" y="1718698"/>
                  </a:lnTo>
                  <a:lnTo>
                    <a:pt x="4910398" y="1756139"/>
                  </a:lnTo>
                  <a:lnTo>
                    <a:pt x="4881837" y="1789435"/>
                  </a:lnTo>
                  <a:lnTo>
                    <a:pt x="4848542" y="1817996"/>
                  </a:lnTo>
                  <a:lnTo>
                    <a:pt x="4811100" y="1841234"/>
                  </a:lnTo>
                  <a:lnTo>
                    <a:pt x="4770101" y="1858561"/>
                  </a:lnTo>
                  <a:lnTo>
                    <a:pt x="4726132" y="1869389"/>
                  </a:lnTo>
                  <a:lnTo>
                    <a:pt x="4679781" y="1873129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3348" y="4110062"/>
              <a:ext cx="4962525" cy="1873250"/>
            </a:xfrm>
            <a:custGeom>
              <a:avLst/>
              <a:gdLst/>
              <a:ahLst/>
              <a:cxnLst/>
              <a:rect l="l" t="t" r="r" b="b"/>
              <a:pathLst>
                <a:path w="4962525" h="1873250">
                  <a:moveTo>
                    <a:pt x="4962370" y="1622252"/>
                  </a:moveTo>
                  <a:lnTo>
                    <a:pt x="4950626" y="1677584"/>
                  </a:lnTo>
                  <a:lnTo>
                    <a:pt x="4933300" y="1718580"/>
                  </a:lnTo>
                  <a:lnTo>
                    <a:pt x="4910063" y="1756020"/>
                  </a:lnTo>
                  <a:lnTo>
                    <a:pt x="4881504" y="1789313"/>
                  </a:lnTo>
                  <a:lnTo>
                    <a:pt x="4848211" y="1817872"/>
                  </a:lnTo>
                  <a:lnTo>
                    <a:pt x="4810771" y="1841109"/>
                  </a:lnTo>
                  <a:lnTo>
                    <a:pt x="4769775" y="1858435"/>
                  </a:lnTo>
                  <a:lnTo>
                    <a:pt x="4725809" y="1869262"/>
                  </a:lnTo>
                  <a:lnTo>
                    <a:pt x="4679462" y="1873001"/>
                  </a:lnTo>
                  <a:lnTo>
                    <a:pt x="285730" y="1873001"/>
                  </a:lnTo>
                  <a:lnTo>
                    <a:pt x="239383" y="1869262"/>
                  </a:lnTo>
                  <a:lnTo>
                    <a:pt x="195417" y="1858435"/>
                  </a:lnTo>
                  <a:lnTo>
                    <a:pt x="154420" y="1841109"/>
                  </a:lnTo>
                  <a:lnTo>
                    <a:pt x="116981" y="1817872"/>
                  </a:lnTo>
                  <a:lnTo>
                    <a:pt x="83688" y="1789313"/>
                  </a:lnTo>
                  <a:lnTo>
                    <a:pt x="55129" y="1756019"/>
                  </a:lnTo>
                  <a:lnTo>
                    <a:pt x="31892" y="1718580"/>
                  </a:lnTo>
                  <a:lnTo>
                    <a:pt x="14566" y="1677584"/>
                  </a:lnTo>
                  <a:lnTo>
                    <a:pt x="3739" y="1633618"/>
                  </a:lnTo>
                  <a:lnTo>
                    <a:pt x="0" y="1587271"/>
                  </a:lnTo>
                  <a:lnTo>
                    <a:pt x="0" y="285730"/>
                  </a:lnTo>
                  <a:lnTo>
                    <a:pt x="3739" y="239383"/>
                  </a:lnTo>
                  <a:lnTo>
                    <a:pt x="14566" y="195417"/>
                  </a:lnTo>
                  <a:lnTo>
                    <a:pt x="31892" y="154420"/>
                  </a:lnTo>
                  <a:lnTo>
                    <a:pt x="55129" y="116981"/>
                  </a:lnTo>
                  <a:lnTo>
                    <a:pt x="83688" y="83688"/>
                  </a:lnTo>
                  <a:lnTo>
                    <a:pt x="116981" y="55129"/>
                  </a:lnTo>
                  <a:lnTo>
                    <a:pt x="154420" y="31892"/>
                  </a:lnTo>
                  <a:lnTo>
                    <a:pt x="195417" y="14566"/>
                  </a:lnTo>
                  <a:lnTo>
                    <a:pt x="239383" y="3739"/>
                  </a:lnTo>
                  <a:lnTo>
                    <a:pt x="285730" y="0"/>
                  </a:lnTo>
                  <a:lnTo>
                    <a:pt x="4679462" y="0"/>
                  </a:lnTo>
                  <a:lnTo>
                    <a:pt x="4725809" y="3739"/>
                  </a:lnTo>
                  <a:lnTo>
                    <a:pt x="4769775" y="14566"/>
                  </a:lnTo>
                  <a:lnTo>
                    <a:pt x="4810771" y="31892"/>
                  </a:lnTo>
                  <a:lnTo>
                    <a:pt x="4848210" y="55129"/>
                  </a:lnTo>
                  <a:lnTo>
                    <a:pt x="4881504" y="83688"/>
                  </a:lnTo>
                  <a:lnTo>
                    <a:pt x="4910063" y="116981"/>
                  </a:lnTo>
                  <a:lnTo>
                    <a:pt x="4933300" y="154420"/>
                  </a:lnTo>
                  <a:lnTo>
                    <a:pt x="4950626" y="195417"/>
                  </a:lnTo>
                  <a:lnTo>
                    <a:pt x="4961453" y="239383"/>
                  </a:lnTo>
                  <a:lnTo>
                    <a:pt x="4962370" y="250748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040" y="5195157"/>
              <a:ext cx="85725" cy="85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040" y="5499957"/>
              <a:ext cx="85725" cy="85724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450493" y="420743"/>
            <a:ext cx="16012794" cy="3306445"/>
          </a:xfrm>
          <a:prstGeom prst="rect">
            <a:avLst/>
          </a:prstGeom>
        </p:spPr>
        <p:txBody>
          <a:bodyPr vert="horz" wrap="square" lIns="0" tIns="374015" rIns="0" bIns="0" rtlCol="0">
            <a:spAutoFit/>
          </a:bodyPr>
          <a:lstStyle/>
          <a:p>
            <a:pPr marL="12700" marR="5277485">
              <a:lnSpc>
                <a:spcPct val="76300"/>
              </a:lnSpc>
              <a:spcBef>
                <a:spcPts val="2945"/>
              </a:spcBef>
            </a:pPr>
            <a:r>
              <a:rPr spc="290" dirty="0"/>
              <a:t>Market</a:t>
            </a:r>
            <a:r>
              <a:rPr spc="-990" dirty="0"/>
              <a:t> </a:t>
            </a:r>
            <a:r>
              <a:rPr spc="355" dirty="0"/>
              <a:t>Gap</a:t>
            </a:r>
            <a:r>
              <a:rPr spc="-990" dirty="0"/>
              <a:t> </a:t>
            </a:r>
            <a:r>
              <a:rPr spc="320" dirty="0">
                <a:solidFill>
                  <a:srgbClr val="0D7558"/>
                </a:solidFill>
              </a:rPr>
              <a:t>and </a:t>
            </a:r>
            <a:r>
              <a:rPr spc="100" dirty="0"/>
              <a:t>Competitor</a:t>
            </a:r>
            <a:r>
              <a:rPr spc="-955" dirty="0"/>
              <a:t> </a:t>
            </a:r>
            <a:r>
              <a:rPr spc="400" dirty="0"/>
              <a:t>Study</a:t>
            </a: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3000" b="0" spc="-254" dirty="0">
                <a:latin typeface="Arial Black"/>
                <a:cs typeface="Arial Black"/>
              </a:rPr>
              <a:t>Existing</a:t>
            </a:r>
            <a:r>
              <a:rPr sz="3000" b="0" spc="-295" dirty="0">
                <a:latin typeface="Arial Black"/>
                <a:cs typeface="Arial Black"/>
              </a:rPr>
              <a:t> </a:t>
            </a:r>
            <a:r>
              <a:rPr sz="3000" b="0" spc="-180" dirty="0">
                <a:latin typeface="Arial Black"/>
                <a:cs typeface="Arial Black"/>
              </a:rPr>
              <a:t>Solutions</a:t>
            </a:r>
            <a:r>
              <a:rPr sz="3000" b="0" spc="-295" dirty="0">
                <a:latin typeface="Arial Black"/>
                <a:cs typeface="Arial Black"/>
              </a:rPr>
              <a:t> </a:t>
            </a:r>
            <a:r>
              <a:rPr sz="3000" b="0" spc="-120" dirty="0">
                <a:latin typeface="Arial Black"/>
                <a:cs typeface="Arial Black"/>
              </a:rPr>
              <a:t>in</a:t>
            </a:r>
            <a:r>
              <a:rPr sz="3000" b="0" spc="-295" dirty="0">
                <a:latin typeface="Arial Black"/>
                <a:cs typeface="Arial Black"/>
              </a:rPr>
              <a:t> </a:t>
            </a:r>
            <a:r>
              <a:rPr sz="3000" b="0" spc="-170" dirty="0">
                <a:latin typeface="Arial Black"/>
                <a:cs typeface="Arial Black"/>
              </a:rPr>
              <a:t>the</a:t>
            </a:r>
            <a:r>
              <a:rPr sz="3000" b="0" spc="-290" dirty="0">
                <a:latin typeface="Arial Black"/>
                <a:cs typeface="Arial Black"/>
              </a:rPr>
              <a:t> </a:t>
            </a:r>
            <a:r>
              <a:rPr sz="3000" b="0" spc="-145" dirty="0">
                <a:latin typeface="Arial Black"/>
                <a:cs typeface="Arial Black"/>
              </a:rPr>
              <a:t>Market:</a:t>
            </a:r>
            <a:r>
              <a:rPr sz="3000" b="0" spc="415" dirty="0">
                <a:latin typeface="Arial Black"/>
                <a:cs typeface="Arial Black"/>
              </a:rPr>
              <a:t> </a:t>
            </a:r>
            <a:r>
              <a:rPr sz="3000" b="0" spc="-20" dirty="0">
                <a:latin typeface="Lucida Sans Unicode"/>
                <a:cs typeface="Lucida Sans Unicode"/>
              </a:rPr>
              <a:t>Currently,</a:t>
            </a:r>
            <a:r>
              <a:rPr sz="3000" b="0" spc="-210" dirty="0">
                <a:latin typeface="Lucida Sans Unicode"/>
                <a:cs typeface="Lucida Sans Unicode"/>
              </a:rPr>
              <a:t> </a:t>
            </a:r>
            <a:r>
              <a:rPr sz="3000" b="0" dirty="0">
                <a:latin typeface="Lucida Sans Unicode"/>
                <a:cs typeface="Lucida Sans Unicode"/>
              </a:rPr>
              <a:t>the</a:t>
            </a:r>
            <a:r>
              <a:rPr sz="3000" b="0" spc="-215" dirty="0">
                <a:latin typeface="Lucida Sans Unicode"/>
                <a:cs typeface="Lucida Sans Unicode"/>
              </a:rPr>
              <a:t> </a:t>
            </a:r>
            <a:r>
              <a:rPr sz="3000" b="0" spc="-35" dirty="0">
                <a:latin typeface="Lucida Sans Unicode"/>
                <a:cs typeface="Lucida Sans Unicode"/>
              </a:rPr>
              <a:t>learning</a:t>
            </a:r>
            <a:r>
              <a:rPr sz="3000" b="0" spc="-215" dirty="0">
                <a:latin typeface="Lucida Sans Unicode"/>
                <a:cs typeface="Lucida Sans Unicode"/>
              </a:rPr>
              <a:t> </a:t>
            </a:r>
            <a:r>
              <a:rPr sz="3000" b="0" dirty="0">
                <a:latin typeface="Lucida Sans Unicode"/>
                <a:cs typeface="Lucida Sans Unicode"/>
              </a:rPr>
              <a:t>and</a:t>
            </a:r>
            <a:r>
              <a:rPr sz="3000" b="0" spc="-210" dirty="0">
                <a:latin typeface="Lucida Sans Unicode"/>
                <a:cs typeface="Lucida Sans Unicode"/>
              </a:rPr>
              <a:t> </a:t>
            </a:r>
            <a:r>
              <a:rPr sz="3000" b="0" spc="-75" dirty="0">
                <a:latin typeface="Lucida Sans Unicode"/>
                <a:cs typeface="Lucida Sans Unicode"/>
              </a:rPr>
              <a:t>upskilling</a:t>
            </a:r>
            <a:r>
              <a:rPr sz="3000" b="0" spc="-215" dirty="0">
                <a:latin typeface="Lucida Sans Unicode"/>
                <a:cs typeface="Lucida Sans Unicode"/>
              </a:rPr>
              <a:t> </a:t>
            </a:r>
            <a:r>
              <a:rPr sz="3000" b="0" spc="-35" dirty="0">
                <a:latin typeface="Lucida Sans Unicode"/>
                <a:cs typeface="Lucida Sans Unicode"/>
              </a:rPr>
              <a:t>market</a:t>
            </a:r>
            <a:r>
              <a:rPr sz="3000" b="0" spc="-215" dirty="0">
                <a:latin typeface="Lucida Sans Unicode"/>
                <a:cs typeface="Lucida Sans Unicode"/>
              </a:rPr>
              <a:t> </a:t>
            </a:r>
            <a:r>
              <a:rPr sz="3000" b="0" spc="-10" dirty="0">
                <a:latin typeface="Lucida Sans Unicode"/>
                <a:cs typeface="Lucida Sans Unicode"/>
              </a:rPr>
              <a:t>includes: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5365" y="4255605"/>
            <a:ext cx="4378960" cy="142938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800" b="1" i="1" spc="-80" dirty="0">
                <a:solidFill>
                  <a:srgbClr val="2E6D6D"/>
                </a:solidFill>
                <a:latin typeface="Arial"/>
                <a:cs typeface="Arial"/>
              </a:rPr>
              <a:t>Online</a:t>
            </a:r>
            <a:r>
              <a:rPr sz="2800" b="1" i="1" spc="-355" dirty="0">
                <a:solidFill>
                  <a:srgbClr val="2E6D6D"/>
                </a:solidFill>
                <a:latin typeface="Arial"/>
                <a:cs typeface="Arial"/>
              </a:rPr>
              <a:t> </a:t>
            </a:r>
            <a:r>
              <a:rPr sz="2800" b="1" i="1" spc="-100" dirty="0">
                <a:solidFill>
                  <a:srgbClr val="2E6D6D"/>
                </a:solidFill>
                <a:latin typeface="Arial"/>
                <a:cs typeface="Arial"/>
              </a:rPr>
              <a:t>Learning</a:t>
            </a:r>
            <a:r>
              <a:rPr sz="2800" b="1" i="1" spc="-350" dirty="0">
                <a:solidFill>
                  <a:srgbClr val="2E6D6D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2E6D6D"/>
                </a:solidFill>
                <a:latin typeface="Arial"/>
                <a:cs typeface="Arial"/>
              </a:rPr>
              <a:t>Platforms</a:t>
            </a:r>
            <a:endParaRPr sz="2800">
              <a:latin typeface="Arial"/>
              <a:cs typeface="Arial"/>
            </a:endParaRPr>
          </a:p>
          <a:p>
            <a:pPr marL="422275" marR="5080" indent="-410209">
              <a:lnSpc>
                <a:spcPct val="105300"/>
              </a:lnSpc>
              <a:spcBef>
                <a:spcPts val="125"/>
              </a:spcBef>
            </a:pPr>
            <a:r>
              <a:rPr sz="19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Examples:</a:t>
            </a:r>
            <a:r>
              <a:rPr sz="19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Coursera,</a:t>
            </a:r>
            <a:r>
              <a:rPr sz="19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Udemy,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edX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Provide</a:t>
            </a:r>
            <a:r>
              <a:rPr sz="19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high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quality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video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courses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Offer</a:t>
            </a:r>
            <a:r>
              <a:rPr sz="1900" spc="-14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certifications</a:t>
            </a:r>
            <a:endParaRPr sz="190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33014" y="4091012"/>
            <a:ext cx="5350510" cy="1911350"/>
            <a:chOff x="6133014" y="4091012"/>
            <a:chExt cx="5350510" cy="1911350"/>
          </a:xfrm>
        </p:grpSpPr>
        <p:sp>
          <p:nvSpPr>
            <p:cNvPr id="16" name="object 16"/>
            <p:cNvSpPr/>
            <p:nvPr/>
          </p:nvSpPr>
          <p:spPr>
            <a:xfrm>
              <a:off x="6151899" y="4110062"/>
              <a:ext cx="5312410" cy="1873250"/>
            </a:xfrm>
            <a:custGeom>
              <a:avLst/>
              <a:gdLst/>
              <a:ahLst/>
              <a:cxnLst/>
              <a:rect l="l" t="t" r="r" b="b"/>
              <a:pathLst>
                <a:path w="5312409" h="1873250">
                  <a:moveTo>
                    <a:pt x="5026405" y="1873129"/>
                  </a:moveTo>
                  <a:lnTo>
                    <a:pt x="285750" y="1873129"/>
                  </a:lnTo>
                  <a:lnTo>
                    <a:pt x="239400" y="1869389"/>
                  </a:lnTo>
                  <a:lnTo>
                    <a:pt x="195431" y="1858561"/>
                  </a:lnTo>
                  <a:lnTo>
                    <a:pt x="154431" y="1841234"/>
                  </a:lnTo>
                  <a:lnTo>
                    <a:pt x="116989" y="1817996"/>
                  </a:lnTo>
                  <a:lnTo>
                    <a:pt x="83694" y="1789435"/>
                  </a:lnTo>
                  <a:lnTo>
                    <a:pt x="55133" y="1756139"/>
                  </a:lnTo>
                  <a:lnTo>
                    <a:pt x="31894" y="1718698"/>
                  </a:lnTo>
                  <a:lnTo>
                    <a:pt x="14567" y="1677698"/>
                  </a:lnTo>
                  <a:lnTo>
                    <a:pt x="3739" y="1633729"/>
                  </a:lnTo>
                  <a:lnTo>
                    <a:pt x="0" y="1587379"/>
                  </a:lnTo>
                  <a:lnTo>
                    <a:pt x="0" y="285749"/>
                  </a:lnTo>
                  <a:lnTo>
                    <a:pt x="3739" y="239399"/>
                  </a:lnTo>
                  <a:lnTo>
                    <a:pt x="14567" y="195430"/>
                  </a:lnTo>
                  <a:lnTo>
                    <a:pt x="31894" y="154431"/>
                  </a:lnTo>
                  <a:lnTo>
                    <a:pt x="55133" y="116989"/>
                  </a:lnTo>
                  <a:lnTo>
                    <a:pt x="83694" y="83694"/>
                  </a:lnTo>
                  <a:lnTo>
                    <a:pt x="116989" y="55133"/>
                  </a:lnTo>
                  <a:lnTo>
                    <a:pt x="154431" y="31894"/>
                  </a:lnTo>
                  <a:lnTo>
                    <a:pt x="195431" y="14567"/>
                  </a:lnTo>
                  <a:lnTo>
                    <a:pt x="239400" y="3739"/>
                  </a:lnTo>
                  <a:lnTo>
                    <a:pt x="285750" y="0"/>
                  </a:lnTo>
                  <a:lnTo>
                    <a:pt x="5026405" y="0"/>
                  </a:lnTo>
                  <a:lnTo>
                    <a:pt x="5072755" y="3739"/>
                  </a:lnTo>
                  <a:lnTo>
                    <a:pt x="5116724" y="14567"/>
                  </a:lnTo>
                  <a:lnTo>
                    <a:pt x="5157724" y="31894"/>
                  </a:lnTo>
                  <a:lnTo>
                    <a:pt x="5195166" y="55133"/>
                  </a:lnTo>
                  <a:lnTo>
                    <a:pt x="5228461" y="83694"/>
                  </a:lnTo>
                  <a:lnTo>
                    <a:pt x="5257022" y="116989"/>
                  </a:lnTo>
                  <a:lnTo>
                    <a:pt x="5280260" y="154431"/>
                  </a:lnTo>
                  <a:lnTo>
                    <a:pt x="5297588" y="195430"/>
                  </a:lnTo>
                  <a:lnTo>
                    <a:pt x="5308415" y="239399"/>
                  </a:lnTo>
                  <a:lnTo>
                    <a:pt x="5312155" y="285749"/>
                  </a:lnTo>
                  <a:lnTo>
                    <a:pt x="5312155" y="1587379"/>
                  </a:lnTo>
                  <a:lnTo>
                    <a:pt x="5308415" y="1633729"/>
                  </a:lnTo>
                  <a:lnTo>
                    <a:pt x="5297588" y="1677698"/>
                  </a:lnTo>
                  <a:lnTo>
                    <a:pt x="5280260" y="1718698"/>
                  </a:lnTo>
                  <a:lnTo>
                    <a:pt x="5257022" y="1756139"/>
                  </a:lnTo>
                  <a:lnTo>
                    <a:pt x="5228461" y="1789435"/>
                  </a:lnTo>
                  <a:lnTo>
                    <a:pt x="5195166" y="1817996"/>
                  </a:lnTo>
                  <a:lnTo>
                    <a:pt x="5157724" y="1841234"/>
                  </a:lnTo>
                  <a:lnTo>
                    <a:pt x="5116724" y="1858561"/>
                  </a:lnTo>
                  <a:lnTo>
                    <a:pt x="5072755" y="1869389"/>
                  </a:lnTo>
                  <a:lnTo>
                    <a:pt x="5026405" y="1873129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52064" y="4110062"/>
              <a:ext cx="5312410" cy="1873250"/>
            </a:xfrm>
            <a:custGeom>
              <a:avLst/>
              <a:gdLst/>
              <a:ahLst/>
              <a:cxnLst/>
              <a:rect l="l" t="t" r="r" b="b"/>
              <a:pathLst>
                <a:path w="5312409" h="1873250">
                  <a:moveTo>
                    <a:pt x="285730" y="0"/>
                  </a:moveTo>
                  <a:lnTo>
                    <a:pt x="5026062" y="0"/>
                  </a:lnTo>
                  <a:lnTo>
                    <a:pt x="5072409" y="3739"/>
                  </a:lnTo>
                  <a:lnTo>
                    <a:pt x="5116375" y="14566"/>
                  </a:lnTo>
                  <a:lnTo>
                    <a:pt x="5157371" y="31892"/>
                  </a:lnTo>
                  <a:lnTo>
                    <a:pt x="5194811" y="55129"/>
                  </a:lnTo>
                  <a:lnTo>
                    <a:pt x="5228104" y="83688"/>
                  </a:lnTo>
                  <a:lnTo>
                    <a:pt x="5256663" y="116981"/>
                  </a:lnTo>
                  <a:lnTo>
                    <a:pt x="5279900" y="154420"/>
                  </a:lnTo>
                  <a:lnTo>
                    <a:pt x="5297226" y="195417"/>
                  </a:lnTo>
                  <a:lnTo>
                    <a:pt x="5308053" y="239383"/>
                  </a:lnTo>
                  <a:lnTo>
                    <a:pt x="5311793" y="285730"/>
                  </a:lnTo>
                  <a:lnTo>
                    <a:pt x="5311793" y="1587271"/>
                  </a:lnTo>
                  <a:lnTo>
                    <a:pt x="5308053" y="1633618"/>
                  </a:lnTo>
                  <a:lnTo>
                    <a:pt x="5297226" y="1677584"/>
                  </a:lnTo>
                  <a:lnTo>
                    <a:pt x="5279900" y="1718581"/>
                  </a:lnTo>
                  <a:lnTo>
                    <a:pt x="5256663" y="1756020"/>
                  </a:lnTo>
                  <a:lnTo>
                    <a:pt x="5228104" y="1789313"/>
                  </a:lnTo>
                  <a:lnTo>
                    <a:pt x="5194811" y="1817872"/>
                  </a:lnTo>
                  <a:lnTo>
                    <a:pt x="5157371" y="1841109"/>
                  </a:lnTo>
                  <a:lnTo>
                    <a:pt x="5116375" y="1858435"/>
                  </a:lnTo>
                  <a:lnTo>
                    <a:pt x="5072409" y="1869262"/>
                  </a:lnTo>
                  <a:lnTo>
                    <a:pt x="5026062" y="1873001"/>
                  </a:lnTo>
                  <a:lnTo>
                    <a:pt x="285730" y="1873001"/>
                  </a:lnTo>
                  <a:lnTo>
                    <a:pt x="239383" y="1869262"/>
                  </a:lnTo>
                  <a:lnTo>
                    <a:pt x="195417" y="1858435"/>
                  </a:lnTo>
                  <a:lnTo>
                    <a:pt x="154420" y="1841109"/>
                  </a:lnTo>
                  <a:lnTo>
                    <a:pt x="116981" y="1817872"/>
                  </a:lnTo>
                  <a:lnTo>
                    <a:pt x="83688" y="1789313"/>
                  </a:lnTo>
                  <a:lnTo>
                    <a:pt x="55129" y="1756019"/>
                  </a:lnTo>
                  <a:lnTo>
                    <a:pt x="31892" y="1718580"/>
                  </a:lnTo>
                  <a:lnTo>
                    <a:pt x="14566" y="1677584"/>
                  </a:lnTo>
                  <a:lnTo>
                    <a:pt x="3739" y="1633618"/>
                  </a:lnTo>
                  <a:lnTo>
                    <a:pt x="0" y="1587271"/>
                  </a:lnTo>
                  <a:lnTo>
                    <a:pt x="0" y="285730"/>
                  </a:lnTo>
                  <a:lnTo>
                    <a:pt x="3739" y="239383"/>
                  </a:lnTo>
                  <a:lnTo>
                    <a:pt x="14566" y="195417"/>
                  </a:lnTo>
                  <a:lnTo>
                    <a:pt x="31892" y="154420"/>
                  </a:lnTo>
                  <a:lnTo>
                    <a:pt x="55129" y="116981"/>
                  </a:lnTo>
                  <a:lnTo>
                    <a:pt x="83688" y="83688"/>
                  </a:lnTo>
                  <a:lnTo>
                    <a:pt x="116981" y="55129"/>
                  </a:lnTo>
                  <a:lnTo>
                    <a:pt x="154420" y="31892"/>
                  </a:lnTo>
                  <a:lnTo>
                    <a:pt x="195417" y="14566"/>
                  </a:lnTo>
                  <a:lnTo>
                    <a:pt x="239383" y="3739"/>
                  </a:lnTo>
                  <a:lnTo>
                    <a:pt x="28573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81099" y="5195157"/>
              <a:ext cx="85725" cy="857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81099" y="5499957"/>
              <a:ext cx="85725" cy="8572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287424" y="4255605"/>
            <a:ext cx="4989195" cy="142938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94310">
              <a:lnSpc>
                <a:spcPct val="100000"/>
              </a:lnSpc>
              <a:spcBef>
                <a:spcPts val="465"/>
              </a:spcBef>
            </a:pPr>
            <a:r>
              <a:rPr sz="2800" b="1" i="1" spc="-100" dirty="0">
                <a:solidFill>
                  <a:srgbClr val="2E6D6D"/>
                </a:solidFill>
                <a:latin typeface="Arial"/>
                <a:cs typeface="Arial"/>
              </a:rPr>
              <a:t>Exam</a:t>
            </a:r>
            <a:r>
              <a:rPr sz="2800" b="1" i="1" spc="-360" dirty="0">
                <a:solidFill>
                  <a:srgbClr val="2E6D6D"/>
                </a:solidFill>
                <a:latin typeface="Arial"/>
                <a:cs typeface="Arial"/>
              </a:rPr>
              <a:t> </a:t>
            </a:r>
            <a:r>
              <a:rPr sz="2800" b="1" i="1" spc="-40" dirty="0">
                <a:solidFill>
                  <a:srgbClr val="2E6D6D"/>
                </a:solidFill>
                <a:latin typeface="Arial"/>
                <a:cs typeface="Arial"/>
              </a:rPr>
              <a:t>Preparation</a:t>
            </a:r>
            <a:r>
              <a:rPr sz="2800" b="1" i="1" spc="-360" dirty="0">
                <a:solidFill>
                  <a:srgbClr val="2E6D6D"/>
                </a:solidFill>
                <a:latin typeface="Arial"/>
                <a:cs typeface="Arial"/>
              </a:rPr>
              <a:t> </a:t>
            </a:r>
            <a:r>
              <a:rPr sz="2800" b="1" i="1" spc="-170" dirty="0">
                <a:solidFill>
                  <a:srgbClr val="2E6D6D"/>
                </a:solidFill>
                <a:latin typeface="Arial"/>
                <a:cs typeface="Arial"/>
              </a:rPr>
              <a:t>&amp;</a:t>
            </a:r>
            <a:r>
              <a:rPr sz="2800" b="1" i="1" spc="-355" dirty="0">
                <a:solidFill>
                  <a:srgbClr val="2E6D6D"/>
                </a:solidFill>
                <a:latin typeface="Arial"/>
                <a:cs typeface="Arial"/>
              </a:rPr>
              <a:t> </a:t>
            </a:r>
            <a:r>
              <a:rPr sz="2800" b="1" i="1" spc="-125" dirty="0">
                <a:solidFill>
                  <a:srgbClr val="2E6D6D"/>
                </a:solidFill>
                <a:latin typeface="Arial"/>
                <a:cs typeface="Arial"/>
              </a:rPr>
              <a:t>Skill</a:t>
            </a:r>
            <a:r>
              <a:rPr sz="2800" b="1" i="1" spc="-360" dirty="0">
                <a:solidFill>
                  <a:srgbClr val="2E6D6D"/>
                </a:solidFill>
                <a:latin typeface="Arial"/>
                <a:cs typeface="Arial"/>
              </a:rPr>
              <a:t> </a:t>
            </a:r>
            <a:r>
              <a:rPr sz="2800" b="1" i="1" spc="-50" dirty="0">
                <a:solidFill>
                  <a:srgbClr val="2E6D6D"/>
                </a:solidFill>
                <a:latin typeface="Arial"/>
                <a:cs typeface="Arial"/>
              </a:rPr>
              <a:t>Apps</a:t>
            </a:r>
            <a:endParaRPr sz="2800">
              <a:latin typeface="Arial"/>
              <a:cs typeface="Arial"/>
            </a:endParaRPr>
          </a:p>
          <a:p>
            <a:pPr marL="422275" marR="360680" indent="-410209">
              <a:lnSpc>
                <a:spcPct val="105300"/>
              </a:lnSpc>
              <a:spcBef>
                <a:spcPts val="125"/>
              </a:spcBef>
            </a:pPr>
            <a:r>
              <a:rPr sz="19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Examples: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Unacademy,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Byju’s,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Skillshare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Structured</a:t>
            </a:r>
            <a:r>
              <a:rPr sz="1900" spc="4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content</a:t>
            </a:r>
            <a:endParaRPr sz="1900">
              <a:latin typeface="Lucida Sans Unicode"/>
              <a:cs typeface="Lucida Sans Unicode"/>
            </a:endParaRPr>
          </a:p>
          <a:p>
            <a:pPr marL="422275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Live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classes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recorded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lectures</a:t>
            </a:r>
            <a:endParaRPr sz="1900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139715" y="4091012"/>
            <a:ext cx="5547995" cy="1911350"/>
            <a:chOff x="12139715" y="4091012"/>
            <a:chExt cx="5547995" cy="1911350"/>
          </a:xfrm>
        </p:grpSpPr>
        <p:sp>
          <p:nvSpPr>
            <p:cNvPr id="22" name="object 22"/>
            <p:cNvSpPr/>
            <p:nvPr/>
          </p:nvSpPr>
          <p:spPr>
            <a:xfrm>
              <a:off x="12158596" y="4110062"/>
              <a:ext cx="5509895" cy="1873250"/>
            </a:xfrm>
            <a:custGeom>
              <a:avLst/>
              <a:gdLst/>
              <a:ahLst/>
              <a:cxnLst/>
              <a:rect l="l" t="t" r="r" b="b"/>
              <a:pathLst>
                <a:path w="5509894" h="1873250">
                  <a:moveTo>
                    <a:pt x="5224502" y="1873129"/>
                  </a:moveTo>
                  <a:lnTo>
                    <a:pt x="285750" y="1873129"/>
                  </a:lnTo>
                  <a:lnTo>
                    <a:pt x="239400" y="1869389"/>
                  </a:lnTo>
                  <a:lnTo>
                    <a:pt x="195431" y="1858562"/>
                  </a:lnTo>
                  <a:lnTo>
                    <a:pt x="154431" y="1841234"/>
                  </a:lnTo>
                  <a:lnTo>
                    <a:pt x="116990" y="1817996"/>
                  </a:lnTo>
                  <a:lnTo>
                    <a:pt x="83694" y="1789435"/>
                  </a:lnTo>
                  <a:lnTo>
                    <a:pt x="55133" y="1756140"/>
                  </a:lnTo>
                  <a:lnTo>
                    <a:pt x="31895" y="1718698"/>
                  </a:lnTo>
                  <a:lnTo>
                    <a:pt x="14567" y="1677698"/>
                  </a:lnTo>
                  <a:lnTo>
                    <a:pt x="3740" y="1633729"/>
                  </a:lnTo>
                  <a:lnTo>
                    <a:pt x="0" y="1587379"/>
                  </a:lnTo>
                  <a:lnTo>
                    <a:pt x="0" y="285750"/>
                  </a:lnTo>
                  <a:lnTo>
                    <a:pt x="3740" y="239399"/>
                  </a:lnTo>
                  <a:lnTo>
                    <a:pt x="14567" y="195430"/>
                  </a:lnTo>
                  <a:lnTo>
                    <a:pt x="31895" y="154431"/>
                  </a:lnTo>
                  <a:lnTo>
                    <a:pt x="55133" y="116989"/>
                  </a:lnTo>
                  <a:lnTo>
                    <a:pt x="83694" y="83694"/>
                  </a:lnTo>
                  <a:lnTo>
                    <a:pt x="116990" y="55133"/>
                  </a:lnTo>
                  <a:lnTo>
                    <a:pt x="154431" y="31894"/>
                  </a:lnTo>
                  <a:lnTo>
                    <a:pt x="195431" y="14567"/>
                  </a:lnTo>
                  <a:lnTo>
                    <a:pt x="239400" y="3740"/>
                  </a:lnTo>
                  <a:lnTo>
                    <a:pt x="285750" y="0"/>
                  </a:lnTo>
                  <a:lnTo>
                    <a:pt x="5224502" y="0"/>
                  </a:lnTo>
                  <a:lnTo>
                    <a:pt x="5270853" y="3740"/>
                  </a:lnTo>
                  <a:lnTo>
                    <a:pt x="5314822" y="14567"/>
                  </a:lnTo>
                  <a:lnTo>
                    <a:pt x="5355821" y="31894"/>
                  </a:lnTo>
                  <a:lnTo>
                    <a:pt x="5393263" y="55133"/>
                  </a:lnTo>
                  <a:lnTo>
                    <a:pt x="5426558" y="83694"/>
                  </a:lnTo>
                  <a:lnTo>
                    <a:pt x="5455119" y="116989"/>
                  </a:lnTo>
                  <a:lnTo>
                    <a:pt x="5478357" y="154431"/>
                  </a:lnTo>
                  <a:lnTo>
                    <a:pt x="5495685" y="195430"/>
                  </a:lnTo>
                  <a:lnTo>
                    <a:pt x="5506512" y="239399"/>
                  </a:lnTo>
                  <a:lnTo>
                    <a:pt x="5509635" y="278096"/>
                  </a:lnTo>
                  <a:lnTo>
                    <a:pt x="5509635" y="1595033"/>
                  </a:lnTo>
                  <a:lnTo>
                    <a:pt x="5506512" y="1633729"/>
                  </a:lnTo>
                  <a:lnTo>
                    <a:pt x="5495685" y="1677698"/>
                  </a:lnTo>
                  <a:lnTo>
                    <a:pt x="5478357" y="1718698"/>
                  </a:lnTo>
                  <a:lnTo>
                    <a:pt x="5455119" y="1756140"/>
                  </a:lnTo>
                  <a:lnTo>
                    <a:pt x="5426558" y="1789435"/>
                  </a:lnTo>
                  <a:lnTo>
                    <a:pt x="5393263" y="1817996"/>
                  </a:lnTo>
                  <a:lnTo>
                    <a:pt x="5355821" y="1841234"/>
                  </a:lnTo>
                  <a:lnTo>
                    <a:pt x="5314822" y="1858562"/>
                  </a:lnTo>
                  <a:lnTo>
                    <a:pt x="5270853" y="1869389"/>
                  </a:lnTo>
                  <a:lnTo>
                    <a:pt x="5224502" y="1873129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158765" y="4110062"/>
              <a:ext cx="5509895" cy="1873250"/>
            </a:xfrm>
            <a:custGeom>
              <a:avLst/>
              <a:gdLst/>
              <a:ahLst/>
              <a:cxnLst/>
              <a:rect l="l" t="t" r="r" b="b"/>
              <a:pathLst>
                <a:path w="5509894" h="1873250">
                  <a:moveTo>
                    <a:pt x="285730" y="0"/>
                  </a:moveTo>
                  <a:lnTo>
                    <a:pt x="5224145" y="0"/>
                  </a:lnTo>
                  <a:lnTo>
                    <a:pt x="5270492" y="3739"/>
                  </a:lnTo>
                  <a:lnTo>
                    <a:pt x="5314458" y="14566"/>
                  </a:lnTo>
                  <a:lnTo>
                    <a:pt x="5355454" y="31892"/>
                  </a:lnTo>
                  <a:lnTo>
                    <a:pt x="5392894" y="55129"/>
                  </a:lnTo>
                  <a:lnTo>
                    <a:pt x="5426187" y="83688"/>
                  </a:lnTo>
                  <a:lnTo>
                    <a:pt x="5454746" y="116981"/>
                  </a:lnTo>
                  <a:lnTo>
                    <a:pt x="5477982" y="154420"/>
                  </a:lnTo>
                  <a:lnTo>
                    <a:pt x="5495308" y="195417"/>
                  </a:lnTo>
                  <a:lnTo>
                    <a:pt x="5506135" y="239383"/>
                  </a:lnTo>
                  <a:lnTo>
                    <a:pt x="5509875" y="285730"/>
                  </a:lnTo>
                  <a:lnTo>
                    <a:pt x="5509875" y="1587271"/>
                  </a:lnTo>
                  <a:lnTo>
                    <a:pt x="5506135" y="1633618"/>
                  </a:lnTo>
                  <a:lnTo>
                    <a:pt x="5495308" y="1677584"/>
                  </a:lnTo>
                  <a:lnTo>
                    <a:pt x="5477983" y="1718580"/>
                  </a:lnTo>
                  <a:lnTo>
                    <a:pt x="5454746" y="1756020"/>
                  </a:lnTo>
                  <a:lnTo>
                    <a:pt x="5426187" y="1789313"/>
                  </a:lnTo>
                  <a:lnTo>
                    <a:pt x="5392894" y="1817872"/>
                  </a:lnTo>
                  <a:lnTo>
                    <a:pt x="5355454" y="1841109"/>
                  </a:lnTo>
                  <a:lnTo>
                    <a:pt x="5314458" y="1858435"/>
                  </a:lnTo>
                  <a:lnTo>
                    <a:pt x="5270492" y="1869262"/>
                  </a:lnTo>
                  <a:lnTo>
                    <a:pt x="5224145" y="1873001"/>
                  </a:lnTo>
                  <a:lnTo>
                    <a:pt x="285730" y="1873001"/>
                  </a:lnTo>
                  <a:lnTo>
                    <a:pt x="239383" y="1869262"/>
                  </a:lnTo>
                  <a:lnTo>
                    <a:pt x="195417" y="1858435"/>
                  </a:lnTo>
                  <a:lnTo>
                    <a:pt x="154420" y="1841109"/>
                  </a:lnTo>
                  <a:lnTo>
                    <a:pt x="116981" y="1817872"/>
                  </a:lnTo>
                  <a:lnTo>
                    <a:pt x="83688" y="1789313"/>
                  </a:lnTo>
                  <a:lnTo>
                    <a:pt x="55129" y="1756019"/>
                  </a:lnTo>
                  <a:lnTo>
                    <a:pt x="31892" y="1718580"/>
                  </a:lnTo>
                  <a:lnTo>
                    <a:pt x="14566" y="1677583"/>
                  </a:lnTo>
                  <a:lnTo>
                    <a:pt x="3739" y="1633618"/>
                  </a:lnTo>
                  <a:lnTo>
                    <a:pt x="0" y="1587271"/>
                  </a:lnTo>
                  <a:lnTo>
                    <a:pt x="0" y="285730"/>
                  </a:lnTo>
                  <a:lnTo>
                    <a:pt x="3739" y="239383"/>
                  </a:lnTo>
                  <a:lnTo>
                    <a:pt x="14566" y="195417"/>
                  </a:lnTo>
                  <a:lnTo>
                    <a:pt x="31892" y="154420"/>
                  </a:lnTo>
                  <a:lnTo>
                    <a:pt x="55129" y="116981"/>
                  </a:lnTo>
                  <a:lnTo>
                    <a:pt x="83688" y="83688"/>
                  </a:lnTo>
                  <a:lnTo>
                    <a:pt x="116981" y="55129"/>
                  </a:lnTo>
                  <a:lnTo>
                    <a:pt x="154420" y="31892"/>
                  </a:lnTo>
                  <a:lnTo>
                    <a:pt x="195417" y="14566"/>
                  </a:lnTo>
                  <a:lnTo>
                    <a:pt x="239383" y="3739"/>
                  </a:lnTo>
                  <a:lnTo>
                    <a:pt x="28573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33995" y="5195157"/>
              <a:ext cx="85725" cy="857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33995" y="5499957"/>
              <a:ext cx="85725" cy="8572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2535449" y="4255605"/>
            <a:ext cx="4907915" cy="142938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800" b="1" i="1" spc="-75" dirty="0">
                <a:solidFill>
                  <a:srgbClr val="2E6D6D"/>
                </a:solidFill>
                <a:latin typeface="Arial"/>
                <a:cs typeface="Arial"/>
              </a:rPr>
              <a:t>Productivity</a:t>
            </a:r>
            <a:r>
              <a:rPr sz="2800" b="1" i="1" spc="-315" dirty="0">
                <a:solidFill>
                  <a:srgbClr val="2E6D6D"/>
                </a:solidFill>
                <a:latin typeface="Arial"/>
                <a:cs typeface="Arial"/>
              </a:rPr>
              <a:t> </a:t>
            </a:r>
            <a:r>
              <a:rPr sz="2800" b="1" i="1" spc="-170" dirty="0">
                <a:solidFill>
                  <a:srgbClr val="2E6D6D"/>
                </a:solidFill>
                <a:latin typeface="Arial"/>
                <a:cs typeface="Arial"/>
              </a:rPr>
              <a:t>&amp;</a:t>
            </a:r>
            <a:r>
              <a:rPr sz="2800" b="1" i="1" spc="-310" dirty="0">
                <a:solidFill>
                  <a:srgbClr val="2E6D6D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2E6D6D"/>
                </a:solidFill>
                <a:latin typeface="Arial"/>
                <a:cs typeface="Arial"/>
              </a:rPr>
              <a:t>Habit</a:t>
            </a:r>
            <a:r>
              <a:rPr sz="2800" b="1" i="1" spc="-315" dirty="0">
                <a:solidFill>
                  <a:srgbClr val="2E6D6D"/>
                </a:solidFill>
                <a:latin typeface="Arial"/>
                <a:cs typeface="Arial"/>
              </a:rPr>
              <a:t> </a:t>
            </a:r>
            <a:r>
              <a:rPr sz="2800" b="1" i="1" spc="-20" dirty="0">
                <a:solidFill>
                  <a:srgbClr val="2E6D6D"/>
                </a:solidFill>
                <a:latin typeface="Arial"/>
                <a:cs typeface="Arial"/>
              </a:rPr>
              <a:t>Apps</a:t>
            </a:r>
            <a:endParaRPr sz="2800">
              <a:latin typeface="Arial"/>
              <a:cs typeface="Arial"/>
            </a:endParaRPr>
          </a:p>
          <a:p>
            <a:pPr marL="427355" marR="5080" indent="-410209">
              <a:lnSpc>
                <a:spcPct val="105300"/>
              </a:lnSpc>
              <a:spcBef>
                <a:spcPts val="125"/>
              </a:spcBef>
            </a:pPr>
            <a:r>
              <a:rPr sz="19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Examples: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Notion,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Forest,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Google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Calendar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Help</a:t>
            </a:r>
            <a:r>
              <a:rPr sz="1900" spc="-14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with</a:t>
            </a:r>
            <a:r>
              <a:rPr sz="1900" spc="-14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scheduling</a:t>
            </a:r>
            <a:r>
              <a:rPr sz="1900" spc="-14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900" spc="-14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tracking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Improve</a:t>
            </a:r>
            <a:r>
              <a:rPr sz="1900" spc="-15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time</a:t>
            </a:r>
            <a:r>
              <a:rPr sz="1900" spc="-15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management</a:t>
            </a:r>
            <a:endParaRPr sz="1900">
              <a:latin typeface="Lucida Sans Unicode"/>
              <a:cs typeface="Lucida Sans Unicode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9249" y="7841963"/>
            <a:ext cx="85725" cy="8572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9249" y="8451563"/>
            <a:ext cx="85725" cy="8572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9249" y="9061163"/>
            <a:ext cx="85725" cy="8572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9249" y="9670763"/>
            <a:ext cx="85725" cy="85724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12695745" y="6616445"/>
            <a:ext cx="3651250" cy="323913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16839" marR="462280" indent="349250">
              <a:lnSpc>
                <a:spcPts val="2770"/>
              </a:lnSpc>
              <a:spcBef>
                <a:spcPts val="680"/>
              </a:spcBef>
            </a:pPr>
            <a:r>
              <a:rPr sz="2800" b="1" i="1" spc="114" dirty="0">
                <a:solidFill>
                  <a:srgbClr val="377272"/>
                </a:solidFill>
                <a:latin typeface="Arial"/>
                <a:cs typeface="Arial"/>
              </a:rPr>
              <a:t>What</a:t>
            </a:r>
            <a:r>
              <a:rPr sz="2800" b="1" i="1" spc="-114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2800" b="1" i="1" spc="40" dirty="0">
                <a:solidFill>
                  <a:srgbClr val="377272"/>
                </a:solidFill>
                <a:latin typeface="Arial"/>
                <a:cs typeface="Arial"/>
              </a:rPr>
              <a:t>Current </a:t>
            </a:r>
            <a:r>
              <a:rPr sz="2800" b="1" i="1" dirty="0">
                <a:solidFill>
                  <a:srgbClr val="377272"/>
                </a:solidFill>
                <a:latin typeface="Arial"/>
                <a:cs typeface="Arial"/>
              </a:rPr>
              <a:t>Solutions</a:t>
            </a:r>
            <a:r>
              <a:rPr sz="2800" b="1" i="1" spc="-65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2800" b="1" i="1" spc="65" dirty="0">
                <a:solidFill>
                  <a:srgbClr val="377272"/>
                </a:solidFill>
                <a:latin typeface="Arial"/>
                <a:cs typeface="Arial"/>
              </a:rPr>
              <a:t>Do</a:t>
            </a:r>
            <a:r>
              <a:rPr sz="2800" b="1" i="1" spc="-65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2800" b="1" i="1" spc="-20" dirty="0">
                <a:solidFill>
                  <a:srgbClr val="377272"/>
                </a:solidFill>
                <a:latin typeface="Arial"/>
                <a:cs typeface="Arial"/>
              </a:rPr>
              <a:t>Well</a:t>
            </a:r>
            <a:endParaRPr sz="2800">
              <a:latin typeface="Arial"/>
              <a:cs typeface="Arial"/>
            </a:endParaRPr>
          </a:p>
          <a:p>
            <a:pPr marL="12700" marR="724535">
              <a:lnSpc>
                <a:spcPct val="105300"/>
              </a:lnSpc>
              <a:spcBef>
                <a:spcPts val="2380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Provide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access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to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quality </a:t>
            </a:r>
            <a:r>
              <a:rPr sz="19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19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content</a:t>
            </a:r>
            <a:endParaRPr sz="1900">
              <a:latin typeface="Lucida Sans Unicode"/>
              <a:cs typeface="Lucida Sans Unicode"/>
            </a:endParaRPr>
          </a:p>
          <a:p>
            <a:pPr marL="12700" marR="924560">
              <a:lnSpc>
                <a:spcPct val="105300"/>
              </a:lnSpc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Offer</a:t>
            </a:r>
            <a:r>
              <a:rPr sz="19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flexibility</a:t>
            </a:r>
            <a:r>
              <a:rPr sz="19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to</a:t>
            </a:r>
            <a:r>
              <a:rPr sz="19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learn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anytime</a:t>
            </a:r>
            <a:endParaRPr sz="1900">
              <a:latin typeface="Lucida Sans Unicode"/>
              <a:cs typeface="Lucida Sans Unicode"/>
            </a:endParaRPr>
          </a:p>
          <a:p>
            <a:pPr marL="12700" marR="5080">
              <a:lnSpc>
                <a:spcPct val="105300"/>
              </a:lnSpc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Cover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wide</a:t>
            </a:r>
            <a:r>
              <a:rPr sz="19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range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of</a:t>
            </a:r>
            <a:r>
              <a:rPr sz="19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skills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and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subjects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Scalable</a:t>
            </a:r>
            <a:r>
              <a:rPr sz="19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to</a:t>
            </a:r>
            <a:r>
              <a:rPr sz="19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millions</a:t>
            </a:r>
            <a:r>
              <a:rPr sz="19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of</a:t>
            </a:r>
            <a:r>
              <a:rPr sz="19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users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82047" y="6313894"/>
            <a:ext cx="7098030" cy="36830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67335" indent="-254635">
              <a:lnSpc>
                <a:spcPct val="100000"/>
              </a:lnSpc>
              <a:spcBef>
                <a:spcPts val="220"/>
              </a:spcBef>
              <a:buAutoNum type="arabicPeriod"/>
              <a:tabLst>
                <a:tab pos="267335" algn="l"/>
              </a:tabLst>
            </a:pPr>
            <a:r>
              <a:rPr sz="1900" spc="-105" dirty="0">
                <a:solidFill>
                  <a:srgbClr val="377272"/>
                </a:solidFill>
                <a:latin typeface="Arial Black"/>
                <a:cs typeface="Arial Black"/>
              </a:rPr>
              <a:t>No</a:t>
            </a:r>
            <a:r>
              <a:rPr sz="1900" spc="-14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35" dirty="0">
                <a:solidFill>
                  <a:srgbClr val="377272"/>
                </a:solidFill>
                <a:latin typeface="Arial Black"/>
                <a:cs typeface="Arial Black"/>
              </a:rPr>
              <a:t>automatic</a:t>
            </a:r>
            <a:r>
              <a:rPr sz="1900" spc="-14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00" dirty="0">
                <a:solidFill>
                  <a:srgbClr val="377272"/>
                </a:solidFill>
                <a:latin typeface="Arial Black"/>
                <a:cs typeface="Arial Black"/>
              </a:rPr>
              <a:t>habit</a:t>
            </a:r>
            <a:r>
              <a:rPr sz="1900" spc="-14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Arial Black"/>
                <a:cs typeface="Arial Black"/>
              </a:rPr>
              <a:t>tracking</a:t>
            </a:r>
            <a:endParaRPr sz="1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Users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must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manually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plan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track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progress</a:t>
            </a:r>
            <a:endParaRPr sz="1900">
              <a:latin typeface="Lucida Sans Unicode"/>
              <a:cs typeface="Lucida Sans Unicode"/>
            </a:endParaRPr>
          </a:p>
          <a:p>
            <a:pPr marL="269875" indent="-257175">
              <a:lnSpc>
                <a:spcPct val="100000"/>
              </a:lnSpc>
              <a:spcBef>
                <a:spcPts val="120"/>
              </a:spcBef>
              <a:buAutoNum type="arabicPeriod" startAt="2"/>
              <a:tabLst>
                <a:tab pos="269875" algn="l"/>
              </a:tabLst>
            </a:pPr>
            <a:r>
              <a:rPr sz="1900" spc="-215" dirty="0">
                <a:solidFill>
                  <a:srgbClr val="377272"/>
                </a:solidFill>
                <a:latin typeface="Arial Black"/>
                <a:cs typeface="Arial Black"/>
              </a:rPr>
              <a:t>Lack</a:t>
            </a:r>
            <a:r>
              <a:rPr sz="1900" spc="-14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50" dirty="0">
                <a:solidFill>
                  <a:srgbClr val="377272"/>
                </a:solidFill>
                <a:latin typeface="Arial Black"/>
                <a:cs typeface="Arial Black"/>
              </a:rPr>
              <a:t>of</a:t>
            </a:r>
            <a:r>
              <a:rPr sz="1900" spc="-13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20" dirty="0">
                <a:solidFill>
                  <a:srgbClr val="377272"/>
                </a:solidFill>
                <a:latin typeface="Arial Black"/>
                <a:cs typeface="Arial Black"/>
              </a:rPr>
              <a:t>personalized</a:t>
            </a:r>
            <a:r>
              <a:rPr sz="1900" spc="-13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75" dirty="0">
                <a:solidFill>
                  <a:srgbClr val="377272"/>
                </a:solidFill>
                <a:latin typeface="Arial Black"/>
                <a:cs typeface="Arial Black"/>
              </a:rPr>
              <a:t>difficulty</a:t>
            </a:r>
            <a:r>
              <a:rPr sz="1900" spc="-14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Arial Black"/>
                <a:cs typeface="Arial Black"/>
              </a:rPr>
              <a:t>adjustment</a:t>
            </a:r>
            <a:endParaRPr sz="1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Same</a:t>
            </a:r>
            <a:r>
              <a:rPr sz="19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content</a:t>
            </a:r>
            <a:r>
              <a:rPr sz="19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for</a:t>
            </a:r>
            <a:r>
              <a:rPr sz="19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beginners</a:t>
            </a:r>
            <a:r>
              <a:rPr sz="19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9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advanced</a:t>
            </a:r>
            <a:r>
              <a:rPr sz="19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learners</a:t>
            </a:r>
            <a:endParaRPr sz="1900">
              <a:latin typeface="Lucida Sans Unicode"/>
              <a:cs typeface="Lucida Sans Unicode"/>
            </a:endParaRPr>
          </a:p>
          <a:p>
            <a:pPr marL="271780" indent="-259079">
              <a:lnSpc>
                <a:spcPct val="100000"/>
              </a:lnSpc>
              <a:spcBef>
                <a:spcPts val="120"/>
              </a:spcBef>
              <a:buAutoNum type="arabicPeriod" startAt="3"/>
              <a:tabLst>
                <a:tab pos="271780" algn="l"/>
              </a:tabLst>
            </a:pPr>
            <a:r>
              <a:rPr sz="1900" spc="-110" dirty="0">
                <a:solidFill>
                  <a:srgbClr val="377272"/>
                </a:solidFill>
                <a:latin typeface="Arial Black"/>
                <a:cs typeface="Arial Black"/>
              </a:rPr>
              <a:t>Minimal</a:t>
            </a:r>
            <a:r>
              <a:rPr sz="1900" spc="-10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45" dirty="0">
                <a:solidFill>
                  <a:srgbClr val="377272"/>
                </a:solidFill>
                <a:latin typeface="Arial Black"/>
                <a:cs typeface="Arial Black"/>
              </a:rPr>
              <a:t>practice</a:t>
            </a:r>
            <a:r>
              <a:rPr sz="1900" b="1" spc="-145" dirty="0">
                <a:solidFill>
                  <a:srgbClr val="377272"/>
                </a:solidFill>
                <a:latin typeface="Tahoma"/>
                <a:cs typeface="Tahoma"/>
              </a:rPr>
              <a:t>‑</a:t>
            </a:r>
            <a:r>
              <a:rPr sz="1900" spc="-145" dirty="0">
                <a:solidFill>
                  <a:srgbClr val="377272"/>
                </a:solidFill>
                <a:latin typeface="Arial Black"/>
                <a:cs typeface="Arial Black"/>
              </a:rPr>
              <a:t>based</a:t>
            </a:r>
            <a:r>
              <a:rPr sz="1900" spc="-9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Arial Black"/>
                <a:cs typeface="Arial Black"/>
              </a:rPr>
              <a:t>feedback</a:t>
            </a:r>
            <a:endParaRPr sz="1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Theory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35" dirty="0">
                <a:solidFill>
                  <a:srgbClr val="377272"/>
                </a:solidFill>
                <a:latin typeface="Lucida Sans Unicode"/>
                <a:cs typeface="Lucida Sans Unicode"/>
              </a:rPr>
              <a:t>is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prioritized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over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application</a:t>
            </a:r>
            <a:endParaRPr sz="1900">
              <a:latin typeface="Lucida Sans Unicode"/>
              <a:cs typeface="Lucida Sans Unicode"/>
            </a:endParaRPr>
          </a:p>
          <a:p>
            <a:pPr marL="282575" indent="-269875">
              <a:lnSpc>
                <a:spcPct val="100000"/>
              </a:lnSpc>
              <a:spcBef>
                <a:spcPts val="120"/>
              </a:spcBef>
              <a:buAutoNum type="arabicPeriod" startAt="4"/>
              <a:tabLst>
                <a:tab pos="282575" algn="l"/>
              </a:tabLst>
            </a:pPr>
            <a:r>
              <a:rPr sz="1900" spc="-195" dirty="0">
                <a:solidFill>
                  <a:srgbClr val="377272"/>
                </a:solidFill>
                <a:latin typeface="Arial Black"/>
                <a:cs typeface="Arial Black"/>
              </a:rPr>
              <a:t>Weak</a:t>
            </a:r>
            <a:r>
              <a:rPr sz="1900" spc="-17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70" dirty="0">
                <a:solidFill>
                  <a:srgbClr val="377272"/>
                </a:solidFill>
                <a:latin typeface="Arial Black"/>
                <a:cs typeface="Arial Black"/>
              </a:rPr>
              <a:t>or</a:t>
            </a:r>
            <a:r>
              <a:rPr sz="19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05" dirty="0">
                <a:solidFill>
                  <a:srgbClr val="377272"/>
                </a:solidFill>
                <a:latin typeface="Arial Black"/>
                <a:cs typeface="Arial Black"/>
              </a:rPr>
              <a:t>random</a:t>
            </a:r>
            <a:r>
              <a:rPr sz="19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05" dirty="0">
                <a:solidFill>
                  <a:srgbClr val="377272"/>
                </a:solidFill>
                <a:latin typeface="Arial Black"/>
                <a:cs typeface="Arial Black"/>
              </a:rPr>
              <a:t>peer</a:t>
            </a:r>
            <a:r>
              <a:rPr sz="19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Arial Black"/>
                <a:cs typeface="Arial Black"/>
              </a:rPr>
              <a:t>interaction</a:t>
            </a:r>
            <a:endParaRPr sz="1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Discussion</a:t>
            </a:r>
            <a:r>
              <a:rPr sz="19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forums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are</a:t>
            </a:r>
            <a:r>
              <a:rPr sz="1900" spc="-9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unstructured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900" spc="-9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inactive</a:t>
            </a:r>
            <a:endParaRPr sz="1900">
              <a:latin typeface="Lucida Sans Unicode"/>
              <a:cs typeface="Lucida Sans Unicode"/>
            </a:endParaRPr>
          </a:p>
          <a:p>
            <a:pPr marL="275590" indent="-262890">
              <a:lnSpc>
                <a:spcPct val="100000"/>
              </a:lnSpc>
              <a:spcBef>
                <a:spcPts val="120"/>
              </a:spcBef>
              <a:buAutoNum type="arabicPeriod" startAt="5"/>
              <a:tabLst>
                <a:tab pos="275590" algn="l"/>
              </a:tabLst>
            </a:pPr>
            <a:r>
              <a:rPr sz="1900" spc="-105" dirty="0">
                <a:solidFill>
                  <a:srgbClr val="377272"/>
                </a:solidFill>
                <a:latin typeface="Arial Black"/>
                <a:cs typeface="Arial Black"/>
              </a:rPr>
              <a:t>No</a:t>
            </a:r>
            <a:r>
              <a:rPr sz="1900" spc="-140" dirty="0">
                <a:solidFill>
                  <a:srgbClr val="377272"/>
                </a:solidFill>
                <a:latin typeface="Arial Black"/>
                <a:cs typeface="Arial Black"/>
              </a:rPr>
              <a:t> time</a:t>
            </a:r>
            <a:r>
              <a:rPr sz="1900" b="1" spc="-140" dirty="0">
                <a:solidFill>
                  <a:srgbClr val="377272"/>
                </a:solidFill>
                <a:latin typeface="Tahoma"/>
                <a:cs typeface="Tahoma"/>
              </a:rPr>
              <a:t>‑</a:t>
            </a:r>
            <a:r>
              <a:rPr sz="1900" spc="-140" dirty="0">
                <a:solidFill>
                  <a:srgbClr val="377272"/>
                </a:solidFill>
                <a:latin typeface="Arial Black"/>
                <a:cs typeface="Arial Black"/>
              </a:rPr>
              <a:t>based</a:t>
            </a:r>
            <a:r>
              <a:rPr sz="1900" spc="-13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377272"/>
                </a:solidFill>
                <a:latin typeface="Arial Black"/>
                <a:cs typeface="Arial Black"/>
              </a:rPr>
              <a:t>performance</a:t>
            </a:r>
            <a:r>
              <a:rPr sz="1900" spc="-13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Arial Black"/>
                <a:cs typeface="Arial Black"/>
              </a:rPr>
              <a:t>insights</a:t>
            </a:r>
            <a:endParaRPr sz="1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Platforms</a:t>
            </a:r>
            <a:r>
              <a:rPr sz="1900" spc="-6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don’t</a:t>
            </a:r>
            <a:r>
              <a:rPr sz="19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identify</a:t>
            </a:r>
            <a:r>
              <a:rPr sz="1900" spc="-6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35" dirty="0">
                <a:solidFill>
                  <a:srgbClr val="377272"/>
                </a:solidFill>
                <a:latin typeface="Lucida Sans Unicode"/>
                <a:cs typeface="Lucida Sans Unicode"/>
              </a:rPr>
              <a:t>high‑learning</a:t>
            </a:r>
            <a:r>
              <a:rPr sz="19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or</a:t>
            </a:r>
            <a:r>
              <a:rPr sz="1900" spc="-6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high‑accuracy</a:t>
            </a:r>
            <a:r>
              <a:rPr sz="19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hours</a:t>
            </a:r>
            <a:endParaRPr sz="1900">
              <a:latin typeface="Lucida Sans Unicode"/>
              <a:cs typeface="Lucida Sans Unicode"/>
            </a:endParaRPr>
          </a:p>
          <a:p>
            <a:pPr marL="285115" indent="-272415">
              <a:lnSpc>
                <a:spcPct val="100000"/>
              </a:lnSpc>
              <a:spcBef>
                <a:spcPts val="120"/>
              </a:spcBef>
              <a:buAutoNum type="arabicPeriod" startAt="6"/>
              <a:tabLst>
                <a:tab pos="285115" algn="l"/>
              </a:tabLst>
            </a:pPr>
            <a:r>
              <a:rPr sz="1900" spc="-195" dirty="0">
                <a:solidFill>
                  <a:srgbClr val="377272"/>
                </a:solidFill>
                <a:latin typeface="Arial Black"/>
                <a:cs typeface="Arial Black"/>
              </a:rPr>
              <a:t>Low</a:t>
            </a:r>
            <a:r>
              <a:rPr sz="1900" spc="-15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05" dirty="0">
                <a:solidFill>
                  <a:srgbClr val="377272"/>
                </a:solidFill>
                <a:latin typeface="Arial Black"/>
                <a:cs typeface="Arial Black"/>
              </a:rPr>
              <a:t>completion</a:t>
            </a:r>
            <a:r>
              <a:rPr sz="1900" spc="-14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Arial Black"/>
                <a:cs typeface="Arial Black"/>
              </a:rPr>
              <a:t>rates</a:t>
            </a:r>
            <a:endParaRPr sz="1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Many</a:t>
            </a:r>
            <a:r>
              <a:rPr sz="1900" spc="-9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users</a:t>
            </a:r>
            <a:r>
              <a:rPr sz="19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drop</a:t>
            </a:r>
            <a:r>
              <a:rPr sz="19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out</a:t>
            </a:r>
            <a:r>
              <a:rPr sz="19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after</a:t>
            </a:r>
            <a:r>
              <a:rPr sz="1900" spc="-9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</a:t>
            </a:r>
            <a:r>
              <a:rPr sz="19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few</a:t>
            </a:r>
            <a:r>
              <a:rPr sz="19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lessons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61851" y="7402824"/>
            <a:ext cx="1793875" cy="958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3185">
              <a:lnSpc>
                <a:spcPct val="105600"/>
              </a:lnSpc>
              <a:spcBef>
                <a:spcPts val="100"/>
              </a:spcBef>
            </a:pPr>
            <a:r>
              <a:rPr sz="2900" b="1" i="1" spc="-20" dirty="0">
                <a:solidFill>
                  <a:srgbClr val="327083"/>
                </a:solidFill>
                <a:latin typeface="Arial"/>
                <a:cs typeface="Arial"/>
              </a:rPr>
              <a:t>Key</a:t>
            </a:r>
            <a:r>
              <a:rPr sz="2900" b="1" i="1" spc="-185" dirty="0">
                <a:solidFill>
                  <a:srgbClr val="327083"/>
                </a:solidFill>
                <a:latin typeface="Arial"/>
                <a:cs typeface="Arial"/>
              </a:rPr>
              <a:t> </a:t>
            </a:r>
            <a:r>
              <a:rPr sz="2900" b="1" i="1" spc="-20" dirty="0">
                <a:solidFill>
                  <a:srgbClr val="327083"/>
                </a:solidFill>
                <a:latin typeface="Arial"/>
                <a:cs typeface="Arial"/>
              </a:rPr>
              <a:t>Gaps </a:t>
            </a:r>
            <a:r>
              <a:rPr sz="2900" b="1" i="1" spc="85" dirty="0">
                <a:solidFill>
                  <a:srgbClr val="327083"/>
                </a:solidFill>
                <a:latin typeface="Arial"/>
                <a:cs typeface="Arial"/>
              </a:rPr>
              <a:t>Identified</a:t>
            </a:r>
            <a:endParaRPr sz="29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4225655" y="584438"/>
            <a:ext cx="3842385" cy="3888740"/>
            <a:chOff x="14225655" y="584438"/>
            <a:chExt cx="3842385" cy="3888740"/>
          </a:xfrm>
        </p:grpSpPr>
        <p:sp>
          <p:nvSpPr>
            <p:cNvPr id="35" name="object 35"/>
            <p:cNvSpPr/>
            <p:nvPr/>
          </p:nvSpPr>
          <p:spPr>
            <a:xfrm>
              <a:off x="14228369" y="589344"/>
              <a:ext cx="3839845" cy="3884295"/>
            </a:xfrm>
            <a:custGeom>
              <a:avLst/>
              <a:gdLst/>
              <a:ahLst/>
              <a:cxnLst/>
              <a:rect l="l" t="t" r="r" b="b"/>
              <a:pathLst>
                <a:path w="3839844" h="3884295">
                  <a:moveTo>
                    <a:pt x="818572" y="1911946"/>
                  </a:moveTo>
                  <a:lnTo>
                    <a:pt x="743916" y="1903306"/>
                  </a:lnTo>
                  <a:lnTo>
                    <a:pt x="673017" y="1876879"/>
                  </a:lnTo>
                  <a:lnTo>
                    <a:pt x="588737" y="1801651"/>
                  </a:lnTo>
                  <a:lnTo>
                    <a:pt x="556201" y="1714884"/>
                  </a:lnTo>
                  <a:lnTo>
                    <a:pt x="553065" y="1643258"/>
                  </a:lnTo>
                  <a:lnTo>
                    <a:pt x="556985" y="1613453"/>
                  </a:lnTo>
                  <a:lnTo>
                    <a:pt x="6615" y="1613453"/>
                  </a:lnTo>
                  <a:lnTo>
                    <a:pt x="4410" y="1438192"/>
                  </a:lnTo>
                  <a:lnTo>
                    <a:pt x="735" y="1036329"/>
                  </a:lnTo>
                  <a:lnTo>
                    <a:pt x="65" y="633241"/>
                  </a:lnTo>
                  <a:lnTo>
                    <a:pt x="0" y="593747"/>
                  </a:lnTo>
                  <a:lnTo>
                    <a:pt x="6615" y="296328"/>
                  </a:lnTo>
                  <a:lnTo>
                    <a:pt x="13287" y="241138"/>
                  </a:lnTo>
                  <a:lnTo>
                    <a:pt x="25123" y="193609"/>
                  </a:lnTo>
                  <a:lnTo>
                    <a:pt x="42038" y="153124"/>
                  </a:lnTo>
                  <a:lnTo>
                    <a:pt x="63946" y="119065"/>
                  </a:lnTo>
                  <a:lnTo>
                    <a:pt x="90764" y="90812"/>
                  </a:lnTo>
                  <a:lnTo>
                    <a:pt x="122405" y="67747"/>
                  </a:lnTo>
                  <a:lnTo>
                    <a:pt x="158787" y="49252"/>
                  </a:lnTo>
                  <a:lnTo>
                    <a:pt x="199822" y="34708"/>
                  </a:lnTo>
                  <a:lnTo>
                    <a:pt x="245427" y="23497"/>
                  </a:lnTo>
                  <a:lnTo>
                    <a:pt x="295518" y="15000"/>
                  </a:lnTo>
                  <a:lnTo>
                    <a:pt x="350008" y="8599"/>
                  </a:lnTo>
                  <a:lnTo>
                    <a:pt x="632555" y="0"/>
                  </a:lnTo>
                  <a:lnTo>
                    <a:pt x="1051593" y="955"/>
                  </a:lnTo>
                  <a:lnTo>
                    <a:pt x="1597357" y="8599"/>
                  </a:lnTo>
                  <a:lnTo>
                    <a:pt x="1597357" y="422553"/>
                  </a:lnTo>
                  <a:lnTo>
                    <a:pt x="1540995" y="446722"/>
                  </a:lnTo>
                  <a:lnTo>
                    <a:pt x="1419290" y="517711"/>
                  </a:lnTo>
                  <a:lnTo>
                    <a:pt x="1303319" y="633241"/>
                  </a:lnTo>
                  <a:lnTo>
                    <a:pt x="1264156" y="791034"/>
                  </a:lnTo>
                  <a:lnTo>
                    <a:pt x="1273571" y="848103"/>
                  </a:lnTo>
                  <a:lnTo>
                    <a:pt x="1286496" y="900533"/>
                  </a:lnTo>
                  <a:lnTo>
                    <a:pt x="1302878" y="948325"/>
                  </a:lnTo>
                  <a:lnTo>
                    <a:pt x="1322665" y="991478"/>
                  </a:lnTo>
                  <a:lnTo>
                    <a:pt x="1345807" y="1029992"/>
                  </a:lnTo>
                  <a:lnTo>
                    <a:pt x="1372250" y="1063867"/>
                  </a:lnTo>
                  <a:lnTo>
                    <a:pt x="1401944" y="1093104"/>
                  </a:lnTo>
                  <a:lnTo>
                    <a:pt x="1434836" y="1117702"/>
                  </a:lnTo>
                  <a:lnTo>
                    <a:pt x="1470875" y="1137662"/>
                  </a:lnTo>
                  <a:lnTo>
                    <a:pt x="1510010" y="1152982"/>
                  </a:lnTo>
                  <a:lnTo>
                    <a:pt x="1552187" y="1163664"/>
                  </a:lnTo>
                  <a:lnTo>
                    <a:pt x="1597357" y="1169708"/>
                  </a:lnTo>
                  <a:lnTo>
                    <a:pt x="1597357" y="1589149"/>
                  </a:lnTo>
                  <a:lnTo>
                    <a:pt x="1057182" y="1613453"/>
                  </a:lnTo>
                  <a:lnTo>
                    <a:pt x="1054677" y="1673342"/>
                  </a:lnTo>
                  <a:lnTo>
                    <a:pt x="1045609" y="1725843"/>
                  </a:lnTo>
                  <a:lnTo>
                    <a:pt x="1030657" y="1771222"/>
                  </a:lnTo>
                  <a:lnTo>
                    <a:pt x="1010504" y="1809747"/>
                  </a:lnTo>
                  <a:lnTo>
                    <a:pt x="985833" y="1841686"/>
                  </a:lnTo>
                  <a:lnTo>
                    <a:pt x="957325" y="1867306"/>
                  </a:lnTo>
                  <a:lnTo>
                    <a:pt x="891528" y="1900659"/>
                  </a:lnTo>
                  <a:lnTo>
                    <a:pt x="855604" y="1908927"/>
                  </a:lnTo>
                  <a:lnTo>
                    <a:pt x="818572" y="1911946"/>
                  </a:lnTo>
                  <a:close/>
                </a:path>
                <a:path w="3839844" h="3884295">
                  <a:moveTo>
                    <a:pt x="3350783" y="2068175"/>
                  </a:moveTo>
                  <a:lnTo>
                    <a:pt x="2865874" y="2068175"/>
                  </a:lnTo>
                  <a:lnTo>
                    <a:pt x="2884103" y="2022786"/>
                  </a:lnTo>
                  <a:lnTo>
                    <a:pt x="2907594" y="1982206"/>
                  </a:lnTo>
                  <a:lnTo>
                    <a:pt x="2935740" y="1946776"/>
                  </a:lnTo>
                  <a:lnTo>
                    <a:pt x="2967932" y="1916834"/>
                  </a:lnTo>
                  <a:lnTo>
                    <a:pt x="3003564" y="1892720"/>
                  </a:lnTo>
                  <a:lnTo>
                    <a:pt x="3042026" y="1874773"/>
                  </a:lnTo>
                  <a:lnTo>
                    <a:pt x="3082711" y="1863333"/>
                  </a:lnTo>
                  <a:lnTo>
                    <a:pt x="3125011" y="1858739"/>
                  </a:lnTo>
                  <a:lnTo>
                    <a:pt x="3168319" y="1861329"/>
                  </a:lnTo>
                  <a:lnTo>
                    <a:pt x="3212025" y="1871444"/>
                  </a:lnTo>
                  <a:lnTo>
                    <a:pt x="3255524" y="1889423"/>
                  </a:lnTo>
                  <a:lnTo>
                    <a:pt x="3336300" y="1985598"/>
                  </a:lnTo>
                  <a:lnTo>
                    <a:pt x="3350783" y="2068175"/>
                  </a:lnTo>
                  <a:close/>
                </a:path>
                <a:path w="3839844" h="3884295">
                  <a:moveTo>
                    <a:pt x="3643900" y="2984613"/>
                  </a:moveTo>
                  <a:lnTo>
                    <a:pt x="2014965" y="2984613"/>
                  </a:lnTo>
                  <a:lnTo>
                    <a:pt x="2053623" y="2982707"/>
                  </a:lnTo>
                  <a:lnTo>
                    <a:pt x="2093576" y="2975319"/>
                  </a:lnTo>
                  <a:lnTo>
                    <a:pt x="2134041" y="2962609"/>
                  </a:lnTo>
                  <a:lnTo>
                    <a:pt x="2174234" y="2944735"/>
                  </a:lnTo>
                  <a:lnTo>
                    <a:pt x="2213371" y="2921855"/>
                  </a:lnTo>
                  <a:lnTo>
                    <a:pt x="2250669" y="2894127"/>
                  </a:lnTo>
                  <a:lnTo>
                    <a:pt x="2285345" y="2861710"/>
                  </a:lnTo>
                  <a:lnTo>
                    <a:pt x="2316613" y="2824763"/>
                  </a:lnTo>
                  <a:lnTo>
                    <a:pt x="2343692" y="2783444"/>
                  </a:lnTo>
                  <a:lnTo>
                    <a:pt x="2365797" y="2737910"/>
                  </a:lnTo>
                  <a:lnTo>
                    <a:pt x="2382144" y="2688322"/>
                  </a:lnTo>
                  <a:lnTo>
                    <a:pt x="2393580" y="2629092"/>
                  </a:lnTo>
                  <a:lnTo>
                    <a:pt x="2397241" y="2573424"/>
                  </a:lnTo>
                  <a:lnTo>
                    <a:pt x="2393982" y="2521538"/>
                  </a:lnTo>
                  <a:lnTo>
                    <a:pt x="2384658" y="2473652"/>
                  </a:lnTo>
                  <a:lnTo>
                    <a:pt x="2370125" y="2429987"/>
                  </a:lnTo>
                  <a:lnTo>
                    <a:pt x="2351238" y="2390760"/>
                  </a:lnTo>
                  <a:lnTo>
                    <a:pt x="2328851" y="2356191"/>
                  </a:lnTo>
                  <a:lnTo>
                    <a:pt x="2303822" y="2326500"/>
                  </a:lnTo>
                  <a:lnTo>
                    <a:pt x="2249252" y="2282625"/>
                  </a:lnTo>
                  <a:lnTo>
                    <a:pt x="2221424" y="2268880"/>
                  </a:lnTo>
                  <a:lnTo>
                    <a:pt x="2365680" y="1901183"/>
                  </a:lnTo>
                  <a:lnTo>
                    <a:pt x="2865874" y="2068175"/>
                  </a:lnTo>
                  <a:lnTo>
                    <a:pt x="3350783" y="2068175"/>
                  </a:lnTo>
                  <a:lnTo>
                    <a:pt x="3359600" y="2118449"/>
                  </a:lnTo>
                  <a:lnTo>
                    <a:pt x="3353206" y="2236160"/>
                  </a:lnTo>
                  <a:lnTo>
                    <a:pt x="3344900" y="2286912"/>
                  </a:lnTo>
                  <a:lnTo>
                    <a:pt x="3839606" y="2481345"/>
                  </a:lnTo>
                  <a:lnTo>
                    <a:pt x="3784554" y="2623458"/>
                  </a:lnTo>
                  <a:lnTo>
                    <a:pt x="3654385" y="2957921"/>
                  </a:lnTo>
                  <a:lnTo>
                    <a:pt x="3643900" y="2984613"/>
                  </a:lnTo>
                  <a:close/>
                </a:path>
                <a:path w="3839844" h="3884295">
                  <a:moveTo>
                    <a:pt x="3110402" y="3883743"/>
                  </a:moveTo>
                  <a:lnTo>
                    <a:pt x="3039325" y="3877070"/>
                  </a:lnTo>
                  <a:lnTo>
                    <a:pt x="2971501" y="3859349"/>
                  </a:lnTo>
                  <a:lnTo>
                    <a:pt x="2702973" y="3753341"/>
                  </a:lnTo>
                  <a:lnTo>
                    <a:pt x="1789438" y="3365700"/>
                  </a:lnTo>
                  <a:lnTo>
                    <a:pt x="1944670" y="2971347"/>
                  </a:lnTo>
                  <a:lnTo>
                    <a:pt x="1978386" y="2980879"/>
                  </a:lnTo>
                  <a:lnTo>
                    <a:pt x="2014965" y="2984613"/>
                  </a:lnTo>
                  <a:lnTo>
                    <a:pt x="3643900" y="2984613"/>
                  </a:lnTo>
                  <a:lnTo>
                    <a:pt x="3501578" y="3346921"/>
                  </a:lnTo>
                  <a:lnTo>
                    <a:pt x="3378612" y="3652646"/>
                  </a:lnTo>
                  <a:lnTo>
                    <a:pt x="3349687" y="3713757"/>
                  </a:lnTo>
                  <a:lnTo>
                    <a:pt x="3318839" y="3763819"/>
                  </a:lnTo>
                  <a:lnTo>
                    <a:pt x="3286373" y="3803755"/>
                  </a:lnTo>
                  <a:lnTo>
                    <a:pt x="3252592" y="3834483"/>
                  </a:lnTo>
                  <a:lnTo>
                    <a:pt x="3217800" y="3856925"/>
                  </a:lnTo>
                  <a:lnTo>
                    <a:pt x="3182302" y="3872002"/>
                  </a:lnTo>
                  <a:lnTo>
                    <a:pt x="3146402" y="3880635"/>
                  </a:lnTo>
                  <a:lnTo>
                    <a:pt x="3110402" y="3883743"/>
                  </a:lnTo>
                  <a:close/>
                </a:path>
              </a:pathLst>
            </a:custGeom>
            <a:solidFill>
              <a:srgbClr val="4A9AB4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4225655" y="584438"/>
              <a:ext cx="3315335" cy="3348990"/>
            </a:xfrm>
            <a:custGeom>
              <a:avLst/>
              <a:gdLst/>
              <a:ahLst/>
              <a:cxnLst/>
              <a:rect l="l" t="t" r="r" b="b"/>
              <a:pathLst>
                <a:path w="3315334" h="3348990">
                  <a:moveTo>
                    <a:pt x="3313983" y="549763"/>
                  </a:moveTo>
                  <a:lnTo>
                    <a:pt x="1724727" y="549763"/>
                  </a:lnTo>
                  <a:lnTo>
                    <a:pt x="1747469" y="4096"/>
                  </a:lnTo>
                  <a:lnTo>
                    <a:pt x="2184046" y="910"/>
                  </a:lnTo>
                  <a:lnTo>
                    <a:pt x="2364585" y="184"/>
                  </a:lnTo>
                  <a:lnTo>
                    <a:pt x="2440212" y="0"/>
                  </a:lnTo>
                  <a:lnTo>
                    <a:pt x="2628467" y="0"/>
                  </a:lnTo>
                  <a:lnTo>
                    <a:pt x="2747619" y="433"/>
                  </a:lnTo>
                  <a:lnTo>
                    <a:pt x="2862454" y="1387"/>
                  </a:lnTo>
                  <a:lnTo>
                    <a:pt x="2915782" y="2131"/>
                  </a:lnTo>
                  <a:lnTo>
                    <a:pt x="2916791" y="2131"/>
                  </a:lnTo>
                  <a:lnTo>
                    <a:pt x="3006572" y="4096"/>
                  </a:lnTo>
                  <a:lnTo>
                    <a:pt x="3073307" y="9790"/>
                  </a:lnTo>
                  <a:lnTo>
                    <a:pt x="3129088" y="21980"/>
                  </a:lnTo>
                  <a:lnTo>
                    <a:pt x="3174931" y="39842"/>
                  </a:lnTo>
                  <a:lnTo>
                    <a:pt x="3211849" y="62551"/>
                  </a:lnTo>
                  <a:lnTo>
                    <a:pt x="3240858" y="89284"/>
                  </a:lnTo>
                  <a:lnTo>
                    <a:pt x="3279207" y="151521"/>
                  </a:lnTo>
                  <a:lnTo>
                    <a:pt x="3298098" y="219959"/>
                  </a:lnTo>
                  <a:lnTo>
                    <a:pt x="3305650" y="288002"/>
                  </a:lnTo>
                  <a:lnTo>
                    <a:pt x="3307711" y="319816"/>
                  </a:lnTo>
                  <a:lnTo>
                    <a:pt x="3309981" y="349058"/>
                  </a:lnTo>
                  <a:lnTo>
                    <a:pt x="3313886" y="544878"/>
                  </a:lnTo>
                  <a:lnTo>
                    <a:pt x="3313983" y="549763"/>
                  </a:lnTo>
                  <a:close/>
                </a:path>
                <a:path w="3315334" h="3348990">
                  <a:moveTo>
                    <a:pt x="2154361" y="1617575"/>
                  </a:moveTo>
                  <a:lnTo>
                    <a:pt x="1748247" y="1617575"/>
                  </a:lnTo>
                  <a:lnTo>
                    <a:pt x="1748247" y="1086805"/>
                  </a:lnTo>
                  <a:lnTo>
                    <a:pt x="1704341" y="1084850"/>
                  </a:lnTo>
                  <a:lnTo>
                    <a:pt x="1660502" y="1076335"/>
                  </a:lnTo>
                  <a:lnTo>
                    <a:pt x="1617692" y="1061777"/>
                  </a:lnTo>
                  <a:lnTo>
                    <a:pt x="1576871" y="1041692"/>
                  </a:lnTo>
                  <a:lnTo>
                    <a:pt x="1539002" y="1016595"/>
                  </a:lnTo>
                  <a:lnTo>
                    <a:pt x="1505045" y="987002"/>
                  </a:lnTo>
                  <a:lnTo>
                    <a:pt x="1475961" y="953430"/>
                  </a:lnTo>
                  <a:lnTo>
                    <a:pt x="1452713" y="916395"/>
                  </a:lnTo>
                  <a:lnTo>
                    <a:pt x="1436260" y="876412"/>
                  </a:lnTo>
                  <a:lnTo>
                    <a:pt x="1427565" y="833998"/>
                  </a:lnTo>
                  <a:lnTo>
                    <a:pt x="1427590" y="789667"/>
                  </a:lnTo>
                  <a:lnTo>
                    <a:pt x="1438941" y="736710"/>
                  </a:lnTo>
                  <a:lnTo>
                    <a:pt x="1460210" y="689018"/>
                  </a:lnTo>
                  <a:lnTo>
                    <a:pt x="1489468" y="647153"/>
                  </a:lnTo>
                  <a:lnTo>
                    <a:pt x="1524784" y="611676"/>
                  </a:lnTo>
                  <a:lnTo>
                    <a:pt x="1564231" y="583149"/>
                  </a:lnTo>
                  <a:lnTo>
                    <a:pt x="1605878" y="562132"/>
                  </a:lnTo>
                  <a:lnTo>
                    <a:pt x="1647796" y="549188"/>
                  </a:lnTo>
                  <a:lnTo>
                    <a:pt x="1688055" y="544878"/>
                  </a:lnTo>
                  <a:lnTo>
                    <a:pt x="1724727" y="549763"/>
                  </a:lnTo>
                  <a:lnTo>
                    <a:pt x="3313983" y="549763"/>
                  </a:lnTo>
                  <a:lnTo>
                    <a:pt x="3314942" y="597868"/>
                  </a:lnTo>
                  <a:lnTo>
                    <a:pt x="3314826" y="689018"/>
                  </a:lnTo>
                  <a:lnTo>
                    <a:pt x="3314765" y="736710"/>
                  </a:lnTo>
                  <a:lnTo>
                    <a:pt x="3314640" y="833998"/>
                  </a:lnTo>
                  <a:lnTo>
                    <a:pt x="3314535" y="916395"/>
                  </a:lnTo>
                  <a:lnTo>
                    <a:pt x="3314444" y="987002"/>
                  </a:lnTo>
                  <a:lnTo>
                    <a:pt x="3314391" y="1028298"/>
                  </a:lnTo>
                  <a:lnTo>
                    <a:pt x="3312608" y="1292172"/>
                  </a:lnTo>
                  <a:lnTo>
                    <a:pt x="2491580" y="1292172"/>
                  </a:lnTo>
                  <a:lnTo>
                    <a:pt x="2428762" y="1298486"/>
                  </a:lnTo>
                  <a:lnTo>
                    <a:pt x="2257886" y="1370173"/>
                  </a:lnTo>
                  <a:lnTo>
                    <a:pt x="2177783" y="1477434"/>
                  </a:lnTo>
                  <a:lnTo>
                    <a:pt x="2154569" y="1574994"/>
                  </a:lnTo>
                  <a:lnTo>
                    <a:pt x="2154476" y="1593936"/>
                  </a:lnTo>
                  <a:lnTo>
                    <a:pt x="2154361" y="1617575"/>
                  </a:lnTo>
                  <a:close/>
                </a:path>
                <a:path w="3315334" h="3348990">
                  <a:moveTo>
                    <a:pt x="3309981" y="1617575"/>
                  </a:moveTo>
                  <a:lnTo>
                    <a:pt x="2903868" y="1617575"/>
                  </a:lnTo>
                  <a:lnTo>
                    <a:pt x="2899081" y="1593936"/>
                  </a:lnTo>
                  <a:lnTo>
                    <a:pt x="2889769" y="1566080"/>
                  </a:lnTo>
                  <a:lnTo>
                    <a:pt x="2857609" y="1502063"/>
                  </a:lnTo>
                  <a:lnTo>
                    <a:pt x="2834782" y="1468077"/>
                  </a:lnTo>
                  <a:lnTo>
                    <a:pt x="2807470" y="1434221"/>
                  </a:lnTo>
                  <a:lnTo>
                    <a:pt x="2775683" y="1401582"/>
                  </a:lnTo>
                  <a:lnTo>
                    <a:pt x="2739433" y="1371247"/>
                  </a:lnTo>
                  <a:lnTo>
                    <a:pt x="2698729" y="1344303"/>
                  </a:lnTo>
                  <a:lnTo>
                    <a:pt x="2653581" y="1321836"/>
                  </a:lnTo>
                  <a:lnTo>
                    <a:pt x="2604000" y="1304935"/>
                  </a:lnTo>
                  <a:lnTo>
                    <a:pt x="2549997" y="1294684"/>
                  </a:lnTo>
                  <a:lnTo>
                    <a:pt x="2491580" y="1292172"/>
                  </a:lnTo>
                  <a:lnTo>
                    <a:pt x="3312608" y="1292172"/>
                  </a:lnTo>
                  <a:lnTo>
                    <a:pt x="3311649" y="1434221"/>
                  </a:lnTo>
                  <a:lnTo>
                    <a:pt x="3309981" y="1617575"/>
                  </a:lnTo>
                  <a:close/>
                </a:path>
                <a:path w="3315334" h="3348990">
                  <a:moveTo>
                    <a:pt x="357425" y="3348654"/>
                  </a:moveTo>
                  <a:lnTo>
                    <a:pt x="285899" y="3337928"/>
                  </a:lnTo>
                  <a:lnTo>
                    <a:pt x="249067" y="3326525"/>
                  </a:lnTo>
                  <a:lnTo>
                    <a:pt x="212421" y="3310947"/>
                  </a:lnTo>
                  <a:lnTo>
                    <a:pt x="176635" y="3291083"/>
                  </a:lnTo>
                  <a:lnTo>
                    <a:pt x="142385" y="3266820"/>
                  </a:lnTo>
                  <a:lnTo>
                    <a:pt x="110344" y="3238049"/>
                  </a:lnTo>
                  <a:lnTo>
                    <a:pt x="81188" y="3204657"/>
                  </a:lnTo>
                  <a:lnTo>
                    <a:pt x="55590" y="3166533"/>
                  </a:lnTo>
                  <a:lnTo>
                    <a:pt x="34225" y="3123566"/>
                  </a:lnTo>
                  <a:lnTo>
                    <a:pt x="17767" y="3075644"/>
                  </a:lnTo>
                  <a:lnTo>
                    <a:pt x="6891" y="3022657"/>
                  </a:lnTo>
                  <a:lnTo>
                    <a:pt x="2272" y="2964492"/>
                  </a:lnTo>
                  <a:lnTo>
                    <a:pt x="0" y="2667628"/>
                  </a:lnTo>
                  <a:lnTo>
                    <a:pt x="92" y="2447480"/>
                  </a:lnTo>
                  <a:lnTo>
                    <a:pt x="214" y="2253401"/>
                  </a:lnTo>
                  <a:lnTo>
                    <a:pt x="769" y="2098334"/>
                  </a:lnTo>
                  <a:lnTo>
                    <a:pt x="895" y="2063121"/>
                  </a:lnTo>
                  <a:lnTo>
                    <a:pt x="975" y="2040918"/>
                  </a:lnTo>
                  <a:lnTo>
                    <a:pt x="1054" y="2018788"/>
                  </a:lnTo>
                  <a:lnTo>
                    <a:pt x="1175" y="1984944"/>
                  </a:lnTo>
                  <a:lnTo>
                    <a:pt x="1291" y="1952551"/>
                  </a:lnTo>
                  <a:lnTo>
                    <a:pt x="1414" y="1918138"/>
                  </a:lnTo>
                  <a:lnTo>
                    <a:pt x="1500" y="1894181"/>
                  </a:lnTo>
                  <a:lnTo>
                    <a:pt x="2268" y="1740663"/>
                  </a:lnTo>
                  <a:lnTo>
                    <a:pt x="2272" y="1739879"/>
                  </a:lnTo>
                  <a:lnTo>
                    <a:pt x="425633" y="1739879"/>
                  </a:lnTo>
                  <a:lnTo>
                    <a:pt x="438153" y="1785572"/>
                  </a:lnTo>
                  <a:lnTo>
                    <a:pt x="482866" y="1890800"/>
                  </a:lnTo>
                  <a:lnTo>
                    <a:pt x="570503" y="2007788"/>
                  </a:lnTo>
                  <a:lnTo>
                    <a:pt x="711795" y="2088761"/>
                  </a:lnTo>
                  <a:lnTo>
                    <a:pt x="757796" y="2097311"/>
                  </a:lnTo>
                  <a:lnTo>
                    <a:pt x="803874" y="2098334"/>
                  </a:lnTo>
                  <a:lnTo>
                    <a:pt x="1598358" y="2098334"/>
                  </a:lnTo>
                  <a:lnTo>
                    <a:pt x="1599188" y="2201510"/>
                  </a:lnTo>
                  <a:lnTo>
                    <a:pt x="1600020" y="2279279"/>
                  </a:lnTo>
                  <a:lnTo>
                    <a:pt x="1600070" y="2283977"/>
                  </a:lnTo>
                  <a:lnTo>
                    <a:pt x="1709620" y="2283977"/>
                  </a:lnTo>
                  <a:lnTo>
                    <a:pt x="1755535" y="2295621"/>
                  </a:lnTo>
                  <a:lnTo>
                    <a:pt x="1799080" y="2314985"/>
                  </a:lnTo>
                  <a:lnTo>
                    <a:pt x="1837605" y="2340691"/>
                  </a:lnTo>
                  <a:lnTo>
                    <a:pt x="1870580" y="2371902"/>
                  </a:lnTo>
                  <a:lnTo>
                    <a:pt x="1897477" y="2407778"/>
                  </a:lnTo>
                  <a:lnTo>
                    <a:pt x="1917767" y="2447480"/>
                  </a:lnTo>
                  <a:lnTo>
                    <a:pt x="1930920" y="2490170"/>
                  </a:lnTo>
                  <a:lnTo>
                    <a:pt x="1934786" y="2524246"/>
                  </a:lnTo>
                  <a:lnTo>
                    <a:pt x="1932056" y="2559983"/>
                  </a:lnTo>
                  <a:lnTo>
                    <a:pt x="1907864" y="2632626"/>
                  </a:lnTo>
                  <a:lnTo>
                    <a:pt x="1886931" y="2667628"/>
                  </a:lnTo>
                  <a:lnTo>
                    <a:pt x="1860457" y="2700479"/>
                  </a:lnTo>
                  <a:lnTo>
                    <a:pt x="1828708" y="2730227"/>
                  </a:lnTo>
                  <a:lnTo>
                    <a:pt x="1791948" y="2755918"/>
                  </a:lnTo>
                  <a:lnTo>
                    <a:pt x="1750440" y="2776601"/>
                  </a:lnTo>
                  <a:lnTo>
                    <a:pt x="1704448" y="2791322"/>
                  </a:lnTo>
                  <a:lnTo>
                    <a:pt x="1654628" y="2799067"/>
                  </a:lnTo>
                  <a:lnTo>
                    <a:pt x="1600070" y="2799067"/>
                  </a:lnTo>
                  <a:lnTo>
                    <a:pt x="1597106" y="3291083"/>
                  </a:lnTo>
                  <a:lnTo>
                    <a:pt x="1596987" y="3310947"/>
                  </a:lnTo>
                  <a:lnTo>
                    <a:pt x="1596934" y="3319645"/>
                  </a:lnTo>
                  <a:lnTo>
                    <a:pt x="613941" y="3346767"/>
                  </a:lnTo>
                  <a:lnTo>
                    <a:pt x="357425" y="3348654"/>
                  </a:lnTo>
                  <a:close/>
                </a:path>
                <a:path w="3315334" h="3348990">
                  <a:moveTo>
                    <a:pt x="1598358" y="2098334"/>
                  </a:moveTo>
                  <a:lnTo>
                    <a:pt x="803874" y="2098334"/>
                  </a:lnTo>
                  <a:lnTo>
                    <a:pt x="849503" y="2092518"/>
                  </a:lnTo>
                  <a:lnTo>
                    <a:pt x="894154" y="2080550"/>
                  </a:lnTo>
                  <a:lnTo>
                    <a:pt x="937297" y="2063121"/>
                  </a:lnTo>
                  <a:lnTo>
                    <a:pt x="978406" y="2040918"/>
                  </a:lnTo>
                  <a:lnTo>
                    <a:pt x="1016951" y="2014629"/>
                  </a:lnTo>
                  <a:lnTo>
                    <a:pt x="1052406" y="1984944"/>
                  </a:lnTo>
                  <a:lnTo>
                    <a:pt x="1084240" y="1952551"/>
                  </a:lnTo>
                  <a:lnTo>
                    <a:pt x="1111927" y="1918138"/>
                  </a:lnTo>
                  <a:lnTo>
                    <a:pt x="1134937" y="1882394"/>
                  </a:lnTo>
                  <a:lnTo>
                    <a:pt x="1152743" y="1846008"/>
                  </a:lnTo>
                  <a:lnTo>
                    <a:pt x="1164816" y="1809668"/>
                  </a:lnTo>
                  <a:lnTo>
                    <a:pt x="1170629" y="1774062"/>
                  </a:lnTo>
                  <a:lnTo>
                    <a:pt x="1169675" y="1740663"/>
                  </a:lnTo>
                  <a:lnTo>
                    <a:pt x="1600070" y="1740663"/>
                  </a:lnTo>
                  <a:lnTo>
                    <a:pt x="1597424" y="1832833"/>
                  </a:lnTo>
                  <a:lnTo>
                    <a:pt x="1597521" y="1894181"/>
                  </a:lnTo>
                  <a:lnTo>
                    <a:pt x="1597614" y="1952551"/>
                  </a:lnTo>
                  <a:lnTo>
                    <a:pt x="1597718" y="2018788"/>
                  </a:lnTo>
                  <a:lnTo>
                    <a:pt x="1598215" y="2080550"/>
                  </a:lnTo>
                  <a:lnTo>
                    <a:pt x="1598311" y="2092518"/>
                  </a:lnTo>
                  <a:lnTo>
                    <a:pt x="1598358" y="2098334"/>
                  </a:lnTo>
                  <a:close/>
                </a:path>
                <a:path w="3315334" h="3348990">
                  <a:moveTo>
                    <a:pt x="1709620" y="2283977"/>
                  </a:moveTo>
                  <a:lnTo>
                    <a:pt x="1600070" y="2283977"/>
                  </a:lnTo>
                  <a:lnTo>
                    <a:pt x="1655501" y="2279279"/>
                  </a:lnTo>
                  <a:lnTo>
                    <a:pt x="1707499" y="2283440"/>
                  </a:lnTo>
                  <a:lnTo>
                    <a:pt x="1709620" y="2283977"/>
                  </a:lnTo>
                  <a:close/>
                </a:path>
              </a:pathLst>
            </a:custGeom>
            <a:solidFill>
              <a:srgbClr val="2E6D6D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06486" y="3997821"/>
            <a:ext cx="9361805" cy="2867025"/>
            <a:chOff x="706486" y="3997821"/>
            <a:chExt cx="9361805" cy="2867025"/>
          </a:xfrm>
        </p:grpSpPr>
        <p:sp>
          <p:nvSpPr>
            <p:cNvPr id="3" name="object 3"/>
            <p:cNvSpPr/>
            <p:nvPr/>
          </p:nvSpPr>
          <p:spPr>
            <a:xfrm>
              <a:off x="725536" y="4016874"/>
              <a:ext cx="9318625" cy="2830195"/>
            </a:xfrm>
            <a:custGeom>
              <a:avLst/>
              <a:gdLst/>
              <a:ahLst/>
              <a:cxnLst/>
              <a:rect l="l" t="t" r="r" b="b"/>
              <a:pathLst>
                <a:path w="9318625" h="2830195">
                  <a:moveTo>
                    <a:pt x="9037739" y="2829690"/>
                  </a:moveTo>
                  <a:lnTo>
                    <a:pt x="285750" y="2829690"/>
                  </a:lnTo>
                  <a:lnTo>
                    <a:pt x="239399" y="2825950"/>
                  </a:lnTo>
                  <a:lnTo>
                    <a:pt x="195430" y="2815123"/>
                  </a:lnTo>
                  <a:lnTo>
                    <a:pt x="154431" y="2797795"/>
                  </a:lnTo>
                  <a:lnTo>
                    <a:pt x="116989" y="2774557"/>
                  </a:lnTo>
                  <a:lnTo>
                    <a:pt x="83694" y="2745996"/>
                  </a:lnTo>
                  <a:lnTo>
                    <a:pt x="55133" y="2712700"/>
                  </a:lnTo>
                  <a:lnTo>
                    <a:pt x="31894" y="2675259"/>
                  </a:lnTo>
                  <a:lnTo>
                    <a:pt x="14567" y="2634259"/>
                  </a:lnTo>
                  <a:lnTo>
                    <a:pt x="3739" y="2590290"/>
                  </a:lnTo>
                  <a:lnTo>
                    <a:pt x="0" y="2543940"/>
                  </a:lnTo>
                  <a:lnTo>
                    <a:pt x="0" y="285750"/>
                  </a:lnTo>
                  <a:lnTo>
                    <a:pt x="3739" y="239399"/>
                  </a:lnTo>
                  <a:lnTo>
                    <a:pt x="14567" y="195430"/>
                  </a:lnTo>
                  <a:lnTo>
                    <a:pt x="31894" y="154431"/>
                  </a:lnTo>
                  <a:lnTo>
                    <a:pt x="55133" y="116989"/>
                  </a:lnTo>
                  <a:lnTo>
                    <a:pt x="83694" y="83694"/>
                  </a:lnTo>
                  <a:lnTo>
                    <a:pt x="116989" y="55133"/>
                  </a:lnTo>
                  <a:lnTo>
                    <a:pt x="154431" y="31894"/>
                  </a:lnTo>
                  <a:lnTo>
                    <a:pt x="195430" y="14567"/>
                  </a:lnTo>
                  <a:lnTo>
                    <a:pt x="239399" y="3740"/>
                  </a:lnTo>
                  <a:lnTo>
                    <a:pt x="285750" y="0"/>
                  </a:lnTo>
                  <a:lnTo>
                    <a:pt x="9037739" y="0"/>
                  </a:lnTo>
                  <a:lnTo>
                    <a:pt x="9084089" y="3740"/>
                  </a:lnTo>
                  <a:lnTo>
                    <a:pt x="9128058" y="14567"/>
                  </a:lnTo>
                  <a:lnTo>
                    <a:pt x="9169057" y="31894"/>
                  </a:lnTo>
                  <a:lnTo>
                    <a:pt x="9206498" y="55133"/>
                  </a:lnTo>
                  <a:lnTo>
                    <a:pt x="9239794" y="83694"/>
                  </a:lnTo>
                  <a:lnTo>
                    <a:pt x="9268355" y="116989"/>
                  </a:lnTo>
                  <a:lnTo>
                    <a:pt x="9291593" y="154431"/>
                  </a:lnTo>
                  <a:lnTo>
                    <a:pt x="9308920" y="195430"/>
                  </a:lnTo>
                  <a:lnTo>
                    <a:pt x="9318082" y="232637"/>
                  </a:lnTo>
                  <a:lnTo>
                    <a:pt x="9318082" y="2597053"/>
                  </a:lnTo>
                  <a:lnTo>
                    <a:pt x="9308920" y="2634259"/>
                  </a:lnTo>
                  <a:lnTo>
                    <a:pt x="9291593" y="2675259"/>
                  </a:lnTo>
                  <a:lnTo>
                    <a:pt x="9268355" y="2712700"/>
                  </a:lnTo>
                  <a:lnTo>
                    <a:pt x="9239794" y="2745996"/>
                  </a:lnTo>
                  <a:lnTo>
                    <a:pt x="9206498" y="2774557"/>
                  </a:lnTo>
                  <a:lnTo>
                    <a:pt x="9169057" y="2797795"/>
                  </a:lnTo>
                  <a:lnTo>
                    <a:pt x="9128058" y="2815123"/>
                  </a:lnTo>
                  <a:lnTo>
                    <a:pt x="9084089" y="2825950"/>
                  </a:lnTo>
                  <a:lnTo>
                    <a:pt x="9037739" y="2829690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5536" y="4016871"/>
              <a:ext cx="9323705" cy="2828925"/>
            </a:xfrm>
            <a:custGeom>
              <a:avLst/>
              <a:gdLst/>
              <a:ahLst/>
              <a:cxnLst/>
              <a:rect l="l" t="t" r="r" b="b"/>
              <a:pathLst>
                <a:path w="9323705" h="2828925">
                  <a:moveTo>
                    <a:pt x="276261" y="2828908"/>
                  </a:moveTo>
                  <a:lnTo>
                    <a:pt x="195451" y="2815134"/>
                  </a:lnTo>
                  <a:lnTo>
                    <a:pt x="154445" y="2797807"/>
                  </a:lnTo>
                  <a:lnTo>
                    <a:pt x="116998" y="2774567"/>
                  </a:lnTo>
                  <a:lnTo>
                    <a:pt x="83698" y="2746003"/>
                  </a:lnTo>
                  <a:lnTo>
                    <a:pt x="55133" y="2712703"/>
                  </a:lnTo>
                  <a:lnTo>
                    <a:pt x="31892" y="2675256"/>
                  </a:lnTo>
                  <a:lnTo>
                    <a:pt x="14564" y="2634251"/>
                  </a:lnTo>
                  <a:lnTo>
                    <a:pt x="3738" y="2590276"/>
                  </a:lnTo>
                  <a:lnTo>
                    <a:pt x="0" y="2543923"/>
                  </a:lnTo>
                  <a:lnTo>
                    <a:pt x="0" y="285747"/>
                  </a:lnTo>
                  <a:lnTo>
                    <a:pt x="3742" y="239392"/>
                  </a:lnTo>
                  <a:lnTo>
                    <a:pt x="14573" y="195419"/>
                  </a:lnTo>
                  <a:lnTo>
                    <a:pt x="31905" y="154417"/>
                  </a:lnTo>
                  <a:lnTo>
                    <a:pt x="55148" y="116974"/>
                  </a:lnTo>
                  <a:lnTo>
                    <a:pt x="83714" y="83679"/>
                  </a:lnTo>
                  <a:lnTo>
                    <a:pt x="117014" y="55120"/>
                  </a:lnTo>
                  <a:lnTo>
                    <a:pt x="154459" y="31885"/>
                  </a:lnTo>
                  <a:lnTo>
                    <a:pt x="195462" y="14562"/>
                  </a:lnTo>
                  <a:lnTo>
                    <a:pt x="239432" y="3739"/>
                  </a:lnTo>
                  <a:lnTo>
                    <a:pt x="285782" y="0"/>
                  </a:lnTo>
                  <a:lnTo>
                    <a:pt x="9037702" y="2"/>
                  </a:lnTo>
                  <a:lnTo>
                    <a:pt x="9084054" y="3734"/>
                  </a:lnTo>
                  <a:lnTo>
                    <a:pt x="9128026" y="14557"/>
                  </a:lnTo>
                  <a:lnTo>
                    <a:pt x="9169030" y="31880"/>
                  </a:lnTo>
                  <a:lnTo>
                    <a:pt x="9206476" y="55117"/>
                  </a:lnTo>
                  <a:lnTo>
                    <a:pt x="9239777" y="83678"/>
                  </a:lnTo>
                  <a:lnTo>
                    <a:pt x="9268344" y="116974"/>
                  </a:lnTo>
                  <a:lnTo>
                    <a:pt x="9291586" y="154419"/>
                  </a:lnTo>
                  <a:lnTo>
                    <a:pt x="9308917" y="195423"/>
                  </a:lnTo>
                  <a:lnTo>
                    <a:pt x="9319747" y="239397"/>
                  </a:lnTo>
                  <a:lnTo>
                    <a:pt x="9323487" y="285750"/>
                  </a:lnTo>
                  <a:lnTo>
                    <a:pt x="9323489" y="2543926"/>
                  </a:lnTo>
                  <a:lnTo>
                    <a:pt x="9319750" y="2590282"/>
                  </a:lnTo>
                  <a:lnTo>
                    <a:pt x="9308921" y="2634258"/>
                  </a:lnTo>
                  <a:lnTo>
                    <a:pt x="9291591" y="2675263"/>
                  </a:lnTo>
                  <a:lnTo>
                    <a:pt x="9268349" y="2712709"/>
                  </a:lnTo>
                  <a:lnTo>
                    <a:pt x="9239782" y="2746008"/>
                  </a:lnTo>
                  <a:lnTo>
                    <a:pt x="9206481" y="2774570"/>
                  </a:lnTo>
                  <a:lnTo>
                    <a:pt x="9169033" y="2797808"/>
                  </a:lnTo>
                  <a:lnTo>
                    <a:pt x="9128027" y="2815132"/>
                  </a:lnTo>
                  <a:lnTo>
                    <a:pt x="9084054" y="2825955"/>
                  </a:lnTo>
                  <a:lnTo>
                    <a:pt x="9047226" y="2828902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6102" y="4018377"/>
            <a:ext cx="6141446" cy="6179087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12836" y="314983"/>
            <a:ext cx="13383260" cy="3244850"/>
          </a:xfrm>
          <a:prstGeom prst="rect">
            <a:avLst/>
          </a:prstGeom>
        </p:spPr>
        <p:txBody>
          <a:bodyPr vert="horz" wrap="square" lIns="0" tIns="373380" rIns="0" bIns="0" rtlCol="0">
            <a:spAutoFit/>
          </a:bodyPr>
          <a:lstStyle/>
          <a:p>
            <a:pPr marL="12700" marR="1435100">
              <a:lnSpc>
                <a:spcPct val="76300"/>
              </a:lnSpc>
              <a:spcBef>
                <a:spcPts val="2940"/>
              </a:spcBef>
            </a:pPr>
            <a:r>
              <a:rPr spc="350" dirty="0"/>
              <a:t>How</a:t>
            </a:r>
            <a:r>
              <a:rPr spc="-965" dirty="0"/>
              <a:t> </a:t>
            </a:r>
            <a:r>
              <a:rPr spc="-20" dirty="0"/>
              <a:t>LearnLoop</a:t>
            </a:r>
            <a:r>
              <a:rPr spc="-965" dirty="0"/>
              <a:t> </a:t>
            </a:r>
            <a:r>
              <a:rPr spc="-10" dirty="0"/>
              <a:t>Fills the</a:t>
            </a:r>
            <a:r>
              <a:rPr spc="-990" dirty="0"/>
              <a:t> </a:t>
            </a:r>
            <a:r>
              <a:rPr spc="290" dirty="0"/>
              <a:t>Market</a:t>
            </a:r>
            <a:r>
              <a:rPr spc="-985" dirty="0"/>
              <a:t> </a:t>
            </a:r>
            <a:r>
              <a:rPr spc="330" dirty="0"/>
              <a:t>Gap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000" b="0" dirty="0">
                <a:latin typeface="Lucida Sans Unicode"/>
                <a:cs typeface="Lucida Sans Unicode"/>
              </a:rPr>
              <a:t>LearnLoop</a:t>
            </a:r>
            <a:r>
              <a:rPr sz="3000" b="0" spc="-215" dirty="0">
                <a:latin typeface="Lucida Sans Unicode"/>
                <a:cs typeface="Lucida Sans Unicode"/>
              </a:rPr>
              <a:t> </a:t>
            </a:r>
            <a:r>
              <a:rPr sz="3000" b="0" spc="-75" dirty="0">
                <a:latin typeface="Lucida Sans Unicode"/>
                <a:cs typeface="Lucida Sans Unicode"/>
              </a:rPr>
              <a:t>is</a:t>
            </a:r>
            <a:r>
              <a:rPr sz="3000" b="0" spc="-210" dirty="0">
                <a:latin typeface="Lucida Sans Unicode"/>
                <a:cs typeface="Lucida Sans Unicode"/>
              </a:rPr>
              <a:t> </a:t>
            </a:r>
            <a:r>
              <a:rPr sz="3000" b="0" spc="-55" dirty="0">
                <a:latin typeface="Lucida Sans Unicode"/>
                <a:cs typeface="Lucida Sans Unicode"/>
              </a:rPr>
              <a:t>designed</a:t>
            </a:r>
            <a:r>
              <a:rPr sz="3000" b="0" spc="-215" dirty="0">
                <a:latin typeface="Lucida Sans Unicode"/>
                <a:cs typeface="Lucida Sans Unicode"/>
              </a:rPr>
              <a:t> </a:t>
            </a:r>
            <a:r>
              <a:rPr sz="3000" b="0" dirty="0">
                <a:latin typeface="Lucida Sans Unicode"/>
                <a:cs typeface="Lucida Sans Unicode"/>
              </a:rPr>
              <a:t>specifically</a:t>
            </a:r>
            <a:r>
              <a:rPr sz="3000" b="0" spc="-210" dirty="0">
                <a:latin typeface="Lucida Sans Unicode"/>
                <a:cs typeface="Lucida Sans Unicode"/>
              </a:rPr>
              <a:t> </a:t>
            </a:r>
            <a:r>
              <a:rPr sz="3000" b="0" dirty="0">
                <a:latin typeface="Lucida Sans Unicode"/>
                <a:cs typeface="Lucida Sans Unicode"/>
              </a:rPr>
              <a:t>to</a:t>
            </a:r>
            <a:r>
              <a:rPr sz="3000" b="0" spc="-215" dirty="0">
                <a:latin typeface="Lucida Sans Unicode"/>
                <a:cs typeface="Lucida Sans Unicode"/>
              </a:rPr>
              <a:t> </a:t>
            </a:r>
            <a:r>
              <a:rPr sz="3000" b="0" dirty="0">
                <a:latin typeface="Lucida Sans Unicode"/>
                <a:cs typeface="Lucida Sans Unicode"/>
              </a:rPr>
              <a:t>solve</a:t>
            </a:r>
            <a:r>
              <a:rPr sz="3000" b="0" spc="-210" dirty="0">
                <a:latin typeface="Lucida Sans Unicode"/>
                <a:cs typeface="Lucida Sans Unicode"/>
              </a:rPr>
              <a:t> </a:t>
            </a:r>
            <a:r>
              <a:rPr sz="3000" b="0" dirty="0">
                <a:latin typeface="Lucida Sans Unicode"/>
                <a:cs typeface="Lucida Sans Unicode"/>
              </a:rPr>
              <a:t>what</a:t>
            </a:r>
            <a:r>
              <a:rPr sz="3000" b="0" spc="-215" dirty="0">
                <a:latin typeface="Lucida Sans Unicode"/>
                <a:cs typeface="Lucida Sans Unicode"/>
              </a:rPr>
              <a:t> </a:t>
            </a:r>
            <a:r>
              <a:rPr sz="3000" b="0" spc="-114" dirty="0">
                <a:latin typeface="Lucida Sans Unicode"/>
                <a:cs typeface="Lucida Sans Unicode"/>
              </a:rPr>
              <a:t>existing</a:t>
            </a:r>
            <a:r>
              <a:rPr sz="3000" b="0" spc="-210" dirty="0">
                <a:latin typeface="Lucida Sans Unicode"/>
                <a:cs typeface="Lucida Sans Unicode"/>
              </a:rPr>
              <a:t> </a:t>
            </a:r>
            <a:r>
              <a:rPr sz="3000" b="0" spc="-25" dirty="0">
                <a:latin typeface="Lucida Sans Unicode"/>
                <a:cs typeface="Lucida Sans Unicode"/>
              </a:rPr>
              <a:t>platforms</a:t>
            </a:r>
            <a:r>
              <a:rPr sz="3000" b="0" spc="-210" dirty="0">
                <a:latin typeface="Lucida Sans Unicode"/>
                <a:cs typeface="Lucida Sans Unicode"/>
              </a:rPr>
              <a:t> </a:t>
            </a:r>
            <a:r>
              <a:rPr sz="3000" b="0" spc="-10" dirty="0">
                <a:latin typeface="Lucida Sans Unicode"/>
                <a:cs typeface="Lucida Sans Unicode"/>
              </a:rPr>
              <a:t>ignore.</a:t>
            </a:r>
            <a:endParaRPr sz="3000">
              <a:latin typeface="Lucida Sans Unicode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9674" y="4933309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9674" y="5238109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9674" y="5542909"/>
            <a:ext cx="85725" cy="857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9674" y="5847709"/>
            <a:ext cx="85725" cy="857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9674" y="6152509"/>
            <a:ext cx="85725" cy="857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9674" y="6457309"/>
            <a:ext cx="85725" cy="8572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Unique</a:t>
            </a:r>
            <a:r>
              <a:rPr spc="-70" dirty="0"/>
              <a:t> </a:t>
            </a:r>
            <a:r>
              <a:rPr dirty="0"/>
              <a:t>Offerings</a:t>
            </a:r>
            <a:r>
              <a:rPr spc="-65" dirty="0"/>
              <a:t> </a:t>
            </a:r>
            <a:r>
              <a:rPr spc="80" dirty="0"/>
              <a:t>of</a:t>
            </a:r>
            <a:r>
              <a:rPr spc="-70" dirty="0"/>
              <a:t> </a:t>
            </a:r>
            <a:r>
              <a:rPr spc="-10" dirty="0"/>
              <a:t>LearnLoop:</a:t>
            </a:r>
          </a:p>
          <a:p>
            <a:pPr marL="423545" marR="799465">
              <a:lnSpc>
                <a:spcPct val="105300"/>
              </a:lnSpc>
              <a:spcBef>
                <a:spcPts val="1440"/>
              </a:spcBef>
            </a:pPr>
            <a:r>
              <a:rPr sz="1900" b="0" i="0" spc="-10" dirty="0">
                <a:latin typeface="Lucida Sans Unicode"/>
                <a:cs typeface="Lucida Sans Unicode"/>
              </a:rPr>
              <a:t>Automatic</a:t>
            </a:r>
            <a:r>
              <a:rPr sz="1900" b="0" i="0" spc="-125" dirty="0">
                <a:latin typeface="Lucida Sans Unicode"/>
                <a:cs typeface="Lucida Sans Unicode"/>
              </a:rPr>
              <a:t> </a:t>
            </a:r>
            <a:r>
              <a:rPr sz="1900" b="0" i="0" spc="-40" dirty="0">
                <a:latin typeface="Lucida Sans Unicode"/>
                <a:cs typeface="Lucida Sans Unicode"/>
              </a:rPr>
              <a:t>learning</a:t>
            </a:r>
            <a:r>
              <a:rPr sz="1900" b="0" i="0" spc="-125" dirty="0">
                <a:latin typeface="Lucida Sans Unicode"/>
                <a:cs typeface="Lucida Sans Unicode"/>
              </a:rPr>
              <a:t> </a:t>
            </a:r>
            <a:r>
              <a:rPr sz="1900" b="0" i="0" spc="-10" dirty="0">
                <a:latin typeface="Lucida Sans Unicode"/>
                <a:cs typeface="Lucida Sans Unicode"/>
              </a:rPr>
              <a:t>habit</a:t>
            </a:r>
            <a:r>
              <a:rPr sz="1900" b="0" i="0" spc="-125" dirty="0">
                <a:latin typeface="Lucida Sans Unicode"/>
                <a:cs typeface="Lucida Sans Unicode"/>
              </a:rPr>
              <a:t> </a:t>
            </a:r>
            <a:r>
              <a:rPr sz="1900" b="0" i="0" spc="-20" dirty="0">
                <a:latin typeface="Lucida Sans Unicode"/>
                <a:cs typeface="Lucida Sans Unicode"/>
              </a:rPr>
              <a:t>analysis</a:t>
            </a:r>
            <a:r>
              <a:rPr sz="1900" b="0" i="0" spc="-125" dirty="0">
                <a:latin typeface="Lucida Sans Unicode"/>
                <a:cs typeface="Lucida Sans Unicode"/>
              </a:rPr>
              <a:t> </a:t>
            </a:r>
            <a:r>
              <a:rPr sz="1900" b="0" i="0" spc="-65" dirty="0">
                <a:latin typeface="Lucida Sans Unicode"/>
                <a:cs typeface="Lucida Sans Unicode"/>
              </a:rPr>
              <a:t>using</a:t>
            </a:r>
            <a:r>
              <a:rPr sz="1900" b="0" i="0" spc="-120" dirty="0">
                <a:latin typeface="Lucida Sans Unicode"/>
                <a:cs typeface="Lucida Sans Unicode"/>
              </a:rPr>
              <a:t> </a:t>
            </a:r>
            <a:r>
              <a:rPr sz="1900" b="0" i="0" spc="-40" dirty="0">
                <a:latin typeface="Lucida Sans Unicode"/>
                <a:cs typeface="Lucida Sans Unicode"/>
              </a:rPr>
              <a:t>assignment</a:t>
            </a:r>
            <a:r>
              <a:rPr sz="1900" b="0" i="0" spc="-125" dirty="0">
                <a:latin typeface="Lucida Sans Unicode"/>
                <a:cs typeface="Lucida Sans Unicode"/>
              </a:rPr>
              <a:t> </a:t>
            </a:r>
            <a:r>
              <a:rPr sz="1900" b="0" i="0" spc="-10" dirty="0">
                <a:latin typeface="Lucida Sans Unicode"/>
                <a:cs typeface="Lucida Sans Unicode"/>
              </a:rPr>
              <a:t>and</a:t>
            </a:r>
            <a:r>
              <a:rPr sz="1900" b="0" i="0" spc="-125" dirty="0">
                <a:latin typeface="Lucida Sans Unicode"/>
                <a:cs typeface="Lucida Sans Unicode"/>
              </a:rPr>
              <a:t> </a:t>
            </a:r>
            <a:r>
              <a:rPr sz="1900" b="0" i="0" spc="-85" dirty="0">
                <a:latin typeface="Lucida Sans Unicode"/>
                <a:cs typeface="Lucida Sans Unicode"/>
              </a:rPr>
              <a:t>quiz</a:t>
            </a:r>
            <a:r>
              <a:rPr sz="1900" b="0" i="0" spc="-125" dirty="0">
                <a:latin typeface="Lucida Sans Unicode"/>
                <a:cs typeface="Lucida Sans Unicode"/>
              </a:rPr>
              <a:t> </a:t>
            </a:r>
            <a:r>
              <a:rPr sz="1900" b="0" i="0" spc="-20" dirty="0">
                <a:latin typeface="Lucida Sans Unicode"/>
                <a:cs typeface="Lucida Sans Unicode"/>
              </a:rPr>
              <a:t>data </a:t>
            </a:r>
            <a:r>
              <a:rPr sz="1900" b="0" i="0" spc="-10" dirty="0">
                <a:latin typeface="Lucida Sans Unicode"/>
                <a:cs typeface="Lucida Sans Unicode"/>
              </a:rPr>
              <a:t>Adaptive</a:t>
            </a:r>
            <a:r>
              <a:rPr sz="1900" b="0" i="0" spc="-130" dirty="0">
                <a:latin typeface="Lucida Sans Unicode"/>
                <a:cs typeface="Lucida Sans Unicode"/>
              </a:rPr>
              <a:t> </a:t>
            </a:r>
            <a:r>
              <a:rPr sz="1900" b="0" i="0" dirty="0">
                <a:latin typeface="Lucida Sans Unicode"/>
                <a:cs typeface="Lucida Sans Unicode"/>
              </a:rPr>
              <a:t>difficulty</a:t>
            </a:r>
            <a:r>
              <a:rPr sz="1900" b="0" i="0" spc="-125" dirty="0">
                <a:latin typeface="Lucida Sans Unicode"/>
                <a:cs typeface="Lucida Sans Unicode"/>
              </a:rPr>
              <a:t> </a:t>
            </a:r>
            <a:r>
              <a:rPr sz="1900" b="0" i="0" dirty="0">
                <a:latin typeface="Lucida Sans Unicode"/>
                <a:cs typeface="Lucida Sans Unicode"/>
              </a:rPr>
              <a:t>levels</a:t>
            </a:r>
            <a:r>
              <a:rPr sz="1900" b="0" i="0" spc="-125" dirty="0">
                <a:latin typeface="Lucida Sans Unicode"/>
                <a:cs typeface="Lucida Sans Unicode"/>
              </a:rPr>
              <a:t> </a:t>
            </a:r>
            <a:r>
              <a:rPr sz="1900" b="0" i="0" spc="-10" dirty="0">
                <a:latin typeface="Lucida Sans Unicode"/>
                <a:cs typeface="Lucida Sans Unicode"/>
              </a:rPr>
              <a:t>based</a:t>
            </a:r>
            <a:r>
              <a:rPr sz="1900" b="0" i="0" spc="-130" dirty="0">
                <a:latin typeface="Lucida Sans Unicode"/>
                <a:cs typeface="Lucida Sans Unicode"/>
              </a:rPr>
              <a:t> </a:t>
            </a:r>
            <a:r>
              <a:rPr sz="1900" b="0" i="0" spc="-10" dirty="0">
                <a:latin typeface="Lucida Sans Unicode"/>
                <a:cs typeface="Lucida Sans Unicode"/>
              </a:rPr>
              <a:t>on</a:t>
            </a:r>
            <a:r>
              <a:rPr sz="1900" b="0" i="0" spc="-125" dirty="0">
                <a:latin typeface="Lucida Sans Unicode"/>
                <a:cs typeface="Lucida Sans Unicode"/>
              </a:rPr>
              <a:t> </a:t>
            </a:r>
            <a:r>
              <a:rPr sz="1900" b="0" i="0" spc="-10" dirty="0">
                <a:latin typeface="Lucida Sans Unicode"/>
                <a:cs typeface="Lucida Sans Unicode"/>
              </a:rPr>
              <a:t>performance</a:t>
            </a:r>
            <a:endParaRPr sz="1900">
              <a:latin typeface="Lucida Sans Unicode"/>
              <a:cs typeface="Lucida Sans Unicode"/>
            </a:endParaRPr>
          </a:p>
          <a:p>
            <a:pPr marL="423545">
              <a:lnSpc>
                <a:spcPct val="100000"/>
              </a:lnSpc>
              <a:spcBef>
                <a:spcPts val="120"/>
              </a:spcBef>
            </a:pPr>
            <a:r>
              <a:rPr sz="1900" b="0" i="0" dirty="0">
                <a:latin typeface="Lucida Sans Unicode"/>
                <a:cs typeface="Lucida Sans Unicode"/>
              </a:rPr>
              <a:t>Practice‑first</a:t>
            </a:r>
            <a:r>
              <a:rPr sz="1900" b="0" i="0" spc="-60" dirty="0">
                <a:latin typeface="Lucida Sans Unicode"/>
                <a:cs typeface="Lucida Sans Unicode"/>
              </a:rPr>
              <a:t> </a:t>
            </a:r>
            <a:r>
              <a:rPr sz="1900" b="0" i="0" spc="-10" dirty="0">
                <a:latin typeface="Lucida Sans Unicode"/>
                <a:cs typeface="Lucida Sans Unicode"/>
              </a:rPr>
              <a:t>approach</a:t>
            </a:r>
            <a:r>
              <a:rPr sz="1900" b="0" i="0" spc="-60" dirty="0">
                <a:latin typeface="Lucida Sans Unicode"/>
                <a:cs typeface="Lucida Sans Unicode"/>
              </a:rPr>
              <a:t> </a:t>
            </a:r>
            <a:r>
              <a:rPr sz="1900" b="0" i="0" dirty="0">
                <a:latin typeface="Lucida Sans Unicode"/>
                <a:cs typeface="Lucida Sans Unicode"/>
              </a:rPr>
              <a:t>after</a:t>
            </a:r>
            <a:r>
              <a:rPr sz="1900" b="0" i="0" spc="-60" dirty="0">
                <a:latin typeface="Lucida Sans Unicode"/>
                <a:cs typeface="Lucida Sans Unicode"/>
              </a:rPr>
              <a:t> </a:t>
            </a:r>
            <a:r>
              <a:rPr sz="1900" b="0" i="0" dirty="0">
                <a:latin typeface="Lucida Sans Unicode"/>
                <a:cs typeface="Lucida Sans Unicode"/>
              </a:rPr>
              <a:t>every</a:t>
            </a:r>
            <a:r>
              <a:rPr sz="1900" b="0" i="0" spc="-60" dirty="0">
                <a:latin typeface="Lucida Sans Unicode"/>
                <a:cs typeface="Lucida Sans Unicode"/>
              </a:rPr>
              <a:t> </a:t>
            </a:r>
            <a:r>
              <a:rPr sz="1900" b="0" i="0" spc="-10" dirty="0">
                <a:latin typeface="Lucida Sans Unicode"/>
                <a:cs typeface="Lucida Sans Unicode"/>
              </a:rPr>
              <a:t>concept</a:t>
            </a:r>
            <a:endParaRPr sz="1900">
              <a:latin typeface="Lucida Sans Unicode"/>
              <a:cs typeface="Lucida Sans Unicode"/>
            </a:endParaRPr>
          </a:p>
          <a:p>
            <a:pPr marL="423545" marR="5080">
              <a:lnSpc>
                <a:spcPct val="105300"/>
              </a:lnSpc>
            </a:pPr>
            <a:r>
              <a:rPr sz="1900" b="0" i="0" spc="-40" dirty="0">
                <a:latin typeface="Lucida Sans Unicode"/>
                <a:cs typeface="Lucida Sans Unicode"/>
              </a:rPr>
              <a:t>Time‑aware</a:t>
            </a:r>
            <a:r>
              <a:rPr sz="1900" b="0" i="0" spc="-120" dirty="0">
                <a:latin typeface="Lucida Sans Unicode"/>
                <a:cs typeface="Lucida Sans Unicode"/>
              </a:rPr>
              <a:t> </a:t>
            </a:r>
            <a:r>
              <a:rPr sz="1900" b="0" i="0" spc="-40" dirty="0">
                <a:latin typeface="Lucida Sans Unicode"/>
                <a:cs typeface="Lucida Sans Unicode"/>
              </a:rPr>
              <a:t>learning</a:t>
            </a:r>
            <a:r>
              <a:rPr sz="1900" b="0" i="0" spc="-114" dirty="0">
                <a:latin typeface="Lucida Sans Unicode"/>
                <a:cs typeface="Lucida Sans Unicode"/>
              </a:rPr>
              <a:t> </a:t>
            </a:r>
            <a:r>
              <a:rPr sz="1900" b="0" i="0" spc="-40" dirty="0">
                <a:latin typeface="Lucida Sans Unicode"/>
                <a:cs typeface="Lucida Sans Unicode"/>
              </a:rPr>
              <a:t>insights</a:t>
            </a:r>
            <a:r>
              <a:rPr sz="1900" b="0" i="0" spc="-120" dirty="0">
                <a:latin typeface="Lucida Sans Unicode"/>
                <a:cs typeface="Lucida Sans Unicode"/>
              </a:rPr>
              <a:t> </a:t>
            </a:r>
            <a:r>
              <a:rPr sz="1900" b="0" i="0" dirty="0">
                <a:latin typeface="Lucida Sans Unicode"/>
                <a:cs typeface="Lucida Sans Unicode"/>
              </a:rPr>
              <a:t>(best</a:t>
            </a:r>
            <a:r>
              <a:rPr sz="1900" b="0" i="0" spc="-114" dirty="0">
                <a:latin typeface="Lucida Sans Unicode"/>
                <a:cs typeface="Lucida Sans Unicode"/>
              </a:rPr>
              <a:t> </a:t>
            </a:r>
            <a:r>
              <a:rPr sz="1900" b="0" i="0" dirty="0">
                <a:latin typeface="Lucida Sans Unicode"/>
                <a:cs typeface="Lucida Sans Unicode"/>
              </a:rPr>
              <a:t>study</a:t>
            </a:r>
            <a:r>
              <a:rPr sz="1900" b="0" i="0" spc="-120" dirty="0">
                <a:latin typeface="Lucida Sans Unicode"/>
                <a:cs typeface="Lucida Sans Unicode"/>
              </a:rPr>
              <a:t> </a:t>
            </a:r>
            <a:r>
              <a:rPr sz="1900" b="0" i="0" spc="-45" dirty="0">
                <a:latin typeface="Lucida Sans Unicode"/>
                <a:cs typeface="Lucida Sans Unicode"/>
              </a:rPr>
              <a:t>hours,</a:t>
            </a:r>
            <a:r>
              <a:rPr sz="1900" b="0" i="0" spc="-114" dirty="0">
                <a:latin typeface="Lucida Sans Unicode"/>
                <a:cs typeface="Lucida Sans Unicode"/>
              </a:rPr>
              <a:t> </a:t>
            </a:r>
            <a:r>
              <a:rPr sz="1900" b="0" i="0" spc="-20" dirty="0">
                <a:latin typeface="Lucida Sans Unicode"/>
                <a:cs typeface="Lucida Sans Unicode"/>
              </a:rPr>
              <a:t>optimal</a:t>
            </a:r>
            <a:r>
              <a:rPr sz="1900" b="0" i="0" spc="-120" dirty="0">
                <a:latin typeface="Lucida Sans Unicode"/>
                <a:cs typeface="Lucida Sans Unicode"/>
              </a:rPr>
              <a:t> </a:t>
            </a:r>
            <a:r>
              <a:rPr sz="1900" b="0" i="0" spc="-30" dirty="0">
                <a:latin typeface="Lucida Sans Unicode"/>
                <a:cs typeface="Lucida Sans Unicode"/>
              </a:rPr>
              <a:t>session</a:t>
            </a:r>
            <a:r>
              <a:rPr sz="1900" b="0" i="0" spc="-114" dirty="0">
                <a:latin typeface="Lucida Sans Unicode"/>
                <a:cs typeface="Lucida Sans Unicode"/>
              </a:rPr>
              <a:t> </a:t>
            </a:r>
            <a:r>
              <a:rPr sz="1900" b="0" i="0" spc="-10" dirty="0">
                <a:latin typeface="Lucida Sans Unicode"/>
                <a:cs typeface="Lucida Sans Unicode"/>
              </a:rPr>
              <a:t>length) </a:t>
            </a:r>
            <a:r>
              <a:rPr sz="1900" b="0" i="0" dirty="0">
                <a:latin typeface="Lucida Sans Unicode"/>
                <a:cs typeface="Lucida Sans Unicode"/>
              </a:rPr>
              <a:t>Peer‑to‑peer</a:t>
            </a:r>
            <a:r>
              <a:rPr sz="1900" b="0" i="0" spc="-110" dirty="0">
                <a:latin typeface="Lucida Sans Unicode"/>
                <a:cs typeface="Lucida Sans Unicode"/>
              </a:rPr>
              <a:t> </a:t>
            </a:r>
            <a:r>
              <a:rPr sz="1900" b="0" i="0" spc="-45" dirty="0">
                <a:latin typeface="Lucida Sans Unicode"/>
                <a:cs typeface="Lucida Sans Unicode"/>
              </a:rPr>
              <a:t>networking</a:t>
            </a:r>
            <a:r>
              <a:rPr sz="1900" b="0" i="0" spc="-110" dirty="0">
                <a:latin typeface="Lucida Sans Unicode"/>
                <a:cs typeface="Lucida Sans Unicode"/>
              </a:rPr>
              <a:t> </a:t>
            </a:r>
            <a:r>
              <a:rPr sz="1900" b="0" i="0" spc="-10" dirty="0">
                <a:latin typeface="Lucida Sans Unicode"/>
                <a:cs typeface="Lucida Sans Unicode"/>
              </a:rPr>
              <a:t>based</a:t>
            </a:r>
            <a:r>
              <a:rPr sz="1900" b="0" i="0" spc="-105" dirty="0">
                <a:latin typeface="Lucida Sans Unicode"/>
                <a:cs typeface="Lucida Sans Unicode"/>
              </a:rPr>
              <a:t> </a:t>
            </a:r>
            <a:r>
              <a:rPr sz="1900" b="0" i="0" spc="-10" dirty="0">
                <a:latin typeface="Lucida Sans Unicode"/>
                <a:cs typeface="Lucida Sans Unicode"/>
              </a:rPr>
              <a:t>on</a:t>
            </a:r>
            <a:r>
              <a:rPr sz="1900" b="0" i="0" spc="-110" dirty="0">
                <a:latin typeface="Lucida Sans Unicode"/>
                <a:cs typeface="Lucida Sans Unicode"/>
              </a:rPr>
              <a:t> </a:t>
            </a:r>
            <a:r>
              <a:rPr sz="1900" b="0" i="0" spc="-40" dirty="0">
                <a:latin typeface="Lucida Sans Unicode"/>
                <a:cs typeface="Lucida Sans Unicode"/>
              </a:rPr>
              <a:t>learning</a:t>
            </a:r>
            <a:r>
              <a:rPr sz="1900" b="0" i="0" spc="-105" dirty="0">
                <a:latin typeface="Lucida Sans Unicode"/>
                <a:cs typeface="Lucida Sans Unicode"/>
              </a:rPr>
              <a:t> </a:t>
            </a:r>
            <a:r>
              <a:rPr sz="1900" b="0" i="0" spc="-45" dirty="0">
                <a:latin typeface="Lucida Sans Unicode"/>
                <a:cs typeface="Lucida Sans Unicode"/>
              </a:rPr>
              <a:t>behavior,</a:t>
            </a:r>
            <a:r>
              <a:rPr sz="1900" b="0" i="0" spc="-110" dirty="0">
                <a:latin typeface="Lucida Sans Unicode"/>
                <a:cs typeface="Lucida Sans Unicode"/>
              </a:rPr>
              <a:t> </a:t>
            </a:r>
            <a:r>
              <a:rPr sz="1900" b="0" i="0" dirty="0">
                <a:latin typeface="Lucida Sans Unicode"/>
                <a:cs typeface="Lucida Sans Unicode"/>
              </a:rPr>
              <a:t>not</a:t>
            </a:r>
            <a:r>
              <a:rPr sz="1900" b="0" i="0" spc="-105" dirty="0">
                <a:latin typeface="Lucida Sans Unicode"/>
                <a:cs typeface="Lucida Sans Unicode"/>
              </a:rPr>
              <a:t> </a:t>
            </a:r>
            <a:r>
              <a:rPr sz="1900" b="0" i="0" spc="-25" dirty="0">
                <a:latin typeface="Lucida Sans Unicode"/>
                <a:cs typeface="Lucida Sans Unicode"/>
              </a:rPr>
              <a:t>random</a:t>
            </a:r>
            <a:r>
              <a:rPr sz="1900" b="0" i="0" spc="-110" dirty="0">
                <a:latin typeface="Lucida Sans Unicode"/>
                <a:cs typeface="Lucida Sans Unicode"/>
              </a:rPr>
              <a:t> </a:t>
            </a:r>
            <a:r>
              <a:rPr sz="1900" b="0" i="0" spc="-10" dirty="0">
                <a:latin typeface="Lucida Sans Unicode"/>
                <a:cs typeface="Lucida Sans Unicode"/>
              </a:rPr>
              <a:t>groups </a:t>
            </a:r>
            <a:r>
              <a:rPr sz="1900" b="0" i="0" dirty="0">
                <a:latin typeface="Lucida Sans Unicode"/>
                <a:cs typeface="Lucida Sans Unicode"/>
              </a:rPr>
              <a:t>Incentives</a:t>
            </a:r>
            <a:r>
              <a:rPr sz="1900" b="0" i="0" spc="-125" dirty="0">
                <a:latin typeface="Lucida Sans Unicode"/>
                <a:cs typeface="Lucida Sans Unicode"/>
              </a:rPr>
              <a:t> </a:t>
            </a:r>
            <a:r>
              <a:rPr sz="1900" b="0" i="0" spc="-10" dirty="0">
                <a:latin typeface="Lucida Sans Unicode"/>
                <a:cs typeface="Lucida Sans Unicode"/>
              </a:rPr>
              <a:t>and</a:t>
            </a:r>
            <a:r>
              <a:rPr sz="1900" b="0" i="0" spc="-120" dirty="0">
                <a:latin typeface="Lucida Sans Unicode"/>
                <a:cs typeface="Lucida Sans Unicode"/>
              </a:rPr>
              <a:t> </a:t>
            </a:r>
            <a:r>
              <a:rPr sz="1900" b="0" i="0" spc="-25" dirty="0">
                <a:latin typeface="Lucida Sans Unicode"/>
                <a:cs typeface="Lucida Sans Unicode"/>
              </a:rPr>
              <a:t>rewards</a:t>
            </a:r>
            <a:r>
              <a:rPr sz="1900" b="0" i="0" spc="-120" dirty="0">
                <a:latin typeface="Lucida Sans Unicode"/>
                <a:cs typeface="Lucida Sans Unicode"/>
              </a:rPr>
              <a:t> </a:t>
            </a:r>
            <a:r>
              <a:rPr sz="1900" b="0" i="0" dirty="0">
                <a:latin typeface="Lucida Sans Unicode"/>
                <a:cs typeface="Lucida Sans Unicode"/>
              </a:rPr>
              <a:t>to</a:t>
            </a:r>
            <a:r>
              <a:rPr sz="1900" b="0" i="0" spc="-120" dirty="0">
                <a:latin typeface="Lucida Sans Unicode"/>
                <a:cs typeface="Lucida Sans Unicode"/>
              </a:rPr>
              <a:t> </a:t>
            </a:r>
            <a:r>
              <a:rPr sz="1900" b="0" i="0" spc="-30" dirty="0">
                <a:latin typeface="Lucida Sans Unicode"/>
                <a:cs typeface="Lucida Sans Unicode"/>
              </a:rPr>
              <a:t>maintain</a:t>
            </a:r>
            <a:r>
              <a:rPr sz="1900" b="0" i="0" spc="-120" dirty="0">
                <a:latin typeface="Lucida Sans Unicode"/>
                <a:cs typeface="Lucida Sans Unicode"/>
              </a:rPr>
              <a:t> </a:t>
            </a:r>
            <a:r>
              <a:rPr sz="1900" b="0" i="0" spc="-10" dirty="0">
                <a:latin typeface="Lucida Sans Unicode"/>
                <a:cs typeface="Lucida Sans Unicode"/>
              </a:rPr>
              <a:t>motivation</a:t>
            </a:r>
            <a:r>
              <a:rPr sz="1900" b="0" i="0" spc="-120" dirty="0">
                <a:latin typeface="Lucida Sans Unicode"/>
                <a:cs typeface="Lucida Sans Unicode"/>
              </a:rPr>
              <a:t> </a:t>
            </a:r>
            <a:r>
              <a:rPr sz="1900" b="0" i="0" spc="-10" dirty="0">
                <a:latin typeface="Lucida Sans Unicode"/>
                <a:cs typeface="Lucida Sans Unicode"/>
              </a:rPr>
              <a:t>and</a:t>
            </a:r>
            <a:r>
              <a:rPr sz="1900" b="0" i="0" spc="-120" dirty="0">
                <a:latin typeface="Lucida Sans Unicode"/>
                <a:cs typeface="Lucida Sans Unicode"/>
              </a:rPr>
              <a:t> </a:t>
            </a:r>
            <a:r>
              <a:rPr sz="1900" b="0" i="0" spc="-10" dirty="0">
                <a:latin typeface="Lucida Sans Unicode"/>
                <a:cs typeface="Lucida Sans Unicode"/>
              </a:rPr>
              <a:t>consistency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998808" y="-1"/>
            <a:ext cx="7289800" cy="4260215"/>
          </a:xfrm>
          <a:custGeom>
            <a:avLst/>
            <a:gdLst/>
            <a:ahLst/>
            <a:cxnLst/>
            <a:rect l="l" t="t" r="r" b="b"/>
            <a:pathLst>
              <a:path w="7289800" h="4260215">
                <a:moveTo>
                  <a:pt x="7256004" y="4257890"/>
                </a:moveTo>
                <a:lnTo>
                  <a:pt x="7254231" y="4259611"/>
                </a:lnTo>
                <a:lnTo>
                  <a:pt x="7252499" y="4257832"/>
                </a:lnTo>
                <a:lnTo>
                  <a:pt x="7254272" y="4256111"/>
                </a:lnTo>
                <a:lnTo>
                  <a:pt x="7256004" y="4257890"/>
                </a:lnTo>
                <a:close/>
              </a:path>
              <a:path w="7289800" h="4260215">
                <a:moveTo>
                  <a:pt x="7261811" y="3959797"/>
                </a:moveTo>
                <a:lnTo>
                  <a:pt x="7258251" y="3963253"/>
                </a:lnTo>
                <a:lnTo>
                  <a:pt x="7254787" y="3959695"/>
                </a:lnTo>
                <a:lnTo>
                  <a:pt x="7258347" y="3956239"/>
                </a:lnTo>
                <a:lnTo>
                  <a:pt x="7261811" y="3959797"/>
                </a:lnTo>
                <a:close/>
              </a:path>
              <a:path w="7289800" h="4260215">
                <a:moveTo>
                  <a:pt x="7109553" y="4106805"/>
                </a:moveTo>
                <a:lnTo>
                  <a:pt x="7107181" y="4109118"/>
                </a:lnTo>
                <a:lnTo>
                  <a:pt x="7104879" y="4106752"/>
                </a:lnTo>
                <a:lnTo>
                  <a:pt x="7107251" y="4104440"/>
                </a:lnTo>
                <a:lnTo>
                  <a:pt x="7109553" y="4106805"/>
                </a:lnTo>
                <a:close/>
              </a:path>
              <a:path w="7289800" h="4260215">
                <a:moveTo>
                  <a:pt x="6957885" y="4253836"/>
                </a:moveTo>
                <a:lnTo>
                  <a:pt x="6956114" y="4255566"/>
                </a:lnTo>
                <a:lnTo>
                  <a:pt x="6954381" y="4253787"/>
                </a:lnTo>
                <a:lnTo>
                  <a:pt x="6956153" y="4252057"/>
                </a:lnTo>
                <a:lnTo>
                  <a:pt x="6957885" y="4253836"/>
                </a:lnTo>
                <a:close/>
              </a:path>
              <a:path w="7289800" h="4260215">
                <a:moveTo>
                  <a:pt x="7267613" y="3661715"/>
                </a:moveTo>
                <a:lnTo>
                  <a:pt x="7262273" y="3666903"/>
                </a:lnTo>
                <a:lnTo>
                  <a:pt x="7257088" y="3661572"/>
                </a:lnTo>
                <a:lnTo>
                  <a:pt x="7262418" y="3656378"/>
                </a:lnTo>
                <a:lnTo>
                  <a:pt x="7267613" y="3661715"/>
                </a:lnTo>
                <a:close/>
              </a:path>
              <a:path w="7289800" h="4260215">
                <a:moveTo>
                  <a:pt x="7115354" y="3808723"/>
                </a:moveTo>
                <a:lnTo>
                  <a:pt x="7111210" y="3812757"/>
                </a:lnTo>
                <a:lnTo>
                  <a:pt x="7107177" y="3808613"/>
                </a:lnTo>
                <a:lnTo>
                  <a:pt x="7111321" y="3804579"/>
                </a:lnTo>
                <a:lnTo>
                  <a:pt x="7115354" y="3808723"/>
                </a:lnTo>
                <a:close/>
              </a:path>
              <a:path w="7289800" h="4260215">
                <a:moveTo>
                  <a:pt x="6963106" y="3955738"/>
                </a:moveTo>
                <a:lnTo>
                  <a:pt x="6960141" y="3958621"/>
                </a:lnTo>
                <a:lnTo>
                  <a:pt x="6957258" y="3955664"/>
                </a:lnTo>
                <a:lnTo>
                  <a:pt x="6960224" y="3952780"/>
                </a:lnTo>
                <a:lnTo>
                  <a:pt x="6963106" y="3955738"/>
                </a:lnTo>
                <a:close/>
              </a:path>
              <a:path w="7289800" h="4260215">
                <a:moveTo>
                  <a:pt x="6811446" y="4102766"/>
                </a:moveTo>
                <a:lnTo>
                  <a:pt x="6809072" y="4105070"/>
                </a:lnTo>
                <a:lnTo>
                  <a:pt x="6806770" y="4102704"/>
                </a:lnTo>
                <a:lnTo>
                  <a:pt x="6809142" y="4100392"/>
                </a:lnTo>
                <a:lnTo>
                  <a:pt x="6811446" y="4102766"/>
                </a:lnTo>
                <a:close/>
              </a:path>
              <a:path w="7289800" h="4260215">
                <a:moveTo>
                  <a:pt x="6659196" y="4249772"/>
                </a:moveTo>
                <a:lnTo>
                  <a:pt x="6658010" y="4250924"/>
                </a:lnTo>
                <a:lnTo>
                  <a:pt x="6656860" y="4249745"/>
                </a:lnTo>
                <a:lnTo>
                  <a:pt x="6658046" y="4248593"/>
                </a:lnTo>
                <a:lnTo>
                  <a:pt x="6659196" y="4249772"/>
                </a:lnTo>
                <a:close/>
              </a:path>
              <a:path w="7289800" h="4260215">
                <a:moveTo>
                  <a:pt x="7273413" y="3363626"/>
                </a:moveTo>
                <a:lnTo>
                  <a:pt x="7266303" y="3370543"/>
                </a:lnTo>
                <a:lnTo>
                  <a:pt x="7259385" y="3363433"/>
                </a:lnTo>
                <a:lnTo>
                  <a:pt x="7266493" y="3356507"/>
                </a:lnTo>
                <a:lnTo>
                  <a:pt x="7273413" y="3363626"/>
                </a:lnTo>
                <a:close/>
              </a:path>
              <a:path w="7289800" h="4260215">
                <a:moveTo>
                  <a:pt x="7121163" y="3510631"/>
                </a:moveTo>
                <a:lnTo>
                  <a:pt x="7115239" y="3516397"/>
                </a:lnTo>
                <a:lnTo>
                  <a:pt x="7109474" y="3510473"/>
                </a:lnTo>
                <a:lnTo>
                  <a:pt x="7115397" y="3504708"/>
                </a:lnTo>
                <a:lnTo>
                  <a:pt x="7121163" y="3510631"/>
                </a:lnTo>
                <a:close/>
              </a:path>
              <a:path w="7289800" h="4260215">
                <a:moveTo>
                  <a:pt x="6968917" y="3657653"/>
                </a:moveTo>
                <a:lnTo>
                  <a:pt x="6964172" y="3662269"/>
                </a:lnTo>
                <a:lnTo>
                  <a:pt x="6959566" y="3657530"/>
                </a:lnTo>
                <a:lnTo>
                  <a:pt x="6964303" y="3652916"/>
                </a:lnTo>
                <a:lnTo>
                  <a:pt x="6968917" y="3657653"/>
                </a:lnTo>
                <a:close/>
              </a:path>
              <a:path w="7289800" h="4260215">
                <a:moveTo>
                  <a:pt x="6817255" y="3804674"/>
                </a:moveTo>
                <a:lnTo>
                  <a:pt x="6813104" y="3808717"/>
                </a:lnTo>
                <a:lnTo>
                  <a:pt x="6809069" y="3804564"/>
                </a:lnTo>
                <a:lnTo>
                  <a:pt x="6813219" y="3800521"/>
                </a:lnTo>
                <a:lnTo>
                  <a:pt x="6817255" y="3804674"/>
                </a:lnTo>
                <a:close/>
              </a:path>
              <a:path w="7289800" h="4260215">
                <a:moveTo>
                  <a:pt x="6664996" y="3951682"/>
                </a:moveTo>
                <a:lnTo>
                  <a:pt x="6662038" y="3954563"/>
                </a:lnTo>
                <a:lnTo>
                  <a:pt x="6659156" y="3951606"/>
                </a:lnTo>
                <a:lnTo>
                  <a:pt x="6662114" y="3948724"/>
                </a:lnTo>
                <a:lnTo>
                  <a:pt x="6664996" y="3951682"/>
                </a:lnTo>
                <a:close/>
              </a:path>
              <a:path w="7289800" h="4260215">
                <a:moveTo>
                  <a:pt x="6512750" y="4098704"/>
                </a:moveTo>
                <a:lnTo>
                  <a:pt x="6510971" y="4100436"/>
                </a:lnTo>
                <a:lnTo>
                  <a:pt x="6509249" y="4098663"/>
                </a:lnTo>
                <a:lnTo>
                  <a:pt x="6511028" y="4096931"/>
                </a:lnTo>
                <a:lnTo>
                  <a:pt x="6512750" y="4098704"/>
                </a:lnTo>
                <a:close/>
              </a:path>
              <a:path w="7289800" h="4260215">
                <a:moveTo>
                  <a:pt x="7279220" y="3065542"/>
                </a:moveTo>
                <a:lnTo>
                  <a:pt x="7270331" y="3074191"/>
                </a:lnTo>
                <a:lnTo>
                  <a:pt x="7261681" y="3065301"/>
                </a:lnTo>
                <a:lnTo>
                  <a:pt x="7270571" y="3056652"/>
                </a:lnTo>
                <a:lnTo>
                  <a:pt x="7279220" y="3065542"/>
                </a:lnTo>
                <a:close/>
              </a:path>
              <a:path w="7289800" h="4260215">
                <a:moveTo>
                  <a:pt x="7127549" y="3212556"/>
                </a:moveTo>
                <a:lnTo>
                  <a:pt x="7119253" y="3220633"/>
                </a:lnTo>
                <a:lnTo>
                  <a:pt x="7111183" y="3212336"/>
                </a:lnTo>
                <a:lnTo>
                  <a:pt x="7119479" y="3204259"/>
                </a:lnTo>
                <a:lnTo>
                  <a:pt x="7127549" y="3212556"/>
                </a:lnTo>
                <a:close/>
              </a:path>
              <a:path w="7289800" h="4260215">
                <a:moveTo>
                  <a:pt x="6974722" y="3359562"/>
                </a:moveTo>
                <a:lnTo>
                  <a:pt x="6968198" y="3365909"/>
                </a:lnTo>
                <a:lnTo>
                  <a:pt x="6961861" y="3359391"/>
                </a:lnTo>
                <a:lnTo>
                  <a:pt x="6968377" y="3353045"/>
                </a:lnTo>
                <a:lnTo>
                  <a:pt x="6974722" y="3359562"/>
                </a:lnTo>
                <a:close/>
              </a:path>
              <a:path w="7289800" h="4260215">
                <a:moveTo>
                  <a:pt x="6822474" y="3506576"/>
                </a:moveTo>
                <a:lnTo>
                  <a:pt x="6817135" y="3511763"/>
                </a:lnTo>
                <a:lnTo>
                  <a:pt x="6811949" y="3506432"/>
                </a:lnTo>
                <a:lnTo>
                  <a:pt x="6817281" y="3501246"/>
                </a:lnTo>
                <a:lnTo>
                  <a:pt x="6822474" y="3506576"/>
                </a:lnTo>
                <a:close/>
              </a:path>
              <a:path w="7289800" h="4260215">
                <a:moveTo>
                  <a:pt x="6670807" y="3653606"/>
                </a:moveTo>
                <a:lnTo>
                  <a:pt x="6666070" y="3658220"/>
                </a:lnTo>
                <a:lnTo>
                  <a:pt x="6661454" y="3653475"/>
                </a:lnTo>
                <a:lnTo>
                  <a:pt x="6666191" y="3648861"/>
                </a:lnTo>
                <a:lnTo>
                  <a:pt x="6670807" y="3653606"/>
                </a:lnTo>
                <a:close/>
              </a:path>
              <a:path w="7289800" h="4260215">
                <a:moveTo>
                  <a:pt x="6518548" y="3800614"/>
                </a:moveTo>
                <a:lnTo>
                  <a:pt x="6514997" y="3804076"/>
                </a:lnTo>
                <a:lnTo>
                  <a:pt x="6511544" y="3800524"/>
                </a:lnTo>
                <a:lnTo>
                  <a:pt x="6515094" y="3797062"/>
                </a:lnTo>
                <a:lnTo>
                  <a:pt x="6518548" y="3800614"/>
                </a:lnTo>
                <a:close/>
              </a:path>
              <a:path w="7289800" h="4260215">
                <a:moveTo>
                  <a:pt x="6366301" y="3947635"/>
                </a:moveTo>
                <a:lnTo>
                  <a:pt x="6363937" y="3949938"/>
                </a:lnTo>
                <a:lnTo>
                  <a:pt x="6361625" y="3947566"/>
                </a:lnTo>
                <a:lnTo>
                  <a:pt x="6363998" y="3945263"/>
                </a:lnTo>
                <a:lnTo>
                  <a:pt x="6366301" y="3947635"/>
                </a:lnTo>
                <a:close/>
              </a:path>
              <a:path w="7289800" h="4260215">
                <a:moveTo>
                  <a:pt x="6214648" y="4094654"/>
                </a:moveTo>
                <a:lnTo>
                  <a:pt x="6212861" y="4096388"/>
                </a:lnTo>
                <a:lnTo>
                  <a:pt x="6211128" y="4094609"/>
                </a:lnTo>
                <a:lnTo>
                  <a:pt x="6212915" y="4092875"/>
                </a:lnTo>
                <a:lnTo>
                  <a:pt x="6214648" y="4094654"/>
                </a:lnTo>
                <a:close/>
              </a:path>
              <a:path w="7289800" h="4260215">
                <a:moveTo>
                  <a:pt x="7285020" y="2767451"/>
                </a:moveTo>
                <a:lnTo>
                  <a:pt x="7274359" y="2777831"/>
                </a:lnTo>
                <a:lnTo>
                  <a:pt x="7263978" y="2767162"/>
                </a:lnTo>
                <a:lnTo>
                  <a:pt x="7274639" y="2756782"/>
                </a:lnTo>
                <a:lnTo>
                  <a:pt x="7285020" y="2767451"/>
                </a:lnTo>
                <a:close/>
              </a:path>
              <a:path w="7289800" h="4260215">
                <a:moveTo>
                  <a:pt x="7132772" y="2914465"/>
                </a:moveTo>
                <a:lnTo>
                  <a:pt x="7123298" y="2923693"/>
                </a:lnTo>
                <a:lnTo>
                  <a:pt x="7114066" y="2914203"/>
                </a:lnTo>
                <a:lnTo>
                  <a:pt x="7123542" y="2904983"/>
                </a:lnTo>
                <a:lnTo>
                  <a:pt x="7132772" y="2914465"/>
                </a:lnTo>
                <a:close/>
              </a:path>
              <a:path w="7289800" h="4260215">
                <a:moveTo>
                  <a:pt x="6981110" y="3061486"/>
                </a:moveTo>
                <a:lnTo>
                  <a:pt x="6972221" y="3070135"/>
                </a:lnTo>
                <a:lnTo>
                  <a:pt x="6963571" y="3061245"/>
                </a:lnTo>
                <a:lnTo>
                  <a:pt x="6972460" y="3052596"/>
                </a:lnTo>
                <a:lnTo>
                  <a:pt x="6981110" y="3061486"/>
                </a:lnTo>
                <a:close/>
              </a:path>
              <a:path w="7289800" h="4260215">
                <a:moveTo>
                  <a:pt x="6828862" y="3208500"/>
                </a:moveTo>
                <a:lnTo>
                  <a:pt x="6821159" y="3215997"/>
                </a:lnTo>
                <a:lnTo>
                  <a:pt x="6813662" y="3208294"/>
                </a:lnTo>
                <a:lnTo>
                  <a:pt x="6821364" y="3200797"/>
                </a:lnTo>
                <a:lnTo>
                  <a:pt x="6828862" y="3208500"/>
                </a:lnTo>
                <a:close/>
              </a:path>
              <a:path w="7289800" h="4260215">
                <a:moveTo>
                  <a:pt x="6676614" y="3355514"/>
                </a:moveTo>
                <a:lnTo>
                  <a:pt x="6670098" y="3361859"/>
                </a:lnTo>
                <a:lnTo>
                  <a:pt x="6663750" y="3355335"/>
                </a:lnTo>
                <a:lnTo>
                  <a:pt x="6670268" y="3348997"/>
                </a:lnTo>
                <a:lnTo>
                  <a:pt x="6676614" y="3355514"/>
                </a:lnTo>
                <a:close/>
              </a:path>
              <a:path w="7289800" h="4260215">
                <a:moveTo>
                  <a:pt x="6524357" y="3502530"/>
                </a:moveTo>
                <a:lnTo>
                  <a:pt x="6519026" y="3507716"/>
                </a:lnTo>
                <a:lnTo>
                  <a:pt x="6513842" y="3502392"/>
                </a:lnTo>
                <a:lnTo>
                  <a:pt x="6519172" y="3497198"/>
                </a:lnTo>
                <a:lnTo>
                  <a:pt x="6524357" y="3502530"/>
                </a:lnTo>
                <a:close/>
              </a:path>
              <a:path w="7289800" h="4260215">
                <a:moveTo>
                  <a:pt x="6372109" y="3649544"/>
                </a:moveTo>
                <a:lnTo>
                  <a:pt x="6367957" y="3653580"/>
                </a:lnTo>
                <a:lnTo>
                  <a:pt x="6363924" y="3649436"/>
                </a:lnTo>
                <a:lnTo>
                  <a:pt x="6368076" y="3645400"/>
                </a:lnTo>
                <a:lnTo>
                  <a:pt x="6372109" y="3649544"/>
                </a:lnTo>
                <a:close/>
              </a:path>
              <a:path w="7289800" h="4260215">
                <a:moveTo>
                  <a:pt x="6220449" y="3796573"/>
                </a:moveTo>
                <a:lnTo>
                  <a:pt x="6216889" y="3800029"/>
                </a:lnTo>
                <a:lnTo>
                  <a:pt x="6213425" y="3796470"/>
                </a:lnTo>
                <a:lnTo>
                  <a:pt x="6216985" y="3793014"/>
                </a:lnTo>
                <a:lnTo>
                  <a:pt x="6220449" y="3796573"/>
                </a:lnTo>
                <a:close/>
              </a:path>
              <a:path w="7289800" h="4260215">
                <a:moveTo>
                  <a:pt x="6068191" y="3943581"/>
                </a:moveTo>
                <a:lnTo>
                  <a:pt x="6065825" y="3945882"/>
                </a:lnTo>
                <a:lnTo>
                  <a:pt x="6063523" y="3943517"/>
                </a:lnTo>
                <a:lnTo>
                  <a:pt x="6065888" y="3941215"/>
                </a:lnTo>
                <a:lnTo>
                  <a:pt x="6068191" y="3943581"/>
                </a:lnTo>
                <a:close/>
              </a:path>
              <a:path w="7289800" h="4260215">
                <a:moveTo>
                  <a:pt x="5915945" y="4090603"/>
                </a:moveTo>
                <a:lnTo>
                  <a:pt x="5914758" y="4091755"/>
                </a:lnTo>
                <a:lnTo>
                  <a:pt x="5913606" y="4090568"/>
                </a:lnTo>
                <a:lnTo>
                  <a:pt x="5914792" y="4089416"/>
                </a:lnTo>
                <a:lnTo>
                  <a:pt x="5915945" y="4090603"/>
                </a:lnTo>
                <a:close/>
              </a:path>
              <a:path w="7289800" h="4260215">
                <a:moveTo>
                  <a:pt x="7289192" y="2466487"/>
                </a:moveTo>
                <a:lnTo>
                  <a:pt x="7289192" y="2472103"/>
                </a:lnTo>
                <a:lnTo>
                  <a:pt x="7278366" y="2482637"/>
                </a:lnTo>
                <a:lnTo>
                  <a:pt x="7265103" y="2469010"/>
                </a:lnTo>
                <a:lnTo>
                  <a:pt x="7278737" y="2455745"/>
                </a:lnTo>
                <a:lnTo>
                  <a:pt x="7289192" y="2466487"/>
                </a:lnTo>
                <a:close/>
              </a:path>
              <a:path w="7289800" h="4260215">
                <a:moveTo>
                  <a:pt x="7139157" y="2616382"/>
                </a:moveTo>
                <a:lnTo>
                  <a:pt x="7127310" y="2627913"/>
                </a:lnTo>
                <a:lnTo>
                  <a:pt x="7115779" y="2616065"/>
                </a:lnTo>
                <a:lnTo>
                  <a:pt x="7127626" y="2604534"/>
                </a:lnTo>
                <a:lnTo>
                  <a:pt x="7139157" y="2616382"/>
                </a:lnTo>
                <a:close/>
              </a:path>
              <a:path w="7289800" h="4260215">
                <a:moveTo>
                  <a:pt x="6986910" y="2763396"/>
                </a:moveTo>
                <a:lnTo>
                  <a:pt x="6976249" y="2773775"/>
                </a:lnTo>
                <a:lnTo>
                  <a:pt x="6965868" y="2763106"/>
                </a:lnTo>
                <a:lnTo>
                  <a:pt x="6976531" y="2752735"/>
                </a:lnTo>
                <a:lnTo>
                  <a:pt x="6986910" y="2763396"/>
                </a:lnTo>
                <a:close/>
              </a:path>
              <a:path w="7289800" h="4260215">
                <a:moveTo>
                  <a:pt x="6834664" y="2910418"/>
                </a:moveTo>
                <a:lnTo>
                  <a:pt x="6825187" y="2919637"/>
                </a:lnTo>
                <a:lnTo>
                  <a:pt x="6815960" y="2910163"/>
                </a:lnTo>
                <a:lnTo>
                  <a:pt x="6825434" y="2900936"/>
                </a:lnTo>
                <a:lnTo>
                  <a:pt x="6834664" y="2910418"/>
                </a:lnTo>
                <a:close/>
              </a:path>
              <a:path w="7289800" h="4260215">
                <a:moveTo>
                  <a:pt x="6682415" y="3057431"/>
                </a:moveTo>
                <a:lnTo>
                  <a:pt x="6674118" y="3065501"/>
                </a:lnTo>
                <a:lnTo>
                  <a:pt x="6666043" y="3057214"/>
                </a:lnTo>
                <a:lnTo>
                  <a:pt x="6674338" y="3049136"/>
                </a:lnTo>
                <a:lnTo>
                  <a:pt x="6682415" y="3057431"/>
                </a:lnTo>
                <a:close/>
              </a:path>
              <a:path w="7289800" h="4260215">
                <a:moveTo>
                  <a:pt x="6530157" y="3204440"/>
                </a:moveTo>
                <a:lnTo>
                  <a:pt x="6523055" y="3211355"/>
                </a:lnTo>
                <a:lnTo>
                  <a:pt x="6516139" y="3204253"/>
                </a:lnTo>
                <a:lnTo>
                  <a:pt x="6523241" y="3197338"/>
                </a:lnTo>
                <a:lnTo>
                  <a:pt x="6530157" y="3204440"/>
                </a:lnTo>
                <a:close/>
              </a:path>
              <a:path w="7289800" h="4260215">
                <a:moveTo>
                  <a:pt x="6377911" y="3351462"/>
                </a:moveTo>
                <a:lnTo>
                  <a:pt x="6371987" y="3357227"/>
                </a:lnTo>
                <a:lnTo>
                  <a:pt x="6366220" y="3351295"/>
                </a:lnTo>
                <a:lnTo>
                  <a:pt x="6372143" y="3345530"/>
                </a:lnTo>
                <a:lnTo>
                  <a:pt x="6377911" y="3351462"/>
                </a:lnTo>
                <a:close/>
              </a:path>
              <a:path w="7289800" h="4260215">
                <a:moveTo>
                  <a:pt x="6225663" y="3498476"/>
                </a:moveTo>
                <a:lnTo>
                  <a:pt x="6220924" y="3503082"/>
                </a:lnTo>
                <a:lnTo>
                  <a:pt x="6216310" y="3498344"/>
                </a:lnTo>
                <a:lnTo>
                  <a:pt x="6221047" y="3493731"/>
                </a:lnTo>
                <a:lnTo>
                  <a:pt x="6225663" y="3498476"/>
                </a:lnTo>
                <a:close/>
              </a:path>
              <a:path w="7289800" h="4260215">
                <a:moveTo>
                  <a:pt x="6074001" y="3645496"/>
                </a:moveTo>
                <a:lnTo>
                  <a:pt x="6069856" y="3649530"/>
                </a:lnTo>
                <a:lnTo>
                  <a:pt x="6065823" y="3645385"/>
                </a:lnTo>
                <a:lnTo>
                  <a:pt x="6069967" y="3641352"/>
                </a:lnTo>
                <a:lnTo>
                  <a:pt x="6074001" y="3645496"/>
                </a:lnTo>
                <a:close/>
              </a:path>
              <a:path w="7289800" h="4260215">
                <a:moveTo>
                  <a:pt x="5921753" y="3792510"/>
                </a:moveTo>
                <a:lnTo>
                  <a:pt x="5918787" y="3795394"/>
                </a:lnTo>
                <a:lnTo>
                  <a:pt x="5915903" y="3792428"/>
                </a:lnTo>
                <a:lnTo>
                  <a:pt x="5918869" y="3789545"/>
                </a:lnTo>
                <a:lnTo>
                  <a:pt x="5921753" y="3792510"/>
                </a:lnTo>
                <a:close/>
              </a:path>
              <a:path w="7289800" h="4260215">
                <a:moveTo>
                  <a:pt x="5769505" y="3939524"/>
                </a:moveTo>
                <a:lnTo>
                  <a:pt x="5767726" y="3941256"/>
                </a:lnTo>
                <a:lnTo>
                  <a:pt x="5765994" y="3939477"/>
                </a:lnTo>
                <a:lnTo>
                  <a:pt x="5767773" y="3937745"/>
                </a:lnTo>
                <a:lnTo>
                  <a:pt x="5769505" y="3939524"/>
                </a:lnTo>
                <a:close/>
              </a:path>
              <a:path w="7289800" h="4260215">
                <a:moveTo>
                  <a:pt x="7289192" y="2161252"/>
                </a:moveTo>
                <a:lnTo>
                  <a:pt x="7289192" y="2180822"/>
                </a:lnTo>
                <a:lnTo>
                  <a:pt x="7282383" y="2187449"/>
                </a:lnTo>
                <a:lnTo>
                  <a:pt x="7266239" y="2170864"/>
                </a:lnTo>
                <a:lnTo>
                  <a:pt x="7282831" y="2154718"/>
                </a:lnTo>
                <a:lnTo>
                  <a:pt x="7289192" y="2161252"/>
                </a:lnTo>
                <a:close/>
              </a:path>
              <a:path w="7289800" h="4260215">
                <a:moveTo>
                  <a:pt x="7146133" y="2318312"/>
                </a:moveTo>
                <a:lnTo>
                  <a:pt x="7131327" y="2332725"/>
                </a:lnTo>
                <a:lnTo>
                  <a:pt x="7116912" y="2317911"/>
                </a:lnTo>
                <a:lnTo>
                  <a:pt x="7131717" y="2303499"/>
                </a:lnTo>
                <a:lnTo>
                  <a:pt x="7146133" y="2318312"/>
                </a:lnTo>
                <a:close/>
              </a:path>
              <a:path w="7289800" h="4260215">
                <a:moveTo>
                  <a:pt x="6993298" y="2465319"/>
                </a:moveTo>
                <a:lnTo>
                  <a:pt x="6980272" y="2478001"/>
                </a:lnTo>
                <a:lnTo>
                  <a:pt x="6967581" y="2464969"/>
                </a:lnTo>
                <a:lnTo>
                  <a:pt x="6980616" y="2452286"/>
                </a:lnTo>
                <a:lnTo>
                  <a:pt x="6993298" y="2465319"/>
                </a:lnTo>
                <a:close/>
              </a:path>
              <a:path w="7289800" h="4260215">
                <a:moveTo>
                  <a:pt x="6840472" y="2612326"/>
                </a:moveTo>
                <a:lnTo>
                  <a:pt x="6829208" y="2623279"/>
                </a:lnTo>
                <a:lnTo>
                  <a:pt x="6818258" y="2612024"/>
                </a:lnTo>
                <a:lnTo>
                  <a:pt x="6829511" y="2601064"/>
                </a:lnTo>
                <a:lnTo>
                  <a:pt x="6840472" y="2612326"/>
                </a:lnTo>
                <a:close/>
              </a:path>
              <a:path w="7289800" h="4260215">
                <a:moveTo>
                  <a:pt x="6688224" y="2759340"/>
                </a:moveTo>
                <a:lnTo>
                  <a:pt x="6678149" y="2769149"/>
                </a:lnTo>
                <a:lnTo>
                  <a:pt x="6668340" y="2759075"/>
                </a:lnTo>
                <a:lnTo>
                  <a:pt x="6678414" y="2749266"/>
                </a:lnTo>
                <a:lnTo>
                  <a:pt x="6688224" y="2759340"/>
                </a:lnTo>
                <a:close/>
              </a:path>
              <a:path w="7289800" h="4260215">
                <a:moveTo>
                  <a:pt x="6535967" y="2906356"/>
                </a:moveTo>
                <a:lnTo>
                  <a:pt x="6527086" y="2915003"/>
                </a:lnTo>
                <a:lnTo>
                  <a:pt x="6518436" y="2906114"/>
                </a:lnTo>
                <a:lnTo>
                  <a:pt x="6527318" y="2897466"/>
                </a:lnTo>
                <a:lnTo>
                  <a:pt x="6535967" y="2906356"/>
                </a:lnTo>
                <a:close/>
              </a:path>
              <a:path w="7289800" h="4260215">
                <a:moveTo>
                  <a:pt x="6384305" y="3053375"/>
                </a:moveTo>
                <a:lnTo>
                  <a:pt x="6376018" y="3061452"/>
                </a:lnTo>
                <a:lnTo>
                  <a:pt x="6367941" y="3053157"/>
                </a:lnTo>
                <a:lnTo>
                  <a:pt x="6376236" y="3045079"/>
                </a:lnTo>
                <a:lnTo>
                  <a:pt x="6384305" y="3053375"/>
                </a:lnTo>
                <a:close/>
              </a:path>
              <a:path w="7289800" h="4260215">
                <a:moveTo>
                  <a:pt x="6231470" y="3200384"/>
                </a:moveTo>
                <a:lnTo>
                  <a:pt x="6224954" y="3206730"/>
                </a:lnTo>
                <a:lnTo>
                  <a:pt x="6218616" y="3200211"/>
                </a:lnTo>
                <a:lnTo>
                  <a:pt x="6225133" y="3193866"/>
                </a:lnTo>
                <a:lnTo>
                  <a:pt x="6231470" y="3200384"/>
                </a:lnTo>
                <a:close/>
              </a:path>
              <a:path w="7289800" h="4260215">
                <a:moveTo>
                  <a:pt x="6079222" y="3347398"/>
                </a:moveTo>
                <a:lnTo>
                  <a:pt x="6073893" y="3352592"/>
                </a:lnTo>
                <a:lnTo>
                  <a:pt x="6068697" y="3347254"/>
                </a:lnTo>
                <a:lnTo>
                  <a:pt x="6074029" y="3342069"/>
                </a:lnTo>
                <a:lnTo>
                  <a:pt x="6079222" y="3347398"/>
                </a:lnTo>
                <a:close/>
              </a:path>
              <a:path w="7289800" h="4260215">
                <a:moveTo>
                  <a:pt x="5927560" y="3494418"/>
                </a:moveTo>
                <a:lnTo>
                  <a:pt x="5922815" y="3499034"/>
                </a:lnTo>
                <a:lnTo>
                  <a:pt x="5918210" y="3494295"/>
                </a:lnTo>
                <a:lnTo>
                  <a:pt x="5922947" y="3489681"/>
                </a:lnTo>
                <a:lnTo>
                  <a:pt x="5927560" y="3494418"/>
                </a:lnTo>
                <a:close/>
              </a:path>
              <a:path w="7289800" h="4260215">
                <a:moveTo>
                  <a:pt x="5775312" y="3641431"/>
                </a:moveTo>
                <a:lnTo>
                  <a:pt x="5771746" y="3644898"/>
                </a:lnTo>
                <a:lnTo>
                  <a:pt x="5768293" y="3641346"/>
                </a:lnTo>
                <a:lnTo>
                  <a:pt x="5771851" y="3637882"/>
                </a:lnTo>
                <a:lnTo>
                  <a:pt x="5775312" y="3641431"/>
                </a:lnTo>
                <a:close/>
              </a:path>
              <a:path w="7289800" h="4260215">
                <a:moveTo>
                  <a:pt x="5623066" y="3788454"/>
                </a:moveTo>
                <a:lnTo>
                  <a:pt x="5620692" y="3790758"/>
                </a:lnTo>
                <a:lnTo>
                  <a:pt x="5618380" y="3788387"/>
                </a:lnTo>
                <a:lnTo>
                  <a:pt x="5620754" y="3786083"/>
                </a:lnTo>
                <a:lnTo>
                  <a:pt x="5623066" y="3788454"/>
                </a:lnTo>
                <a:close/>
              </a:path>
              <a:path w="7289800" h="4260215">
                <a:moveTo>
                  <a:pt x="5471388" y="3935479"/>
                </a:moveTo>
                <a:lnTo>
                  <a:pt x="5469615" y="3937200"/>
                </a:lnTo>
                <a:lnTo>
                  <a:pt x="5467893" y="3935428"/>
                </a:lnTo>
                <a:lnTo>
                  <a:pt x="5469666" y="3933706"/>
                </a:lnTo>
                <a:lnTo>
                  <a:pt x="5471388" y="3935479"/>
                </a:lnTo>
                <a:close/>
              </a:path>
              <a:path w="7289800" h="4260215">
                <a:moveTo>
                  <a:pt x="7289192" y="1856612"/>
                </a:moveTo>
                <a:lnTo>
                  <a:pt x="7289192" y="1888956"/>
                </a:lnTo>
                <a:lnTo>
                  <a:pt x="7286397" y="1891676"/>
                </a:lnTo>
                <a:lnTo>
                  <a:pt x="7267946" y="1872710"/>
                </a:lnTo>
                <a:lnTo>
                  <a:pt x="7286904" y="1854262"/>
                </a:lnTo>
                <a:lnTo>
                  <a:pt x="7289192" y="1856612"/>
                </a:lnTo>
                <a:close/>
              </a:path>
              <a:path w="7289800" h="4260215">
                <a:moveTo>
                  <a:pt x="7152528" y="2020233"/>
                </a:moveTo>
                <a:lnTo>
                  <a:pt x="7135341" y="2036952"/>
                </a:lnTo>
                <a:lnTo>
                  <a:pt x="7118624" y="2019773"/>
                </a:lnTo>
                <a:lnTo>
                  <a:pt x="7135801" y="2003048"/>
                </a:lnTo>
                <a:lnTo>
                  <a:pt x="7152528" y="2020233"/>
                </a:lnTo>
                <a:close/>
              </a:path>
              <a:path w="7289800" h="4260215">
                <a:moveTo>
                  <a:pt x="7000271" y="2167250"/>
                </a:moveTo>
                <a:lnTo>
                  <a:pt x="6984279" y="2182815"/>
                </a:lnTo>
                <a:lnTo>
                  <a:pt x="6968712" y="2166814"/>
                </a:lnTo>
                <a:lnTo>
                  <a:pt x="6984705" y="2151249"/>
                </a:lnTo>
                <a:lnTo>
                  <a:pt x="7000271" y="2167250"/>
                </a:lnTo>
                <a:close/>
              </a:path>
              <a:path w="7289800" h="4260215">
                <a:moveTo>
                  <a:pt x="6848023" y="2314264"/>
                </a:moveTo>
                <a:lnTo>
                  <a:pt x="6833218" y="2328677"/>
                </a:lnTo>
                <a:lnTo>
                  <a:pt x="6818803" y="2313863"/>
                </a:lnTo>
                <a:lnTo>
                  <a:pt x="6833608" y="2299451"/>
                </a:lnTo>
                <a:lnTo>
                  <a:pt x="6848023" y="2314264"/>
                </a:lnTo>
                <a:close/>
              </a:path>
              <a:path w="7289800" h="4260215">
                <a:moveTo>
                  <a:pt x="6694608" y="2461256"/>
                </a:moveTo>
                <a:lnTo>
                  <a:pt x="6682169" y="2473367"/>
                </a:lnTo>
                <a:lnTo>
                  <a:pt x="6670058" y="2460927"/>
                </a:lnTo>
                <a:lnTo>
                  <a:pt x="6682497" y="2448816"/>
                </a:lnTo>
                <a:lnTo>
                  <a:pt x="6694608" y="2461256"/>
                </a:lnTo>
                <a:close/>
              </a:path>
              <a:path w="7289800" h="4260215">
                <a:moveTo>
                  <a:pt x="6542362" y="2608278"/>
                </a:moveTo>
                <a:lnTo>
                  <a:pt x="6531099" y="2619231"/>
                </a:lnTo>
                <a:lnTo>
                  <a:pt x="6520148" y="2607976"/>
                </a:lnTo>
                <a:lnTo>
                  <a:pt x="6531401" y="2597016"/>
                </a:lnTo>
                <a:lnTo>
                  <a:pt x="6542362" y="2608278"/>
                </a:lnTo>
                <a:close/>
              </a:path>
              <a:path w="7289800" h="4260215">
                <a:moveTo>
                  <a:pt x="6390106" y="2755294"/>
                </a:moveTo>
                <a:lnTo>
                  <a:pt x="6380038" y="2765093"/>
                </a:lnTo>
                <a:lnTo>
                  <a:pt x="6370237" y="2755017"/>
                </a:lnTo>
                <a:lnTo>
                  <a:pt x="6380305" y="2745218"/>
                </a:lnTo>
                <a:lnTo>
                  <a:pt x="6390106" y="2755294"/>
                </a:lnTo>
                <a:close/>
              </a:path>
              <a:path w="7289800" h="4260215">
                <a:moveTo>
                  <a:pt x="6237858" y="2902308"/>
                </a:moveTo>
                <a:lnTo>
                  <a:pt x="6228976" y="2910955"/>
                </a:lnTo>
                <a:lnTo>
                  <a:pt x="6220327" y="2902066"/>
                </a:lnTo>
                <a:lnTo>
                  <a:pt x="6229208" y="2893418"/>
                </a:lnTo>
                <a:lnTo>
                  <a:pt x="6237858" y="2902308"/>
                </a:lnTo>
                <a:close/>
              </a:path>
              <a:path w="7289800" h="4260215">
                <a:moveTo>
                  <a:pt x="6085608" y="3049314"/>
                </a:moveTo>
                <a:lnTo>
                  <a:pt x="6077905" y="3056812"/>
                </a:lnTo>
                <a:lnTo>
                  <a:pt x="6070417" y="3049115"/>
                </a:lnTo>
                <a:lnTo>
                  <a:pt x="6078112" y="3041619"/>
                </a:lnTo>
                <a:lnTo>
                  <a:pt x="6085608" y="3049314"/>
                </a:lnTo>
                <a:close/>
              </a:path>
              <a:path w="7289800" h="4260215">
                <a:moveTo>
                  <a:pt x="5932784" y="3196328"/>
                </a:moveTo>
                <a:lnTo>
                  <a:pt x="5926860" y="3202093"/>
                </a:lnTo>
                <a:lnTo>
                  <a:pt x="5921095" y="3196170"/>
                </a:lnTo>
                <a:lnTo>
                  <a:pt x="5927018" y="3190404"/>
                </a:lnTo>
                <a:lnTo>
                  <a:pt x="5932784" y="3196328"/>
                </a:lnTo>
                <a:close/>
              </a:path>
              <a:path w="7289800" h="4260215">
                <a:moveTo>
                  <a:pt x="5781114" y="3343350"/>
                </a:moveTo>
                <a:lnTo>
                  <a:pt x="5775774" y="3348538"/>
                </a:lnTo>
                <a:lnTo>
                  <a:pt x="5770589" y="3343206"/>
                </a:lnTo>
                <a:lnTo>
                  <a:pt x="5775920" y="3338021"/>
                </a:lnTo>
                <a:lnTo>
                  <a:pt x="5781114" y="3343350"/>
                </a:lnTo>
                <a:close/>
              </a:path>
              <a:path w="7289800" h="4260215">
                <a:moveTo>
                  <a:pt x="5628866" y="3490364"/>
                </a:moveTo>
                <a:lnTo>
                  <a:pt x="5624721" y="3494398"/>
                </a:lnTo>
                <a:lnTo>
                  <a:pt x="5620677" y="3490247"/>
                </a:lnTo>
                <a:lnTo>
                  <a:pt x="5624822" y="3486214"/>
                </a:lnTo>
                <a:lnTo>
                  <a:pt x="5628866" y="3490364"/>
                </a:lnTo>
                <a:close/>
              </a:path>
              <a:path w="7289800" h="4260215">
                <a:moveTo>
                  <a:pt x="5476609" y="3637381"/>
                </a:moveTo>
                <a:lnTo>
                  <a:pt x="5473651" y="3640262"/>
                </a:lnTo>
                <a:lnTo>
                  <a:pt x="5470769" y="3637305"/>
                </a:lnTo>
                <a:lnTo>
                  <a:pt x="5473727" y="3634423"/>
                </a:lnTo>
                <a:lnTo>
                  <a:pt x="5476609" y="3637381"/>
                </a:lnTo>
                <a:close/>
              </a:path>
              <a:path w="7289800" h="4260215">
                <a:moveTo>
                  <a:pt x="5324947" y="3784401"/>
                </a:moveTo>
                <a:lnTo>
                  <a:pt x="5322575" y="3786713"/>
                </a:lnTo>
                <a:lnTo>
                  <a:pt x="5320271" y="3784339"/>
                </a:lnTo>
                <a:lnTo>
                  <a:pt x="5322643" y="3782027"/>
                </a:lnTo>
                <a:lnTo>
                  <a:pt x="5324947" y="3784401"/>
                </a:lnTo>
                <a:close/>
              </a:path>
              <a:path w="7289800" h="4260215">
                <a:moveTo>
                  <a:pt x="7289192" y="1554994"/>
                </a:moveTo>
                <a:lnTo>
                  <a:pt x="7289192" y="1595238"/>
                </a:lnTo>
                <a:lnTo>
                  <a:pt x="7269078" y="1574566"/>
                </a:lnTo>
                <a:lnTo>
                  <a:pt x="7289192" y="1554994"/>
                </a:lnTo>
                <a:close/>
              </a:path>
              <a:path w="7289800" h="4260215">
                <a:moveTo>
                  <a:pt x="7160084" y="1722164"/>
                </a:moveTo>
                <a:lnTo>
                  <a:pt x="7139341" y="1742354"/>
                </a:lnTo>
                <a:lnTo>
                  <a:pt x="7119160" y="1721617"/>
                </a:lnTo>
                <a:lnTo>
                  <a:pt x="7139903" y="1701427"/>
                </a:lnTo>
                <a:lnTo>
                  <a:pt x="7160084" y="1722164"/>
                </a:lnTo>
                <a:close/>
              </a:path>
              <a:path w="7289800" h="4260215">
                <a:moveTo>
                  <a:pt x="7006665" y="1869173"/>
                </a:moveTo>
                <a:lnTo>
                  <a:pt x="6988300" y="1887042"/>
                </a:lnTo>
                <a:lnTo>
                  <a:pt x="6970421" y="1868670"/>
                </a:lnTo>
                <a:lnTo>
                  <a:pt x="6988787" y="1850802"/>
                </a:lnTo>
                <a:lnTo>
                  <a:pt x="7006665" y="1869173"/>
                </a:lnTo>
                <a:close/>
              </a:path>
              <a:path w="7289800" h="4260215">
                <a:moveTo>
                  <a:pt x="6854407" y="2016181"/>
                </a:moveTo>
                <a:lnTo>
                  <a:pt x="6837235" y="2032896"/>
                </a:lnTo>
                <a:lnTo>
                  <a:pt x="6820511" y="2015719"/>
                </a:lnTo>
                <a:lnTo>
                  <a:pt x="6837690" y="1999002"/>
                </a:lnTo>
                <a:lnTo>
                  <a:pt x="6854407" y="2016181"/>
                </a:lnTo>
                <a:close/>
              </a:path>
              <a:path w="7289800" h="4260215">
                <a:moveTo>
                  <a:pt x="6701583" y="2163196"/>
                </a:moveTo>
                <a:lnTo>
                  <a:pt x="6686183" y="2178180"/>
                </a:lnTo>
                <a:lnTo>
                  <a:pt x="6671188" y="2162775"/>
                </a:lnTo>
                <a:lnTo>
                  <a:pt x="6686585" y="2147782"/>
                </a:lnTo>
                <a:lnTo>
                  <a:pt x="6701583" y="2163196"/>
                </a:lnTo>
                <a:close/>
              </a:path>
              <a:path w="7289800" h="4260215">
                <a:moveTo>
                  <a:pt x="6549332" y="2310201"/>
                </a:moveTo>
                <a:lnTo>
                  <a:pt x="6535111" y="2324036"/>
                </a:lnTo>
                <a:lnTo>
                  <a:pt x="6521268" y="2309817"/>
                </a:lnTo>
                <a:lnTo>
                  <a:pt x="6535489" y="2295982"/>
                </a:lnTo>
                <a:lnTo>
                  <a:pt x="6549332" y="2310201"/>
                </a:lnTo>
                <a:close/>
              </a:path>
              <a:path w="7289800" h="4260215">
                <a:moveTo>
                  <a:pt x="6395912" y="2457203"/>
                </a:moveTo>
                <a:lnTo>
                  <a:pt x="6384065" y="2468734"/>
                </a:lnTo>
                <a:lnTo>
                  <a:pt x="6372534" y="2456886"/>
                </a:lnTo>
                <a:lnTo>
                  <a:pt x="6384381" y="2445355"/>
                </a:lnTo>
                <a:lnTo>
                  <a:pt x="6395912" y="2457203"/>
                </a:lnTo>
                <a:close/>
              </a:path>
              <a:path w="7289800" h="4260215">
                <a:moveTo>
                  <a:pt x="6243664" y="2604217"/>
                </a:moveTo>
                <a:lnTo>
                  <a:pt x="6233003" y="2614596"/>
                </a:lnTo>
                <a:lnTo>
                  <a:pt x="6222624" y="2603936"/>
                </a:lnTo>
                <a:lnTo>
                  <a:pt x="6233285" y="2593556"/>
                </a:lnTo>
                <a:lnTo>
                  <a:pt x="6243664" y="2604217"/>
                </a:lnTo>
                <a:close/>
              </a:path>
              <a:path w="7289800" h="4260215">
                <a:moveTo>
                  <a:pt x="6091416" y="2751231"/>
                </a:moveTo>
                <a:lnTo>
                  <a:pt x="6081934" y="2760460"/>
                </a:lnTo>
                <a:lnTo>
                  <a:pt x="6072704" y="2750978"/>
                </a:lnTo>
                <a:lnTo>
                  <a:pt x="6082186" y="2741749"/>
                </a:lnTo>
                <a:lnTo>
                  <a:pt x="6091416" y="2751231"/>
                </a:lnTo>
                <a:close/>
              </a:path>
              <a:path w="7289800" h="4260215">
                <a:moveTo>
                  <a:pt x="5939168" y="2898245"/>
                </a:moveTo>
                <a:lnTo>
                  <a:pt x="5930870" y="2906315"/>
                </a:lnTo>
                <a:lnTo>
                  <a:pt x="5922793" y="2898020"/>
                </a:lnTo>
                <a:lnTo>
                  <a:pt x="5931090" y="2889950"/>
                </a:lnTo>
                <a:lnTo>
                  <a:pt x="5939168" y="2898245"/>
                </a:lnTo>
                <a:close/>
              </a:path>
              <a:path w="7289800" h="4260215">
                <a:moveTo>
                  <a:pt x="5786911" y="3045261"/>
                </a:moveTo>
                <a:lnTo>
                  <a:pt x="5779803" y="3052187"/>
                </a:lnTo>
                <a:lnTo>
                  <a:pt x="5772885" y="3045076"/>
                </a:lnTo>
                <a:lnTo>
                  <a:pt x="5779996" y="3038159"/>
                </a:lnTo>
                <a:lnTo>
                  <a:pt x="5786911" y="3045261"/>
                </a:lnTo>
                <a:close/>
              </a:path>
              <a:path w="7289800" h="4260215">
                <a:moveTo>
                  <a:pt x="5634663" y="3192276"/>
                </a:moveTo>
                <a:lnTo>
                  <a:pt x="5628740" y="3198041"/>
                </a:lnTo>
                <a:lnTo>
                  <a:pt x="5622974" y="3192118"/>
                </a:lnTo>
                <a:lnTo>
                  <a:pt x="5628898" y="3186352"/>
                </a:lnTo>
                <a:lnTo>
                  <a:pt x="5634663" y="3192276"/>
                </a:lnTo>
                <a:close/>
              </a:path>
              <a:path w="7289800" h="4260215">
                <a:moveTo>
                  <a:pt x="5482417" y="3339298"/>
                </a:moveTo>
                <a:lnTo>
                  <a:pt x="5477680" y="3343912"/>
                </a:lnTo>
                <a:lnTo>
                  <a:pt x="5473065" y="3339167"/>
                </a:lnTo>
                <a:lnTo>
                  <a:pt x="5477802" y="3334553"/>
                </a:lnTo>
                <a:lnTo>
                  <a:pt x="5482417" y="3339298"/>
                </a:lnTo>
                <a:close/>
              </a:path>
              <a:path w="7289800" h="4260215">
                <a:moveTo>
                  <a:pt x="5330167" y="3486302"/>
                </a:moveTo>
                <a:lnTo>
                  <a:pt x="5326609" y="3489767"/>
                </a:lnTo>
                <a:lnTo>
                  <a:pt x="5323153" y="3486207"/>
                </a:lnTo>
                <a:lnTo>
                  <a:pt x="5326706" y="3482753"/>
                </a:lnTo>
                <a:lnTo>
                  <a:pt x="5330167" y="3486302"/>
                </a:lnTo>
                <a:close/>
              </a:path>
              <a:path w="7289800" h="4260215">
                <a:moveTo>
                  <a:pt x="5177919" y="3633318"/>
                </a:moveTo>
                <a:lnTo>
                  <a:pt x="5175547" y="3635630"/>
                </a:lnTo>
                <a:lnTo>
                  <a:pt x="5173235" y="3633258"/>
                </a:lnTo>
                <a:lnTo>
                  <a:pt x="5175609" y="3630955"/>
                </a:lnTo>
                <a:lnTo>
                  <a:pt x="5177919" y="3633318"/>
                </a:lnTo>
                <a:close/>
              </a:path>
              <a:path w="7289800" h="4260215">
                <a:moveTo>
                  <a:pt x="5026259" y="3780346"/>
                </a:moveTo>
                <a:lnTo>
                  <a:pt x="5024480" y="3782078"/>
                </a:lnTo>
                <a:lnTo>
                  <a:pt x="5022748" y="3780299"/>
                </a:lnTo>
                <a:lnTo>
                  <a:pt x="5024527" y="3778567"/>
                </a:lnTo>
                <a:lnTo>
                  <a:pt x="5026259" y="3780346"/>
                </a:lnTo>
                <a:close/>
              </a:path>
              <a:path w="7289800" h="4260215">
                <a:moveTo>
                  <a:pt x="7289192" y="1257936"/>
                </a:moveTo>
                <a:lnTo>
                  <a:pt x="7289192" y="1295929"/>
                </a:lnTo>
                <a:lnTo>
                  <a:pt x="7270203" y="1276416"/>
                </a:lnTo>
                <a:lnTo>
                  <a:pt x="7289192" y="1257936"/>
                </a:lnTo>
                <a:close/>
              </a:path>
              <a:path w="7289800" h="4260215">
                <a:moveTo>
                  <a:pt x="7166473" y="1424089"/>
                </a:moveTo>
                <a:lnTo>
                  <a:pt x="7143372" y="1446579"/>
                </a:lnTo>
                <a:lnTo>
                  <a:pt x="7120880" y="1423471"/>
                </a:lnTo>
                <a:lnTo>
                  <a:pt x="7143991" y="1400987"/>
                </a:lnTo>
                <a:lnTo>
                  <a:pt x="7166473" y="1424089"/>
                </a:lnTo>
                <a:close/>
              </a:path>
              <a:path w="7289800" h="4260215">
                <a:moveTo>
                  <a:pt x="7013638" y="1571097"/>
                </a:moveTo>
                <a:lnTo>
                  <a:pt x="6992309" y="1591857"/>
                </a:lnTo>
                <a:lnTo>
                  <a:pt x="6971546" y="1570520"/>
                </a:lnTo>
                <a:lnTo>
                  <a:pt x="6992877" y="1549767"/>
                </a:lnTo>
                <a:lnTo>
                  <a:pt x="7013638" y="1571097"/>
                </a:lnTo>
                <a:close/>
              </a:path>
              <a:path w="7289800" h="4260215">
                <a:moveTo>
                  <a:pt x="6861392" y="1718119"/>
                </a:moveTo>
                <a:lnTo>
                  <a:pt x="6841247" y="1737719"/>
                </a:lnTo>
                <a:lnTo>
                  <a:pt x="6821638" y="1717577"/>
                </a:lnTo>
                <a:lnTo>
                  <a:pt x="6841781" y="1697968"/>
                </a:lnTo>
                <a:lnTo>
                  <a:pt x="6861392" y="1718119"/>
                </a:lnTo>
                <a:close/>
              </a:path>
              <a:path w="7289800" h="4260215">
                <a:moveTo>
                  <a:pt x="6707969" y="1865113"/>
                </a:moveTo>
                <a:lnTo>
                  <a:pt x="6690198" y="1882409"/>
                </a:lnTo>
                <a:lnTo>
                  <a:pt x="6672900" y="1864630"/>
                </a:lnTo>
                <a:lnTo>
                  <a:pt x="6690671" y="1847333"/>
                </a:lnTo>
                <a:lnTo>
                  <a:pt x="6707969" y="1865113"/>
                </a:lnTo>
                <a:close/>
              </a:path>
              <a:path w="7289800" h="4260215">
                <a:moveTo>
                  <a:pt x="6555721" y="2012127"/>
                </a:moveTo>
                <a:lnTo>
                  <a:pt x="6539129" y="2028274"/>
                </a:lnTo>
                <a:lnTo>
                  <a:pt x="6522982" y="2011681"/>
                </a:lnTo>
                <a:lnTo>
                  <a:pt x="6539575" y="1995534"/>
                </a:lnTo>
                <a:lnTo>
                  <a:pt x="6555721" y="2012127"/>
                </a:lnTo>
                <a:close/>
              </a:path>
              <a:path w="7289800" h="4260215">
                <a:moveTo>
                  <a:pt x="6402886" y="2159135"/>
                </a:moveTo>
                <a:lnTo>
                  <a:pt x="6388073" y="2173550"/>
                </a:lnTo>
                <a:lnTo>
                  <a:pt x="6373657" y="2158736"/>
                </a:lnTo>
                <a:lnTo>
                  <a:pt x="6388471" y="2144321"/>
                </a:lnTo>
                <a:lnTo>
                  <a:pt x="6402886" y="2159135"/>
                </a:lnTo>
                <a:close/>
              </a:path>
              <a:path w="7289800" h="4260215">
                <a:moveTo>
                  <a:pt x="6250050" y="2306135"/>
                </a:moveTo>
                <a:lnTo>
                  <a:pt x="6237017" y="2318826"/>
                </a:lnTo>
                <a:lnTo>
                  <a:pt x="6224334" y="2305792"/>
                </a:lnTo>
                <a:lnTo>
                  <a:pt x="6237369" y="2293108"/>
                </a:lnTo>
                <a:lnTo>
                  <a:pt x="6250050" y="2306135"/>
                </a:lnTo>
                <a:close/>
              </a:path>
              <a:path w="7289800" h="4260215">
                <a:moveTo>
                  <a:pt x="6097217" y="2453151"/>
                </a:moveTo>
                <a:lnTo>
                  <a:pt x="6085964" y="2464110"/>
                </a:lnTo>
                <a:lnTo>
                  <a:pt x="6075003" y="2452849"/>
                </a:lnTo>
                <a:lnTo>
                  <a:pt x="6086266" y="2441896"/>
                </a:lnTo>
                <a:lnTo>
                  <a:pt x="6097217" y="2453151"/>
                </a:lnTo>
                <a:close/>
              </a:path>
              <a:path w="7289800" h="4260215">
                <a:moveTo>
                  <a:pt x="5944969" y="2600165"/>
                </a:moveTo>
                <a:lnTo>
                  <a:pt x="5934892" y="2609967"/>
                </a:lnTo>
                <a:lnTo>
                  <a:pt x="5925091" y="2599890"/>
                </a:lnTo>
                <a:lnTo>
                  <a:pt x="5935168" y="2590089"/>
                </a:lnTo>
                <a:lnTo>
                  <a:pt x="5944969" y="2600165"/>
                </a:lnTo>
                <a:close/>
              </a:path>
              <a:path w="7289800" h="4260215">
                <a:moveTo>
                  <a:pt x="5792721" y="2747179"/>
                </a:moveTo>
                <a:lnTo>
                  <a:pt x="5783832" y="2755828"/>
                </a:lnTo>
                <a:lnTo>
                  <a:pt x="5775182" y="2746939"/>
                </a:lnTo>
                <a:lnTo>
                  <a:pt x="5784071" y="2738289"/>
                </a:lnTo>
                <a:lnTo>
                  <a:pt x="5792721" y="2747179"/>
                </a:lnTo>
                <a:close/>
              </a:path>
              <a:path w="7289800" h="4260215">
                <a:moveTo>
                  <a:pt x="5640464" y="2894195"/>
                </a:moveTo>
                <a:lnTo>
                  <a:pt x="5632770" y="2901691"/>
                </a:lnTo>
                <a:lnTo>
                  <a:pt x="5625270" y="2893980"/>
                </a:lnTo>
                <a:lnTo>
                  <a:pt x="5632967" y="2886493"/>
                </a:lnTo>
                <a:lnTo>
                  <a:pt x="5640464" y="2894195"/>
                </a:lnTo>
                <a:close/>
              </a:path>
              <a:path w="7289800" h="4260215">
                <a:moveTo>
                  <a:pt x="5488216" y="3041209"/>
                </a:moveTo>
                <a:lnTo>
                  <a:pt x="5481708" y="3047553"/>
                </a:lnTo>
                <a:lnTo>
                  <a:pt x="5475363" y="3041037"/>
                </a:lnTo>
                <a:lnTo>
                  <a:pt x="5481881" y="3034699"/>
                </a:lnTo>
                <a:lnTo>
                  <a:pt x="5488216" y="3041209"/>
                </a:lnTo>
                <a:close/>
              </a:path>
              <a:path w="7289800" h="4260215">
                <a:moveTo>
                  <a:pt x="5335970" y="3188230"/>
                </a:moveTo>
                <a:lnTo>
                  <a:pt x="5330647" y="3193415"/>
                </a:lnTo>
                <a:lnTo>
                  <a:pt x="5325452" y="3188077"/>
                </a:lnTo>
                <a:lnTo>
                  <a:pt x="5330784" y="3182892"/>
                </a:lnTo>
                <a:lnTo>
                  <a:pt x="5335970" y="3188230"/>
                </a:lnTo>
                <a:close/>
              </a:path>
              <a:path w="7289800" h="4260215">
                <a:moveTo>
                  <a:pt x="5183728" y="3335235"/>
                </a:moveTo>
                <a:lnTo>
                  <a:pt x="5179576" y="3339271"/>
                </a:lnTo>
                <a:lnTo>
                  <a:pt x="5175543" y="3335127"/>
                </a:lnTo>
                <a:lnTo>
                  <a:pt x="5179695" y="3331091"/>
                </a:lnTo>
                <a:lnTo>
                  <a:pt x="5183728" y="3335235"/>
                </a:lnTo>
                <a:close/>
              </a:path>
              <a:path w="7289800" h="4260215">
                <a:moveTo>
                  <a:pt x="5031472" y="3482252"/>
                </a:moveTo>
                <a:lnTo>
                  <a:pt x="5028514" y="3485134"/>
                </a:lnTo>
                <a:lnTo>
                  <a:pt x="5025630" y="3482168"/>
                </a:lnTo>
                <a:lnTo>
                  <a:pt x="5028588" y="3479286"/>
                </a:lnTo>
                <a:lnTo>
                  <a:pt x="5031472" y="3482252"/>
                </a:lnTo>
                <a:close/>
              </a:path>
              <a:path w="7289800" h="4260215">
                <a:moveTo>
                  <a:pt x="4879811" y="3629280"/>
                </a:moveTo>
                <a:lnTo>
                  <a:pt x="4877438" y="3631584"/>
                </a:lnTo>
                <a:lnTo>
                  <a:pt x="4875136" y="3629219"/>
                </a:lnTo>
                <a:lnTo>
                  <a:pt x="4877499" y="3626909"/>
                </a:lnTo>
                <a:lnTo>
                  <a:pt x="4879811" y="3629280"/>
                </a:lnTo>
                <a:close/>
              </a:path>
              <a:path w="7289800" h="4260215">
                <a:moveTo>
                  <a:pt x="7289192" y="960309"/>
                </a:moveTo>
                <a:lnTo>
                  <a:pt x="7289192" y="997211"/>
                </a:lnTo>
                <a:lnTo>
                  <a:pt x="7270748" y="978258"/>
                </a:lnTo>
                <a:lnTo>
                  <a:pt x="7289192" y="960309"/>
                </a:lnTo>
                <a:close/>
              </a:path>
              <a:path w="7289800" h="4260215">
                <a:moveTo>
                  <a:pt x="7173445" y="1126023"/>
                </a:moveTo>
                <a:lnTo>
                  <a:pt x="7147377" y="1151388"/>
                </a:lnTo>
                <a:lnTo>
                  <a:pt x="7122010" y="1125320"/>
                </a:lnTo>
                <a:lnTo>
                  <a:pt x="7148071" y="1099956"/>
                </a:lnTo>
                <a:lnTo>
                  <a:pt x="7173445" y="1126023"/>
                </a:lnTo>
                <a:close/>
              </a:path>
              <a:path w="7289800" h="4260215">
                <a:moveTo>
                  <a:pt x="7021197" y="1273037"/>
                </a:moveTo>
                <a:lnTo>
                  <a:pt x="6996315" y="1297251"/>
                </a:lnTo>
                <a:lnTo>
                  <a:pt x="6972093" y="1272371"/>
                </a:lnTo>
                <a:lnTo>
                  <a:pt x="6996981" y="1248147"/>
                </a:lnTo>
                <a:lnTo>
                  <a:pt x="7021197" y="1273037"/>
                </a:lnTo>
                <a:close/>
              </a:path>
              <a:path w="7289800" h="4260215">
                <a:moveTo>
                  <a:pt x="6867776" y="1420038"/>
                </a:moveTo>
                <a:lnTo>
                  <a:pt x="6845266" y="1441940"/>
                </a:lnTo>
                <a:lnTo>
                  <a:pt x="6823356" y="1419432"/>
                </a:lnTo>
                <a:lnTo>
                  <a:pt x="6845866" y="1397530"/>
                </a:lnTo>
                <a:lnTo>
                  <a:pt x="6867776" y="1420038"/>
                </a:lnTo>
                <a:close/>
              </a:path>
              <a:path w="7289800" h="4260215">
                <a:moveTo>
                  <a:pt x="6714940" y="1567038"/>
                </a:moveTo>
                <a:lnTo>
                  <a:pt x="6694202" y="1587219"/>
                </a:lnTo>
                <a:lnTo>
                  <a:pt x="6674022" y="1566482"/>
                </a:lnTo>
                <a:lnTo>
                  <a:pt x="6694759" y="1546301"/>
                </a:lnTo>
                <a:lnTo>
                  <a:pt x="6714940" y="1567038"/>
                </a:lnTo>
                <a:close/>
              </a:path>
              <a:path w="7289800" h="4260215">
                <a:moveTo>
                  <a:pt x="6562691" y="1714051"/>
                </a:moveTo>
                <a:lnTo>
                  <a:pt x="6543142" y="1733081"/>
                </a:lnTo>
                <a:lnTo>
                  <a:pt x="6524115" y="1713539"/>
                </a:lnTo>
                <a:lnTo>
                  <a:pt x="6543674" y="1694508"/>
                </a:lnTo>
                <a:lnTo>
                  <a:pt x="6562691" y="1714051"/>
                </a:lnTo>
                <a:close/>
              </a:path>
              <a:path w="7289800" h="4260215">
                <a:moveTo>
                  <a:pt x="6409279" y="1861052"/>
                </a:moveTo>
                <a:lnTo>
                  <a:pt x="6392094" y="1877779"/>
                </a:lnTo>
                <a:lnTo>
                  <a:pt x="6375376" y="1860592"/>
                </a:lnTo>
                <a:lnTo>
                  <a:pt x="6392555" y="1843875"/>
                </a:lnTo>
                <a:lnTo>
                  <a:pt x="6409279" y="1861052"/>
                </a:lnTo>
                <a:close/>
              </a:path>
              <a:path w="7289800" h="4260215">
                <a:moveTo>
                  <a:pt x="6257033" y="2008074"/>
                </a:moveTo>
                <a:lnTo>
                  <a:pt x="6241033" y="2023641"/>
                </a:lnTo>
                <a:lnTo>
                  <a:pt x="6225457" y="2007643"/>
                </a:lnTo>
                <a:lnTo>
                  <a:pt x="6241458" y="1992076"/>
                </a:lnTo>
                <a:lnTo>
                  <a:pt x="6257033" y="2008074"/>
                </a:lnTo>
                <a:close/>
              </a:path>
              <a:path w="7289800" h="4260215">
                <a:moveTo>
                  <a:pt x="6104190" y="2155084"/>
                </a:moveTo>
                <a:lnTo>
                  <a:pt x="6089969" y="2168919"/>
                </a:lnTo>
                <a:lnTo>
                  <a:pt x="6076134" y="2154698"/>
                </a:lnTo>
                <a:lnTo>
                  <a:pt x="6090355" y="2140863"/>
                </a:lnTo>
                <a:lnTo>
                  <a:pt x="6104190" y="2155084"/>
                </a:lnTo>
                <a:close/>
              </a:path>
              <a:path w="7289800" h="4260215">
                <a:moveTo>
                  <a:pt x="5951362" y="2302082"/>
                </a:moveTo>
                <a:lnTo>
                  <a:pt x="5938915" y="2314195"/>
                </a:lnTo>
                <a:lnTo>
                  <a:pt x="5926803" y="2301755"/>
                </a:lnTo>
                <a:lnTo>
                  <a:pt x="5939251" y="2289642"/>
                </a:lnTo>
                <a:lnTo>
                  <a:pt x="5951362" y="2302082"/>
                </a:lnTo>
                <a:close/>
              </a:path>
              <a:path w="7289800" h="4260215">
                <a:moveTo>
                  <a:pt x="5798520" y="2449092"/>
                </a:moveTo>
                <a:lnTo>
                  <a:pt x="5787859" y="2459471"/>
                </a:lnTo>
                <a:lnTo>
                  <a:pt x="5777480" y="2448810"/>
                </a:lnTo>
                <a:lnTo>
                  <a:pt x="5788149" y="2438429"/>
                </a:lnTo>
                <a:lnTo>
                  <a:pt x="5798520" y="2449092"/>
                </a:lnTo>
                <a:close/>
              </a:path>
              <a:path w="7289800" h="4260215">
                <a:moveTo>
                  <a:pt x="5646271" y="2596106"/>
                </a:moveTo>
                <a:lnTo>
                  <a:pt x="5636798" y="2605333"/>
                </a:lnTo>
                <a:lnTo>
                  <a:pt x="5627568" y="2595851"/>
                </a:lnTo>
                <a:lnTo>
                  <a:pt x="5637052" y="2586630"/>
                </a:lnTo>
                <a:lnTo>
                  <a:pt x="5646271" y="2596106"/>
                </a:lnTo>
                <a:close/>
              </a:path>
              <a:path w="7289800" h="4260215">
                <a:moveTo>
                  <a:pt x="5494026" y="2743128"/>
                </a:moveTo>
                <a:lnTo>
                  <a:pt x="5485728" y="2751197"/>
                </a:lnTo>
                <a:lnTo>
                  <a:pt x="5477659" y="2742900"/>
                </a:lnTo>
                <a:lnTo>
                  <a:pt x="5485956" y="2734831"/>
                </a:lnTo>
                <a:lnTo>
                  <a:pt x="5494026" y="2743128"/>
                </a:lnTo>
                <a:close/>
              </a:path>
              <a:path w="7289800" h="4260215">
                <a:moveTo>
                  <a:pt x="5341778" y="2890142"/>
                </a:moveTo>
                <a:lnTo>
                  <a:pt x="5334675" y="2897057"/>
                </a:lnTo>
                <a:lnTo>
                  <a:pt x="5327748" y="2889941"/>
                </a:lnTo>
                <a:lnTo>
                  <a:pt x="5334858" y="2883023"/>
                </a:lnTo>
                <a:lnTo>
                  <a:pt x="5341778" y="2890142"/>
                </a:lnTo>
                <a:close/>
              </a:path>
              <a:path w="7289800" h="4260215">
                <a:moveTo>
                  <a:pt x="5189528" y="3037148"/>
                </a:moveTo>
                <a:lnTo>
                  <a:pt x="5183596" y="3042915"/>
                </a:lnTo>
                <a:lnTo>
                  <a:pt x="5177831" y="3036992"/>
                </a:lnTo>
                <a:lnTo>
                  <a:pt x="5183762" y="3031224"/>
                </a:lnTo>
                <a:lnTo>
                  <a:pt x="5189528" y="3037148"/>
                </a:lnTo>
                <a:close/>
              </a:path>
              <a:path w="7289800" h="4260215">
                <a:moveTo>
                  <a:pt x="5037271" y="3184164"/>
                </a:moveTo>
                <a:lnTo>
                  <a:pt x="5032534" y="3188778"/>
                </a:lnTo>
                <a:lnTo>
                  <a:pt x="5027923" y="3184049"/>
                </a:lnTo>
                <a:lnTo>
                  <a:pt x="5032668" y="3179433"/>
                </a:lnTo>
                <a:lnTo>
                  <a:pt x="5037271" y="3184164"/>
                </a:lnTo>
                <a:close/>
              </a:path>
              <a:path w="7289800" h="4260215">
                <a:moveTo>
                  <a:pt x="4885025" y="3331186"/>
                </a:moveTo>
                <a:lnTo>
                  <a:pt x="4881473" y="3334640"/>
                </a:lnTo>
                <a:lnTo>
                  <a:pt x="4878019" y="3331088"/>
                </a:lnTo>
                <a:lnTo>
                  <a:pt x="4881570" y="3327626"/>
                </a:lnTo>
                <a:lnTo>
                  <a:pt x="4885025" y="3331186"/>
                </a:lnTo>
                <a:close/>
              </a:path>
              <a:path w="7289800" h="4260215">
                <a:moveTo>
                  <a:pt x="4732777" y="3478199"/>
                </a:moveTo>
                <a:lnTo>
                  <a:pt x="4730414" y="3480510"/>
                </a:lnTo>
                <a:lnTo>
                  <a:pt x="4728102" y="3478139"/>
                </a:lnTo>
                <a:lnTo>
                  <a:pt x="4730474" y="3475827"/>
                </a:lnTo>
                <a:lnTo>
                  <a:pt x="4732777" y="3478199"/>
                </a:lnTo>
                <a:close/>
              </a:path>
              <a:path w="7289800" h="4260215">
                <a:moveTo>
                  <a:pt x="4581115" y="3625220"/>
                </a:moveTo>
                <a:lnTo>
                  <a:pt x="4579336" y="3626952"/>
                </a:lnTo>
                <a:lnTo>
                  <a:pt x="4577606" y="3625182"/>
                </a:lnTo>
                <a:lnTo>
                  <a:pt x="4579393" y="3623447"/>
                </a:lnTo>
                <a:lnTo>
                  <a:pt x="4581115" y="3625220"/>
                </a:lnTo>
                <a:close/>
              </a:path>
              <a:path w="7289800" h="4260215">
                <a:moveTo>
                  <a:pt x="7289192" y="662682"/>
                </a:moveTo>
                <a:lnTo>
                  <a:pt x="7289192" y="698493"/>
                </a:lnTo>
                <a:lnTo>
                  <a:pt x="7271294" y="680100"/>
                </a:lnTo>
                <a:lnTo>
                  <a:pt x="7289192" y="662682"/>
                </a:lnTo>
                <a:close/>
              </a:path>
              <a:path w="7289800" h="4260215">
                <a:moveTo>
                  <a:pt x="7181005" y="827959"/>
                </a:moveTo>
                <a:lnTo>
                  <a:pt x="7151378" y="856789"/>
                </a:lnTo>
                <a:lnTo>
                  <a:pt x="7122548" y="827162"/>
                </a:lnTo>
                <a:lnTo>
                  <a:pt x="7152175" y="798333"/>
                </a:lnTo>
                <a:lnTo>
                  <a:pt x="7181005" y="827959"/>
                </a:lnTo>
                <a:close/>
              </a:path>
              <a:path w="7289800" h="4260215">
                <a:moveTo>
                  <a:pt x="7027582" y="974953"/>
                </a:moveTo>
                <a:lnTo>
                  <a:pt x="7000329" y="1001479"/>
                </a:lnTo>
                <a:lnTo>
                  <a:pt x="6973803" y="974226"/>
                </a:lnTo>
                <a:lnTo>
                  <a:pt x="7001064" y="947698"/>
                </a:lnTo>
                <a:lnTo>
                  <a:pt x="7027582" y="974953"/>
                </a:lnTo>
                <a:close/>
              </a:path>
              <a:path w="7289800" h="4260215">
                <a:moveTo>
                  <a:pt x="6874747" y="1121961"/>
                </a:moveTo>
                <a:lnTo>
                  <a:pt x="6849265" y="1146758"/>
                </a:lnTo>
                <a:lnTo>
                  <a:pt x="6824479" y="1121281"/>
                </a:lnTo>
                <a:lnTo>
                  <a:pt x="6849953" y="1096487"/>
                </a:lnTo>
                <a:lnTo>
                  <a:pt x="6874747" y="1121961"/>
                </a:lnTo>
                <a:close/>
              </a:path>
              <a:path w="7289800" h="4260215">
                <a:moveTo>
                  <a:pt x="6722499" y="1268976"/>
                </a:moveTo>
                <a:lnTo>
                  <a:pt x="6698212" y="1292617"/>
                </a:lnTo>
                <a:lnTo>
                  <a:pt x="6674570" y="1268330"/>
                </a:lnTo>
                <a:lnTo>
                  <a:pt x="6698857" y="1244688"/>
                </a:lnTo>
                <a:lnTo>
                  <a:pt x="6722499" y="1268976"/>
                </a:lnTo>
                <a:close/>
              </a:path>
              <a:path w="7289800" h="4260215">
                <a:moveTo>
                  <a:pt x="6569078" y="1415977"/>
                </a:moveTo>
                <a:lnTo>
                  <a:pt x="6547157" y="1437317"/>
                </a:lnTo>
                <a:lnTo>
                  <a:pt x="6525825" y="1415393"/>
                </a:lnTo>
                <a:lnTo>
                  <a:pt x="6547746" y="1394053"/>
                </a:lnTo>
                <a:lnTo>
                  <a:pt x="6569078" y="1415977"/>
                </a:lnTo>
                <a:close/>
              </a:path>
              <a:path w="7289800" h="4260215">
                <a:moveTo>
                  <a:pt x="6416832" y="1562999"/>
                </a:moveTo>
                <a:lnTo>
                  <a:pt x="6396095" y="1583179"/>
                </a:lnTo>
                <a:lnTo>
                  <a:pt x="6375914" y="1562442"/>
                </a:lnTo>
                <a:lnTo>
                  <a:pt x="6396652" y="1542262"/>
                </a:lnTo>
                <a:lnTo>
                  <a:pt x="6416832" y="1562999"/>
                </a:lnTo>
                <a:close/>
              </a:path>
              <a:path w="7289800" h="4260215">
                <a:moveTo>
                  <a:pt x="6263410" y="1709993"/>
                </a:moveTo>
                <a:lnTo>
                  <a:pt x="6245044" y="1727861"/>
                </a:lnTo>
                <a:lnTo>
                  <a:pt x="6227176" y="1709496"/>
                </a:lnTo>
                <a:lnTo>
                  <a:pt x="6245541" y="1691627"/>
                </a:lnTo>
                <a:lnTo>
                  <a:pt x="6263410" y="1709993"/>
                </a:lnTo>
                <a:close/>
              </a:path>
              <a:path w="7289800" h="4260215">
                <a:moveTo>
                  <a:pt x="6110575" y="1857001"/>
                </a:moveTo>
                <a:lnTo>
                  <a:pt x="6093989" y="1873137"/>
                </a:lnTo>
                <a:lnTo>
                  <a:pt x="6077852" y="1856551"/>
                </a:lnTo>
                <a:lnTo>
                  <a:pt x="6094439" y="1840414"/>
                </a:lnTo>
                <a:lnTo>
                  <a:pt x="6110575" y="1857001"/>
                </a:lnTo>
                <a:close/>
              </a:path>
              <a:path w="7289800" h="4260215">
                <a:moveTo>
                  <a:pt x="5958326" y="2004015"/>
                </a:moveTo>
                <a:lnTo>
                  <a:pt x="5942929" y="2019008"/>
                </a:lnTo>
                <a:lnTo>
                  <a:pt x="5927934" y="2003602"/>
                </a:lnTo>
                <a:lnTo>
                  <a:pt x="5943342" y="1988615"/>
                </a:lnTo>
                <a:lnTo>
                  <a:pt x="5958326" y="2004015"/>
                </a:lnTo>
                <a:close/>
              </a:path>
              <a:path w="7289800" h="4260215">
                <a:moveTo>
                  <a:pt x="5805499" y="2151013"/>
                </a:moveTo>
                <a:lnTo>
                  <a:pt x="5791865" y="2164278"/>
                </a:lnTo>
                <a:lnTo>
                  <a:pt x="5778612" y="2150657"/>
                </a:lnTo>
                <a:lnTo>
                  <a:pt x="5792238" y="2137394"/>
                </a:lnTo>
                <a:lnTo>
                  <a:pt x="5805499" y="2151013"/>
                </a:lnTo>
                <a:close/>
              </a:path>
              <a:path w="7289800" h="4260215">
                <a:moveTo>
                  <a:pt x="5652666" y="2298029"/>
                </a:moveTo>
                <a:lnTo>
                  <a:pt x="5640811" y="2309562"/>
                </a:lnTo>
                <a:lnTo>
                  <a:pt x="5629279" y="2297714"/>
                </a:lnTo>
                <a:lnTo>
                  <a:pt x="5641135" y="2286181"/>
                </a:lnTo>
                <a:lnTo>
                  <a:pt x="5652666" y="2298029"/>
                </a:lnTo>
                <a:close/>
              </a:path>
              <a:path w="7289800" h="4260215">
                <a:moveTo>
                  <a:pt x="5499832" y="2445037"/>
                </a:moveTo>
                <a:lnTo>
                  <a:pt x="5489755" y="2454838"/>
                </a:lnTo>
                <a:lnTo>
                  <a:pt x="5479954" y="2444762"/>
                </a:lnTo>
                <a:lnTo>
                  <a:pt x="5490031" y="2434960"/>
                </a:lnTo>
                <a:lnTo>
                  <a:pt x="5499832" y="2445037"/>
                </a:lnTo>
                <a:close/>
              </a:path>
              <a:path w="7289800" h="4260215">
                <a:moveTo>
                  <a:pt x="5347584" y="2592051"/>
                </a:moveTo>
                <a:lnTo>
                  <a:pt x="5338694" y="2600700"/>
                </a:lnTo>
                <a:lnTo>
                  <a:pt x="5330045" y="2591810"/>
                </a:lnTo>
                <a:lnTo>
                  <a:pt x="5338934" y="2583161"/>
                </a:lnTo>
                <a:lnTo>
                  <a:pt x="5347584" y="2592051"/>
                </a:lnTo>
                <a:close/>
              </a:path>
              <a:path w="7289800" h="4260215">
                <a:moveTo>
                  <a:pt x="5195914" y="2739073"/>
                </a:moveTo>
                <a:lnTo>
                  <a:pt x="5187618" y="2747151"/>
                </a:lnTo>
                <a:lnTo>
                  <a:pt x="5179541" y="2738856"/>
                </a:lnTo>
                <a:lnTo>
                  <a:pt x="5187836" y="2730778"/>
                </a:lnTo>
                <a:lnTo>
                  <a:pt x="5195914" y="2739073"/>
                </a:lnTo>
                <a:close/>
              </a:path>
              <a:path w="7289800" h="4260215">
                <a:moveTo>
                  <a:pt x="5043079" y="2886081"/>
                </a:moveTo>
                <a:lnTo>
                  <a:pt x="5036563" y="2892426"/>
                </a:lnTo>
                <a:lnTo>
                  <a:pt x="5030217" y="2885910"/>
                </a:lnTo>
                <a:lnTo>
                  <a:pt x="5036741" y="2879563"/>
                </a:lnTo>
                <a:lnTo>
                  <a:pt x="5043079" y="2886081"/>
                </a:lnTo>
                <a:close/>
              </a:path>
              <a:path w="7289800" h="4260215">
                <a:moveTo>
                  <a:pt x="4890831" y="3033095"/>
                </a:moveTo>
                <a:lnTo>
                  <a:pt x="4885499" y="3038281"/>
                </a:lnTo>
                <a:lnTo>
                  <a:pt x="4880306" y="3032951"/>
                </a:lnTo>
                <a:lnTo>
                  <a:pt x="4885646" y="3027764"/>
                </a:lnTo>
                <a:lnTo>
                  <a:pt x="4890831" y="3033095"/>
                </a:lnTo>
                <a:close/>
              </a:path>
              <a:path w="7289800" h="4260215">
                <a:moveTo>
                  <a:pt x="4738583" y="3180109"/>
                </a:moveTo>
                <a:lnTo>
                  <a:pt x="4734433" y="3184153"/>
                </a:lnTo>
                <a:lnTo>
                  <a:pt x="4730397" y="3180000"/>
                </a:lnTo>
                <a:lnTo>
                  <a:pt x="4734548" y="3175956"/>
                </a:lnTo>
                <a:lnTo>
                  <a:pt x="4738583" y="3180109"/>
                </a:lnTo>
                <a:close/>
              </a:path>
              <a:path w="7289800" h="4260215">
                <a:moveTo>
                  <a:pt x="4586335" y="3327123"/>
                </a:moveTo>
                <a:lnTo>
                  <a:pt x="4583377" y="3330005"/>
                </a:lnTo>
                <a:lnTo>
                  <a:pt x="4580495" y="3327047"/>
                </a:lnTo>
                <a:lnTo>
                  <a:pt x="4583453" y="3324166"/>
                </a:lnTo>
                <a:lnTo>
                  <a:pt x="4586335" y="3327123"/>
                </a:lnTo>
                <a:close/>
              </a:path>
              <a:path w="7289800" h="4260215">
                <a:moveTo>
                  <a:pt x="4434087" y="3474137"/>
                </a:moveTo>
                <a:lnTo>
                  <a:pt x="4432300" y="3475871"/>
                </a:lnTo>
                <a:lnTo>
                  <a:pt x="4430578" y="3474099"/>
                </a:lnTo>
                <a:lnTo>
                  <a:pt x="4432357" y="3472366"/>
                </a:lnTo>
                <a:lnTo>
                  <a:pt x="4434087" y="3474137"/>
                </a:lnTo>
                <a:close/>
              </a:path>
              <a:path w="7289800" h="4260215">
                <a:moveTo>
                  <a:pt x="7289192" y="365626"/>
                </a:moveTo>
                <a:lnTo>
                  <a:pt x="7289192" y="399181"/>
                </a:lnTo>
                <a:lnTo>
                  <a:pt x="7272419" y="381947"/>
                </a:lnTo>
                <a:lnTo>
                  <a:pt x="7289192" y="365626"/>
                </a:lnTo>
                <a:close/>
              </a:path>
              <a:path w="7289800" h="4260215">
                <a:moveTo>
                  <a:pt x="7187977" y="529882"/>
                </a:moveTo>
                <a:lnTo>
                  <a:pt x="7155386" y="561604"/>
                </a:lnTo>
                <a:lnTo>
                  <a:pt x="7123675" y="529019"/>
                </a:lnTo>
                <a:lnTo>
                  <a:pt x="7156265" y="497297"/>
                </a:lnTo>
                <a:lnTo>
                  <a:pt x="7187977" y="529882"/>
                </a:lnTo>
                <a:close/>
              </a:path>
              <a:path w="7289800" h="4260215">
                <a:moveTo>
                  <a:pt x="7035731" y="676904"/>
                </a:moveTo>
                <a:lnTo>
                  <a:pt x="7004325" y="707466"/>
                </a:lnTo>
                <a:lnTo>
                  <a:pt x="6973763" y="676060"/>
                </a:lnTo>
                <a:lnTo>
                  <a:pt x="7005169" y="645498"/>
                </a:lnTo>
                <a:lnTo>
                  <a:pt x="7035731" y="676904"/>
                </a:lnTo>
                <a:close/>
              </a:path>
              <a:path w="7289800" h="4260215">
                <a:moveTo>
                  <a:pt x="6882300" y="823900"/>
                </a:moveTo>
                <a:lnTo>
                  <a:pt x="6853274" y="852147"/>
                </a:lnTo>
                <a:lnTo>
                  <a:pt x="6825026" y="823121"/>
                </a:lnTo>
                <a:lnTo>
                  <a:pt x="6854053" y="794873"/>
                </a:lnTo>
                <a:lnTo>
                  <a:pt x="6882300" y="823900"/>
                </a:lnTo>
                <a:close/>
              </a:path>
              <a:path w="7289800" h="4260215">
                <a:moveTo>
                  <a:pt x="6728887" y="970899"/>
                </a:moveTo>
                <a:lnTo>
                  <a:pt x="6702227" y="996846"/>
                </a:lnTo>
                <a:lnTo>
                  <a:pt x="6676280" y="970185"/>
                </a:lnTo>
                <a:lnTo>
                  <a:pt x="6702941" y="944238"/>
                </a:lnTo>
                <a:lnTo>
                  <a:pt x="6728887" y="970899"/>
                </a:lnTo>
                <a:close/>
              </a:path>
              <a:path w="7289800" h="4260215">
                <a:moveTo>
                  <a:pt x="6576062" y="1117905"/>
                </a:moveTo>
                <a:lnTo>
                  <a:pt x="6551172" y="1142122"/>
                </a:lnTo>
                <a:lnTo>
                  <a:pt x="6526958" y="1117240"/>
                </a:lnTo>
                <a:lnTo>
                  <a:pt x="6551847" y="1093024"/>
                </a:lnTo>
                <a:lnTo>
                  <a:pt x="6576062" y="1117905"/>
                </a:lnTo>
                <a:close/>
              </a:path>
              <a:path w="7289800" h="4260215">
                <a:moveTo>
                  <a:pt x="6423219" y="1264915"/>
                </a:moveTo>
                <a:lnTo>
                  <a:pt x="6400108" y="1287399"/>
                </a:lnTo>
                <a:lnTo>
                  <a:pt x="6377626" y="1264297"/>
                </a:lnTo>
                <a:lnTo>
                  <a:pt x="6400735" y="1241804"/>
                </a:lnTo>
                <a:lnTo>
                  <a:pt x="6423219" y="1264915"/>
                </a:lnTo>
                <a:close/>
              </a:path>
              <a:path w="7289800" h="4260215">
                <a:moveTo>
                  <a:pt x="6270391" y="1411913"/>
                </a:moveTo>
                <a:lnTo>
                  <a:pt x="6249053" y="1432676"/>
                </a:lnTo>
                <a:lnTo>
                  <a:pt x="6228303" y="1411352"/>
                </a:lnTo>
                <a:lnTo>
                  <a:pt x="6249632" y="1390592"/>
                </a:lnTo>
                <a:lnTo>
                  <a:pt x="6270391" y="1411913"/>
                </a:lnTo>
                <a:close/>
              </a:path>
              <a:path w="7289800" h="4260215">
                <a:moveTo>
                  <a:pt x="6117558" y="1558929"/>
                </a:moveTo>
                <a:lnTo>
                  <a:pt x="6097999" y="1577960"/>
                </a:lnTo>
                <a:lnTo>
                  <a:pt x="6078971" y="1558410"/>
                </a:lnTo>
                <a:lnTo>
                  <a:pt x="6098530" y="1539379"/>
                </a:lnTo>
                <a:lnTo>
                  <a:pt x="6117558" y="1558929"/>
                </a:lnTo>
                <a:close/>
              </a:path>
              <a:path w="7289800" h="4260215">
                <a:moveTo>
                  <a:pt x="5964716" y="1705939"/>
                </a:moveTo>
                <a:lnTo>
                  <a:pt x="5946945" y="1723236"/>
                </a:lnTo>
                <a:lnTo>
                  <a:pt x="5929648" y="1705464"/>
                </a:lnTo>
                <a:lnTo>
                  <a:pt x="5947419" y="1688168"/>
                </a:lnTo>
                <a:lnTo>
                  <a:pt x="5964716" y="1705939"/>
                </a:lnTo>
                <a:close/>
              </a:path>
              <a:path w="7289800" h="4260215">
                <a:moveTo>
                  <a:pt x="5811888" y="1852937"/>
                </a:moveTo>
                <a:lnTo>
                  <a:pt x="5795889" y="1868512"/>
                </a:lnTo>
                <a:lnTo>
                  <a:pt x="5780325" y="1852520"/>
                </a:lnTo>
                <a:lnTo>
                  <a:pt x="5796323" y="1836945"/>
                </a:lnTo>
                <a:lnTo>
                  <a:pt x="5811888" y="1852937"/>
                </a:lnTo>
                <a:close/>
              </a:path>
              <a:path w="7289800" h="4260215">
                <a:moveTo>
                  <a:pt x="5659642" y="1999959"/>
                </a:moveTo>
                <a:lnTo>
                  <a:pt x="5644828" y="2014374"/>
                </a:lnTo>
                <a:lnTo>
                  <a:pt x="5630413" y="1999561"/>
                </a:lnTo>
                <a:lnTo>
                  <a:pt x="5645226" y="1985146"/>
                </a:lnTo>
                <a:lnTo>
                  <a:pt x="5659642" y="1999959"/>
                </a:lnTo>
                <a:close/>
              </a:path>
              <a:path w="7289800" h="4260215">
                <a:moveTo>
                  <a:pt x="5506219" y="2146953"/>
                </a:moveTo>
                <a:lnTo>
                  <a:pt x="5493771" y="2159066"/>
                </a:lnTo>
                <a:lnTo>
                  <a:pt x="5481668" y="2146624"/>
                </a:lnTo>
                <a:lnTo>
                  <a:pt x="5494108" y="2134513"/>
                </a:lnTo>
                <a:lnTo>
                  <a:pt x="5506219" y="2146953"/>
                </a:lnTo>
                <a:close/>
              </a:path>
              <a:path w="7289800" h="4260215">
                <a:moveTo>
                  <a:pt x="5353386" y="2293969"/>
                </a:moveTo>
                <a:lnTo>
                  <a:pt x="5342724" y="2304340"/>
                </a:lnTo>
                <a:lnTo>
                  <a:pt x="5332342" y="2293671"/>
                </a:lnTo>
                <a:lnTo>
                  <a:pt x="5343005" y="2283300"/>
                </a:lnTo>
                <a:lnTo>
                  <a:pt x="5353386" y="2293969"/>
                </a:lnTo>
                <a:close/>
              </a:path>
              <a:path w="7289800" h="4260215">
                <a:moveTo>
                  <a:pt x="5201128" y="2440977"/>
                </a:moveTo>
                <a:lnTo>
                  <a:pt x="5191653" y="2450204"/>
                </a:lnTo>
                <a:lnTo>
                  <a:pt x="5182432" y="2440720"/>
                </a:lnTo>
                <a:lnTo>
                  <a:pt x="5191909" y="2431501"/>
                </a:lnTo>
                <a:lnTo>
                  <a:pt x="5201128" y="2440977"/>
                </a:lnTo>
                <a:close/>
              </a:path>
              <a:path w="7289800" h="4260215">
                <a:moveTo>
                  <a:pt x="5048880" y="2587991"/>
                </a:moveTo>
                <a:lnTo>
                  <a:pt x="5040584" y="2596069"/>
                </a:lnTo>
                <a:lnTo>
                  <a:pt x="5032514" y="2587772"/>
                </a:lnTo>
                <a:lnTo>
                  <a:pt x="5040810" y="2579694"/>
                </a:lnTo>
                <a:lnTo>
                  <a:pt x="5048880" y="2587991"/>
                </a:lnTo>
                <a:close/>
              </a:path>
              <a:path w="7289800" h="4260215">
                <a:moveTo>
                  <a:pt x="4896634" y="2735013"/>
                </a:moveTo>
                <a:lnTo>
                  <a:pt x="4889531" y="2741929"/>
                </a:lnTo>
                <a:lnTo>
                  <a:pt x="4882614" y="2734818"/>
                </a:lnTo>
                <a:lnTo>
                  <a:pt x="4889716" y="2727903"/>
                </a:lnTo>
                <a:lnTo>
                  <a:pt x="4896634" y="2735013"/>
                </a:lnTo>
                <a:close/>
              </a:path>
              <a:path w="7289800" h="4260215">
                <a:moveTo>
                  <a:pt x="4744386" y="2882027"/>
                </a:moveTo>
                <a:lnTo>
                  <a:pt x="4738462" y="2887793"/>
                </a:lnTo>
                <a:lnTo>
                  <a:pt x="4732696" y="2881869"/>
                </a:lnTo>
                <a:lnTo>
                  <a:pt x="4738620" y="2876104"/>
                </a:lnTo>
                <a:lnTo>
                  <a:pt x="4744386" y="2882027"/>
                </a:lnTo>
                <a:close/>
              </a:path>
              <a:path w="7289800" h="4260215">
                <a:moveTo>
                  <a:pt x="4592138" y="3029042"/>
                </a:moveTo>
                <a:lnTo>
                  <a:pt x="4587401" y="3033655"/>
                </a:lnTo>
                <a:lnTo>
                  <a:pt x="4582785" y="3028910"/>
                </a:lnTo>
                <a:lnTo>
                  <a:pt x="4587524" y="3024305"/>
                </a:lnTo>
                <a:lnTo>
                  <a:pt x="4592138" y="3029042"/>
                </a:lnTo>
                <a:close/>
              </a:path>
              <a:path w="7289800" h="4260215">
                <a:moveTo>
                  <a:pt x="4439889" y="3176055"/>
                </a:moveTo>
                <a:lnTo>
                  <a:pt x="4436329" y="3179512"/>
                </a:lnTo>
                <a:lnTo>
                  <a:pt x="4432876" y="3175959"/>
                </a:lnTo>
                <a:lnTo>
                  <a:pt x="4436426" y="3172497"/>
                </a:lnTo>
                <a:lnTo>
                  <a:pt x="4439889" y="3176055"/>
                </a:lnTo>
                <a:close/>
              </a:path>
              <a:path w="7289800" h="4260215">
                <a:moveTo>
                  <a:pt x="4287633" y="3323072"/>
                </a:moveTo>
                <a:lnTo>
                  <a:pt x="4285276" y="3325371"/>
                </a:lnTo>
                <a:lnTo>
                  <a:pt x="4282964" y="3323000"/>
                </a:lnTo>
                <a:lnTo>
                  <a:pt x="4285330" y="3320698"/>
                </a:lnTo>
                <a:lnTo>
                  <a:pt x="4287633" y="3323072"/>
                </a:lnTo>
                <a:close/>
              </a:path>
              <a:path w="7289800" h="4260215">
                <a:moveTo>
                  <a:pt x="4135385" y="3470086"/>
                </a:moveTo>
                <a:lnTo>
                  <a:pt x="4134206" y="3471236"/>
                </a:lnTo>
                <a:lnTo>
                  <a:pt x="4133056" y="3470057"/>
                </a:lnTo>
                <a:lnTo>
                  <a:pt x="4134235" y="3468907"/>
                </a:lnTo>
                <a:lnTo>
                  <a:pt x="4135385" y="3470086"/>
                </a:lnTo>
                <a:close/>
              </a:path>
              <a:path w="7289800" h="4260215">
                <a:moveTo>
                  <a:pt x="7289192" y="67994"/>
                </a:moveTo>
                <a:lnTo>
                  <a:pt x="7289192" y="100466"/>
                </a:lnTo>
                <a:lnTo>
                  <a:pt x="7272964" y="83788"/>
                </a:lnTo>
                <a:lnTo>
                  <a:pt x="7289192" y="67994"/>
                </a:lnTo>
                <a:close/>
              </a:path>
              <a:path w="7289800" h="4260215">
                <a:moveTo>
                  <a:pt x="7196114" y="231827"/>
                </a:moveTo>
                <a:lnTo>
                  <a:pt x="7159387" y="267580"/>
                </a:lnTo>
                <a:lnTo>
                  <a:pt x="7123640" y="230843"/>
                </a:lnTo>
                <a:lnTo>
                  <a:pt x="7160369" y="195098"/>
                </a:lnTo>
                <a:lnTo>
                  <a:pt x="7196114" y="231827"/>
                </a:lnTo>
                <a:close/>
              </a:path>
              <a:path w="7289800" h="4260215">
                <a:moveTo>
                  <a:pt x="7042115" y="378820"/>
                </a:moveTo>
                <a:lnTo>
                  <a:pt x="7008335" y="411686"/>
                </a:lnTo>
                <a:lnTo>
                  <a:pt x="6975475" y="377922"/>
                </a:lnTo>
                <a:lnTo>
                  <a:pt x="7009252" y="345048"/>
                </a:lnTo>
                <a:lnTo>
                  <a:pt x="7042115" y="378820"/>
                </a:lnTo>
                <a:close/>
              </a:path>
              <a:path w="7289800" h="4260215">
                <a:moveTo>
                  <a:pt x="6889283" y="525837"/>
                </a:moveTo>
                <a:lnTo>
                  <a:pt x="6857291" y="556968"/>
                </a:lnTo>
                <a:lnTo>
                  <a:pt x="6826151" y="524978"/>
                </a:lnTo>
                <a:lnTo>
                  <a:pt x="6858141" y="493839"/>
                </a:lnTo>
                <a:lnTo>
                  <a:pt x="6889283" y="525837"/>
                </a:lnTo>
                <a:close/>
              </a:path>
              <a:path w="7289800" h="4260215">
                <a:moveTo>
                  <a:pt x="6737024" y="672845"/>
                </a:moveTo>
                <a:lnTo>
                  <a:pt x="6706219" y="702825"/>
                </a:lnTo>
                <a:lnTo>
                  <a:pt x="6676239" y="672019"/>
                </a:lnTo>
                <a:lnTo>
                  <a:pt x="6707045" y="642040"/>
                </a:lnTo>
                <a:lnTo>
                  <a:pt x="6737024" y="672845"/>
                </a:lnTo>
                <a:close/>
              </a:path>
              <a:path w="7289800" h="4260215">
                <a:moveTo>
                  <a:pt x="6583611" y="819845"/>
                </a:moveTo>
                <a:lnTo>
                  <a:pt x="6555171" y="847522"/>
                </a:lnTo>
                <a:lnTo>
                  <a:pt x="6527494" y="819082"/>
                </a:lnTo>
                <a:lnTo>
                  <a:pt x="6555934" y="791404"/>
                </a:lnTo>
                <a:lnTo>
                  <a:pt x="6583611" y="819845"/>
                </a:lnTo>
                <a:close/>
              </a:path>
              <a:path w="7289800" h="4260215">
                <a:moveTo>
                  <a:pt x="6430199" y="966844"/>
                </a:moveTo>
                <a:lnTo>
                  <a:pt x="6404132" y="992218"/>
                </a:lnTo>
                <a:lnTo>
                  <a:pt x="6378756" y="966144"/>
                </a:lnTo>
                <a:lnTo>
                  <a:pt x="6404825" y="940778"/>
                </a:lnTo>
                <a:lnTo>
                  <a:pt x="6430199" y="966844"/>
                </a:lnTo>
                <a:close/>
              </a:path>
              <a:path w="7289800" h="4260215">
                <a:moveTo>
                  <a:pt x="6277356" y="1113854"/>
                </a:moveTo>
                <a:lnTo>
                  <a:pt x="6253069" y="1137496"/>
                </a:lnTo>
                <a:lnTo>
                  <a:pt x="6229425" y="1113201"/>
                </a:lnTo>
                <a:lnTo>
                  <a:pt x="6253712" y="1089559"/>
                </a:lnTo>
                <a:lnTo>
                  <a:pt x="6277356" y="1113854"/>
                </a:lnTo>
                <a:close/>
              </a:path>
              <a:path w="7289800" h="4260215">
                <a:moveTo>
                  <a:pt x="6124528" y="1260852"/>
                </a:moveTo>
                <a:lnTo>
                  <a:pt x="6102011" y="1282764"/>
                </a:lnTo>
                <a:lnTo>
                  <a:pt x="6080101" y="1260256"/>
                </a:lnTo>
                <a:lnTo>
                  <a:pt x="6102618" y="1238344"/>
                </a:lnTo>
                <a:lnTo>
                  <a:pt x="6124528" y="1260852"/>
                </a:lnTo>
                <a:close/>
              </a:path>
              <a:path w="7289800" h="4260215">
                <a:moveTo>
                  <a:pt x="5971685" y="1407862"/>
                </a:moveTo>
                <a:lnTo>
                  <a:pt x="5950957" y="1428040"/>
                </a:lnTo>
                <a:lnTo>
                  <a:pt x="5930778" y="1407311"/>
                </a:lnTo>
                <a:lnTo>
                  <a:pt x="5951507" y="1387133"/>
                </a:lnTo>
                <a:lnTo>
                  <a:pt x="5971685" y="1407862"/>
                </a:lnTo>
                <a:close/>
              </a:path>
              <a:path w="7289800" h="4260215">
                <a:moveTo>
                  <a:pt x="5818859" y="1554868"/>
                </a:moveTo>
                <a:lnTo>
                  <a:pt x="5799893" y="1573318"/>
                </a:lnTo>
                <a:lnTo>
                  <a:pt x="5781447" y="1554368"/>
                </a:lnTo>
                <a:lnTo>
                  <a:pt x="5800411" y="1535910"/>
                </a:lnTo>
                <a:lnTo>
                  <a:pt x="5818859" y="1554868"/>
                </a:lnTo>
                <a:close/>
              </a:path>
              <a:path w="7289800" h="4260215">
                <a:moveTo>
                  <a:pt x="5666027" y="1701883"/>
                </a:moveTo>
                <a:lnTo>
                  <a:pt x="5648848" y="1718600"/>
                </a:lnTo>
                <a:lnTo>
                  <a:pt x="5632123" y="1701423"/>
                </a:lnTo>
                <a:lnTo>
                  <a:pt x="5649308" y="1684696"/>
                </a:lnTo>
                <a:lnTo>
                  <a:pt x="5666027" y="1701883"/>
                </a:lnTo>
                <a:close/>
              </a:path>
              <a:path w="7289800" h="4260215">
                <a:moveTo>
                  <a:pt x="5513199" y="1848882"/>
                </a:moveTo>
                <a:lnTo>
                  <a:pt x="5497785" y="1863878"/>
                </a:lnTo>
                <a:lnTo>
                  <a:pt x="5482790" y="1848473"/>
                </a:lnTo>
                <a:lnTo>
                  <a:pt x="5498203" y="1833476"/>
                </a:lnTo>
                <a:lnTo>
                  <a:pt x="5513199" y="1848882"/>
                </a:lnTo>
                <a:close/>
              </a:path>
              <a:path w="7289800" h="4260215">
                <a:moveTo>
                  <a:pt x="5360356" y="1995892"/>
                </a:moveTo>
                <a:lnTo>
                  <a:pt x="5346730" y="2009155"/>
                </a:lnTo>
                <a:lnTo>
                  <a:pt x="5333467" y="1995528"/>
                </a:lnTo>
                <a:lnTo>
                  <a:pt x="5347093" y="1982265"/>
                </a:lnTo>
                <a:lnTo>
                  <a:pt x="5360356" y="1995892"/>
                </a:lnTo>
                <a:close/>
              </a:path>
              <a:path w="7289800" h="4260215">
                <a:moveTo>
                  <a:pt x="5207521" y="2142899"/>
                </a:moveTo>
                <a:lnTo>
                  <a:pt x="5195674" y="2154430"/>
                </a:lnTo>
                <a:lnTo>
                  <a:pt x="5184143" y="2142583"/>
                </a:lnTo>
                <a:lnTo>
                  <a:pt x="5195990" y="2131052"/>
                </a:lnTo>
                <a:lnTo>
                  <a:pt x="5207521" y="2142899"/>
                </a:lnTo>
                <a:close/>
              </a:path>
              <a:path w="7289800" h="4260215">
                <a:moveTo>
                  <a:pt x="5054687" y="2289907"/>
                </a:moveTo>
                <a:lnTo>
                  <a:pt x="5044610" y="2299709"/>
                </a:lnTo>
                <a:lnTo>
                  <a:pt x="5034811" y="2289640"/>
                </a:lnTo>
                <a:lnTo>
                  <a:pt x="5044886" y="2279831"/>
                </a:lnTo>
                <a:lnTo>
                  <a:pt x="5054687" y="2289907"/>
                </a:lnTo>
                <a:close/>
              </a:path>
              <a:path w="7289800" h="4260215">
                <a:moveTo>
                  <a:pt x="4902439" y="2436922"/>
                </a:moveTo>
                <a:lnTo>
                  <a:pt x="4893557" y="2445569"/>
                </a:lnTo>
                <a:lnTo>
                  <a:pt x="4884907" y="2436679"/>
                </a:lnTo>
                <a:lnTo>
                  <a:pt x="4893789" y="2428032"/>
                </a:lnTo>
                <a:lnTo>
                  <a:pt x="4902439" y="2436922"/>
                </a:lnTo>
                <a:close/>
              </a:path>
              <a:path w="7289800" h="4260215">
                <a:moveTo>
                  <a:pt x="4750191" y="2583936"/>
                </a:moveTo>
                <a:lnTo>
                  <a:pt x="4742488" y="2591433"/>
                </a:lnTo>
                <a:lnTo>
                  <a:pt x="4734990" y="2583730"/>
                </a:lnTo>
                <a:lnTo>
                  <a:pt x="4742693" y="2576233"/>
                </a:lnTo>
                <a:lnTo>
                  <a:pt x="4750191" y="2583936"/>
                </a:lnTo>
                <a:close/>
              </a:path>
              <a:path w="7289800" h="4260215">
                <a:moveTo>
                  <a:pt x="4597943" y="2730950"/>
                </a:moveTo>
                <a:lnTo>
                  <a:pt x="4591426" y="2737295"/>
                </a:lnTo>
                <a:lnTo>
                  <a:pt x="4585079" y="2730771"/>
                </a:lnTo>
                <a:lnTo>
                  <a:pt x="4591597" y="2724433"/>
                </a:lnTo>
                <a:lnTo>
                  <a:pt x="4597943" y="2730950"/>
                </a:lnTo>
                <a:close/>
              </a:path>
              <a:path w="7289800" h="4260215">
                <a:moveTo>
                  <a:pt x="4445686" y="2877966"/>
                </a:moveTo>
                <a:lnTo>
                  <a:pt x="4440354" y="2883152"/>
                </a:lnTo>
                <a:lnTo>
                  <a:pt x="4435171" y="2877828"/>
                </a:lnTo>
                <a:lnTo>
                  <a:pt x="4440500" y="2872634"/>
                </a:lnTo>
                <a:lnTo>
                  <a:pt x="4445686" y="2877966"/>
                </a:lnTo>
                <a:close/>
              </a:path>
              <a:path w="7289800" h="4260215">
                <a:moveTo>
                  <a:pt x="4293438" y="3024980"/>
                </a:moveTo>
                <a:lnTo>
                  <a:pt x="4289294" y="3029014"/>
                </a:lnTo>
                <a:lnTo>
                  <a:pt x="4285260" y="3024870"/>
                </a:lnTo>
                <a:lnTo>
                  <a:pt x="4289405" y="3020836"/>
                </a:lnTo>
                <a:lnTo>
                  <a:pt x="4293438" y="3024980"/>
                </a:lnTo>
                <a:close/>
              </a:path>
              <a:path w="7289800" h="4260215">
                <a:moveTo>
                  <a:pt x="4141190" y="3171994"/>
                </a:moveTo>
                <a:lnTo>
                  <a:pt x="4138232" y="3174876"/>
                </a:lnTo>
                <a:lnTo>
                  <a:pt x="4135350" y="3171918"/>
                </a:lnTo>
                <a:lnTo>
                  <a:pt x="4138308" y="3169037"/>
                </a:lnTo>
                <a:lnTo>
                  <a:pt x="4141190" y="3171994"/>
                </a:lnTo>
                <a:close/>
              </a:path>
              <a:path w="7289800" h="4260215">
                <a:moveTo>
                  <a:pt x="3988943" y="3319017"/>
                </a:moveTo>
                <a:lnTo>
                  <a:pt x="3987164" y="3320749"/>
                </a:lnTo>
                <a:lnTo>
                  <a:pt x="3985430" y="3318962"/>
                </a:lnTo>
                <a:lnTo>
                  <a:pt x="3987209" y="3317230"/>
                </a:lnTo>
                <a:lnTo>
                  <a:pt x="3988943" y="3319017"/>
                </a:lnTo>
                <a:close/>
              </a:path>
              <a:path w="7289800" h="4260215">
                <a:moveTo>
                  <a:pt x="7050258" y="80764"/>
                </a:moveTo>
                <a:lnTo>
                  <a:pt x="7012336" y="117671"/>
                </a:lnTo>
                <a:lnTo>
                  <a:pt x="6975437" y="79747"/>
                </a:lnTo>
                <a:lnTo>
                  <a:pt x="7013353" y="42849"/>
                </a:lnTo>
                <a:lnTo>
                  <a:pt x="7050258" y="80764"/>
                </a:lnTo>
                <a:close/>
              </a:path>
              <a:path w="7289800" h="4260215">
                <a:moveTo>
                  <a:pt x="6896836" y="227757"/>
                </a:moveTo>
                <a:lnTo>
                  <a:pt x="6861279" y="262362"/>
                </a:lnTo>
                <a:lnTo>
                  <a:pt x="6826684" y="226812"/>
                </a:lnTo>
                <a:lnTo>
                  <a:pt x="6862243" y="192215"/>
                </a:lnTo>
                <a:lnTo>
                  <a:pt x="6896836" y="227757"/>
                </a:lnTo>
                <a:close/>
              </a:path>
              <a:path w="7289800" h="4260215">
                <a:moveTo>
                  <a:pt x="6743417" y="374767"/>
                </a:moveTo>
                <a:lnTo>
                  <a:pt x="6710238" y="407050"/>
                </a:lnTo>
                <a:lnTo>
                  <a:pt x="6677948" y="373881"/>
                </a:lnTo>
                <a:lnTo>
                  <a:pt x="6711125" y="341590"/>
                </a:lnTo>
                <a:lnTo>
                  <a:pt x="6743417" y="374767"/>
                </a:lnTo>
                <a:close/>
              </a:path>
              <a:path w="7289800" h="4260215">
                <a:moveTo>
                  <a:pt x="6591169" y="521781"/>
                </a:moveTo>
                <a:lnTo>
                  <a:pt x="6559177" y="552913"/>
                </a:lnTo>
                <a:lnTo>
                  <a:pt x="6528045" y="520921"/>
                </a:lnTo>
                <a:lnTo>
                  <a:pt x="6560030" y="489791"/>
                </a:lnTo>
                <a:lnTo>
                  <a:pt x="6591169" y="521781"/>
                </a:lnTo>
                <a:close/>
              </a:path>
              <a:path w="7289800" h="4260215">
                <a:moveTo>
                  <a:pt x="6437746" y="668775"/>
                </a:moveTo>
                <a:lnTo>
                  <a:pt x="6408120" y="697604"/>
                </a:lnTo>
                <a:lnTo>
                  <a:pt x="6379292" y="667985"/>
                </a:lnTo>
                <a:lnTo>
                  <a:pt x="6408919" y="639156"/>
                </a:lnTo>
                <a:lnTo>
                  <a:pt x="6437746" y="668775"/>
                </a:lnTo>
                <a:close/>
              </a:path>
              <a:path w="7289800" h="4260215">
                <a:moveTo>
                  <a:pt x="6284325" y="815777"/>
                </a:moveTo>
                <a:lnTo>
                  <a:pt x="6257081" y="842300"/>
                </a:lnTo>
                <a:lnTo>
                  <a:pt x="6230555" y="815047"/>
                </a:lnTo>
                <a:lnTo>
                  <a:pt x="6257810" y="788530"/>
                </a:lnTo>
                <a:lnTo>
                  <a:pt x="6284325" y="815777"/>
                </a:lnTo>
                <a:close/>
              </a:path>
              <a:path w="7289800" h="4260215">
                <a:moveTo>
                  <a:pt x="6131500" y="962782"/>
                </a:moveTo>
                <a:lnTo>
                  <a:pt x="6106017" y="987579"/>
                </a:lnTo>
                <a:lnTo>
                  <a:pt x="6081221" y="962096"/>
                </a:lnTo>
                <a:lnTo>
                  <a:pt x="6106703" y="937300"/>
                </a:lnTo>
                <a:lnTo>
                  <a:pt x="6131500" y="962782"/>
                </a:lnTo>
                <a:close/>
              </a:path>
              <a:path w="7289800" h="4260215">
                <a:moveTo>
                  <a:pt x="5978665" y="1109791"/>
                </a:moveTo>
                <a:lnTo>
                  <a:pt x="5954962" y="1132855"/>
                </a:lnTo>
                <a:lnTo>
                  <a:pt x="5931898" y="1109152"/>
                </a:lnTo>
                <a:lnTo>
                  <a:pt x="5955601" y="1086087"/>
                </a:lnTo>
                <a:lnTo>
                  <a:pt x="5978665" y="1109791"/>
                </a:lnTo>
                <a:close/>
              </a:path>
              <a:path w="7289800" h="4260215">
                <a:moveTo>
                  <a:pt x="5825243" y="1256792"/>
                </a:moveTo>
                <a:lnTo>
                  <a:pt x="5803921" y="1277542"/>
                </a:lnTo>
                <a:lnTo>
                  <a:pt x="5783162" y="1256221"/>
                </a:lnTo>
                <a:lnTo>
                  <a:pt x="5804491" y="1235460"/>
                </a:lnTo>
                <a:lnTo>
                  <a:pt x="5825243" y="1256792"/>
                </a:lnTo>
                <a:close/>
              </a:path>
              <a:path w="7289800" h="4260215">
                <a:moveTo>
                  <a:pt x="5672410" y="1403801"/>
                </a:moveTo>
                <a:lnTo>
                  <a:pt x="5652858" y="1422821"/>
                </a:lnTo>
                <a:lnTo>
                  <a:pt x="5633829" y="1403271"/>
                </a:lnTo>
                <a:lnTo>
                  <a:pt x="5653379" y="1384243"/>
                </a:lnTo>
                <a:lnTo>
                  <a:pt x="5672410" y="1403801"/>
                </a:lnTo>
                <a:close/>
              </a:path>
              <a:path w="7289800" h="4260215">
                <a:moveTo>
                  <a:pt x="5519573" y="1550801"/>
                </a:moveTo>
                <a:lnTo>
                  <a:pt x="5501802" y="1568097"/>
                </a:lnTo>
                <a:lnTo>
                  <a:pt x="5484506" y="1550326"/>
                </a:lnTo>
                <a:lnTo>
                  <a:pt x="5502276" y="1533029"/>
                </a:lnTo>
                <a:lnTo>
                  <a:pt x="5519573" y="1550801"/>
                </a:lnTo>
                <a:close/>
              </a:path>
              <a:path w="7289800" h="4260215">
                <a:moveTo>
                  <a:pt x="5366740" y="1697817"/>
                </a:moveTo>
                <a:lnTo>
                  <a:pt x="5350748" y="1713382"/>
                </a:lnTo>
                <a:lnTo>
                  <a:pt x="5335181" y="1697381"/>
                </a:lnTo>
                <a:lnTo>
                  <a:pt x="5351174" y="1681816"/>
                </a:lnTo>
                <a:lnTo>
                  <a:pt x="5366740" y="1697817"/>
                </a:lnTo>
                <a:close/>
              </a:path>
              <a:path w="7289800" h="4260215">
                <a:moveTo>
                  <a:pt x="5214492" y="1844831"/>
                </a:moveTo>
                <a:lnTo>
                  <a:pt x="5199679" y="1859246"/>
                </a:lnTo>
                <a:lnTo>
                  <a:pt x="5185263" y="1844432"/>
                </a:lnTo>
                <a:lnTo>
                  <a:pt x="5200077" y="1830018"/>
                </a:lnTo>
                <a:lnTo>
                  <a:pt x="5214492" y="1844831"/>
                </a:lnTo>
                <a:close/>
              </a:path>
              <a:path w="7289800" h="4260215">
                <a:moveTo>
                  <a:pt x="5061080" y="1991830"/>
                </a:moveTo>
                <a:lnTo>
                  <a:pt x="5048638" y="2003934"/>
                </a:lnTo>
                <a:lnTo>
                  <a:pt x="5036527" y="1991494"/>
                </a:lnTo>
                <a:lnTo>
                  <a:pt x="5048969" y="1979390"/>
                </a:lnTo>
                <a:lnTo>
                  <a:pt x="5061080" y="1991830"/>
                </a:lnTo>
                <a:close/>
              </a:path>
              <a:path w="7289800" h="4260215">
                <a:moveTo>
                  <a:pt x="4908237" y="2138840"/>
                </a:moveTo>
                <a:lnTo>
                  <a:pt x="4897574" y="2149211"/>
                </a:lnTo>
                <a:lnTo>
                  <a:pt x="4887193" y="2138542"/>
                </a:lnTo>
                <a:lnTo>
                  <a:pt x="4897856" y="2128171"/>
                </a:lnTo>
                <a:lnTo>
                  <a:pt x="4908237" y="2138840"/>
                </a:lnTo>
                <a:close/>
              </a:path>
              <a:path w="7289800" h="4260215">
                <a:moveTo>
                  <a:pt x="4755988" y="2285855"/>
                </a:moveTo>
                <a:lnTo>
                  <a:pt x="4746513" y="2295074"/>
                </a:lnTo>
                <a:lnTo>
                  <a:pt x="4737285" y="2285600"/>
                </a:lnTo>
                <a:lnTo>
                  <a:pt x="4746767" y="2276371"/>
                </a:lnTo>
                <a:lnTo>
                  <a:pt x="4755988" y="2285855"/>
                </a:lnTo>
                <a:close/>
              </a:path>
              <a:path w="7289800" h="4260215">
                <a:moveTo>
                  <a:pt x="4603741" y="2432867"/>
                </a:moveTo>
                <a:lnTo>
                  <a:pt x="4595452" y="2440936"/>
                </a:lnTo>
                <a:lnTo>
                  <a:pt x="4587375" y="2432641"/>
                </a:lnTo>
                <a:lnTo>
                  <a:pt x="4595672" y="2424571"/>
                </a:lnTo>
                <a:lnTo>
                  <a:pt x="4603741" y="2432867"/>
                </a:lnTo>
                <a:close/>
              </a:path>
              <a:path w="7289800" h="4260215">
                <a:moveTo>
                  <a:pt x="4451500" y="2579881"/>
                </a:moveTo>
                <a:lnTo>
                  <a:pt x="4444382" y="2586800"/>
                </a:lnTo>
                <a:lnTo>
                  <a:pt x="4437465" y="2579690"/>
                </a:lnTo>
                <a:lnTo>
                  <a:pt x="4444573" y="2572764"/>
                </a:lnTo>
                <a:lnTo>
                  <a:pt x="4451500" y="2579881"/>
                </a:lnTo>
                <a:close/>
              </a:path>
              <a:path w="7289800" h="4260215">
                <a:moveTo>
                  <a:pt x="4298658" y="2726891"/>
                </a:moveTo>
                <a:lnTo>
                  <a:pt x="4293327" y="2732076"/>
                </a:lnTo>
                <a:lnTo>
                  <a:pt x="4288141" y="2726745"/>
                </a:lnTo>
                <a:lnTo>
                  <a:pt x="4293471" y="2721551"/>
                </a:lnTo>
                <a:lnTo>
                  <a:pt x="4298658" y="2726891"/>
                </a:lnTo>
                <a:close/>
              </a:path>
              <a:path w="7289800" h="4260215">
                <a:moveTo>
                  <a:pt x="4146994" y="2873903"/>
                </a:moveTo>
                <a:lnTo>
                  <a:pt x="4142257" y="2878517"/>
                </a:lnTo>
                <a:lnTo>
                  <a:pt x="4137643" y="2873780"/>
                </a:lnTo>
                <a:lnTo>
                  <a:pt x="4142380" y="2869166"/>
                </a:lnTo>
                <a:lnTo>
                  <a:pt x="4146994" y="2873903"/>
                </a:lnTo>
                <a:close/>
              </a:path>
              <a:path w="7289800" h="4260215">
                <a:moveTo>
                  <a:pt x="3994748" y="3020925"/>
                </a:moveTo>
                <a:lnTo>
                  <a:pt x="3991189" y="3024389"/>
                </a:lnTo>
                <a:lnTo>
                  <a:pt x="3987726" y="3020830"/>
                </a:lnTo>
                <a:lnTo>
                  <a:pt x="3991292" y="3017365"/>
                </a:lnTo>
                <a:lnTo>
                  <a:pt x="3994748" y="3020925"/>
                </a:lnTo>
                <a:close/>
              </a:path>
              <a:path w="7289800" h="4260215">
                <a:moveTo>
                  <a:pt x="3842499" y="3167938"/>
                </a:moveTo>
                <a:lnTo>
                  <a:pt x="3840128" y="3170251"/>
                </a:lnTo>
                <a:lnTo>
                  <a:pt x="3837824" y="3167878"/>
                </a:lnTo>
                <a:lnTo>
                  <a:pt x="3840188" y="3165568"/>
                </a:lnTo>
                <a:lnTo>
                  <a:pt x="3842499" y="3167938"/>
                </a:lnTo>
                <a:close/>
              </a:path>
              <a:path w="7289800" h="4260215">
                <a:moveTo>
                  <a:pt x="3690241" y="3314947"/>
                </a:moveTo>
                <a:lnTo>
                  <a:pt x="3689056" y="3316107"/>
                </a:lnTo>
                <a:lnTo>
                  <a:pt x="3687904" y="3314920"/>
                </a:lnTo>
                <a:lnTo>
                  <a:pt x="3689091" y="3313768"/>
                </a:lnTo>
                <a:lnTo>
                  <a:pt x="3690241" y="3314947"/>
                </a:lnTo>
                <a:close/>
              </a:path>
              <a:path w="7289800" h="4260215">
                <a:moveTo>
                  <a:pt x="6751552" y="76713"/>
                </a:moveTo>
                <a:lnTo>
                  <a:pt x="6714228" y="113030"/>
                </a:lnTo>
                <a:lnTo>
                  <a:pt x="6677911" y="75707"/>
                </a:lnTo>
                <a:lnTo>
                  <a:pt x="6715235" y="39389"/>
                </a:lnTo>
                <a:lnTo>
                  <a:pt x="6751552" y="76713"/>
                </a:lnTo>
                <a:close/>
              </a:path>
              <a:path w="7289800" h="4260215">
                <a:moveTo>
                  <a:pt x="6597552" y="223699"/>
                </a:moveTo>
                <a:lnTo>
                  <a:pt x="6563188" y="257142"/>
                </a:lnTo>
                <a:lnTo>
                  <a:pt x="6529754" y="222784"/>
                </a:lnTo>
                <a:lnTo>
                  <a:pt x="6564118" y="189341"/>
                </a:lnTo>
                <a:lnTo>
                  <a:pt x="6597552" y="223699"/>
                </a:lnTo>
                <a:close/>
              </a:path>
              <a:path w="7289800" h="4260215">
                <a:moveTo>
                  <a:pt x="6444719" y="370715"/>
                </a:moveTo>
                <a:lnTo>
                  <a:pt x="6412134" y="402427"/>
                </a:lnTo>
                <a:lnTo>
                  <a:pt x="6380421" y="369834"/>
                </a:lnTo>
                <a:lnTo>
                  <a:pt x="6413005" y="338122"/>
                </a:lnTo>
                <a:lnTo>
                  <a:pt x="6444719" y="370715"/>
                </a:lnTo>
                <a:close/>
              </a:path>
              <a:path w="7289800" h="4260215">
                <a:moveTo>
                  <a:pt x="6291891" y="517712"/>
                </a:moveTo>
                <a:lnTo>
                  <a:pt x="6261079" y="547702"/>
                </a:lnTo>
                <a:lnTo>
                  <a:pt x="6231098" y="516889"/>
                </a:lnTo>
                <a:lnTo>
                  <a:pt x="6261901" y="486901"/>
                </a:lnTo>
                <a:lnTo>
                  <a:pt x="6291891" y="517712"/>
                </a:lnTo>
                <a:close/>
              </a:path>
              <a:path w="7289800" h="4260215">
                <a:moveTo>
                  <a:pt x="6138462" y="664716"/>
                </a:moveTo>
                <a:lnTo>
                  <a:pt x="6110028" y="692384"/>
                </a:lnTo>
                <a:lnTo>
                  <a:pt x="6082360" y="663949"/>
                </a:lnTo>
                <a:lnTo>
                  <a:pt x="6110795" y="636281"/>
                </a:lnTo>
                <a:lnTo>
                  <a:pt x="6138462" y="664716"/>
                </a:lnTo>
                <a:close/>
              </a:path>
              <a:path w="7289800" h="4260215">
                <a:moveTo>
                  <a:pt x="5985049" y="811715"/>
                </a:moveTo>
                <a:lnTo>
                  <a:pt x="5958981" y="837082"/>
                </a:lnTo>
                <a:lnTo>
                  <a:pt x="5933607" y="811015"/>
                </a:lnTo>
                <a:lnTo>
                  <a:pt x="5959675" y="785649"/>
                </a:lnTo>
                <a:lnTo>
                  <a:pt x="5985049" y="811715"/>
                </a:lnTo>
                <a:close/>
              </a:path>
              <a:path w="7289800" h="4260215">
                <a:moveTo>
                  <a:pt x="5832213" y="958715"/>
                </a:moveTo>
                <a:lnTo>
                  <a:pt x="5807917" y="982359"/>
                </a:lnTo>
                <a:lnTo>
                  <a:pt x="5784283" y="958070"/>
                </a:lnTo>
                <a:lnTo>
                  <a:pt x="5808579" y="934426"/>
                </a:lnTo>
                <a:lnTo>
                  <a:pt x="5832213" y="958715"/>
                </a:lnTo>
                <a:close/>
              </a:path>
              <a:path w="7289800" h="4260215">
                <a:moveTo>
                  <a:pt x="5679377" y="1105724"/>
                </a:moveTo>
                <a:lnTo>
                  <a:pt x="5656861" y="1127636"/>
                </a:lnTo>
                <a:lnTo>
                  <a:pt x="5634959" y="1105125"/>
                </a:lnTo>
                <a:lnTo>
                  <a:pt x="5657467" y="1083216"/>
                </a:lnTo>
                <a:lnTo>
                  <a:pt x="5679377" y="1105724"/>
                </a:lnTo>
                <a:close/>
              </a:path>
              <a:path w="7289800" h="4260215">
                <a:moveTo>
                  <a:pt x="5526545" y="1252740"/>
                </a:moveTo>
                <a:lnTo>
                  <a:pt x="5505808" y="1272920"/>
                </a:lnTo>
                <a:lnTo>
                  <a:pt x="5485625" y="1252175"/>
                </a:lnTo>
                <a:lnTo>
                  <a:pt x="5506363" y="1231994"/>
                </a:lnTo>
                <a:lnTo>
                  <a:pt x="5526545" y="1252740"/>
                </a:lnTo>
                <a:close/>
              </a:path>
              <a:path w="7289800" h="4260215">
                <a:moveTo>
                  <a:pt x="5373719" y="1399746"/>
                </a:moveTo>
                <a:lnTo>
                  <a:pt x="5354753" y="1418196"/>
                </a:lnTo>
                <a:lnTo>
                  <a:pt x="5336295" y="1399232"/>
                </a:lnTo>
                <a:lnTo>
                  <a:pt x="5355261" y="1380782"/>
                </a:lnTo>
                <a:lnTo>
                  <a:pt x="5373719" y="1399746"/>
                </a:lnTo>
                <a:close/>
              </a:path>
              <a:path w="7289800" h="4260215">
                <a:moveTo>
                  <a:pt x="5220297" y="1546739"/>
                </a:moveTo>
                <a:lnTo>
                  <a:pt x="5203704" y="1562886"/>
                </a:lnTo>
                <a:lnTo>
                  <a:pt x="5187560" y="1546301"/>
                </a:lnTo>
                <a:lnTo>
                  <a:pt x="5204152" y="1530155"/>
                </a:lnTo>
                <a:lnTo>
                  <a:pt x="5220297" y="1546739"/>
                </a:lnTo>
                <a:close/>
              </a:path>
              <a:path w="7289800" h="4260215">
                <a:moveTo>
                  <a:pt x="5068048" y="1693752"/>
                </a:moveTo>
                <a:lnTo>
                  <a:pt x="5052635" y="1708750"/>
                </a:lnTo>
                <a:lnTo>
                  <a:pt x="5037651" y="1693350"/>
                </a:lnTo>
                <a:lnTo>
                  <a:pt x="5053056" y="1678356"/>
                </a:lnTo>
                <a:lnTo>
                  <a:pt x="5068048" y="1693752"/>
                </a:lnTo>
                <a:close/>
              </a:path>
              <a:path w="7289800" h="4260215">
                <a:moveTo>
                  <a:pt x="4915206" y="1840763"/>
                </a:moveTo>
                <a:lnTo>
                  <a:pt x="4901585" y="1854016"/>
                </a:lnTo>
                <a:lnTo>
                  <a:pt x="4888324" y="1840398"/>
                </a:lnTo>
                <a:lnTo>
                  <a:pt x="4901953" y="1827143"/>
                </a:lnTo>
                <a:lnTo>
                  <a:pt x="4915206" y="1840763"/>
                </a:lnTo>
                <a:close/>
              </a:path>
              <a:path w="7289800" h="4260215">
                <a:moveTo>
                  <a:pt x="4761793" y="1987763"/>
                </a:moveTo>
                <a:lnTo>
                  <a:pt x="4750538" y="1998714"/>
                </a:lnTo>
                <a:lnTo>
                  <a:pt x="4739579" y="1987461"/>
                </a:lnTo>
                <a:lnTo>
                  <a:pt x="4750834" y="1976510"/>
                </a:lnTo>
                <a:lnTo>
                  <a:pt x="4761793" y="1987763"/>
                </a:lnTo>
                <a:close/>
              </a:path>
              <a:path w="7289800" h="4260215">
                <a:moveTo>
                  <a:pt x="4609545" y="2134777"/>
                </a:moveTo>
                <a:lnTo>
                  <a:pt x="4599477" y="2144576"/>
                </a:lnTo>
                <a:lnTo>
                  <a:pt x="4589668" y="2134502"/>
                </a:lnTo>
                <a:lnTo>
                  <a:pt x="4599736" y="2124703"/>
                </a:lnTo>
                <a:lnTo>
                  <a:pt x="4609545" y="2134777"/>
                </a:lnTo>
                <a:close/>
              </a:path>
              <a:path w="7289800" h="4260215">
                <a:moveTo>
                  <a:pt x="4457299" y="2281799"/>
                </a:moveTo>
                <a:lnTo>
                  <a:pt x="4448410" y="2290448"/>
                </a:lnTo>
                <a:lnTo>
                  <a:pt x="4439760" y="2281559"/>
                </a:lnTo>
                <a:lnTo>
                  <a:pt x="4448650" y="2272909"/>
                </a:lnTo>
                <a:lnTo>
                  <a:pt x="4457299" y="2281799"/>
                </a:lnTo>
                <a:close/>
              </a:path>
              <a:path w="7289800" h="4260215">
                <a:moveTo>
                  <a:pt x="4305041" y="2428807"/>
                </a:moveTo>
                <a:lnTo>
                  <a:pt x="4297338" y="2436305"/>
                </a:lnTo>
                <a:lnTo>
                  <a:pt x="4289850" y="2428608"/>
                </a:lnTo>
                <a:lnTo>
                  <a:pt x="4297553" y="2421110"/>
                </a:lnTo>
                <a:lnTo>
                  <a:pt x="4305041" y="2428807"/>
                </a:lnTo>
                <a:close/>
              </a:path>
              <a:path w="7289800" h="4260215">
                <a:moveTo>
                  <a:pt x="4152215" y="2575813"/>
                </a:moveTo>
                <a:lnTo>
                  <a:pt x="4146291" y="2581578"/>
                </a:lnTo>
                <a:lnTo>
                  <a:pt x="4140525" y="2575655"/>
                </a:lnTo>
                <a:lnTo>
                  <a:pt x="4146449" y="2569889"/>
                </a:lnTo>
                <a:lnTo>
                  <a:pt x="4152215" y="2575813"/>
                </a:lnTo>
                <a:close/>
              </a:path>
              <a:path w="7289800" h="4260215">
                <a:moveTo>
                  <a:pt x="3999966" y="2722826"/>
                </a:moveTo>
                <a:lnTo>
                  <a:pt x="3995221" y="2727443"/>
                </a:lnTo>
                <a:lnTo>
                  <a:pt x="3990616" y="2722704"/>
                </a:lnTo>
                <a:lnTo>
                  <a:pt x="3995353" y="2718090"/>
                </a:lnTo>
                <a:lnTo>
                  <a:pt x="3999966" y="2722826"/>
                </a:lnTo>
                <a:close/>
              </a:path>
              <a:path w="7289800" h="4260215">
                <a:moveTo>
                  <a:pt x="3847718" y="2869841"/>
                </a:moveTo>
                <a:lnTo>
                  <a:pt x="3844151" y="2873307"/>
                </a:lnTo>
                <a:lnTo>
                  <a:pt x="3840698" y="2869755"/>
                </a:lnTo>
                <a:lnTo>
                  <a:pt x="3844256" y="2866291"/>
                </a:lnTo>
                <a:lnTo>
                  <a:pt x="3847718" y="2869841"/>
                </a:lnTo>
                <a:close/>
              </a:path>
              <a:path w="7289800" h="4260215">
                <a:moveTo>
                  <a:pt x="3696050" y="3016872"/>
                </a:moveTo>
                <a:lnTo>
                  <a:pt x="3693084" y="3019755"/>
                </a:lnTo>
                <a:lnTo>
                  <a:pt x="3690200" y="3016790"/>
                </a:lnTo>
                <a:lnTo>
                  <a:pt x="3693166" y="3013906"/>
                </a:lnTo>
                <a:lnTo>
                  <a:pt x="3696050" y="3016872"/>
                </a:lnTo>
                <a:close/>
              </a:path>
              <a:path w="7289800" h="4260215">
                <a:moveTo>
                  <a:pt x="3543792" y="3163880"/>
                </a:moveTo>
                <a:lnTo>
                  <a:pt x="3542021" y="3165610"/>
                </a:lnTo>
                <a:lnTo>
                  <a:pt x="3540299" y="3163837"/>
                </a:lnTo>
                <a:lnTo>
                  <a:pt x="3542070" y="3162107"/>
                </a:lnTo>
                <a:lnTo>
                  <a:pt x="3543792" y="3163880"/>
                </a:lnTo>
                <a:close/>
              </a:path>
              <a:path w="7289800" h="4260215">
                <a:moveTo>
                  <a:pt x="6452266" y="72645"/>
                </a:moveTo>
                <a:lnTo>
                  <a:pt x="6416131" y="107818"/>
                </a:lnTo>
                <a:lnTo>
                  <a:pt x="6380964" y="71673"/>
                </a:lnTo>
                <a:lnTo>
                  <a:pt x="6417101" y="36507"/>
                </a:lnTo>
                <a:lnTo>
                  <a:pt x="6452266" y="72645"/>
                </a:lnTo>
                <a:close/>
              </a:path>
              <a:path w="7289800" h="4260215">
                <a:moveTo>
                  <a:pt x="6298853" y="219644"/>
                </a:moveTo>
                <a:lnTo>
                  <a:pt x="6265090" y="252505"/>
                </a:lnTo>
                <a:lnTo>
                  <a:pt x="6232219" y="218736"/>
                </a:lnTo>
                <a:lnTo>
                  <a:pt x="6265990" y="185873"/>
                </a:lnTo>
                <a:lnTo>
                  <a:pt x="6298853" y="219644"/>
                </a:lnTo>
                <a:close/>
              </a:path>
              <a:path w="7289800" h="4260215">
                <a:moveTo>
                  <a:pt x="6146027" y="366651"/>
                </a:moveTo>
                <a:lnTo>
                  <a:pt x="6114027" y="397784"/>
                </a:lnTo>
                <a:lnTo>
                  <a:pt x="6082895" y="365792"/>
                </a:lnTo>
                <a:lnTo>
                  <a:pt x="6114885" y="334653"/>
                </a:lnTo>
                <a:lnTo>
                  <a:pt x="6146027" y="366651"/>
                </a:lnTo>
                <a:close/>
              </a:path>
              <a:path w="7289800" h="4260215">
                <a:moveTo>
                  <a:pt x="5992607" y="513652"/>
                </a:moveTo>
                <a:lnTo>
                  <a:pt x="5962980" y="542481"/>
                </a:lnTo>
                <a:lnTo>
                  <a:pt x="5934153" y="512862"/>
                </a:lnTo>
                <a:lnTo>
                  <a:pt x="5963777" y="484025"/>
                </a:lnTo>
                <a:lnTo>
                  <a:pt x="5992607" y="513652"/>
                </a:lnTo>
                <a:close/>
              </a:path>
              <a:path w="7289800" h="4260215">
                <a:moveTo>
                  <a:pt x="5839184" y="660646"/>
                </a:moveTo>
                <a:lnTo>
                  <a:pt x="5811931" y="687172"/>
                </a:lnTo>
                <a:lnTo>
                  <a:pt x="5785405" y="659919"/>
                </a:lnTo>
                <a:lnTo>
                  <a:pt x="5812660" y="633401"/>
                </a:lnTo>
                <a:lnTo>
                  <a:pt x="5839184" y="660646"/>
                </a:lnTo>
                <a:close/>
              </a:path>
              <a:path w="7289800" h="4260215">
                <a:moveTo>
                  <a:pt x="5686360" y="807660"/>
                </a:moveTo>
                <a:lnTo>
                  <a:pt x="5660878" y="832456"/>
                </a:lnTo>
                <a:lnTo>
                  <a:pt x="5636082" y="806973"/>
                </a:lnTo>
                <a:lnTo>
                  <a:pt x="5661564" y="782177"/>
                </a:lnTo>
                <a:lnTo>
                  <a:pt x="5686360" y="807660"/>
                </a:lnTo>
                <a:close/>
              </a:path>
              <a:path w="7289800" h="4260215">
                <a:moveTo>
                  <a:pt x="5532938" y="954653"/>
                </a:moveTo>
                <a:lnTo>
                  <a:pt x="5509827" y="977137"/>
                </a:lnTo>
                <a:lnTo>
                  <a:pt x="5487345" y="954035"/>
                </a:lnTo>
                <a:lnTo>
                  <a:pt x="5510446" y="931545"/>
                </a:lnTo>
                <a:lnTo>
                  <a:pt x="5532938" y="954653"/>
                </a:lnTo>
                <a:close/>
              </a:path>
              <a:path w="7289800" h="4260215">
                <a:moveTo>
                  <a:pt x="5380094" y="1101663"/>
                </a:moveTo>
                <a:lnTo>
                  <a:pt x="5358772" y="1122413"/>
                </a:lnTo>
                <a:lnTo>
                  <a:pt x="5338013" y="1101092"/>
                </a:lnTo>
                <a:lnTo>
                  <a:pt x="5359342" y="1080331"/>
                </a:lnTo>
                <a:lnTo>
                  <a:pt x="5380094" y="1101663"/>
                </a:lnTo>
                <a:close/>
              </a:path>
              <a:path w="7289800" h="4260215">
                <a:moveTo>
                  <a:pt x="5227269" y="1248670"/>
                </a:moveTo>
                <a:lnTo>
                  <a:pt x="5207719" y="1267698"/>
                </a:lnTo>
                <a:lnTo>
                  <a:pt x="5188691" y="1248148"/>
                </a:lnTo>
                <a:lnTo>
                  <a:pt x="5208241" y="1229120"/>
                </a:lnTo>
                <a:lnTo>
                  <a:pt x="5227269" y="1248670"/>
                </a:lnTo>
                <a:close/>
              </a:path>
              <a:path w="7289800" h="4260215">
                <a:moveTo>
                  <a:pt x="5074435" y="1395678"/>
                </a:moveTo>
                <a:lnTo>
                  <a:pt x="5056664" y="1412974"/>
                </a:lnTo>
                <a:lnTo>
                  <a:pt x="5039367" y="1395203"/>
                </a:lnTo>
                <a:lnTo>
                  <a:pt x="5057138" y="1377907"/>
                </a:lnTo>
                <a:lnTo>
                  <a:pt x="5074435" y="1395678"/>
                </a:lnTo>
                <a:close/>
              </a:path>
              <a:path w="7289800" h="4260215">
                <a:moveTo>
                  <a:pt x="4921600" y="1542686"/>
                </a:moveTo>
                <a:lnTo>
                  <a:pt x="4905600" y="1558253"/>
                </a:lnTo>
                <a:lnTo>
                  <a:pt x="4890035" y="1542260"/>
                </a:lnTo>
                <a:lnTo>
                  <a:pt x="4906035" y="1526694"/>
                </a:lnTo>
                <a:lnTo>
                  <a:pt x="4921600" y="1542686"/>
                </a:lnTo>
                <a:close/>
              </a:path>
              <a:path w="7289800" h="4260215">
                <a:moveTo>
                  <a:pt x="4768763" y="1689686"/>
                </a:moveTo>
                <a:lnTo>
                  <a:pt x="4754544" y="1703529"/>
                </a:lnTo>
                <a:lnTo>
                  <a:pt x="4740709" y="1689308"/>
                </a:lnTo>
                <a:lnTo>
                  <a:pt x="4754928" y="1675465"/>
                </a:lnTo>
                <a:lnTo>
                  <a:pt x="4768763" y="1689686"/>
                </a:lnTo>
                <a:close/>
              </a:path>
              <a:path w="7289800" h="4260215">
                <a:moveTo>
                  <a:pt x="4615350" y="1836686"/>
                </a:moveTo>
                <a:lnTo>
                  <a:pt x="4603503" y="1848217"/>
                </a:lnTo>
                <a:lnTo>
                  <a:pt x="4591972" y="1836369"/>
                </a:lnTo>
                <a:lnTo>
                  <a:pt x="4603819" y="1824838"/>
                </a:lnTo>
                <a:lnTo>
                  <a:pt x="4615350" y="1836686"/>
                </a:lnTo>
                <a:close/>
              </a:path>
              <a:path w="7289800" h="4260215">
                <a:moveTo>
                  <a:pt x="4463105" y="1983708"/>
                </a:moveTo>
                <a:lnTo>
                  <a:pt x="4452436" y="1994089"/>
                </a:lnTo>
                <a:lnTo>
                  <a:pt x="4442055" y="1983420"/>
                </a:lnTo>
                <a:lnTo>
                  <a:pt x="4452723" y="1973039"/>
                </a:lnTo>
                <a:lnTo>
                  <a:pt x="4463105" y="1983708"/>
                </a:lnTo>
                <a:close/>
              </a:path>
              <a:path w="7289800" h="4260215">
                <a:moveTo>
                  <a:pt x="4310845" y="2130716"/>
                </a:moveTo>
                <a:lnTo>
                  <a:pt x="4301364" y="2139945"/>
                </a:lnTo>
                <a:lnTo>
                  <a:pt x="4292136" y="2130471"/>
                </a:lnTo>
                <a:lnTo>
                  <a:pt x="4301626" y="2121240"/>
                </a:lnTo>
                <a:lnTo>
                  <a:pt x="4310845" y="2130716"/>
                </a:lnTo>
                <a:close/>
              </a:path>
              <a:path w="7289800" h="4260215">
                <a:moveTo>
                  <a:pt x="4158598" y="2277730"/>
                </a:moveTo>
                <a:lnTo>
                  <a:pt x="4150302" y="2285808"/>
                </a:lnTo>
                <a:lnTo>
                  <a:pt x="4142233" y="2277511"/>
                </a:lnTo>
                <a:lnTo>
                  <a:pt x="4150528" y="2269433"/>
                </a:lnTo>
                <a:lnTo>
                  <a:pt x="4158598" y="2277730"/>
                </a:lnTo>
                <a:close/>
              </a:path>
              <a:path w="7289800" h="4260215">
                <a:moveTo>
                  <a:pt x="4005763" y="2424738"/>
                </a:moveTo>
                <a:lnTo>
                  <a:pt x="3999247" y="2431083"/>
                </a:lnTo>
                <a:lnTo>
                  <a:pt x="3992902" y="2424567"/>
                </a:lnTo>
                <a:lnTo>
                  <a:pt x="3999418" y="2418222"/>
                </a:lnTo>
                <a:lnTo>
                  <a:pt x="4005763" y="2424738"/>
                </a:lnTo>
                <a:close/>
              </a:path>
              <a:path w="7289800" h="4260215">
                <a:moveTo>
                  <a:pt x="3853517" y="2571760"/>
                </a:moveTo>
                <a:lnTo>
                  <a:pt x="3848177" y="2576948"/>
                </a:lnTo>
                <a:lnTo>
                  <a:pt x="3842992" y="2571616"/>
                </a:lnTo>
                <a:lnTo>
                  <a:pt x="3848321" y="2566422"/>
                </a:lnTo>
                <a:lnTo>
                  <a:pt x="3853517" y="2571760"/>
                </a:lnTo>
                <a:close/>
              </a:path>
              <a:path w="7289800" h="4260215">
                <a:moveTo>
                  <a:pt x="3701269" y="2718774"/>
                </a:moveTo>
                <a:lnTo>
                  <a:pt x="3697116" y="2722810"/>
                </a:lnTo>
                <a:lnTo>
                  <a:pt x="3693082" y="2718666"/>
                </a:lnTo>
                <a:lnTo>
                  <a:pt x="3697235" y="2714630"/>
                </a:lnTo>
                <a:lnTo>
                  <a:pt x="3701269" y="2718774"/>
                </a:lnTo>
                <a:close/>
              </a:path>
              <a:path w="7289800" h="4260215">
                <a:moveTo>
                  <a:pt x="3549012" y="2865790"/>
                </a:moveTo>
                <a:lnTo>
                  <a:pt x="3546055" y="2868672"/>
                </a:lnTo>
                <a:lnTo>
                  <a:pt x="3543173" y="2865714"/>
                </a:lnTo>
                <a:lnTo>
                  <a:pt x="3546131" y="2862833"/>
                </a:lnTo>
                <a:lnTo>
                  <a:pt x="3549012" y="2865790"/>
                </a:lnTo>
                <a:close/>
              </a:path>
              <a:path w="7289800" h="4260215">
                <a:moveTo>
                  <a:pt x="3396764" y="3012805"/>
                </a:moveTo>
                <a:lnTo>
                  <a:pt x="3394993" y="3014535"/>
                </a:lnTo>
                <a:lnTo>
                  <a:pt x="3393261" y="3012755"/>
                </a:lnTo>
                <a:lnTo>
                  <a:pt x="3395032" y="3011025"/>
                </a:lnTo>
                <a:lnTo>
                  <a:pt x="3396764" y="3012805"/>
                </a:lnTo>
                <a:close/>
              </a:path>
              <a:path w="7289800" h="4260215">
                <a:moveTo>
                  <a:pt x="6152997" y="68575"/>
                </a:moveTo>
                <a:lnTo>
                  <a:pt x="6118038" y="102590"/>
                </a:lnTo>
                <a:lnTo>
                  <a:pt x="6084027" y="67648"/>
                </a:lnTo>
                <a:lnTo>
                  <a:pt x="6118984" y="33625"/>
                </a:lnTo>
                <a:lnTo>
                  <a:pt x="6152997" y="68575"/>
                </a:lnTo>
                <a:close/>
              </a:path>
              <a:path w="7289800" h="4260215">
                <a:moveTo>
                  <a:pt x="5999578" y="215584"/>
                </a:moveTo>
                <a:lnTo>
                  <a:pt x="5966994" y="247296"/>
                </a:lnTo>
                <a:lnTo>
                  <a:pt x="5935280" y="214703"/>
                </a:lnTo>
                <a:lnTo>
                  <a:pt x="5967865" y="182992"/>
                </a:lnTo>
                <a:lnTo>
                  <a:pt x="5999578" y="215584"/>
                </a:lnTo>
                <a:close/>
              </a:path>
              <a:path w="7289800" h="4260215">
                <a:moveTo>
                  <a:pt x="5846742" y="362584"/>
                </a:moveTo>
                <a:lnTo>
                  <a:pt x="5815928" y="392565"/>
                </a:lnTo>
                <a:lnTo>
                  <a:pt x="5785951" y="361768"/>
                </a:lnTo>
                <a:lnTo>
                  <a:pt x="5816762" y="331778"/>
                </a:lnTo>
                <a:lnTo>
                  <a:pt x="5846742" y="362584"/>
                </a:lnTo>
                <a:close/>
              </a:path>
              <a:path w="7289800" h="4260215">
                <a:moveTo>
                  <a:pt x="5693329" y="509583"/>
                </a:moveTo>
                <a:lnTo>
                  <a:pt x="5664888" y="537261"/>
                </a:lnTo>
                <a:lnTo>
                  <a:pt x="5637211" y="508820"/>
                </a:lnTo>
                <a:lnTo>
                  <a:pt x="5665651" y="481143"/>
                </a:lnTo>
                <a:lnTo>
                  <a:pt x="5693329" y="509583"/>
                </a:lnTo>
                <a:close/>
              </a:path>
              <a:path w="7289800" h="4260215">
                <a:moveTo>
                  <a:pt x="5539900" y="656587"/>
                </a:moveTo>
                <a:lnTo>
                  <a:pt x="5513832" y="681953"/>
                </a:lnTo>
                <a:lnTo>
                  <a:pt x="5488468" y="655893"/>
                </a:lnTo>
                <a:lnTo>
                  <a:pt x="5514534" y="630518"/>
                </a:lnTo>
                <a:lnTo>
                  <a:pt x="5539900" y="656587"/>
                </a:lnTo>
                <a:close/>
              </a:path>
              <a:path w="7289800" h="4260215">
                <a:moveTo>
                  <a:pt x="5387074" y="803594"/>
                </a:moveTo>
                <a:lnTo>
                  <a:pt x="5362785" y="827227"/>
                </a:lnTo>
                <a:lnTo>
                  <a:pt x="5339143" y="802940"/>
                </a:lnTo>
                <a:lnTo>
                  <a:pt x="5363430" y="779298"/>
                </a:lnTo>
                <a:lnTo>
                  <a:pt x="5387074" y="803594"/>
                </a:lnTo>
                <a:close/>
              </a:path>
              <a:path w="7289800" h="4260215">
                <a:moveTo>
                  <a:pt x="5233652" y="950587"/>
                </a:moveTo>
                <a:lnTo>
                  <a:pt x="5211730" y="971927"/>
                </a:lnTo>
                <a:lnTo>
                  <a:pt x="5190398" y="950003"/>
                </a:lnTo>
                <a:lnTo>
                  <a:pt x="5212322" y="928671"/>
                </a:lnTo>
                <a:lnTo>
                  <a:pt x="5233652" y="950587"/>
                </a:lnTo>
                <a:close/>
              </a:path>
              <a:path w="7289800" h="4260215">
                <a:moveTo>
                  <a:pt x="5081404" y="1097601"/>
                </a:moveTo>
                <a:lnTo>
                  <a:pt x="5060666" y="1117781"/>
                </a:lnTo>
                <a:lnTo>
                  <a:pt x="5040488" y="1097053"/>
                </a:lnTo>
                <a:lnTo>
                  <a:pt x="5061225" y="1076872"/>
                </a:lnTo>
                <a:lnTo>
                  <a:pt x="5081404" y="1097601"/>
                </a:lnTo>
                <a:close/>
              </a:path>
              <a:path w="7289800" h="4260215">
                <a:moveTo>
                  <a:pt x="4927991" y="1244600"/>
                </a:moveTo>
                <a:lnTo>
                  <a:pt x="4909619" y="1262479"/>
                </a:lnTo>
                <a:lnTo>
                  <a:pt x="4891743" y="1244115"/>
                </a:lnTo>
                <a:lnTo>
                  <a:pt x="4910114" y="1226237"/>
                </a:lnTo>
                <a:lnTo>
                  <a:pt x="4927991" y="1244600"/>
                </a:lnTo>
                <a:close/>
              </a:path>
              <a:path w="7289800" h="4260215">
                <a:moveTo>
                  <a:pt x="4775148" y="1391611"/>
                </a:moveTo>
                <a:lnTo>
                  <a:pt x="4758564" y="1407755"/>
                </a:lnTo>
                <a:lnTo>
                  <a:pt x="4742419" y="1391171"/>
                </a:lnTo>
                <a:lnTo>
                  <a:pt x="4759004" y="1375026"/>
                </a:lnTo>
                <a:lnTo>
                  <a:pt x="4775148" y="1391611"/>
                </a:lnTo>
                <a:close/>
              </a:path>
              <a:path w="7289800" h="4260215">
                <a:moveTo>
                  <a:pt x="4622314" y="1538619"/>
                </a:moveTo>
                <a:lnTo>
                  <a:pt x="4607500" y="1553034"/>
                </a:lnTo>
                <a:lnTo>
                  <a:pt x="4593087" y="1538229"/>
                </a:lnTo>
                <a:lnTo>
                  <a:pt x="4607901" y="1523814"/>
                </a:lnTo>
                <a:lnTo>
                  <a:pt x="4622314" y="1538619"/>
                </a:lnTo>
                <a:close/>
              </a:path>
              <a:path w="7289800" h="4260215">
                <a:moveTo>
                  <a:pt x="4469488" y="1685626"/>
                </a:moveTo>
                <a:lnTo>
                  <a:pt x="4456445" y="1698310"/>
                </a:lnTo>
                <a:lnTo>
                  <a:pt x="4443764" y="1685284"/>
                </a:lnTo>
                <a:lnTo>
                  <a:pt x="4456805" y="1672591"/>
                </a:lnTo>
                <a:lnTo>
                  <a:pt x="4469488" y="1685626"/>
                </a:lnTo>
                <a:close/>
              </a:path>
              <a:path w="7289800" h="4260215">
                <a:moveTo>
                  <a:pt x="4316067" y="1832627"/>
                </a:moveTo>
                <a:lnTo>
                  <a:pt x="4305398" y="1843008"/>
                </a:lnTo>
                <a:lnTo>
                  <a:pt x="4295017" y="1832339"/>
                </a:lnTo>
                <a:lnTo>
                  <a:pt x="4305686" y="1821957"/>
                </a:lnTo>
                <a:lnTo>
                  <a:pt x="4316067" y="1832627"/>
                </a:lnTo>
                <a:close/>
              </a:path>
              <a:path w="7289800" h="4260215">
                <a:moveTo>
                  <a:pt x="4163819" y="1979641"/>
                </a:moveTo>
                <a:lnTo>
                  <a:pt x="4154337" y="1988870"/>
                </a:lnTo>
                <a:lnTo>
                  <a:pt x="4145107" y="1979388"/>
                </a:lnTo>
                <a:lnTo>
                  <a:pt x="4154589" y="1970159"/>
                </a:lnTo>
                <a:lnTo>
                  <a:pt x="4163819" y="1979641"/>
                </a:lnTo>
                <a:close/>
              </a:path>
              <a:path w="7289800" h="4260215">
                <a:moveTo>
                  <a:pt x="4011571" y="2126654"/>
                </a:moveTo>
                <a:lnTo>
                  <a:pt x="4003274" y="2134724"/>
                </a:lnTo>
                <a:lnTo>
                  <a:pt x="3995206" y="2126435"/>
                </a:lnTo>
                <a:lnTo>
                  <a:pt x="4003501" y="2118357"/>
                </a:lnTo>
                <a:lnTo>
                  <a:pt x="4011571" y="2126654"/>
                </a:lnTo>
                <a:close/>
              </a:path>
              <a:path w="7289800" h="4260215">
                <a:moveTo>
                  <a:pt x="3859314" y="2273671"/>
                </a:moveTo>
                <a:lnTo>
                  <a:pt x="3852204" y="2280589"/>
                </a:lnTo>
                <a:lnTo>
                  <a:pt x="3845288" y="2273486"/>
                </a:lnTo>
                <a:lnTo>
                  <a:pt x="3852397" y="2266561"/>
                </a:lnTo>
                <a:lnTo>
                  <a:pt x="3859314" y="2273671"/>
                </a:lnTo>
                <a:close/>
              </a:path>
              <a:path w="7289800" h="4260215">
                <a:moveTo>
                  <a:pt x="3707066" y="2420685"/>
                </a:moveTo>
                <a:lnTo>
                  <a:pt x="3701142" y="2426451"/>
                </a:lnTo>
                <a:lnTo>
                  <a:pt x="3695377" y="2420527"/>
                </a:lnTo>
                <a:lnTo>
                  <a:pt x="3701301" y="2414762"/>
                </a:lnTo>
                <a:lnTo>
                  <a:pt x="3707066" y="2420685"/>
                </a:lnTo>
                <a:close/>
              </a:path>
              <a:path w="7289800" h="4260215">
                <a:moveTo>
                  <a:pt x="3554818" y="2567700"/>
                </a:moveTo>
                <a:lnTo>
                  <a:pt x="3550081" y="2572313"/>
                </a:lnTo>
                <a:lnTo>
                  <a:pt x="3545467" y="2567576"/>
                </a:lnTo>
                <a:lnTo>
                  <a:pt x="3550204" y="2562962"/>
                </a:lnTo>
                <a:lnTo>
                  <a:pt x="3554818" y="2567700"/>
                </a:lnTo>
                <a:close/>
              </a:path>
              <a:path w="7289800" h="4260215">
                <a:moveTo>
                  <a:pt x="3402571" y="2714722"/>
                </a:moveTo>
                <a:lnTo>
                  <a:pt x="3399019" y="2718175"/>
                </a:lnTo>
                <a:lnTo>
                  <a:pt x="3395555" y="2714617"/>
                </a:lnTo>
                <a:lnTo>
                  <a:pt x="3399105" y="2711155"/>
                </a:lnTo>
                <a:lnTo>
                  <a:pt x="3402571" y="2714722"/>
                </a:lnTo>
                <a:close/>
              </a:path>
              <a:path w="7289800" h="4260215">
                <a:moveTo>
                  <a:pt x="3250321" y="2861728"/>
                </a:moveTo>
                <a:lnTo>
                  <a:pt x="3247947" y="2864031"/>
                </a:lnTo>
                <a:lnTo>
                  <a:pt x="3245648" y="2861674"/>
                </a:lnTo>
                <a:lnTo>
                  <a:pt x="3248019" y="2859362"/>
                </a:lnTo>
                <a:lnTo>
                  <a:pt x="3250321" y="2861728"/>
                </a:lnTo>
                <a:close/>
              </a:path>
              <a:path w="7289800" h="4260215">
                <a:moveTo>
                  <a:pt x="3098072" y="3008742"/>
                </a:moveTo>
                <a:lnTo>
                  <a:pt x="3096885" y="3009894"/>
                </a:lnTo>
                <a:lnTo>
                  <a:pt x="3095735" y="3008715"/>
                </a:lnTo>
                <a:lnTo>
                  <a:pt x="3096922" y="3007563"/>
                </a:lnTo>
                <a:lnTo>
                  <a:pt x="3098072" y="3008742"/>
                </a:lnTo>
                <a:close/>
              </a:path>
              <a:path w="7289800" h="4260215">
                <a:moveTo>
                  <a:pt x="5853127" y="64509"/>
                </a:moveTo>
                <a:lnTo>
                  <a:pt x="5819956" y="96790"/>
                </a:lnTo>
                <a:lnTo>
                  <a:pt x="5787666" y="63621"/>
                </a:lnTo>
                <a:lnTo>
                  <a:pt x="5820844" y="31330"/>
                </a:lnTo>
                <a:lnTo>
                  <a:pt x="5853127" y="64509"/>
                </a:lnTo>
                <a:close/>
              </a:path>
              <a:path w="7289800" h="4260215">
                <a:moveTo>
                  <a:pt x="5700878" y="211521"/>
                </a:moveTo>
                <a:lnTo>
                  <a:pt x="5668889" y="242663"/>
                </a:lnTo>
                <a:lnTo>
                  <a:pt x="5637747" y="210664"/>
                </a:lnTo>
                <a:lnTo>
                  <a:pt x="5669748" y="179530"/>
                </a:lnTo>
                <a:lnTo>
                  <a:pt x="5700878" y="211521"/>
                </a:lnTo>
                <a:close/>
              </a:path>
              <a:path w="7289800" h="4260215">
                <a:moveTo>
                  <a:pt x="5547456" y="358517"/>
                </a:moveTo>
                <a:lnTo>
                  <a:pt x="5517837" y="387344"/>
                </a:lnTo>
                <a:lnTo>
                  <a:pt x="5489010" y="357726"/>
                </a:lnTo>
                <a:lnTo>
                  <a:pt x="5518629" y="328898"/>
                </a:lnTo>
                <a:lnTo>
                  <a:pt x="5547456" y="358517"/>
                </a:lnTo>
                <a:close/>
              </a:path>
              <a:path w="7289800" h="4260215">
                <a:moveTo>
                  <a:pt x="5393458" y="505510"/>
                </a:moveTo>
                <a:lnTo>
                  <a:pt x="5366797" y="531457"/>
                </a:lnTo>
                <a:lnTo>
                  <a:pt x="5340850" y="504796"/>
                </a:lnTo>
                <a:lnTo>
                  <a:pt x="5367511" y="478849"/>
                </a:lnTo>
                <a:lnTo>
                  <a:pt x="5393458" y="505510"/>
                </a:lnTo>
                <a:close/>
              </a:path>
              <a:path w="7289800" h="4260215">
                <a:moveTo>
                  <a:pt x="5240615" y="652521"/>
                </a:moveTo>
                <a:lnTo>
                  <a:pt x="5215741" y="676733"/>
                </a:lnTo>
                <a:lnTo>
                  <a:pt x="5191527" y="651851"/>
                </a:lnTo>
                <a:lnTo>
                  <a:pt x="5216401" y="627639"/>
                </a:lnTo>
                <a:lnTo>
                  <a:pt x="5240615" y="652521"/>
                </a:lnTo>
                <a:close/>
              </a:path>
              <a:path w="7289800" h="4260215">
                <a:moveTo>
                  <a:pt x="5087789" y="799527"/>
                </a:moveTo>
                <a:lnTo>
                  <a:pt x="5064688" y="822017"/>
                </a:lnTo>
                <a:lnTo>
                  <a:pt x="5042196" y="798908"/>
                </a:lnTo>
                <a:lnTo>
                  <a:pt x="5065307" y="776424"/>
                </a:lnTo>
                <a:lnTo>
                  <a:pt x="5087789" y="799527"/>
                </a:lnTo>
                <a:close/>
              </a:path>
              <a:path w="7289800" h="4260215">
                <a:moveTo>
                  <a:pt x="4934955" y="946536"/>
                </a:moveTo>
                <a:lnTo>
                  <a:pt x="4913625" y="967296"/>
                </a:lnTo>
                <a:lnTo>
                  <a:pt x="4892873" y="945964"/>
                </a:lnTo>
                <a:lnTo>
                  <a:pt x="4914205" y="925212"/>
                </a:lnTo>
                <a:lnTo>
                  <a:pt x="4934955" y="946536"/>
                </a:lnTo>
                <a:close/>
              </a:path>
              <a:path w="7289800" h="4260215">
                <a:moveTo>
                  <a:pt x="4781534" y="1093537"/>
                </a:moveTo>
                <a:lnTo>
                  <a:pt x="4762576" y="1111985"/>
                </a:lnTo>
                <a:lnTo>
                  <a:pt x="4744127" y="1093027"/>
                </a:lnTo>
                <a:lnTo>
                  <a:pt x="4763085" y="1074578"/>
                </a:lnTo>
                <a:lnTo>
                  <a:pt x="4781534" y="1093537"/>
                </a:lnTo>
                <a:close/>
              </a:path>
              <a:path w="7289800" h="4260215">
                <a:moveTo>
                  <a:pt x="4628708" y="1240543"/>
                </a:moveTo>
                <a:lnTo>
                  <a:pt x="4611529" y="1257259"/>
                </a:lnTo>
                <a:lnTo>
                  <a:pt x="4594804" y="1240082"/>
                </a:lnTo>
                <a:lnTo>
                  <a:pt x="4611989" y="1223356"/>
                </a:lnTo>
                <a:lnTo>
                  <a:pt x="4628708" y="1240543"/>
                </a:lnTo>
                <a:close/>
              </a:path>
              <a:path w="7289800" h="4260215">
                <a:moveTo>
                  <a:pt x="4475873" y="1387549"/>
                </a:moveTo>
                <a:lnTo>
                  <a:pt x="4460465" y="1402538"/>
                </a:lnTo>
                <a:lnTo>
                  <a:pt x="4445481" y="1387138"/>
                </a:lnTo>
                <a:lnTo>
                  <a:pt x="4460879" y="1372145"/>
                </a:lnTo>
                <a:lnTo>
                  <a:pt x="4475873" y="1387549"/>
                </a:lnTo>
                <a:close/>
              </a:path>
              <a:path w="7289800" h="4260215">
                <a:moveTo>
                  <a:pt x="4323031" y="1534561"/>
                </a:moveTo>
                <a:lnTo>
                  <a:pt x="4309410" y="1547815"/>
                </a:lnTo>
                <a:lnTo>
                  <a:pt x="4296147" y="1534188"/>
                </a:lnTo>
                <a:lnTo>
                  <a:pt x="4309768" y="1520935"/>
                </a:lnTo>
                <a:lnTo>
                  <a:pt x="4323031" y="1534561"/>
                </a:lnTo>
                <a:close/>
              </a:path>
              <a:path w="7289800" h="4260215">
                <a:moveTo>
                  <a:pt x="4169618" y="1681561"/>
                </a:moveTo>
                <a:lnTo>
                  <a:pt x="4158362" y="1692512"/>
                </a:lnTo>
                <a:lnTo>
                  <a:pt x="4147403" y="1681259"/>
                </a:lnTo>
                <a:lnTo>
                  <a:pt x="4158665" y="1670298"/>
                </a:lnTo>
                <a:lnTo>
                  <a:pt x="4169618" y="1681561"/>
                </a:lnTo>
                <a:close/>
              </a:path>
              <a:path w="7289800" h="4260215">
                <a:moveTo>
                  <a:pt x="4017368" y="1828567"/>
                </a:moveTo>
                <a:lnTo>
                  <a:pt x="4007291" y="1838368"/>
                </a:lnTo>
                <a:lnTo>
                  <a:pt x="3997492" y="1828300"/>
                </a:lnTo>
                <a:lnTo>
                  <a:pt x="4007569" y="1818499"/>
                </a:lnTo>
                <a:lnTo>
                  <a:pt x="4017368" y="1828567"/>
                </a:lnTo>
                <a:close/>
              </a:path>
              <a:path w="7289800" h="4260215">
                <a:moveTo>
                  <a:pt x="3865112" y="1975583"/>
                </a:moveTo>
                <a:lnTo>
                  <a:pt x="3856230" y="1984231"/>
                </a:lnTo>
                <a:lnTo>
                  <a:pt x="3847583" y="1975349"/>
                </a:lnTo>
                <a:lnTo>
                  <a:pt x="3856464" y="1966702"/>
                </a:lnTo>
                <a:lnTo>
                  <a:pt x="3865112" y="1975583"/>
                </a:lnTo>
                <a:close/>
              </a:path>
              <a:path w="7289800" h="4260215">
                <a:moveTo>
                  <a:pt x="3712865" y="2122606"/>
                </a:moveTo>
                <a:lnTo>
                  <a:pt x="3705168" y="2130093"/>
                </a:lnTo>
                <a:lnTo>
                  <a:pt x="3697671" y="2122390"/>
                </a:lnTo>
                <a:lnTo>
                  <a:pt x="3705368" y="2114903"/>
                </a:lnTo>
                <a:lnTo>
                  <a:pt x="3712865" y="2122606"/>
                </a:lnTo>
                <a:close/>
              </a:path>
              <a:path w="7289800" h="4260215">
                <a:moveTo>
                  <a:pt x="3560037" y="2269604"/>
                </a:moveTo>
                <a:lnTo>
                  <a:pt x="3554113" y="2275369"/>
                </a:lnTo>
                <a:lnTo>
                  <a:pt x="3548348" y="2269445"/>
                </a:lnTo>
                <a:lnTo>
                  <a:pt x="3554271" y="2263680"/>
                </a:lnTo>
                <a:lnTo>
                  <a:pt x="3560037" y="2269604"/>
                </a:lnTo>
                <a:close/>
              </a:path>
              <a:path w="7289800" h="4260215">
                <a:moveTo>
                  <a:pt x="3407788" y="2416618"/>
                </a:moveTo>
                <a:lnTo>
                  <a:pt x="3403044" y="2421234"/>
                </a:lnTo>
                <a:lnTo>
                  <a:pt x="3398430" y="2416497"/>
                </a:lnTo>
                <a:lnTo>
                  <a:pt x="3403175" y="2411881"/>
                </a:lnTo>
                <a:lnTo>
                  <a:pt x="3407788" y="2416618"/>
                </a:lnTo>
                <a:close/>
              </a:path>
              <a:path w="7289800" h="4260215">
                <a:moveTo>
                  <a:pt x="3255542" y="2563640"/>
                </a:moveTo>
                <a:lnTo>
                  <a:pt x="3251982" y="2567096"/>
                </a:lnTo>
                <a:lnTo>
                  <a:pt x="3248528" y="2563544"/>
                </a:lnTo>
                <a:lnTo>
                  <a:pt x="3252078" y="2560082"/>
                </a:lnTo>
                <a:lnTo>
                  <a:pt x="3255542" y="2563640"/>
                </a:lnTo>
                <a:close/>
              </a:path>
              <a:path w="7289800" h="4260215">
                <a:moveTo>
                  <a:pt x="3103294" y="2710654"/>
                </a:moveTo>
                <a:lnTo>
                  <a:pt x="3100920" y="2712958"/>
                </a:lnTo>
                <a:lnTo>
                  <a:pt x="3098610" y="2710594"/>
                </a:lnTo>
                <a:lnTo>
                  <a:pt x="3100982" y="2708282"/>
                </a:lnTo>
                <a:lnTo>
                  <a:pt x="3103294" y="2710654"/>
                </a:lnTo>
                <a:close/>
              </a:path>
              <a:path w="7289800" h="4260215">
                <a:moveTo>
                  <a:pt x="2951624" y="2857676"/>
                </a:moveTo>
                <a:lnTo>
                  <a:pt x="2949845" y="2859408"/>
                </a:lnTo>
                <a:lnTo>
                  <a:pt x="2948112" y="2857629"/>
                </a:lnTo>
                <a:lnTo>
                  <a:pt x="2949892" y="2855897"/>
                </a:lnTo>
                <a:lnTo>
                  <a:pt x="2951624" y="2857676"/>
                </a:lnTo>
                <a:close/>
              </a:path>
              <a:path w="7289800" h="4260215">
                <a:moveTo>
                  <a:pt x="5554441" y="60457"/>
                </a:moveTo>
                <a:lnTo>
                  <a:pt x="5521848" y="92171"/>
                </a:lnTo>
                <a:lnTo>
                  <a:pt x="5490134" y="59579"/>
                </a:lnTo>
                <a:lnTo>
                  <a:pt x="5522727" y="27865"/>
                </a:lnTo>
                <a:lnTo>
                  <a:pt x="5554441" y="60457"/>
                </a:lnTo>
                <a:close/>
              </a:path>
              <a:path w="7289800" h="4260215">
                <a:moveTo>
                  <a:pt x="5401010" y="207453"/>
                </a:moveTo>
                <a:lnTo>
                  <a:pt x="5370799" y="236861"/>
                </a:lnTo>
                <a:lnTo>
                  <a:pt x="5341400" y="206648"/>
                </a:lnTo>
                <a:lnTo>
                  <a:pt x="5371610" y="177240"/>
                </a:lnTo>
                <a:lnTo>
                  <a:pt x="5401010" y="207453"/>
                </a:lnTo>
                <a:close/>
              </a:path>
              <a:path w="7289800" h="4260215">
                <a:moveTo>
                  <a:pt x="5247596" y="354453"/>
                </a:moveTo>
                <a:lnTo>
                  <a:pt x="5219757" y="381548"/>
                </a:lnTo>
                <a:lnTo>
                  <a:pt x="5192651" y="353703"/>
                </a:lnTo>
                <a:lnTo>
                  <a:pt x="5220499" y="326605"/>
                </a:lnTo>
                <a:lnTo>
                  <a:pt x="5247596" y="354453"/>
                </a:lnTo>
                <a:close/>
              </a:path>
              <a:path w="7289800" h="4260215">
                <a:moveTo>
                  <a:pt x="5094177" y="501454"/>
                </a:moveTo>
                <a:lnTo>
                  <a:pt x="5068702" y="526248"/>
                </a:lnTo>
                <a:lnTo>
                  <a:pt x="5043908" y="500774"/>
                </a:lnTo>
                <a:lnTo>
                  <a:pt x="5069390" y="475978"/>
                </a:lnTo>
                <a:lnTo>
                  <a:pt x="5094177" y="501454"/>
                </a:lnTo>
                <a:close/>
              </a:path>
              <a:path w="7289800" h="4260215">
                <a:moveTo>
                  <a:pt x="4941342" y="648463"/>
                </a:moveTo>
                <a:lnTo>
                  <a:pt x="4917647" y="671525"/>
                </a:lnTo>
                <a:lnTo>
                  <a:pt x="4894575" y="647823"/>
                </a:lnTo>
                <a:lnTo>
                  <a:pt x="4918278" y="624759"/>
                </a:lnTo>
                <a:lnTo>
                  <a:pt x="4941342" y="648463"/>
                </a:lnTo>
                <a:close/>
              </a:path>
              <a:path w="7289800" h="4260215">
                <a:moveTo>
                  <a:pt x="4788516" y="795469"/>
                </a:moveTo>
                <a:lnTo>
                  <a:pt x="4766592" y="816801"/>
                </a:lnTo>
                <a:lnTo>
                  <a:pt x="4745251" y="794879"/>
                </a:lnTo>
                <a:lnTo>
                  <a:pt x="4767175" y="773547"/>
                </a:lnTo>
                <a:lnTo>
                  <a:pt x="4788516" y="795469"/>
                </a:lnTo>
                <a:close/>
              </a:path>
              <a:path w="7289800" h="4260215">
                <a:moveTo>
                  <a:pt x="4635673" y="942479"/>
                </a:moveTo>
                <a:lnTo>
                  <a:pt x="4615529" y="962080"/>
                </a:lnTo>
                <a:lnTo>
                  <a:pt x="4595928" y="941935"/>
                </a:lnTo>
                <a:lnTo>
                  <a:pt x="4616073" y="922334"/>
                </a:lnTo>
                <a:lnTo>
                  <a:pt x="4635673" y="942479"/>
                </a:lnTo>
                <a:close/>
              </a:path>
              <a:path w="7289800" h="4260215">
                <a:moveTo>
                  <a:pt x="4482260" y="1089477"/>
                </a:moveTo>
                <a:lnTo>
                  <a:pt x="4464490" y="1106775"/>
                </a:lnTo>
                <a:lnTo>
                  <a:pt x="4447183" y="1088997"/>
                </a:lnTo>
                <a:lnTo>
                  <a:pt x="4464963" y="1071699"/>
                </a:lnTo>
                <a:lnTo>
                  <a:pt x="4482260" y="1089477"/>
                </a:lnTo>
                <a:close/>
              </a:path>
              <a:path w="7289800" h="4260215">
                <a:moveTo>
                  <a:pt x="4329433" y="1236476"/>
                </a:moveTo>
                <a:lnTo>
                  <a:pt x="4313434" y="1252051"/>
                </a:lnTo>
                <a:lnTo>
                  <a:pt x="4297859" y="1236053"/>
                </a:lnTo>
                <a:lnTo>
                  <a:pt x="4313857" y="1220478"/>
                </a:lnTo>
                <a:lnTo>
                  <a:pt x="4329433" y="1236476"/>
                </a:lnTo>
                <a:close/>
              </a:path>
              <a:path w="7289800" h="4260215">
                <a:moveTo>
                  <a:pt x="4176590" y="1383486"/>
                </a:moveTo>
                <a:lnTo>
                  <a:pt x="4162371" y="1397329"/>
                </a:lnTo>
                <a:lnTo>
                  <a:pt x="4148536" y="1383108"/>
                </a:lnTo>
                <a:lnTo>
                  <a:pt x="4162755" y="1369265"/>
                </a:lnTo>
                <a:lnTo>
                  <a:pt x="4176590" y="1383486"/>
                </a:lnTo>
                <a:close/>
              </a:path>
              <a:path w="7289800" h="4260215">
                <a:moveTo>
                  <a:pt x="4023167" y="1530480"/>
                </a:moveTo>
                <a:lnTo>
                  <a:pt x="4011320" y="1542011"/>
                </a:lnTo>
                <a:lnTo>
                  <a:pt x="3999789" y="1530164"/>
                </a:lnTo>
                <a:lnTo>
                  <a:pt x="4011636" y="1518633"/>
                </a:lnTo>
                <a:lnTo>
                  <a:pt x="4023167" y="1530480"/>
                </a:lnTo>
                <a:close/>
              </a:path>
              <a:path w="7289800" h="4260215">
                <a:moveTo>
                  <a:pt x="3870921" y="1677502"/>
                </a:moveTo>
                <a:lnTo>
                  <a:pt x="3860260" y="1687881"/>
                </a:lnTo>
                <a:lnTo>
                  <a:pt x="3849881" y="1677220"/>
                </a:lnTo>
                <a:lnTo>
                  <a:pt x="3860550" y="1666839"/>
                </a:lnTo>
                <a:lnTo>
                  <a:pt x="3870921" y="1677502"/>
                </a:lnTo>
                <a:close/>
              </a:path>
              <a:path w="7289800" h="4260215">
                <a:moveTo>
                  <a:pt x="3718673" y="1824516"/>
                </a:moveTo>
                <a:lnTo>
                  <a:pt x="3709196" y="1833735"/>
                </a:lnTo>
                <a:lnTo>
                  <a:pt x="3699969" y="1824261"/>
                </a:lnTo>
                <a:lnTo>
                  <a:pt x="3709453" y="1815040"/>
                </a:lnTo>
                <a:lnTo>
                  <a:pt x="3718673" y="1824516"/>
                </a:lnTo>
                <a:close/>
              </a:path>
              <a:path w="7289800" h="4260215">
                <a:moveTo>
                  <a:pt x="3566424" y="1971530"/>
                </a:moveTo>
                <a:lnTo>
                  <a:pt x="3558129" y="1979608"/>
                </a:lnTo>
                <a:lnTo>
                  <a:pt x="3550060" y="1971310"/>
                </a:lnTo>
                <a:lnTo>
                  <a:pt x="3558355" y="1963233"/>
                </a:lnTo>
                <a:lnTo>
                  <a:pt x="3566424" y="1971530"/>
                </a:lnTo>
                <a:close/>
              </a:path>
              <a:path w="7289800" h="4260215">
                <a:moveTo>
                  <a:pt x="3413590" y="2118538"/>
                </a:moveTo>
                <a:lnTo>
                  <a:pt x="3407074" y="2124884"/>
                </a:lnTo>
                <a:lnTo>
                  <a:pt x="3400728" y="2118368"/>
                </a:lnTo>
                <a:lnTo>
                  <a:pt x="3407244" y="2112022"/>
                </a:lnTo>
                <a:lnTo>
                  <a:pt x="3413590" y="2118538"/>
                </a:lnTo>
                <a:close/>
              </a:path>
              <a:path w="7289800" h="4260215">
                <a:moveTo>
                  <a:pt x="3261341" y="2265552"/>
                </a:moveTo>
                <a:lnTo>
                  <a:pt x="3256010" y="2270738"/>
                </a:lnTo>
                <a:lnTo>
                  <a:pt x="3250825" y="2265407"/>
                </a:lnTo>
                <a:lnTo>
                  <a:pt x="3256148" y="2260223"/>
                </a:lnTo>
                <a:lnTo>
                  <a:pt x="3261341" y="2265552"/>
                </a:lnTo>
                <a:close/>
              </a:path>
              <a:path w="7289800" h="4260215">
                <a:moveTo>
                  <a:pt x="3109095" y="2412575"/>
                </a:moveTo>
                <a:lnTo>
                  <a:pt x="3104951" y="2416608"/>
                </a:lnTo>
                <a:lnTo>
                  <a:pt x="3100907" y="2412458"/>
                </a:lnTo>
                <a:lnTo>
                  <a:pt x="3105051" y="2408424"/>
                </a:lnTo>
                <a:lnTo>
                  <a:pt x="3109095" y="2412575"/>
                </a:lnTo>
                <a:close/>
              </a:path>
              <a:path w="7289800" h="4260215">
                <a:moveTo>
                  <a:pt x="2956837" y="2559583"/>
                </a:moveTo>
                <a:lnTo>
                  <a:pt x="2953879" y="2562464"/>
                </a:lnTo>
                <a:lnTo>
                  <a:pt x="2950997" y="2559506"/>
                </a:lnTo>
                <a:lnTo>
                  <a:pt x="2953955" y="2556625"/>
                </a:lnTo>
                <a:lnTo>
                  <a:pt x="2956837" y="2559583"/>
                </a:lnTo>
                <a:close/>
              </a:path>
              <a:path w="7289800" h="4260215">
                <a:moveTo>
                  <a:pt x="2804597" y="2706595"/>
                </a:moveTo>
                <a:lnTo>
                  <a:pt x="2802817" y="2708327"/>
                </a:lnTo>
                <a:lnTo>
                  <a:pt x="2801088" y="2706556"/>
                </a:lnTo>
                <a:lnTo>
                  <a:pt x="2802867" y="2704824"/>
                </a:lnTo>
                <a:lnTo>
                  <a:pt x="2804597" y="2706595"/>
                </a:lnTo>
                <a:close/>
              </a:path>
              <a:path w="7289800" h="4260215">
                <a:moveTo>
                  <a:pt x="5255163" y="56387"/>
                </a:moveTo>
                <a:lnTo>
                  <a:pt x="5223757" y="86949"/>
                </a:lnTo>
                <a:lnTo>
                  <a:pt x="5193197" y="55551"/>
                </a:lnTo>
                <a:lnTo>
                  <a:pt x="5224603" y="24989"/>
                </a:lnTo>
                <a:lnTo>
                  <a:pt x="5255163" y="56387"/>
                </a:lnTo>
                <a:close/>
              </a:path>
              <a:path w="7289800" h="4260215">
                <a:moveTo>
                  <a:pt x="5101734" y="203391"/>
                </a:moveTo>
                <a:lnTo>
                  <a:pt x="5072700" y="231640"/>
                </a:lnTo>
                <a:lnTo>
                  <a:pt x="5044452" y="202614"/>
                </a:lnTo>
                <a:lnTo>
                  <a:pt x="5073477" y="174358"/>
                </a:lnTo>
                <a:lnTo>
                  <a:pt x="5101734" y="203391"/>
                </a:lnTo>
                <a:close/>
              </a:path>
              <a:path w="7289800" h="4260215">
                <a:moveTo>
                  <a:pt x="4947734" y="350376"/>
                </a:moveTo>
                <a:lnTo>
                  <a:pt x="4921665" y="375742"/>
                </a:lnTo>
                <a:lnTo>
                  <a:pt x="4896291" y="349676"/>
                </a:lnTo>
                <a:lnTo>
                  <a:pt x="4922367" y="324308"/>
                </a:lnTo>
                <a:lnTo>
                  <a:pt x="4947734" y="350376"/>
                </a:lnTo>
                <a:close/>
              </a:path>
              <a:path w="7289800" h="4260215">
                <a:moveTo>
                  <a:pt x="4794899" y="497385"/>
                </a:moveTo>
                <a:lnTo>
                  <a:pt x="4770610" y="521019"/>
                </a:lnTo>
                <a:lnTo>
                  <a:pt x="4746968" y="496732"/>
                </a:lnTo>
                <a:lnTo>
                  <a:pt x="4771257" y="473097"/>
                </a:lnTo>
                <a:lnTo>
                  <a:pt x="4794899" y="497385"/>
                </a:lnTo>
                <a:close/>
              </a:path>
              <a:path w="7289800" h="4260215">
                <a:moveTo>
                  <a:pt x="4642073" y="644391"/>
                </a:moveTo>
                <a:lnTo>
                  <a:pt x="4619556" y="666303"/>
                </a:lnTo>
                <a:lnTo>
                  <a:pt x="4597644" y="643786"/>
                </a:lnTo>
                <a:lnTo>
                  <a:pt x="4620161" y="621874"/>
                </a:lnTo>
                <a:lnTo>
                  <a:pt x="4642073" y="644391"/>
                </a:lnTo>
                <a:close/>
              </a:path>
              <a:path w="7289800" h="4260215">
                <a:moveTo>
                  <a:pt x="4489230" y="791401"/>
                </a:moveTo>
                <a:lnTo>
                  <a:pt x="4468493" y="811582"/>
                </a:lnTo>
                <a:lnTo>
                  <a:pt x="4448312" y="790844"/>
                </a:lnTo>
                <a:lnTo>
                  <a:pt x="4469050" y="770664"/>
                </a:lnTo>
                <a:lnTo>
                  <a:pt x="4489230" y="791401"/>
                </a:lnTo>
                <a:close/>
              </a:path>
              <a:path w="7289800" h="4260215">
                <a:moveTo>
                  <a:pt x="4335808" y="938395"/>
                </a:moveTo>
                <a:lnTo>
                  <a:pt x="4317444" y="956271"/>
                </a:lnTo>
                <a:lnTo>
                  <a:pt x="4299568" y="937908"/>
                </a:lnTo>
                <a:lnTo>
                  <a:pt x="4317939" y="920029"/>
                </a:lnTo>
                <a:lnTo>
                  <a:pt x="4335808" y="938395"/>
                </a:lnTo>
                <a:close/>
              </a:path>
              <a:path w="7289800" h="4260215">
                <a:moveTo>
                  <a:pt x="4182984" y="1085409"/>
                </a:moveTo>
                <a:lnTo>
                  <a:pt x="4166399" y="1101553"/>
                </a:lnTo>
                <a:lnTo>
                  <a:pt x="4150253" y="1084961"/>
                </a:lnTo>
                <a:lnTo>
                  <a:pt x="4166837" y="1068816"/>
                </a:lnTo>
                <a:lnTo>
                  <a:pt x="4182984" y="1085409"/>
                </a:lnTo>
                <a:close/>
              </a:path>
              <a:path w="7289800" h="4260215">
                <a:moveTo>
                  <a:pt x="4030149" y="1232417"/>
                </a:moveTo>
                <a:lnTo>
                  <a:pt x="4015335" y="1246832"/>
                </a:lnTo>
                <a:lnTo>
                  <a:pt x="4000920" y="1232019"/>
                </a:lnTo>
                <a:lnTo>
                  <a:pt x="4015734" y="1217603"/>
                </a:lnTo>
                <a:lnTo>
                  <a:pt x="4030149" y="1232417"/>
                </a:lnTo>
                <a:close/>
              </a:path>
              <a:path w="7289800" h="4260215">
                <a:moveTo>
                  <a:pt x="3877314" y="1379426"/>
                </a:moveTo>
                <a:lnTo>
                  <a:pt x="3864280" y="1392109"/>
                </a:lnTo>
                <a:lnTo>
                  <a:pt x="3851595" y="1379066"/>
                </a:lnTo>
                <a:lnTo>
                  <a:pt x="3864621" y="1366385"/>
                </a:lnTo>
                <a:lnTo>
                  <a:pt x="3877314" y="1379426"/>
                </a:lnTo>
                <a:close/>
              </a:path>
              <a:path w="7289800" h="4260215">
                <a:moveTo>
                  <a:pt x="3723894" y="1526427"/>
                </a:moveTo>
                <a:lnTo>
                  <a:pt x="3713233" y="1536806"/>
                </a:lnTo>
                <a:lnTo>
                  <a:pt x="3702852" y="1526137"/>
                </a:lnTo>
                <a:lnTo>
                  <a:pt x="3713513" y="1515758"/>
                </a:lnTo>
                <a:lnTo>
                  <a:pt x="3723894" y="1526427"/>
                </a:lnTo>
                <a:close/>
              </a:path>
              <a:path w="7289800" h="4260215">
                <a:moveTo>
                  <a:pt x="3571644" y="1673434"/>
                </a:moveTo>
                <a:lnTo>
                  <a:pt x="3562162" y="1682663"/>
                </a:lnTo>
                <a:lnTo>
                  <a:pt x="3552940" y="1673179"/>
                </a:lnTo>
                <a:lnTo>
                  <a:pt x="3562416" y="1663960"/>
                </a:lnTo>
                <a:lnTo>
                  <a:pt x="3571644" y="1673434"/>
                </a:lnTo>
                <a:close/>
              </a:path>
              <a:path w="7289800" h="4260215">
                <a:moveTo>
                  <a:pt x="3419395" y="1820447"/>
                </a:moveTo>
                <a:lnTo>
                  <a:pt x="3411100" y="1828525"/>
                </a:lnTo>
                <a:lnTo>
                  <a:pt x="3403022" y="1820230"/>
                </a:lnTo>
                <a:lnTo>
                  <a:pt x="3411317" y="1812152"/>
                </a:lnTo>
                <a:lnTo>
                  <a:pt x="3419395" y="1820447"/>
                </a:lnTo>
                <a:close/>
              </a:path>
              <a:path w="7289800" h="4260215">
                <a:moveTo>
                  <a:pt x="3267148" y="1967470"/>
                </a:moveTo>
                <a:lnTo>
                  <a:pt x="3260038" y="1974387"/>
                </a:lnTo>
                <a:lnTo>
                  <a:pt x="3253118" y="1967268"/>
                </a:lnTo>
                <a:lnTo>
                  <a:pt x="3260221" y="1960353"/>
                </a:lnTo>
                <a:lnTo>
                  <a:pt x="3267148" y="1967470"/>
                </a:lnTo>
                <a:close/>
              </a:path>
              <a:path w="7289800" h="4260215">
                <a:moveTo>
                  <a:pt x="3114306" y="2114480"/>
                </a:moveTo>
                <a:lnTo>
                  <a:pt x="3108983" y="2119663"/>
                </a:lnTo>
                <a:lnTo>
                  <a:pt x="3103787" y="2114325"/>
                </a:lnTo>
                <a:lnTo>
                  <a:pt x="3109118" y="2109140"/>
                </a:lnTo>
                <a:lnTo>
                  <a:pt x="3114306" y="2114480"/>
                </a:lnTo>
                <a:close/>
              </a:path>
              <a:path w="7289800" h="4260215">
                <a:moveTo>
                  <a:pt x="2962058" y="2261494"/>
                </a:moveTo>
                <a:lnTo>
                  <a:pt x="2957913" y="2265527"/>
                </a:lnTo>
                <a:lnTo>
                  <a:pt x="2953877" y="2261375"/>
                </a:lnTo>
                <a:lnTo>
                  <a:pt x="2958022" y="2257341"/>
                </a:lnTo>
                <a:lnTo>
                  <a:pt x="2962058" y="2261494"/>
                </a:lnTo>
                <a:close/>
              </a:path>
              <a:path w="7289800" h="4260215">
                <a:moveTo>
                  <a:pt x="2809809" y="2408508"/>
                </a:moveTo>
                <a:lnTo>
                  <a:pt x="2806852" y="2411390"/>
                </a:lnTo>
                <a:lnTo>
                  <a:pt x="2803970" y="2408432"/>
                </a:lnTo>
                <a:lnTo>
                  <a:pt x="2806928" y="2405550"/>
                </a:lnTo>
                <a:lnTo>
                  <a:pt x="2809809" y="2408508"/>
                </a:lnTo>
                <a:close/>
              </a:path>
              <a:path w="7289800" h="4260215">
                <a:moveTo>
                  <a:pt x="2657569" y="2555520"/>
                </a:moveTo>
                <a:lnTo>
                  <a:pt x="2655790" y="2557252"/>
                </a:lnTo>
                <a:lnTo>
                  <a:pt x="2654058" y="2555473"/>
                </a:lnTo>
                <a:lnTo>
                  <a:pt x="2655837" y="2553741"/>
                </a:lnTo>
                <a:lnTo>
                  <a:pt x="2657569" y="2555520"/>
                </a:lnTo>
                <a:close/>
              </a:path>
              <a:path w="7289800" h="4260215">
                <a:moveTo>
                  <a:pt x="4955291" y="52316"/>
                </a:moveTo>
                <a:lnTo>
                  <a:pt x="4925664" y="81146"/>
                </a:lnTo>
                <a:lnTo>
                  <a:pt x="4896837" y="51527"/>
                </a:lnTo>
                <a:lnTo>
                  <a:pt x="4926464" y="22697"/>
                </a:lnTo>
                <a:lnTo>
                  <a:pt x="4955291" y="52316"/>
                </a:lnTo>
                <a:close/>
              </a:path>
              <a:path w="7289800" h="4260215">
                <a:moveTo>
                  <a:pt x="4801870" y="199318"/>
                </a:moveTo>
                <a:lnTo>
                  <a:pt x="4774626" y="225842"/>
                </a:lnTo>
                <a:lnTo>
                  <a:pt x="4748097" y="198580"/>
                </a:lnTo>
                <a:lnTo>
                  <a:pt x="4775344" y="172065"/>
                </a:lnTo>
                <a:lnTo>
                  <a:pt x="4801870" y="199318"/>
                </a:lnTo>
                <a:close/>
              </a:path>
              <a:path w="7289800" h="4260215">
                <a:moveTo>
                  <a:pt x="4648448" y="346311"/>
                </a:moveTo>
                <a:lnTo>
                  <a:pt x="4623568" y="370533"/>
                </a:lnTo>
                <a:lnTo>
                  <a:pt x="4599354" y="345651"/>
                </a:lnTo>
                <a:lnTo>
                  <a:pt x="4624236" y="321437"/>
                </a:lnTo>
                <a:lnTo>
                  <a:pt x="4648448" y="346311"/>
                </a:lnTo>
                <a:close/>
              </a:path>
              <a:path w="7289800" h="4260215">
                <a:moveTo>
                  <a:pt x="4495613" y="493320"/>
                </a:moveTo>
                <a:lnTo>
                  <a:pt x="4472505" y="515811"/>
                </a:lnTo>
                <a:lnTo>
                  <a:pt x="4450020" y="492701"/>
                </a:lnTo>
                <a:lnTo>
                  <a:pt x="4473131" y="470217"/>
                </a:lnTo>
                <a:lnTo>
                  <a:pt x="4495613" y="493320"/>
                </a:lnTo>
                <a:close/>
              </a:path>
              <a:path w="7289800" h="4260215">
                <a:moveTo>
                  <a:pt x="4342789" y="640334"/>
                </a:moveTo>
                <a:lnTo>
                  <a:pt x="4321460" y="661094"/>
                </a:lnTo>
                <a:lnTo>
                  <a:pt x="4300697" y="639756"/>
                </a:lnTo>
                <a:lnTo>
                  <a:pt x="4322026" y="618996"/>
                </a:lnTo>
                <a:lnTo>
                  <a:pt x="4342789" y="640334"/>
                </a:lnTo>
                <a:close/>
              </a:path>
              <a:path w="7289800" h="4260215">
                <a:moveTo>
                  <a:pt x="4189359" y="787329"/>
                </a:moveTo>
                <a:lnTo>
                  <a:pt x="4170408" y="805776"/>
                </a:lnTo>
                <a:lnTo>
                  <a:pt x="4151962" y="786826"/>
                </a:lnTo>
                <a:lnTo>
                  <a:pt x="4170912" y="768379"/>
                </a:lnTo>
                <a:lnTo>
                  <a:pt x="4189359" y="787329"/>
                </a:lnTo>
                <a:close/>
              </a:path>
              <a:path w="7289800" h="4260215">
                <a:moveTo>
                  <a:pt x="4036533" y="934335"/>
                </a:moveTo>
                <a:lnTo>
                  <a:pt x="4019346" y="951054"/>
                </a:lnTo>
                <a:lnTo>
                  <a:pt x="4002629" y="933875"/>
                </a:lnTo>
                <a:lnTo>
                  <a:pt x="4019806" y="917150"/>
                </a:lnTo>
                <a:lnTo>
                  <a:pt x="4036533" y="934335"/>
                </a:lnTo>
                <a:close/>
              </a:path>
              <a:path w="7289800" h="4260215">
                <a:moveTo>
                  <a:pt x="3883700" y="1081351"/>
                </a:moveTo>
                <a:lnTo>
                  <a:pt x="3868300" y="1096336"/>
                </a:lnTo>
                <a:lnTo>
                  <a:pt x="3853305" y="1080930"/>
                </a:lnTo>
                <a:lnTo>
                  <a:pt x="3868703" y="1065937"/>
                </a:lnTo>
                <a:lnTo>
                  <a:pt x="3883700" y="1081351"/>
                </a:lnTo>
                <a:close/>
              </a:path>
              <a:path w="7289800" h="4260215">
                <a:moveTo>
                  <a:pt x="3730864" y="1228351"/>
                </a:moveTo>
                <a:lnTo>
                  <a:pt x="3717237" y="1241614"/>
                </a:lnTo>
                <a:lnTo>
                  <a:pt x="3703974" y="1227988"/>
                </a:lnTo>
                <a:lnTo>
                  <a:pt x="3717601" y="1214725"/>
                </a:lnTo>
                <a:lnTo>
                  <a:pt x="3730864" y="1228351"/>
                </a:lnTo>
                <a:close/>
              </a:path>
              <a:path w="7289800" h="4260215">
                <a:moveTo>
                  <a:pt x="3577443" y="1375353"/>
                </a:moveTo>
                <a:lnTo>
                  <a:pt x="3566188" y="1386304"/>
                </a:lnTo>
                <a:lnTo>
                  <a:pt x="3555237" y="1375048"/>
                </a:lnTo>
                <a:lnTo>
                  <a:pt x="3566492" y="1364097"/>
                </a:lnTo>
                <a:lnTo>
                  <a:pt x="3577443" y="1375353"/>
                </a:lnTo>
                <a:close/>
              </a:path>
              <a:path w="7289800" h="4260215">
                <a:moveTo>
                  <a:pt x="3425203" y="1522365"/>
                </a:moveTo>
                <a:lnTo>
                  <a:pt x="3415126" y="1532166"/>
                </a:lnTo>
                <a:lnTo>
                  <a:pt x="3405327" y="1522098"/>
                </a:lnTo>
                <a:lnTo>
                  <a:pt x="3415401" y="1512288"/>
                </a:lnTo>
                <a:lnTo>
                  <a:pt x="3425203" y="1522365"/>
                </a:lnTo>
                <a:close/>
              </a:path>
              <a:path w="7289800" h="4260215">
                <a:moveTo>
                  <a:pt x="3272954" y="1669379"/>
                </a:moveTo>
                <a:lnTo>
                  <a:pt x="3264065" y="1678029"/>
                </a:lnTo>
                <a:lnTo>
                  <a:pt x="3255416" y="1669139"/>
                </a:lnTo>
                <a:lnTo>
                  <a:pt x="3264305" y="1660490"/>
                </a:lnTo>
                <a:lnTo>
                  <a:pt x="3272954" y="1669379"/>
                </a:lnTo>
                <a:close/>
              </a:path>
              <a:path w="7289800" h="4260215">
                <a:moveTo>
                  <a:pt x="3120112" y="1816389"/>
                </a:moveTo>
                <a:lnTo>
                  <a:pt x="3113010" y="1823305"/>
                </a:lnTo>
                <a:lnTo>
                  <a:pt x="3106092" y="1816195"/>
                </a:lnTo>
                <a:lnTo>
                  <a:pt x="3113194" y="1809279"/>
                </a:lnTo>
                <a:lnTo>
                  <a:pt x="3120112" y="1816389"/>
                </a:lnTo>
                <a:close/>
              </a:path>
              <a:path w="7289800" h="4260215">
                <a:moveTo>
                  <a:pt x="2967864" y="1963403"/>
                </a:moveTo>
                <a:lnTo>
                  <a:pt x="2961940" y="1969169"/>
                </a:lnTo>
                <a:lnTo>
                  <a:pt x="2956174" y="1963245"/>
                </a:lnTo>
                <a:lnTo>
                  <a:pt x="2962098" y="1957480"/>
                </a:lnTo>
                <a:lnTo>
                  <a:pt x="2967864" y="1963403"/>
                </a:lnTo>
                <a:close/>
              </a:path>
              <a:path w="7289800" h="4260215">
                <a:moveTo>
                  <a:pt x="2815615" y="2110418"/>
                </a:moveTo>
                <a:lnTo>
                  <a:pt x="2810870" y="2115033"/>
                </a:lnTo>
                <a:lnTo>
                  <a:pt x="2806256" y="2110296"/>
                </a:lnTo>
                <a:lnTo>
                  <a:pt x="2811001" y="2105681"/>
                </a:lnTo>
                <a:lnTo>
                  <a:pt x="2815615" y="2110418"/>
                </a:lnTo>
                <a:close/>
              </a:path>
              <a:path w="7289800" h="4260215">
                <a:moveTo>
                  <a:pt x="2663369" y="2257440"/>
                </a:moveTo>
                <a:lnTo>
                  <a:pt x="2659817" y="2260894"/>
                </a:lnTo>
                <a:lnTo>
                  <a:pt x="2656353" y="2257335"/>
                </a:lnTo>
                <a:lnTo>
                  <a:pt x="2659903" y="2253874"/>
                </a:lnTo>
                <a:lnTo>
                  <a:pt x="2663369" y="2257440"/>
                </a:lnTo>
                <a:close/>
              </a:path>
              <a:path w="7289800" h="4260215">
                <a:moveTo>
                  <a:pt x="2511110" y="2404448"/>
                </a:moveTo>
                <a:lnTo>
                  <a:pt x="2508737" y="2406752"/>
                </a:lnTo>
                <a:lnTo>
                  <a:pt x="2506437" y="2404394"/>
                </a:lnTo>
                <a:lnTo>
                  <a:pt x="2508809" y="2402082"/>
                </a:lnTo>
                <a:lnTo>
                  <a:pt x="2511110" y="2404448"/>
                </a:lnTo>
                <a:close/>
              </a:path>
              <a:path w="7289800" h="4260215">
                <a:moveTo>
                  <a:pt x="2358862" y="2551462"/>
                </a:moveTo>
                <a:lnTo>
                  <a:pt x="2357683" y="2552612"/>
                </a:lnTo>
                <a:lnTo>
                  <a:pt x="2356533" y="2551433"/>
                </a:lnTo>
                <a:lnTo>
                  <a:pt x="2357712" y="2550283"/>
                </a:lnTo>
                <a:lnTo>
                  <a:pt x="2358862" y="2551462"/>
                </a:lnTo>
                <a:close/>
              </a:path>
              <a:path w="7289800" h="4260215">
                <a:moveTo>
                  <a:pt x="4655422" y="48244"/>
                </a:moveTo>
                <a:lnTo>
                  <a:pt x="4627574" y="75342"/>
                </a:lnTo>
                <a:lnTo>
                  <a:pt x="4600479" y="47502"/>
                </a:lnTo>
                <a:lnTo>
                  <a:pt x="4628326" y="20405"/>
                </a:lnTo>
                <a:lnTo>
                  <a:pt x="4655422" y="48244"/>
                </a:lnTo>
                <a:close/>
              </a:path>
              <a:path w="7289800" h="4260215">
                <a:moveTo>
                  <a:pt x="4502001" y="195246"/>
                </a:moveTo>
                <a:lnTo>
                  <a:pt x="4476535" y="220038"/>
                </a:lnTo>
                <a:lnTo>
                  <a:pt x="4451739" y="194556"/>
                </a:lnTo>
                <a:lnTo>
                  <a:pt x="4477207" y="169771"/>
                </a:lnTo>
                <a:lnTo>
                  <a:pt x="4502001" y="195246"/>
                </a:lnTo>
                <a:close/>
              </a:path>
              <a:path w="7289800" h="4260215">
                <a:moveTo>
                  <a:pt x="4349175" y="342252"/>
                </a:moveTo>
                <a:lnTo>
                  <a:pt x="4325480" y="365314"/>
                </a:lnTo>
                <a:lnTo>
                  <a:pt x="4302416" y="341611"/>
                </a:lnTo>
                <a:lnTo>
                  <a:pt x="4326111" y="318549"/>
                </a:lnTo>
                <a:lnTo>
                  <a:pt x="4349175" y="342252"/>
                </a:lnTo>
                <a:close/>
              </a:path>
              <a:path w="7289800" h="4260215">
                <a:moveTo>
                  <a:pt x="4195762" y="489252"/>
                </a:moveTo>
                <a:lnTo>
                  <a:pt x="4174425" y="510014"/>
                </a:lnTo>
                <a:lnTo>
                  <a:pt x="4153673" y="488683"/>
                </a:lnTo>
                <a:lnTo>
                  <a:pt x="4175002" y="467922"/>
                </a:lnTo>
                <a:lnTo>
                  <a:pt x="4195762" y="489252"/>
                </a:lnTo>
                <a:close/>
              </a:path>
              <a:path w="7289800" h="4260215">
                <a:moveTo>
                  <a:pt x="4042920" y="636262"/>
                </a:moveTo>
                <a:lnTo>
                  <a:pt x="4023370" y="655290"/>
                </a:lnTo>
                <a:lnTo>
                  <a:pt x="4004339" y="635732"/>
                </a:lnTo>
                <a:lnTo>
                  <a:pt x="4023889" y="616703"/>
                </a:lnTo>
                <a:lnTo>
                  <a:pt x="4042920" y="636262"/>
                </a:lnTo>
                <a:close/>
              </a:path>
              <a:path w="7289800" h="4260215">
                <a:moveTo>
                  <a:pt x="3890085" y="783270"/>
                </a:moveTo>
                <a:lnTo>
                  <a:pt x="3872314" y="800567"/>
                </a:lnTo>
                <a:lnTo>
                  <a:pt x="3855016" y="782787"/>
                </a:lnTo>
                <a:lnTo>
                  <a:pt x="3872787" y="765491"/>
                </a:lnTo>
                <a:lnTo>
                  <a:pt x="3890085" y="783270"/>
                </a:lnTo>
                <a:close/>
              </a:path>
              <a:path w="7289800" h="4260215">
                <a:moveTo>
                  <a:pt x="3737248" y="930270"/>
                </a:moveTo>
                <a:lnTo>
                  <a:pt x="3721250" y="945845"/>
                </a:lnTo>
                <a:lnTo>
                  <a:pt x="3705685" y="929853"/>
                </a:lnTo>
                <a:lnTo>
                  <a:pt x="3721684" y="914277"/>
                </a:lnTo>
                <a:lnTo>
                  <a:pt x="3737248" y="930270"/>
                </a:lnTo>
                <a:close/>
              </a:path>
              <a:path w="7289800" h="4260215">
                <a:moveTo>
                  <a:pt x="3583836" y="1077269"/>
                </a:moveTo>
                <a:lnTo>
                  <a:pt x="3570210" y="1090532"/>
                </a:lnTo>
                <a:lnTo>
                  <a:pt x="3556947" y="1076906"/>
                </a:lnTo>
                <a:lnTo>
                  <a:pt x="3570573" y="1063643"/>
                </a:lnTo>
                <a:lnTo>
                  <a:pt x="3583836" y="1077269"/>
                </a:lnTo>
                <a:close/>
              </a:path>
              <a:path w="7289800" h="4260215">
                <a:moveTo>
                  <a:pt x="3431002" y="1224278"/>
                </a:moveTo>
                <a:lnTo>
                  <a:pt x="3419146" y="1235811"/>
                </a:lnTo>
                <a:lnTo>
                  <a:pt x="3407615" y="1223963"/>
                </a:lnTo>
                <a:lnTo>
                  <a:pt x="3419471" y="1212430"/>
                </a:lnTo>
                <a:lnTo>
                  <a:pt x="3431002" y="1224278"/>
                </a:lnTo>
                <a:close/>
              </a:path>
              <a:path w="7289800" h="4260215">
                <a:moveTo>
                  <a:pt x="3278168" y="1371286"/>
                </a:moveTo>
                <a:lnTo>
                  <a:pt x="3268091" y="1381087"/>
                </a:lnTo>
                <a:lnTo>
                  <a:pt x="3258292" y="1371019"/>
                </a:lnTo>
                <a:lnTo>
                  <a:pt x="3268368" y="1361218"/>
                </a:lnTo>
                <a:lnTo>
                  <a:pt x="3278168" y="1371286"/>
                </a:lnTo>
                <a:close/>
              </a:path>
              <a:path w="7289800" h="4260215">
                <a:moveTo>
                  <a:pt x="3125919" y="1518300"/>
                </a:moveTo>
                <a:lnTo>
                  <a:pt x="3117030" y="1526950"/>
                </a:lnTo>
                <a:lnTo>
                  <a:pt x="3108380" y="1518060"/>
                </a:lnTo>
                <a:lnTo>
                  <a:pt x="3117270" y="1509411"/>
                </a:lnTo>
                <a:lnTo>
                  <a:pt x="3125919" y="1518300"/>
                </a:lnTo>
                <a:close/>
              </a:path>
              <a:path w="7289800" h="4260215">
                <a:moveTo>
                  <a:pt x="2973671" y="1665314"/>
                </a:moveTo>
                <a:lnTo>
                  <a:pt x="2965968" y="1672812"/>
                </a:lnTo>
                <a:lnTo>
                  <a:pt x="2958470" y="1665109"/>
                </a:lnTo>
                <a:lnTo>
                  <a:pt x="2966173" y="1657611"/>
                </a:lnTo>
                <a:lnTo>
                  <a:pt x="2973671" y="1665314"/>
                </a:lnTo>
                <a:close/>
              </a:path>
              <a:path w="7289800" h="4260215">
                <a:moveTo>
                  <a:pt x="2820837" y="1812322"/>
                </a:moveTo>
                <a:lnTo>
                  <a:pt x="2814905" y="1818090"/>
                </a:lnTo>
                <a:lnTo>
                  <a:pt x="2809139" y="1812166"/>
                </a:lnTo>
                <a:lnTo>
                  <a:pt x="2815071" y="1806399"/>
                </a:lnTo>
                <a:lnTo>
                  <a:pt x="2820837" y="1812322"/>
                </a:lnTo>
                <a:close/>
              </a:path>
              <a:path w="7289800" h="4260215">
                <a:moveTo>
                  <a:pt x="2668580" y="1959339"/>
                </a:moveTo>
                <a:lnTo>
                  <a:pt x="2663843" y="1963952"/>
                </a:lnTo>
                <a:lnTo>
                  <a:pt x="2659229" y="1959215"/>
                </a:lnTo>
                <a:lnTo>
                  <a:pt x="2663967" y="1954602"/>
                </a:lnTo>
                <a:lnTo>
                  <a:pt x="2668580" y="1959339"/>
                </a:lnTo>
                <a:close/>
              </a:path>
              <a:path w="7289800" h="4260215">
                <a:moveTo>
                  <a:pt x="2516334" y="2106360"/>
                </a:moveTo>
                <a:lnTo>
                  <a:pt x="2512782" y="2109814"/>
                </a:lnTo>
                <a:lnTo>
                  <a:pt x="2509328" y="2106262"/>
                </a:lnTo>
                <a:lnTo>
                  <a:pt x="2512878" y="2102800"/>
                </a:lnTo>
                <a:lnTo>
                  <a:pt x="2516334" y="2106360"/>
                </a:lnTo>
                <a:close/>
              </a:path>
              <a:path w="7289800" h="4260215">
                <a:moveTo>
                  <a:pt x="2364086" y="2253376"/>
                </a:moveTo>
                <a:lnTo>
                  <a:pt x="2361712" y="2255679"/>
                </a:lnTo>
                <a:lnTo>
                  <a:pt x="2359411" y="2253314"/>
                </a:lnTo>
                <a:lnTo>
                  <a:pt x="2361782" y="2251002"/>
                </a:lnTo>
                <a:lnTo>
                  <a:pt x="2364086" y="2253376"/>
                </a:lnTo>
                <a:close/>
              </a:path>
              <a:path w="7289800" h="4260215">
                <a:moveTo>
                  <a:pt x="2211835" y="2400381"/>
                </a:moveTo>
                <a:lnTo>
                  <a:pt x="2210648" y="2401533"/>
                </a:lnTo>
                <a:lnTo>
                  <a:pt x="2209498" y="2400354"/>
                </a:lnTo>
                <a:lnTo>
                  <a:pt x="2210685" y="2399202"/>
                </a:lnTo>
                <a:lnTo>
                  <a:pt x="2211835" y="2400381"/>
                </a:lnTo>
                <a:close/>
              </a:path>
              <a:path w="7289800" h="4260215">
                <a:moveTo>
                  <a:pt x="4355561" y="44179"/>
                </a:moveTo>
                <a:lnTo>
                  <a:pt x="4329493" y="69545"/>
                </a:lnTo>
                <a:lnTo>
                  <a:pt x="4304126" y="43477"/>
                </a:lnTo>
                <a:lnTo>
                  <a:pt x="4330195" y="18111"/>
                </a:lnTo>
                <a:lnTo>
                  <a:pt x="4355561" y="44179"/>
                </a:lnTo>
                <a:close/>
              </a:path>
              <a:path w="7289800" h="4260215">
                <a:moveTo>
                  <a:pt x="4202726" y="191187"/>
                </a:moveTo>
                <a:lnTo>
                  <a:pt x="4178437" y="214821"/>
                </a:lnTo>
                <a:lnTo>
                  <a:pt x="4154795" y="190534"/>
                </a:lnTo>
                <a:lnTo>
                  <a:pt x="4179084" y="166900"/>
                </a:lnTo>
                <a:lnTo>
                  <a:pt x="4202726" y="191187"/>
                </a:lnTo>
                <a:close/>
              </a:path>
              <a:path w="7289800" h="4260215">
                <a:moveTo>
                  <a:pt x="4049313" y="338185"/>
                </a:moveTo>
                <a:lnTo>
                  <a:pt x="4027389" y="359519"/>
                </a:lnTo>
                <a:lnTo>
                  <a:pt x="4006057" y="337595"/>
                </a:lnTo>
                <a:lnTo>
                  <a:pt x="4027974" y="316265"/>
                </a:lnTo>
                <a:lnTo>
                  <a:pt x="4049313" y="338185"/>
                </a:lnTo>
                <a:close/>
              </a:path>
              <a:path w="7289800" h="4260215">
                <a:moveTo>
                  <a:pt x="3896477" y="485187"/>
                </a:moveTo>
                <a:lnTo>
                  <a:pt x="3876334" y="504795"/>
                </a:lnTo>
                <a:lnTo>
                  <a:pt x="3856725" y="484652"/>
                </a:lnTo>
                <a:lnTo>
                  <a:pt x="3876876" y="465042"/>
                </a:lnTo>
                <a:lnTo>
                  <a:pt x="3896477" y="485187"/>
                </a:lnTo>
                <a:close/>
              </a:path>
              <a:path w="7289800" h="4260215">
                <a:moveTo>
                  <a:pt x="3743048" y="632190"/>
                </a:moveTo>
                <a:lnTo>
                  <a:pt x="3725277" y="649486"/>
                </a:lnTo>
                <a:lnTo>
                  <a:pt x="3707981" y="631716"/>
                </a:lnTo>
                <a:lnTo>
                  <a:pt x="3725752" y="614419"/>
                </a:lnTo>
                <a:lnTo>
                  <a:pt x="3743048" y="632190"/>
                </a:lnTo>
                <a:close/>
              </a:path>
              <a:path w="7289800" h="4260215">
                <a:moveTo>
                  <a:pt x="3590222" y="779196"/>
                </a:moveTo>
                <a:lnTo>
                  <a:pt x="3574224" y="794772"/>
                </a:lnTo>
                <a:lnTo>
                  <a:pt x="3558657" y="778771"/>
                </a:lnTo>
                <a:lnTo>
                  <a:pt x="3574655" y="763196"/>
                </a:lnTo>
                <a:lnTo>
                  <a:pt x="3590222" y="779196"/>
                </a:lnTo>
                <a:close/>
              </a:path>
              <a:path w="7289800" h="4260215">
                <a:moveTo>
                  <a:pt x="3437388" y="926204"/>
                </a:moveTo>
                <a:lnTo>
                  <a:pt x="3423169" y="940048"/>
                </a:lnTo>
                <a:lnTo>
                  <a:pt x="3409325" y="925828"/>
                </a:lnTo>
                <a:lnTo>
                  <a:pt x="3423544" y="911985"/>
                </a:lnTo>
                <a:lnTo>
                  <a:pt x="3437388" y="926204"/>
                </a:lnTo>
                <a:close/>
              </a:path>
              <a:path w="7289800" h="4260215">
                <a:moveTo>
                  <a:pt x="3283965" y="1073198"/>
                </a:moveTo>
                <a:lnTo>
                  <a:pt x="3272117" y="1084729"/>
                </a:lnTo>
                <a:lnTo>
                  <a:pt x="3260586" y="1072882"/>
                </a:lnTo>
                <a:lnTo>
                  <a:pt x="3272434" y="1061351"/>
                </a:lnTo>
                <a:lnTo>
                  <a:pt x="3283965" y="1073198"/>
                </a:lnTo>
                <a:close/>
              </a:path>
              <a:path w="7289800" h="4260215">
                <a:moveTo>
                  <a:pt x="3131719" y="1220220"/>
                </a:moveTo>
                <a:lnTo>
                  <a:pt x="3121049" y="1230601"/>
                </a:lnTo>
                <a:lnTo>
                  <a:pt x="3110678" y="1219938"/>
                </a:lnTo>
                <a:lnTo>
                  <a:pt x="3121347" y="1209557"/>
                </a:lnTo>
                <a:lnTo>
                  <a:pt x="3131719" y="1220220"/>
                </a:lnTo>
                <a:close/>
              </a:path>
              <a:path w="7289800" h="4260215">
                <a:moveTo>
                  <a:pt x="2979470" y="1367234"/>
                </a:moveTo>
                <a:lnTo>
                  <a:pt x="2969994" y="1376453"/>
                </a:lnTo>
                <a:lnTo>
                  <a:pt x="2960767" y="1366979"/>
                </a:lnTo>
                <a:lnTo>
                  <a:pt x="2970243" y="1357760"/>
                </a:lnTo>
                <a:lnTo>
                  <a:pt x="2979470" y="1367234"/>
                </a:lnTo>
                <a:close/>
              </a:path>
              <a:path w="7289800" h="4260215">
                <a:moveTo>
                  <a:pt x="2827222" y="1514249"/>
                </a:moveTo>
                <a:lnTo>
                  <a:pt x="2818927" y="1522326"/>
                </a:lnTo>
                <a:lnTo>
                  <a:pt x="2810849" y="1514031"/>
                </a:lnTo>
                <a:lnTo>
                  <a:pt x="2819144" y="1505953"/>
                </a:lnTo>
                <a:lnTo>
                  <a:pt x="2827222" y="1514249"/>
                </a:lnTo>
                <a:close/>
              </a:path>
              <a:path w="7289800" h="4260215">
                <a:moveTo>
                  <a:pt x="2674387" y="1661257"/>
                </a:moveTo>
                <a:lnTo>
                  <a:pt x="2667871" y="1667602"/>
                </a:lnTo>
                <a:lnTo>
                  <a:pt x="2661526" y="1661086"/>
                </a:lnTo>
                <a:lnTo>
                  <a:pt x="2668050" y="1654739"/>
                </a:lnTo>
                <a:lnTo>
                  <a:pt x="2674387" y="1661257"/>
                </a:lnTo>
                <a:close/>
              </a:path>
              <a:path w="7289800" h="4260215">
                <a:moveTo>
                  <a:pt x="2522139" y="1808271"/>
                </a:moveTo>
                <a:lnTo>
                  <a:pt x="2516808" y="1813457"/>
                </a:lnTo>
                <a:lnTo>
                  <a:pt x="2511614" y="1808127"/>
                </a:lnTo>
                <a:lnTo>
                  <a:pt x="2516954" y="1802939"/>
                </a:lnTo>
                <a:lnTo>
                  <a:pt x="2522139" y="1808271"/>
                </a:lnTo>
                <a:close/>
              </a:path>
              <a:path w="7289800" h="4260215">
                <a:moveTo>
                  <a:pt x="2369891" y="1955285"/>
                </a:moveTo>
                <a:lnTo>
                  <a:pt x="2365740" y="1959330"/>
                </a:lnTo>
                <a:lnTo>
                  <a:pt x="2361704" y="1955177"/>
                </a:lnTo>
                <a:lnTo>
                  <a:pt x="2365855" y="1951133"/>
                </a:lnTo>
                <a:lnTo>
                  <a:pt x="2369891" y="1955285"/>
                </a:lnTo>
                <a:close/>
              </a:path>
              <a:path w="7289800" h="4260215">
                <a:moveTo>
                  <a:pt x="2217642" y="2102300"/>
                </a:moveTo>
                <a:lnTo>
                  <a:pt x="2214677" y="2105184"/>
                </a:lnTo>
                <a:lnTo>
                  <a:pt x="2211793" y="2102218"/>
                </a:lnTo>
                <a:lnTo>
                  <a:pt x="2214759" y="2099334"/>
                </a:lnTo>
                <a:lnTo>
                  <a:pt x="2217642" y="2102300"/>
                </a:lnTo>
                <a:close/>
              </a:path>
              <a:path w="7289800" h="4260215">
                <a:moveTo>
                  <a:pt x="2065394" y="2249313"/>
                </a:moveTo>
                <a:lnTo>
                  <a:pt x="2063607" y="2251048"/>
                </a:lnTo>
                <a:lnTo>
                  <a:pt x="2061885" y="2249274"/>
                </a:lnTo>
                <a:lnTo>
                  <a:pt x="2063664" y="2247542"/>
                </a:lnTo>
                <a:lnTo>
                  <a:pt x="2065394" y="2249313"/>
                </a:lnTo>
                <a:close/>
              </a:path>
              <a:path w="7289800" h="4260215">
                <a:moveTo>
                  <a:pt x="4056285" y="40111"/>
                </a:moveTo>
                <a:lnTo>
                  <a:pt x="4031397" y="64335"/>
                </a:lnTo>
                <a:lnTo>
                  <a:pt x="4007173" y="39447"/>
                </a:lnTo>
                <a:lnTo>
                  <a:pt x="4032062" y="15231"/>
                </a:lnTo>
                <a:lnTo>
                  <a:pt x="4056285" y="40111"/>
                </a:lnTo>
                <a:close/>
              </a:path>
              <a:path w="7289800" h="4260215">
                <a:moveTo>
                  <a:pt x="3902862" y="187104"/>
                </a:moveTo>
                <a:lnTo>
                  <a:pt x="3880345" y="209016"/>
                </a:lnTo>
                <a:lnTo>
                  <a:pt x="3858435" y="186508"/>
                </a:lnTo>
                <a:lnTo>
                  <a:pt x="3880952" y="164596"/>
                </a:lnTo>
                <a:lnTo>
                  <a:pt x="3902862" y="187104"/>
                </a:lnTo>
                <a:close/>
              </a:path>
              <a:path w="7289800" h="4260215">
                <a:moveTo>
                  <a:pt x="3750029" y="334121"/>
                </a:moveTo>
                <a:lnTo>
                  <a:pt x="3729292" y="354301"/>
                </a:lnTo>
                <a:lnTo>
                  <a:pt x="3709111" y="333564"/>
                </a:lnTo>
                <a:lnTo>
                  <a:pt x="3729848" y="313383"/>
                </a:lnTo>
                <a:lnTo>
                  <a:pt x="3750029" y="334121"/>
                </a:lnTo>
                <a:close/>
              </a:path>
              <a:path w="7289800" h="4260215">
                <a:moveTo>
                  <a:pt x="3596606" y="481114"/>
                </a:moveTo>
                <a:lnTo>
                  <a:pt x="3578243" y="498991"/>
                </a:lnTo>
                <a:lnTo>
                  <a:pt x="3560374" y="480625"/>
                </a:lnTo>
                <a:lnTo>
                  <a:pt x="3578738" y="462749"/>
                </a:lnTo>
                <a:lnTo>
                  <a:pt x="3596606" y="481114"/>
                </a:lnTo>
                <a:close/>
              </a:path>
              <a:path w="7289800" h="4260215">
                <a:moveTo>
                  <a:pt x="3443772" y="628122"/>
                </a:moveTo>
                <a:lnTo>
                  <a:pt x="3427188" y="644267"/>
                </a:lnTo>
                <a:lnTo>
                  <a:pt x="3411043" y="627683"/>
                </a:lnTo>
                <a:lnTo>
                  <a:pt x="3427627" y="611538"/>
                </a:lnTo>
                <a:lnTo>
                  <a:pt x="3443772" y="628122"/>
                </a:lnTo>
                <a:close/>
              </a:path>
              <a:path w="7289800" h="4260215">
                <a:moveTo>
                  <a:pt x="3290948" y="775137"/>
                </a:moveTo>
                <a:lnTo>
                  <a:pt x="3276135" y="789552"/>
                </a:lnTo>
                <a:lnTo>
                  <a:pt x="3261720" y="774738"/>
                </a:lnTo>
                <a:lnTo>
                  <a:pt x="3276533" y="760323"/>
                </a:lnTo>
                <a:lnTo>
                  <a:pt x="3290948" y="775137"/>
                </a:lnTo>
                <a:close/>
              </a:path>
              <a:path w="7289800" h="4260215">
                <a:moveTo>
                  <a:pt x="3137525" y="922130"/>
                </a:moveTo>
                <a:lnTo>
                  <a:pt x="3125077" y="934243"/>
                </a:lnTo>
                <a:lnTo>
                  <a:pt x="3112974" y="921801"/>
                </a:lnTo>
                <a:lnTo>
                  <a:pt x="3125414" y="909690"/>
                </a:lnTo>
                <a:lnTo>
                  <a:pt x="3137525" y="922130"/>
                </a:lnTo>
                <a:close/>
              </a:path>
              <a:path w="7289800" h="4260215">
                <a:moveTo>
                  <a:pt x="2984691" y="1069138"/>
                </a:moveTo>
                <a:lnTo>
                  <a:pt x="2974022" y="1079519"/>
                </a:lnTo>
                <a:lnTo>
                  <a:pt x="2963643" y="1068859"/>
                </a:lnTo>
                <a:lnTo>
                  <a:pt x="2974312" y="1058478"/>
                </a:lnTo>
                <a:lnTo>
                  <a:pt x="2984691" y="1069138"/>
                </a:lnTo>
                <a:close/>
              </a:path>
              <a:path w="7289800" h="4260215">
                <a:moveTo>
                  <a:pt x="2832435" y="1216155"/>
                </a:moveTo>
                <a:lnTo>
                  <a:pt x="2822961" y="1225382"/>
                </a:lnTo>
                <a:lnTo>
                  <a:pt x="2813739" y="1215898"/>
                </a:lnTo>
                <a:lnTo>
                  <a:pt x="2823215" y="1206679"/>
                </a:lnTo>
                <a:lnTo>
                  <a:pt x="2832435" y="1216155"/>
                </a:lnTo>
                <a:close/>
              </a:path>
              <a:path w="7289800" h="4260215">
                <a:moveTo>
                  <a:pt x="2680186" y="1363169"/>
                </a:moveTo>
                <a:lnTo>
                  <a:pt x="2671891" y="1371246"/>
                </a:lnTo>
                <a:lnTo>
                  <a:pt x="2663822" y="1362949"/>
                </a:lnTo>
                <a:lnTo>
                  <a:pt x="2672117" y="1354871"/>
                </a:lnTo>
                <a:lnTo>
                  <a:pt x="2680186" y="1363169"/>
                </a:lnTo>
                <a:close/>
              </a:path>
              <a:path w="7289800" h="4260215">
                <a:moveTo>
                  <a:pt x="2527360" y="1510175"/>
                </a:moveTo>
                <a:lnTo>
                  <a:pt x="2520836" y="1516523"/>
                </a:lnTo>
                <a:lnTo>
                  <a:pt x="2514498" y="1510004"/>
                </a:lnTo>
                <a:lnTo>
                  <a:pt x="2521014" y="1503659"/>
                </a:lnTo>
                <a:lnTo>
                  <a:pt x="2527360" y="1510175"/>
                </a:lnTo>
                <a:close/>
              </a:path>
              <a:path w="7289800" h="4260215">
                <a:moveTo>
                  <a:pt x="2375112" y="1657189"/>
                </a:moveTo>
                <a:lnTo>
                  <a:pt x="2369774" y="1662385"/>
                </a:lnTo>
                <a:lnTo>
                  <a:pt x="2364586" y="1657045"/>
                </a:lnTo>
                <a:lnTo>
                  <a:pt x="2369918" y="1651860"/>
                </a:lnTo>
                <a:lnTo>
                  <a:pt x="2375112" y="1657189"/>
                </a:lnTo>
                <a:close/>
              </a:path>
              <a:path w="7289800" h="4260215">
                <a:moveTo>
                  <a:pt x="2222863" y="1804204"/>
                </a:moveTo>
                <a:lnTo>
                  <a:pt x="2218713" y="1808248"/>
                </a:lnTo>
                <a:lnTo>
                  <a:pt x="2214669" y="1804097"/>
                </a:lnTo>
                <a:lnTo>
                  <a:pt x="2218820" y="1800053"/>
                </a:lnTo>
                <a:lnTo>
                  <a:pt x="2222863" y="1804204"/>
                </a:lnTo>
                <a:close/>
              </a:path>
              <a:path w="7289800" h="4260215">
                <a:moveTo>
                  <a:pt x="2070617" y="1951226"/>
                </a:moveTo>
                <a:lnTo>
                  <a:pt x="2067651" y="1954110"/>
                </a:lnTo>
                <a:lnTo>
                  <a:pt x="2064767" y="1951144"/>
                </a:lnTo>
                <a:lnTo>
                  <a:pt x="2067733" y="1948260"/>
                </a:lnTo>
                <a:lnTo>
                  <a:pt x="2070617" y="1951226"/>
                </a:lnTo>
                <a:close/>
              </a:path>
              <a:path w="7289800" h="4260215">
                <a:moveTo>
                  <a:pt x="1918358" y="2098234"/>
                </a:moveTo>
                <a:lnTo>
                  <a:pt x="1916579" y="2099966"/>
                </a:lnTo>
                <a:lnTo>
                  <a:pt x="1914849" y="2098195"/>
                </a:lnTo>
                <a:lnTo>
                  <a:pt x="1916636" y="2096461"/>
                </a:lnTo>
                <a:lnTo>
                  <a:pt x="1918358" y="2098234"/>
                </a:lnTo>
                <a:close/>
              </a:path>
              <a:path w="7289800" h="4260215">
                <a:moveTo>
                  <a:pt x="3756415" y="36042"/>
                </a:moveTo>
                <a:lnTo>
                  <a:pt x="3733306" y="58534"/>
                </a:lnTo>
                <a:lnTo>
                  <a:pt x="3710822" y="35423"/>
                </a:lnTo>
                <a:lnTo>
                  <a:pt x="3733925" y="12941"/>
                </a:lnTo>
                <a:lnTo>
                  <a:pt x="3756415" y="36042"/>
                </a:lnTo>
                <a:close/>
              </a:path>
              <a:path w="7289800" h="4260215">
                <a:moveTo>
                  <a:pt x="3602994" y="183043"/>
                </a:moveTo>
                <a:lnTo>
                  <a:pt x="3582266" y="203222"/>
                </a:lnTo>
                <a:lnTo>
                  <a:pt x="3562087" y="182493"/>
                </a:lnTo>
                <a:lnTo>
                  <a:pt x="3582816" y="162315"/>
                </a:lnTo>
                <a:lnTo>
                  <a:pt x="3602994" y="183043"/>
                </a:lnTo>
                <a:close/>
              </a:path>
              <a:path w="7289800" h="4260215">
                <a:moveTo>
                  <a:pt x="3450168" y="330049"/>
                </a:moveTo>
                <a:lnTo>
                  <a:pt x="3431202" y="348500"/>
                </a:lnTo>
                <a:lnTo>
                  <a:pt x="3412755" y="329550"/>
                </a:lnTo>
                <a:lnTo>
                  <a:pt x="3431719" y="311091"/>
                </a:lnTo>
                <a:lnTo>
                  <a:pt x="3450168" y="330049"/>
                </a:lnTo>
                <a:close/>
              </a:path>
              <a:path w="7289800" h="4260215">
                <a:moveTo>
                  <a:pt x="3296747" y="477051"/>
                </a:moveTo>
                <a:lnTo>
                  <a:pt x="3280163" y="493195"/>
                </a:lnTo>
                <a:lnTo>
                  <a:pt x="3264016" y="476603"/>
                </a:lnTo>
                <a:lnTo>
                  <a:pt x="3280603" y="460467"/>
                </a:lnTo>
                <a:lnTo>
                  <a:pt x="3296747" y="477051"/>
                </a:lnTo>
                <a:close/>
              </a:path>
              <a:path w="7289800" h="4260215">
                <a:moveTo>
                  <a:pt x="3143913" y="624059"/>
                </a:moveTo>
                <a:lnTo>
                  <a:pt x="3129100" y="638474"/>
                </a:lnTo>
                <a:lnTo>
                  <a:pt x="3114685" y="623661"/>
                </a:lnTo>
                <a:lnTo>
                  <a:pt x="3129498" y="609245"/>
                </a:lnTo>
                <a:lnTo>
                  <a:pt x="3143913" y="624059"/>
                </a:lnTo>
                <a:close/>
              </a:path>
              <a:path w="7289800" h="4260215">
                <a:moveTo>
                  <a:pt x="2991079" y="771067"/>
                </a:moveTo>
                <a:lnTo>
                  <a:pt x="2978045" y="783751"/>
                </a:lnTo>
                <a:lnTo>
                  <a:pt x="2965362" y="770716"/>
                </a:lnTo>
                <a:lnTo>
                  <a:pt x="2978396" y="758033"/>
                </a:lnTo>
                <a:lnTo>
                  <a:pt x="2991079" y="771067"/>
                </a:lnTo>
                <a:close/>
              </a:path>
              <a:path w="7289800" h="4260215">
                <a:moveTo>
                  <a:pt x="2837666" y="918067"/>
                </a:moveTo>
                <a:lnTo>
                  <a:pt x="2826997" y="928448"/>
                </a:lnTo>
                <a:lnTo>
                  <a:pt x="2816616" y="917779"/>
                </a:lnTo>
                <a:lnTo>
                  <a:pt x="2827285" y="907398"/>
                </a:lnTo>
                <a:lnTo>
                  <a:pt x="2837666" y="918067"/>
                </a:lnTo>
                <a:close/>
              </a:path>
              <a:path w="7289800" h="4260215">
                <a:moveTo>
                  <a:pt x="2685410" y="1065084"/>
                </a:moveTo>
                <a:lnTo>
                  <a:pt x="2675936" y="1074311"/>
                </a:lnTo>
                <a:lnTo>
                  <a:pt x="2666705" y="1064821"/>
                </a:lnTo>
                <a:lnTo>
                  <a:pt x="2676181" y="1055602"/>
                </a:lnTo>
                <a:lnTo>
                  <a:pt x="2685410" y="1065084"/>
                </a:lnTo>
                <a:close/>
              </a:path>
              <a:path w="7289800" h="4260215">
                <a:moveTo>
                  <a:pt x="2533160" y="1212089"/>
                </a:moveTo>
                <a:lnTo>
                  <a:pt x="2524865" y="1220167"/>
                </a:lnTo>
                <a:lnTo>
                  <a:pt x="2516787" y="1211872"/>
                </a:lnTo>
                <a:lnTo>
                  <a:pt x="2525084" y="1203802"/>
                </a:lnTo>
                <a:lnTo>
                  <a:pt x="2533160" y="1212089"/>
                </a:lnTo>
                <a:close/>
              </a:path>
              <a:path w="7289800" h="4260215">
                <a:moveTo>
                  <a:pt x="2380913" y="1359111"/>
                </a:moveTo>
                <a:lnTo>
                  <a:pt x="2373803" y="1366029"/>
                </a:lnTo>
                <a:lnTo>
                  <a:pt x="2366885" y="1358919"/>
                </a:lnTo>
                <a:lnTo>
                  <a:pt x="2373996" y="1352001"/>
                </a:lnTo>
                <a:lnTo>
                  <a:pt x="2380913" y="1359111"/>
                </a:lnTo>
                <a:close/>
              </a:path>
              <a:path w="7289800" h="4260215">
                <a:moveTo>
                  <a:pt x="2228077" y="1506111"/>
                </a:moveTo>
                <a:lnTo>
                  <a:pt x="2222748" y="1511304"/>
                </a:lnTo>
                <a:lnTo>
                  <a:pt x="2217552" y="1505967"/>
                </a:lnTo>
                <a:lnTo>
                  <a:pt x="2222891" y="1500779"/>
                </a:lnTo>
                <a:lnTo>
                  <a:pt x="2228077" y="1506111"/>
                </a:lnTo>
                <a:close/>
              </a:path>
              <a:path w="7289800" h="4260215">
                <a:moveTo>
                  <a:pt x="2075829" y="1653125"/>
                </a:moveTo>
                <a:lnTo>
                  <a:pt x="2071678" y="1657169"/>
                </a:lnTo>
                <a:lnTo>
                  <a:pt x="2067644" y="1653025"/>
                </a:lnTo>
                <a:lnTo>
                  <a:pt x="2071795" y="1648981"/>
                </a:lnTo>
                <a:lnTo>
                  <a:pt x="2075829" y="1653125"/>
                </a:lnTo>
                <a:close/>
              </a:path>
              <a:path w="7289800" h="4260215">
                <a:moveTo>
                  <a:pt x="1923582" y="1800147"/>
                </a:moveTo>
                <a:lnTo>
                  <a:pt x="1920624" y="1803030"/>
                </a:lnTo>
                <a:lnTo>
                  <a:pt x="1917741" y="1800064"/>
                </a:lnTo>
                <a:lnTo>
                  <a:pt x="1920699" y="1797182"/>
                </a:lnTo>
                <a:lnTo>
                  <a:pt x="1923582" y="1800147"/>
                </a:lnTo>
                <a:close/>
              </a:path>
              <a:path w="7289800" h="4260215">
                <a:moveTo>
                  <a:pt x="1771334" y="1947162"/>
                </a:moveTo>
                <a:lnTo>
                  <a:pt x="1769555" y="1948894"/>
                </a:lnTo>
                <a:lnTo>
                  <a:pt x="1767823" y="1947115"/>
                </a:lnTo>
                <a:lnTo>
                  <a:pt x="1769602" y="1945382"/>
                </a:lnTo>
                <a:lnTo>
                  <a:pt x="1771334" y="1947162"/>
                </a:lnTo>
                <a:close/>
              </a:path>
              <a:path w="7289800" h="4260215">
                <a:moveTo>
                  <a:pt x="3456557" y="31975"/>
                </a:moveTo>
                <a:lnTo>
                  <a:pt x="3435227" y="52736"/>
                </a:lnTo>
                <a:lnTo>
                  <a:pt x="3414465" y="31398"/>
                </a:lnTo>
                <a:lnTo>
                  <a:pt x="3435794" y="10637"/>
                </a:lnTo>
                <a:lnTo>
                  <a:pt x="3456557" y="31975"/>
                </a:lnTo>
                <a:close/>
              </a:path>
              <a:path w="7289800" h="4260215">
                <a:moveTo>
                  <a:pt x="3303134" y="178968"/>
                </a:moveTo>
                <a:lnTo>
                  <a:pt x="3284178" y="197425"/>
                </a:lnTo>
                <a:lnTo>
                  <a:pt x="3265729" y="178467"/>
                </a:lnTo>
                <a:lnTo>
                  <a:pt x="3284685" y="160010"/>
                </a:lnTo>
                <a:lnTo>
                  <a:pt x="3303134" y="178968"/>
                </a:lnTo>
                <a:close/>
              </a:path>
              <a:path w="7289800" h="4260215">
                <a:moveTo>
                  <a:pt x="3150310" y="325983"/>
                </a:moveTo>
                <a:lnTo>
                  <a:pt x="3133123" y="342701"/>
                </a:lnTo>
                <a:lnTo>
                  <a:pt x="3116398" y="325524"/>
                </a:lnTo>
                <a:lnTo>
                  <a:pt x="3133583" y="308798"/>
                </a:lnTo>
                <a:lnTo>
                  <a:pt x="3150310" y="325983"/>
                </a:lnTo>
                <a:close/>
              </a:path>
              <a:path w="7289800" h="4260215">
                <a:moveTo>
                  <a:pt x="2997467" y="472992"/>
                </a:moveTo>
                <a:lnTo>
                  <a:pt x="2982067" y="487977"/>
                </a:lnTo>
                <a:lnTo>
                  <a:pt x="2967072" y="472572"/>
                </a:lnTo>
                <a:lnTo>
                  <a:pt x="2982470" y="457579"/>
                </a:lnTo>
                <a:lnTo>
                  <a:pt x="2997467" y="472992"/>
                </a:lnTo>
                <a:close/>
              </a:path>
              <a:path w="7289800" h="4260215">
                <a:moveTo>
                  <a:pt x="2844044" y="619987"/>
                </a:moveTo>
                <a:lnTo>
                  <a:pt x="2831018" y="632668"/>
                </a:lnTo>
                <a:lnTo>
                  <a:pt x="2818335" y="619633"/>
                </a:lnTo>
                <a:lnTo>
                  <a:pt x="2831361" y="606952"/>
                </a:lnTo>
                <a:lnTo>
                  <a:pt x="2844044" y="619987"/>
                </a:lnTo>
                <a:close/>
              </a:path>
              <a:path w="7289800" h="4260215">
                <a:moveTo>
                  <a:pt x="2691218" y="766993"/>
                </a:moveTo>
                <a:lnTo>
                  <a:pt x="2679965" y="777952"/>
                </a:lnTo>
                <a:lnTo>
                  <a:pt x="2669004" y="766690"/>
                </a:lnTo>
                <a:lnTo>
                  <a:pt x="2680267" y="755737"/>
                </a:lnTo>
                <a:lnTo>
                  <a:pt x="2691218" y="766993"/>
                </a:lnTo>
                <a:close/>
              </a:path>
              <a:path w="7289800" h="4260215">
                <a:moveTo>
                  <a:pt x="2538970" y="914007"/>
                </a:moveTo>
                <a:lnTo>
                  <a:pt x="2528893" y="923808"/>
                </a:lnTo>
                <a:lnTo>
                  <a:pt x="2519094" y="913740"/>
                </a:lnTo>
                <a:lnTo>
                  <a:pt x="2529170" y="903939"/>
                </a:lnTo>
                <a:lnTo>
                  <a:pt x="2538970" y="914007"/>
                </a:lnTo>
                <a:close/>
              </a:path>
              <a:path w="7289800" h="4260215">
                <a:moveTo>
                  <a:pt x="2386721" y="1061021"/>
                </a:moveTo>
                <a:lnTo>
                  <a:pt x="2377832" y="1069671"/>
                </a:lnTo>
                <a:lnTo>
                  <a:pt x="2369182" y="1060781"/>
                </a:lnTo>
                <a:lnTo>
                  <a:pt x="2378072" y="1052132"/>
                </a:lnTo>
                <a:lnTo>
                  <a:pt x="2386721" y="1061021"/>
                </a:lnTo>
                <a:close/>
              </a:path>
              <a:path w="7289800" h="4260215">
                <a:moveTo>
                  <a:pt x="2233879" y="1208032"/>
                </a:moveTo>
                <a:lnTo>
                  <a:pt x="2226777" y="1214947"/>
                </a:lnTo>
                <a:lnTo>
                  <a:pt x="2219859" y="1207837"/>
                </a:lnTo>
                <a:lnTo>
                  <a:pt x="2226961" y="1200921"/>
                </a:lnTo>
                <a:lnTo>
                  <a:pt x="2233879" y="1208032"/>
                </a:lnTo>
                <a:close/>
              </a:path>
              <a:path w="7289800" h="4260215">
                <a:moveTo>
                  <a:pt x="2081630" y="1355046"/>
                </a:moveTo>
                <a:lnTo>
                  <a:pt x="2075707" y="1360811"/>
                </a:lnTo>
                <a:lnTo>
                  <a:pt x="2069941" y="1354888"/>
                </a:lnTo>
                <a:lnTo>
                  <a:pt x="2075865" y="1349122"/>
                </a:lnTo>
                <a:lnTo>
                  <a:pt x="2081630" y="1355046"/>
                </a:lnTo>
                <a:close/>
              </a:path>
              <a:path w="7289800" h="4260215">
                <a:moveTo>
                  <a:pt x="1929382" y="1502060"/>
                </a:moveTo>
                <a:lnTo>
                  <a:pt x="1924645" y="1506673"/>
                </a:lnTo>
                <a:lnTo>
                  <a:pt x="1920029" y="1501929"/>
                </a:lnTo>
                <a:lnTo>
                  <a:pt x="1924768" y="1497323"/>
                </a:lnTo>
                <a:lnTo>
                  <a:pt x="1929382" y="1502060"/>
                </a:lnTo>
                <a:close/>
              </a:path>
              <a:path w="7289800" h="4260215">
                <a:moveTo>
                  <a:pt x="1777135" y="1649081"/>
                </a:moveTo>
                <a:lnTo>
                  <a:pt x="1773584" y="1652535"/>
                </a:lnTo>
                <a:lnTo>
                  <a:pt x="1770122" y="1648985"/>
                </a:lnTo>
                <a:lnTo>
                  <a:pt x="1773680" y="1645521"/>
                </a:lnTo>
                <a:lnTo>
                  <a:pt x="1777135" y="1649081"/>
                </a:lnTo>
                <a:close/>
              </a:path>
              <a:path w="7289800" h="4260215">
                <a:moveTo>
                  <a:pt x="1624887" y="1796096"/>
                </a:moveTo>
                <a:lnTo>
                  <a:pt x="1622522" y="1798398"/>
                </a:lnTo>
                <a:lnTo>
                  <a:pt x="1620218" y="1796025"/>
                </a:lnTo>
                <a:lnTo>
                  <a:pt x="1622575" y="1793725"/>
                </a:lnTo>
                <a:lnTo>
                  <a:pt x="1624887" y="1796096"/>
                </a:lnTo>
                <a:close/>
              </a:path>
              <a:path w="7289800" h="4260215">
                <a:moveTo>
                  <a:pt x="3156686" y="27903"/>
                </a:moveTo>
                <a:lnTo>
                  <a:pt x="3137141" y="46921"/>
                </a:lnTo>
                <a:lnTo>
                  <a:pt x="3118113" y="27371"/>
                </a:lnTo>
                <a:lnTo>
                  <a:pt x="3137657" y="8353"/>
                </a:lnTo>
                <a:lnTo>
                  <a:pt x="3156686" y="27903"/>
                </a:lnTo>
                <a:close/>
              </a:path>
              <a:path w="7289800" h="4260215">
                <a:moveTo>
                  <a:pt x="3003273" y="174902"/>
                </a:moveTo>
                <a:lnTo>
                  <a:pt x="2986086" y="191621"/>
                </a:lnTo>
                <a:lnTo>
                  <a:pt x="2969370" y="174442"/>
                </a:lnTo>
                <a:lnTo>
                  <a:pt x="2986555" y="157715"/>
                </a:lnTo>
                <a:lnTo>
                  <a:pt x="3003273" y="174902"/>
                </a:lnTo>
                <a:close/>
              </a:path>
              <a:path w="7289800" h="4260215">
                <a:moveTo>
                  <a:pt x="2850439" y="321910"/>
                </a:moveTo>
                <a:lnTo>
                  <a:pt x="2835031" y="336897"/>
                </a:lnTo>
                <a:lnTo>
                  <a:pt x="2820046" y="321497"/>
                </a:lnTo>
                <a:lnTo>
                  <a:pt x="2835444" y="306504"/>
                </a:lnTo>
                <a:lnTo>
                  <a:pt x="2850439" y="321910"/>
                </a:lnTo>
                <a:close/>
              </a:path>
              <a:path w="7289800" h="4260215">
                <a:moveTo>
                  <a:pt x="2697603" y="468910"/>
                </a:moveTo>
                <a:lnTo>
                  <a:pt x="2683976" y="482173"/>
                </a:lnTo>
                <a:lnTo>
                  <a:pt x="2670715" y="468554"/>
                </a:lnTo>
                <a:lnTo>
                  <a:pt x="2684350" y="455289"/>
                </a:lnTo>
                <a:lnTo>
                  <a:pt x="2697603" y="468910"/>
                </a:lnTo>
                <a:close/>
              </a:path>
              <a:path w="7289800" h="4260215">
                <a:moveTo>
                  <a:pt x="2544190" y="615909"/>
                </a:moveTo>
                <a:lnTo>
                  <a:pt x="2532929" y="626870"/>
                </a:lnTo>
                <a:lnTo>
                  <a:pt x="2521976" y="615607"/>
                </a:lnTo>
                <a:lnTo>
                  <a:pt x="2533231" y="604656"/>
                </a:lnTo>
                <a:lnTo>
                  <a:pt x="2544190" y="615909"/>
                </a:lnTo>
                <a:close/>
              </a:path>
              <a:path w="7289800" h="4260215">
                <a:moveTo>
                  <a:pt x="2391944" y="762932"/>
                </a:moveTo>
                <a:lnTo>
                  <a:pt x="2381867" y="772732"/>
                </a:lnTo>
                <a:lnTo>
                  <a:pt x="2372058" y="762658"/>
                </a:lnTo>
                <a:lnTo>
                  <a:pt x="2382134" y="752857"/>
                </a:lnTo>
                <a:lnTo>
                  <a:pt x="2391944" y="762932"/>
                </a:lnTo>
                <a:close/>
              </a:path>
              <a:path w="7289800" h="4260215">
                <a:moveTo>
                  <a:pt x="2239686" y="909940"/>
                </a:moveTo>
                <a:lnTo>
                  <a:pt x="2230804" y="918587"/>
                </a:lnTo>
                <a:lnTo>
                  <a:pt x="2222155" y="909698"/>
                </a:lnTo>
                <a:lnTo>
                  <a:pt x="2231036" y="901050"/>
                </a:lnTo>
                <a:lnTo>
                  <a:pt x="2239686" y="909940"/>
                </a:lnTo>
                <a:close/>
              </a:path>
              <a:path w="7289800" h="4260215">
                <a:moveTo>
                  <a:pt x="2086853" y="1056955"/>
                </a:moveTo>
                <a:lnTo>
                  <a:pt x="2079751" y="1063872"/>
                </a:lnTo>
                <a:lnTo>
                  <a:pt x="2072826" y="1056763"/>
                </a:lnTo>
                <a:lnTo>
                  <a:pt x="2079936" y="1049846"/>
                </a:lnTo>
                <a:lnTo>
                  <a:pt x="2086853" y="1056955"/>
                </a:lnTo>
                <a:close/>
              </a:path>
              <a:path w="7289800" h="4260215">
                <a:moveTo>
                  <a:pt x="1934603" y="1203962"/>
                </a:moveTo>
                <a:lnTo>
                  <a:pt x="1928679" y="1209728"/>
                </a:lnTo>
                <a:lnTo>
                  <a:pt x="1922914" y="1203804"/>
                </a:lnTo>
                <a:lnTo>
                  <a:pt x="1928837" y="1198039"/>
                </a:lnTo>
                <a:lnTo>
                  <a:pt x="1934603" y="1203962"/>
                </a:lnTo>
                <a:close/>
              </a:path>
              <a:path w="7289800" h="4260215">
                <a:moveTo>
                  <a:pt x="1782357" y="1350984"/>
                </a:moveTo>
                <a:lnTo>
                  <a:pt x="1777617" y="1355590"/>
                </a:lnTo>
                <a:lnTo>
                  <a:pt x="1773004" y="1350853"/>
                </a:lnTo>
                <a:lnTo>
                  <a:pt x="1777743" y="1346247"/>
                </a:lnTo>
                <a:lnTo>
                  <a:pt x="1782357" y="1350984"/>
                </a:lnTo>
                <a:close/>
              </a:path>
              <a:path w="7289800" h="4260215">
                <a:moveTo>
                  <a:pt x="1630108" y="1497999"/>
                </a:moveTo>
                <a:lnTo>
                  <a:pt x="1626548" y="1501454"/>
                </a:lnTo>
                <a:lnTo>
                  <a:pt x="1623094" y="1497902"/>
                </a:lnTo>
                <a:lnTo>
                  <a:pt x="1626646" y="1494448"/>
                </a:lnTo>
                <a:lnTo>
                  <a:pt x="1630108" y="1497999"/>
                </a:lnTo>
                <a:close/>
              </a:path>
              <a:path w="7289800" h="4260215">
                <a:moveTo>
                  <a:pt x="1477852" y="1645015"/>
                </a:moveTo>
                <a:lnTo>
                  <a:pt x="1475495" y="1647315"/>
                </a:lnTo>
                <a:lnTo>
                  <a:pt x="1473183" y="1644943"/>
                </a:lnTo>
                <a:lnTo>
                  <a:pt x="1475548" y="1642641"/>
                </a:lnTo>
                <a:lnTo>
                  <a:pt x="1477852" y="1645015"/>
                </a:lnTo>
                <a:close/>
              </a:path>
              <a:path w="7289800" h="4260215">
                <a:moveTo>
                  <a:pt x="2856833" y="23825"/>
                </a:moveTo>
                <a:lnTo>
                  <a:pt x="2839062" y="41122"/>
                </a:lnTo>
                <a:lnTo>
                  <a:pt x="2821766" y="23351"/>
                </a:lnTo>
                <a:lnTo>
                  <a:pt x="2839537" y="6054"/>
                </a:lnTo>
                <a:lnTo>
                  <a:pt x="2856833" y="23825"/>
                </a:lnTo>
                <a:close/>
              </a:path>
              <a:path w="7289800" h="4260215">
                <a:moveTo>
                  <a:pt x="2703991" y="170835"/>
                </a:moveTo>
                <a:lnTo>
                  <a:pt x="2687999" y="186400"/>
                </a:lnTo>
                <a:lnTo>
                  <a:pt x="2672432" y="170400"/>
                </a:lnTo>
                <a:lnTo>
                  <a:pt x="2688424" y="154835"/>
                </a:lnTo>
                <a:lnTo>
                  <a:pt x="2703991" y="170835"/>
                </a:lnTo>
                <a:close/>
              </a:path>
              <a:path w="7289800" h="4260215">
                <a:moveTo>
                  <a:pt x="2550578" y="317835"/>
                </a:moveTo>
                <a:lnTo>
                  <a:pt x="2536944" y="331100"/>
                </a:lnTo>
                <a:lnTo>
                  <a:pt x="2523689" y="317472"/>
                </a:lnTo>
                <a:lnTo>
                  <a:pt x="2537315" y="304208"/>
                </a:lnTo>
                <a:lnTo>
                  <a:pt x="2550578" y="317835"/>
                </a:lnTo>
                <a:close/>
              </a:path>
              <a:path w="7289800" h="4260215">
                <a:moveTo>
                  <a:pt x="2397744" y="464843"/>
                </a:moveTo>
                <a:lnTo>
                  <a:pt x="2385897" y="476374"/>
                </a:lnTo>
                <a:lnTo>
                  <a:pt x="2374366" y="464527"/>
                </a:lnTo>
                <a:lnTo>
                  <a:pt x="2386213" y="452996"/>
                </a:lnTo>
                <a:lnTo>
                  <a:pt x="2397744" y="464843"/>
                </a:lnTo>
                <a:close/>
              </a:path>
              <a:path w="7289800" h="4260215">
                <a:moveTo>
                  <a:pt x="2244910" y="611851"/>
                </a:moveTo>
                <a:lnTo>
                  <a:pt x="2234834" y="621652"/>
                </a:lnTo>
                <a:lnTo>
                  <a:pt x="2225032" y="611576"/>
                </a:lnTo>
                <a:lnTo>
                  <a:pt x="2235109" y="601775"/>
                </a:lnTo>
                <a:lnTo>
                  <a:pt x="2244910" y="611851"/>
                </a:lnTo>
                <a:close/>
              </a:path>
              <a:path w="7289800" h="4260215">
                <a:moveTo>
                  <a:pt x="2092662" y="758866"/>
                </a:moveTo>
                <a:lnTo>
                  <a:pt x="2083780" y="767513"/>
                </a:lnTo>
                <a:lnTo>
                  <a:pt x="2075131" y="758624"/>
                </a:lnTo>
                <a:lnTo>
                  <a:pt x="2084012" y="749976"/>
                </a:lnTo>
                <a:lnTo>
                  <a:pt x="2092662" y="758866"/>
                </a:lnTo>
                <a:close/>
              </a:path>
              <a:path w="7289800" h="4260215">
                <a:moveTo>
                  <a:pt x="1940413" y="905880"/>
                </a:moveTo>
                <a:lnTo>
                  <a:pt x="1932702" y="913379"/>
                </a:lnTo>
                <a:lnTo>
                  <a:pt x="1925213" y="905675"/>
                </a:lnTo>
                <a:lnTo>
                  <a:pt x="1932916" y="898177"/>
                </a:lnTo>
                <a:lnTo>
                  <a:pt x="1940413" y="905880"/>
                </a:lnTo>
                <a:close/>
              </a:path>
              <a:path w="7289800" h="4260215">
                <a:moveTo>
                  <a:pt x="1787579" y="1052888"/>
                </a:moveTo>
                <a:lnTo>
                  <a:pt x="1781655" y="1058653"/>
                </a:lnTo>
                <a:lnTo>
                  <a:pt x="1775890" y="1052730"/>
                </a:lnTo>
                <a:lnTo>
                  <a:pt x="1781814" y="1046964"/>
                </a:lnTo>
                <a:lnTo>
                  <a:pt x="1787579" y="1052888"/>
                </a:lnTo>
                <a:close/>
              </a:path>
              <a:path w="7289800" h="4260215">
                <a:moveTo>
                  <a:pt x="1635323" y="1199904"/>
                </a:moveTo>
                <a:lnTo>
                  <a:pt x="1630584" y="1204510"/>
                </a:lnTo>
                <a:lnTo>
                  <a:pt x="1625978" y="1199771"/>
                </a:lnTo>
                <a:lnTo>
                  <a:pt x="1630717" y="1195165"/>
                </a:lnTo>
                <a:lnTo>
                  <a:pt x="1635323" y="1199904"/>
                </a:lnTo>
                <a:close/>
              </a:path>
              <a:path w="7289800" h="4260215">
                <a:moveTo>
                  <a:pt x="1483074" y="1346919"/>
                </a:moveTo>
                <a:lnTo>
                  <a:pt x="1479524" y="1350381"/>
                </a:lnTo>
                <a:lnTo>
                  <a:pt x="1476061" y="1346822"/>
                </a:lnTo>
                <a:lnTo>
                  <a:pt x="1479621" y="1343367"/>
                </a:lnTo>
                <a:lnTo>
                  <a:pt x="1483074" y="1346919"/>
                </a:lnTo>
                <a:close/>
              </a:path>
              <a:path w="7289800" h="4260215">
                <a:moveTo>
                  <a:pt x="1330826" y="1493933"/>
                </a:moveTo>
                <a:lnTo>
                  <a:pt x="1328460" y="1496235"/>
                </a:lnTo>
                <a:lnTo>
                  <a:pt x="1326157" y="1493861"/>
                </a:lnTo>
                <a:lnTo>
                  <a:pt x="1328514" y="1491561"/>
                </a:lnTo>
                <a:lnTo>
                  <a:pt x="1330826" y="1493933"/>
                </a:lnTo>
                <a:close/>
              </a:path>
              <a:path w="7289800" h="4260215">
                <a:moveTo>
                  <a:pt x="1178579" y="1640955"/>
                </a:moveTo>
                <a:lnTo>
                  <a:pt x="1177393" y="1642107"/>
                </a:lnTo>
                <a:lnTo>
                  <a:pt x="1176238" y="1640912"/>
                </a:lnTo>
                <a:lnTo>
                  <a:pt x="1177417" y="1639762"/>
                </a:lnTo>
                <a:lnTo>
                  <a:pt x="1178579" y="1640955"/>
                </a:lnTo>
                <a:close/>
              </a:path>
              <a:path w="7289800" h="4260215">
                <a:moveTo>
                  <a:pt x="2556966" y="19761"/>
                </a:moveTo>
                <a:lnTo>
                  <a:pt x="2540974" y="35326"/>
                </a:lnTo>
                <a:lnTo>
                  <a:pt x="2525407" y="19325"/>
                </a:lnTo>
                <a:lnTo>
                  <a:pt x="2541399" y="3761"/>
                </a:lnTo>
                <a:lnTo>
                  <a:pt x="2556966" y="19761"/>
                </a:lnTo>
                <a:close/>
              </a:path>
              <a:path w="7289800" h="4260215">
                <a:moveTo>
                  <a:pt x="2404132" y="166770"/>
                </a:moveTo>
                <a:lnTo>
                  <a:pt x="2389911" y="180605"/>
                </a:lnTo>
                <a:lnTo>
                  <a:pt x="2376076" y="166384"/>
                </a:lnTo>
                <a:lnTo>
                  <a:pt x="2390289" y="152551"/>
                </a:lnTo>
                <a:lnTo>
                  <a:pt x="2404132" y="166770"/>
                </a:lnTo>
                <a:close/>
              </a:path>
              <a:path w="7289800" h="4260215">
                <a:moveTo>
                  <a:pt x="2250711" y="313771"/>
                </a:moveTo>
                <a:lnTo>
                  <a:pt x="2238864" y="325302"/>
                </a:lnTo>
                <a:lnTo>
                  <a:pt x="2227330" y="313446"/>
                </a:lnTo>
                <a:lnTo>
                  <a:pt x="2239178" y="301915"/>
                </a:lnTo>
                <a:lnTo>
                  <a:pt x="2250711" y="313771"/>
                </a:lnTo>
                <a:close/>
              </a:path>
              <a:path w="7289800" h="4260215">
                <a:moveTo>
                  <a:pt x="2097883" y="460769"/>
                </a:moveTo>
                <a:lnTo>
                  <a:pt x="2087808" y="470578"/>
                </a:lnTo>
                <a:lnTo>
                  <a:pt x="2078007" y="460502"/>
                </a:lnTo>
                <a:lnTo>
                  <a:pt x="2088083" y="450701"/>
                </a:lnTo>
                <a:lnTo>
                  <a:pt x="2097883" y="460769"/>
                </a:lnTo>
                <a:close/>
              </a:path>
              <a:path w="7289800" h="4260215">
                <a:moveTo>
                  <a:pt x="1945634" y="607783"/>
                </a:moveTo>
                <a:lnTo>
                  <a:pt x="1936745" y="616433"/>
                </a:lnTo>
                <a:lnTo>
                  <a:pt x="1928097" y="607551"/>
                </a:lnTo>
                <a:lnTo>
                  <a:pt x="1936987" y="598901"/>
                </a:lnTo>
                <a:lnTo>
                  <a:pt x="1945634" y="607783"/>
                </a:lnTo>
                <a:close/>
              </a:path>
              <a:path w="7289800" h="4260215">
                <a:moveTo>
                  <a:pt x="1793388" y="754805"/>
                </a:moveTo>
                <a:lnTo>
                  <a:pt x="1785677" y="762305"/>
                </a:lnTo>
                <a:lnTo>
                  <a:pt x="1778177" y="754594"/>
                </a:lnTo>
                <a:lnTo>
                  <a:pt x="1785888" y="747094"/>
                </a:lnTo>
                <a:lnTo>
                  <a:pt x="1793388" y="754805"/>
                </a:lnTo>
                <a:close/>
              </a:path>
              <a:path w="7289800" h="4260215">
                <a:moveTo>
                  <a:pt x="1640545" y="901815"/>
                </a:moveTo>
                <a:lnTo>
                  <a:pt x="1634622" y="907581"/>
                </a:lnTo>
                <a:lnTo>
                  <a:pt x="1628854" y="901649"/>
                </a:lnTo>
                <a:lnTo>
                  <a:pt x="1634778" y="895884"/>
                </a:lnTo>
                <a:lnTo>
                  <a:pt x="1640545" y="901815"/>
                </a:lnTo>
                <a:close/>
              </a:path>
              <a:path w="7289800" h="4260215">
                <a:moveTo>
                  <a:pt x="1488297" y="1048830"/>
                </a:moveTo>
                <a:lnTo>
                  <a:pt x="1483558" y="1053435"/>
                </a:lnTo>
                <a:lnTo>
                  <a:pt x="1478944" y="1048698"/>
                </a:lnTo>
                <a:lnTo>
                  <a:pt x="1483681" y="1044085"/>
                </a:lnTo>
                <a:lnTo>
                  <a:pt x="1488297" y="1048830"/>
                </a:lnTo>
                <a:close/>
              </a:path>
              <a:path w="7289800" h="4260215">
                <a:moveTo>
                  <a:pt x="1336046" y="1195837"/>
                </a:moveTo>
                <a:lnTo>
                  <a:pt x="1332488" y="1199300"/>
                </a:lnTo>
                <a:lnTo>
                  <a:pt x="1329032" y="1195740"/>
                </a:lnTo>
                <a:lnTo>
                  <a:pt x="1332585" y="1192286"/>
                </a:lnTo>
                <a:lnTo>
                  <a:pt x="1336046" y="1195837"/>
                </a:lnTo>
                <a:close/>
              </a:path>
              <a:path w="7289800" h="4260215">
                <a:moveTo>
                  <a:pt x="1183790" y="1342852"/>
                </a:moveTo>
                <a:lnTo>
                  <a:pt x="1181433" y="1345152"/>
                </a:lnTo>
                <a:lnTo>
                  <a:pt x="1179123" y="1342789"/>
                </a:lnTo>
                <a:lnTo>
                  <a:pt x="1181489" y="1340487"/>
                </a:lnTo>
                <a:lnTo>
                  <a:pt x="1183790" y="1342852"/>
                </a:lnTo>
                <a:close/>
              </a:path>
              <a:path w="7289800" h="4260215">
                <a:moveTo>
                  <a:pt x="1031544" y="1489874"/>
                </a:moveTo>
                <a:lnTo>
                  <a:pt x="1030365" y="1491024"/>
                </a:lnTo>
                <a:lnTo>
                  <a:pt x="1029213" y="1489838"/>
                </a:lnTo>
                <a:lnTo>
                  <a:pt x="1030392" y="1488688"/>
                </a:lnTo>
                <a:lnTo>
                  <a:pt x="1031544" y="1489874"/>
                </a:lnTo>
                <a:close/>
              </a:path>
              <a:path w="7289800" h="4260215">
                <a:moveTo>
                  <a:pt x="2257096" y="15690"/>
                </a:moveTo>
                <a:lnTo>
                  <a:pt x="2242884" y="29523"/>
                </a:lnTo>
                <a:lnTo>
                  <a:pt x="2229051" y="15310"/>
                </a:lnTo>
                <a:lnTo>
                  <a:pt x="2243264" y="1477"/>
                </a:lnTo>
                <a:lnTo>
                  <a:pt x="2257096" y="15690"/>
                </a:lnTo>
                <a:close/>
              </a:path>
              <a:path w="7289800" h="4260215">
                <a:moveTo>
                  <a:pt x="2103684" y="162689"/>
                </a:moveTo>
                <a:lnTo>
                  <a:pt x="2091836" y="174220"/>
                </a:lnTo>
                <a:lnTo>
                  <a:pt x="2080305" y="162373"/>
                </a:lnTo>
                <a:lnTo>
                  <a:pt x="2092153" y="150842"/>
                </a:lnTo>
                <a:lnTo>
                  <a:pt x="2103684" y="162689"/>
                </a:lnTo>
                <a:close/>
              </a:path>
              <a:path w="7289800" h="4260215">
                <a:moveTo>
                  <a:pt x="1950848" y="309689"/>
                </a:moveTo>
                <a:lnTo>
                  <a:pt x="1940773" y="319498"/>
                </a:lnTo>
                <a:lnTo>
                  <a:pt x="1930974" y="309430"/>
                </a:lnTo>
                <a:lnTo>
                  <a:pt x="1941048" y="299621"/>
                </a:lnTo>
                <a:lnTo>
                  <a:pt x="1950848" y="309689"/>
                </a:lnTo>
                <a:close/>
              </a:path>
              <a:path w="7289800" h="4260215">
                <a:moveTo>
                  <a:pt x="1798599" y="456703"/>
                </a:moveTo>
                <a:lnTo>
                  <a:pt x="1789718" y="465351"/>
                </a:lnTo>
                <a:lnTo>
                  <a:pt x="1781071" y="456469"/>
                </a:lnTo>
                <a:lnTo>
                  <a:pt x="1789952" y="447821"/>
                </a:lnTo>
                <a:lnTo>
                  <a:pt x="1798599" y="456703"/>
                </a:lnTo>
                <a:close/>
              </a:path>
              <a:path w="7289800" h="4260215">
                <a:moveTo>
                  <a:pt x="1646353" y="603725"/>
                </a:moveTo>
                <a:lnTo>
                  <a:pt x="1638650" y="611223"/>
                </a:lnTo>
                <a:lnTo>
                  <a:pt x="1631153" y="603520"/>
                </a:lnTo>
                <a:lnTo>
                  <a:pt x="1638855" y="596022"/>
                </a:lnTo>
                <a:lnTo>
                  <a:pt x="1646353" y="603725"/>
                </a:lnTo>
                <a:close/>
              </a:path>
              <a:path w="7289800" h="4260215">
                <a:moveTo>
                  <a:pt x="1493519" y="750733"/>
                </a:moveTo>
                <a:lnTo>
                  <a:pt x="1487595" y="756499"/>
                </a:lnTo>
                <a:lnTo>
                  <a:pt x="1481830" y="750575"/>
                </a:lnTo>
                <a:lnTo>
                  <a:pt x="1487753" y="744810"/>
                </a:lnTo>
                <a:lnTo>
                  <a:pt x="1493519" y="750733"/>
                </a:lnTo>
                <a:close/>
              </a:path>
              <a:path w="7289800" h="4260215">
                <a:moveTo>
                  <a:pt x="1341270" y="897748"/>
                </a:moveTo>
                <a:lnTo>
                  <a:pt x="1336531" y="902353"/>
                </a:lnTo>
                <a:lnTo>
                  <a:pt x="1331917" y="897616"/>
                </a:lnTo>
                <a:lnTo>
                  <a:pt x="1336654" y="893003"/>
                </a:lnTo>
                <a:lnTo>
                  <a:pt x="1341270" y="897748"/>
                </a:lnTo>
                <a:close/>
              </a:path>
              <a:path w="7289800" h="4260215">
                <a:moveTo>
                  <a:pt x="1189022" y="1044762"/>
                </a:moveTo>
                <a:lnTo>
                  <a:pt x="1185464" y="1048226"/>
                </a:lnTo>
                <a:lnTo>
                  <a:pt x="1182000" y="1044668"/>
                </a:lnTo>
                <a:lnTo>
                  <a:pt x="1185558" y="1041203"/>
                </a:lnTo>
                <a:lnTo>
                  <a:pt x="1189022" y="1044762"/>
                </a:lnTo>
                <a:close/>
              </a:path>
              <a:path w="7289800" h="4260215">
                <a:moveTo>
                  <a:pt x="1036766" y="1191778"/>
                </a:moveTo>
                <a:lnTo>
                  <a:pt x="1034400" y="1194080"/>
                </a:lnTo>
                <a:lnTo>
                  <a:pt x="1032098" y="1191715"/>
                </a:lnTo>
                <a:lnTo>
                  <a:pt x="1034464" y="1189413"/>
                </a:lnTo>
                <a:lnTo>
                  <a:pt x="1036766" y="1191778"/>
                </a:lnTo>
                <a:close/>
              </a:path>
              <a:path w="7289800" h="4260215">
                <a:moveTo>
                  <a:pt x="884517" y="1338792"/>
                </a:moveTo>
                <a:lnTo>
                  <a:pt x="883330" y="1339944"/>
                </a:lnTo>
                <a:lnTo>
                  <a:pt x="882178" y="1338758"/>
                </a:lnTo>
                <a:lnTo>
                  <a:pt x="883365" y="1337606"/>
                </a:lnTo>
                <a:lnTo>
                  <a:pt x="884517" y="1338792"/>
                </a:lnTo>
                <a:close/>
              </a:path>
              <a:path w="7289800" h="4260215">
                <a:moveTo>
                  <a:pt x="1956648" y="11609"/>
                </a:moveTo>
                <a:lnTo>
                  <a:pt x="1944800" y="23140"/>
                </a:lnTo>
                <a:lnTo>
                  <a:pt x="1933269" y="11293"/>
                </a:lnTo>
                <a:lnTo>
                  <a:pt x="1944873" y="0"/>
                </a:lnTo>
                <a:lnTo>
                  <a:pt x="1945349" y="0"/>
                </a:lnTo>
                <a:lnTo>
                  <a:pt x="1956648" y="11609"/>
                </a:lnTo>
                <a:close/>
              </a:path>
              <a:path w="7289800" h="4260215">
                <a:moveTo>
                  <a:pt x="1803822" y="158615"/>
                </a:moveTo>
                <a:lnTo>
                  <a:pt x="1793748" y="168425"/>
                </a:lnTo>
                <a:lnTo>
                  <a:pt x="1783946" y="158348"/>
                </a:lnTo>
                <a:lnTo>
                  <a:pt x="1794020" y="148538"/>
                </a:lnTo>
                <a:lnTo>
                  <a:pt x="1803822" y="158615"/>
                </a:lnTo>
                <a:close/>
              </a:path>
              <a:path w="7289800" h="4260215">
                <a:moveTo>
                  <a:pt x="1651573" y="305629"/>
                </a:moveTo>
                <a:lnTo>
                  <a:pt x="1642684" y="314279"/>
                </a:lnTo>
                <a:lnTo>
                  <a:pt x="1634034" y="305390"/>
                </a:lnTo>
                <a:lnTo>
                  <a:pt x="1642924" y="296740"/>
                </a:lnTo>
                <a:lnTo>
                  <a:pt x="1651573" y="305629"/>
                </a:lnTo>
                <a:close/>
              </a:path>
              <a:path w="7289800" h="4260215">
                <a:moveTo>
                  <a:pt x="1499325" y="452643"/>
                </a:moveTo>
                <a:lnTo>
                  <a:pt x="1491614" y="460143"/>
                </a:lnTo>
                <a:lnTo>
                  <a:pt x="1484116" y="452440"/>
                </a:lnTo>
                <a:lnTo>
                  <a:pt x="1491827" y="444941"/>
                </a:lnTo>
                <a:lnTo>
                  <a:pt x="1499325" y="452643"/>
                </a:lnTo>
                <a:close/>
              </a:path>
              <a:path w="7289800" h="4260215">
                <a:moveTo>
                  <a:pt x="1346483" y="599654"/>
                </a:moveTo>
                <a:lnTo>
                  <a:pt x="1340559" y="605419"/>
                </a:lnTo>
                <a:lnTo>
                  <a:pt x="1334793" y="599496"/>
                </a:lnTo>
                <a:lnTo>
                  <a:pt x="1340717" y="593730"/>
                </a:lnTo>
                <a:lnTo>
                  <a:pt x="1346483" y="599654"/>
                </a:lnTo>
                <a:close/>
              </a:path>
              <a:path w="7289800" h="4260215">
                <a:moveTo>
                  <a:pt x="1194234" y="746668"/>
                </a:moveTo>
                <a:lnTo>
                  <a:pt x="1189497" y="751281"/>
                </a:lnTo>
                <a:lnTo>
                  <a:pt x="1184881" y="746537"/>
                </a:lnTo>
                <a:lnTo>
                  <a:pt x="1189618" y="741923"/>
                </a:lnTo>
                <a:lnTo>
                  <a:pt x="1194234" y="746668"/>
                </a:lnTo>
                <a:close/>
              </a:path>
              <a:path w="7289800" h="4260215">
                <a:moveTo>
                  <a:pt x="1041986" y="893682"/>
                </a:moveTo>
                <a:lnTo>
                  <a:pt x="1038436" y="897144"/>
                </a:lnTo>
                <a:lnTo>
                  <a:pt x="1034974" y="893594"/>
                </a:lnTo>
                <a:lnTo>
                  <a:pt x="1038532" y="890130"/>
                </a:lnTo>
                <a:lnTo>
                  <a:pt x="1041986" y="893682"/>
                </a:lnTo>
                <a:close/>
              </a:path>
              <a:path w="7289800" h="4260215">
                <a:moveTo>
                  <a:pt x="889739" y="1040704"/>
                </a:moveTo>
                <a:lnTo>
                  <a:pt x="887374" y="1043007"/>
                </a:lnTo>
                <a:lnTo>
                  <a:pt x="885070" y="1040633"/>
                </a:lnTo>
                <a:lnTo>
                  <a:pt x="887427" y="1038333"/>
                </a:lnTo>
                <a:lnTo>
                  <a:pt x="889739" y="1040704"/>
                </a:lnTo>
                <a:close/>
              </a:path>
              <a:path w="7289800" h="4260215">
                <a:moveTo>
                  <a:pt x="737481" y="1187713"/>
                </a:moveTo>
                <a:lnTo>
                  <a:pt x="736302" y="1188863"/>
                </a:lnTo>
                <a:lnTo>
                  <a:pt x="735152" y="1187684"/>
                </a:lnTo>
                <a:lnTo>
                  <a:pt x="736331" y="1186534"/>
                </a:lnTo>
                <a:lnTo>
                  <a:pt x="737481" y="1187713"/>
                </a:lnTo>
                <a:close/>
              </a:path>
              <a:path w="7289800" h="4260215">
                <a:moveTo>
                  <a:pt x="1656793" y="7533"/>
                </a:moveTo>
                <a:lnTo>
                  <a:pt x="1646719" y="17343"/>
                </a:lnTo>
                <a:lnTo>
                  <a:pt x="1636910" y="7268"/>
                </a:lnTo>
                <a:lnTo>
                  <a:pt x="1644375" y="0"/>
                </a:lnTo>
                <a:lnTo>
                  <a:pt x="1649458" y="0"/>
                </a:lnTo>
                <a:lnTo>
                  <a:pt x="1656793" y="7533"/>
                </a:lnTo>
                <a:close/>
              </a:path>
              <a:path w="7289800" h="4260215">
                <a:moveTo>
                  <a:pt x="1504547" y="154556"/>
                </a:moveTo>
                <a:lnTo>
                  <a:pt x="1495657" y="163205"/>
                </a:lnTo>
                <a:lnTo>
                  <a:pt x="1487006" y="154307"/>
                </a:lnTo>
                <a:lnTo>
                  <a:pt x="1495887" y="145660"/>
                </a:lnTo>
                <a:lnTo>
                  <a:pt x="1504547" y="154556"/>
                </a:lnTo>
                <a:close/>
              </a:path>
              <a:path w="7289800" h="4260215">
                <a:moveTo>
                  <a:pt x="1352289" y="301564"/>
                </a:moveTo>
                <a:lnTo>
                  <a:pt x="1344586" y="309061"/>
                </a:lnTo>
                <a:lnTo>
                  <a:pt x="1337090" y="301367"/>
                </a:lnTo>
                <a:lnTo>
                  <a:pt x="1344801" y="293867"/>
                </a:lnTo>
                <a:lnTo>
                  <a:pt x="1352289" y="301564"/>
                </a:lnTo>
                <a:close/>
              </a:path>
              <a:path w="7289800" h="4260215">
                <a:moveTo>
                  <a:pt x="1199457" y="448580"/>
                </a:moveTo>
                <a:lnTo>
                  <a:pt x="1193533" y="454345"/>
                </a:lnTo>
                <a:lnTo>
                  <a:pt x="1187767" y="448422"/>
                </a:lnTo>
                <a:lnTo>
                  <a:pt x="1193691" y="442656"/>
                </a:lnTo>
                <a:lnTo>
                  <a:pt x="1199457" y="448580"/>
                </a:lnTo>
                <a:close/>
              </a:path>
              <a:path w="7289800" h="4260215">
                <a:moveTo>
                  <a:pt x="1047206" y="595586"/>
                </a:moveTo>
                <a:lnTo>
                  <a:pt x="1042469" y="600200"/>
                </a:lnTo>
                <a:lnTo>
                  <a:pt x="1037855" y="595463"/>
                </a:lnTo>
                <a:lnTo>
                  <a:pt x="1042592" y="590849"/>
                </a:lnTo>
                <a:lnTo>
                  <a:pt x="1047206" y="595586"/>
                </a:lnTo>
                <a:close/>
              </a:path>
              <a:path w="7289800" h="4260215">
                <a:moveTo>
                  <a:pt x="894959" y="742608"/>
                </a:moveTo>
                <a:lnTo>
                  <a:pt x="891399" y="746064"/>
                </a:lnTo>
                <a:lnTo>
                  <a:pt x="887945" y="742511"/>
                </a:lnTo>
                <a:lnTo>
                  <a:pt x="891495" y="739049"/>
                </a:lnTo>
                <a:lnTo>
                  <a:pt x="894959" y="742608"/>
                </a:lnTo>
                <a:close/>
              </a:path>
              <a:path w="7289800" h="4260215">
                <a:moveTo>
                  <a:pt x="742704" y="889625"/>
                </a:moveTo>
                <a:lnTo>
                  <a:pt x="740346" y="891925"/>
                </a:lnTo>
                <a:lnTo>
                  <a:pt x="738034" y="889553"/>
                </a:lnTo>
                <a:lnTo>
                  <a:pt x="740400" y="887251"/>
                </a:lnTo>
                <a:lnTo>
                  <a:pt x="742704" y="889625"/>
                </a:lnTo>
                <a:close/>
              </a:path>
              <a:path w="7289800" h="4260215">
                <a:moveTo>
                  <a:pt x="590455" y="1036638"/>
                </a:moveTo>
                <a:lnTo>
                  <a:pt x="589277" y="1037789"/>
                </a:lnTo>
                <a:lnTo>
                  <a:pt x="588117" y="1036604"/>
                </a:lnTo>
                <a:lnTo>
                  <a:pt x="589304" y="1035452"/>
                </a:lnTo>
                <a:lnTo>
                  <a:pt x="590455" y="1036638"/>
                </a:lnTo>
                <a:close/>
              </a:path>
              <a:path w="7289800" h="4260215">
                <a:moveTo>
                  <a:pt x="1357512" y="3475"/>
                </a:moveTo>
                <a:lnTo>
                  <a:pt x="1348630" y="12122"/>
                </a:lnTo>
                <a:lnTo>
                  <a:pt x="1339981" y="3233"/>
                </a:lnTo>
                <a:lnTo>
                  <a:pt x="1343302" y="0"/>
                </a:lnTo>
                <a:lnTo>
                  <a:pt x="1354130" y="0"/>
                </a:lnTo>
                <a:lnTo>
                  <a:pt x="1357512" y="3475"/>
                </a:lnTo>
                <a:close/>
              </a:path>
              <a:path w="7289800" h="4260215">
                <a:moveTo>
                  <a:pt x="1205263" y="150489"/>
                </a:moveTo>
                <a:lnTo>
                  <a:pt x="1197561" y="157987"/>
                </a:lnTo>
                <a:lnTo>
                  <a:pt x="1190063" y="150284"/>
                </a:lnTo>
                <a:lnTo>
                  <a:pt x="1197766" y="142786"/>
                </a:lnTo>
                <a:lnTo>
                  <a:pt x="1205263" y="150489"/>
                </a:lnTo>
                <a:close/>
              </a:path>
              <a:path w="7289800" h="4260215">
                <a:moveTo>
                  <a:pt x="1052429" y="297497"/>
                </a:moveTo>
                <a:lnTo>
                  <a:pt x="1046506" y="303263"/>
                </a:lnTo>
                <a:lnTo>
                  <a:pt x="1040740" y="297339"/>
                </a:lnTo>
                <a:lnTo>
                  <a:pt x="1046664" y="291574"/>
                </a:lnTo>
                <a:lnTo>
                  <a:pt x="1052429" y="297497"/>
                </a:lnTo>
                <a:close/>
              </a:path>
              <a:path w="7289800" h="4260215">
                <a:moveTo>
                  <a:pt x="900181" y="444512"/>
                </a:moveTo>
                <a:lnTo>
                  <a:pt x="895444" y="449125"/>
                </a:lnTo>
                <a:lnTo>
                  <a:pt x="890828" y="444380"/>
                </a:lnTo>
                <a:lnTo>
                  <a:pt x="895567" y="439775"/>
                </a:lnTo>
                <a:lnTo>
                  <a:pt x="900181" y="444512"/>
                </a:lnTo>
                <a:close/>
              </a:path>
              <a:path w="7289800" h="4260215">
                <a:moveTo>
                  <a:pt x="747924" y="591526"/>
                </a:moveTo>
                <a:lnTo>
                  <a:pt x="744372" y="594981"/>
                </a:lnTo>
                <a:lnTo>
                  <a:pt x="740911" y="591431"/>
                </a:lnTo>
                <a:lnTo>
                  <a:pt x="744469" y="587966"/>
                </a:lnTo>
                <a:lnTo>
                  <a:pt x="747924" y="591526"/>
                </a:lnTo>
                <a:close/>
              </a:path>
              <a:path w="7289800" h="4260215">
                <a:moveTo>
                  <a:pt x="595676" y="738542"/>
                </a:moveTo>
                <a:lnTo>
                  <a:pt x="593311" y="740844"/>
                </a:lnTo>
                <a:lnTo>
                  <a:pt x="591007" y="738470"/>
                </a:lnTo>
                <a:lnTo>
                  <a:pt x="593364" y="736170"/>
                </a:lnTo>
                <a:lnTo>
                  <a:pt x="595676" y="738542"/>
                </a:lnTo>
                <a:close/>
              </a:path>
              <a:path w="7289800" h="4260215">
                <a:moveTo>
                  <a:pt x="443428" y="885556"/>
                </a:moveTo>
                <a:lnTo>
                  <a:pt x="442241" y="886708"/>
                </a:lnTo>
                <a:lnTo>
                  <a:pt x="441091" y="885530"/>
                </a:lnTo>
                <a:lnTo>
                  <a:pt x="442278" y="884378"/>
                </a:lnTo>
                <a:lnTo>
                  <a:pt x="443428" y="885556"/>
                </a:lnTo>
                <a:close/>
              </a:path>
              <a:path w="7289800" h="4260215">
                <a:moveTo>
                  <a:pt x="1057626" y="0"/>
                </a:moveTo>
                <a:lnTo>
                  <a:pt x="1050524" y="6906"/>
                </a:lnTo>
                <a:lnTo>
                  <a:pt x="1043801" y="0"/>
                </a:lnTo>
                <a:lnTo>
                  <a:pt x="1057626" y="0"/>
                </a:lnTo>
                <a:close/>
              </a:path>
              <a:path w="7289800" h="4260215">
                <a:moveTo>
                  <a:pt x="905393" y="146417"/>
                </a:moveTo>
                <a:lnTo>
                  <a:pt x="899469" y="152182"/>
                </a:lnTo>
                <a:lnTo>
                  <a:pt x="893704" y="146259"/>
                </a:lnTo>
                <a:lnTo>
                  <a:pt x="899627" y="140493"/>
                </a:lnTo>
                <a:lnTo>
                  <a:pt x="905393" y="146417"/>
                </a:lnTo>
                <a:close/>
              </a:path>
              <a:path w="7289800" h="4260215">
                <a:moveTo>
                  <a:pt x="753145" y="293431"/>
                </a:moveTo>
                <a:lnTo>
                  <a:pt x="748407" y="298045"/>
                </a:lnTo>
                <a:lnTo>
                  <a:pt x="743791" y="293300"/>
                </a:lnTo>
                <a:lnTo>
                  <a:pt x="748531" y="288694"/>
                </a:lnTo>
                <a:lnTo>
                  <a:pt x="753145" y="293431"/>
                </a:lnTo>
                <a:close/>
              </a:path>
              <a:path w="7289800" h="4260215">
                <a:moveTo>
                  <a:pt x="600898" y="440453"/>
                </a:moveTo>
                <a:lnTo>
                  <a:pt x="597346" y="443907"/>
                </a:lnTo>
                <a:lnTo>
                  <a:pt x="593882" y="440348"/>
                </a:lnTo>
                <a:lnTo>
                  <a:pt x="597434" y="436895"/>
                </a:lnTo>
                <a:lnTo>
                  <a:pt x="600898" y="440453"/>
                </a:lnTo>
                <a:close/>
              </a:path>
              <a:path w="7289800" h="4260215">
                <a:moveTo>
                  <a:pt x="448640" y="587462"/>
                </a:moveTo>
                <a:lnTo>
                  <a:pt x="446283" y="589762"/>
                </a:lnTo>
                <a:lnTo>
                  <a:pt x="443981" y="587396"/>
                </a:lnTo>
                <a:lnTo>
                  <a:pt x="446338" y="585096"/>
                </a:lnTo>
                <a:lnTo>
                  <a:pt x="448640" y="587462"/>
                </a:lnTo>
                <a:close/>
              </a:path>
              <a:path w="7289800" h="4260215">
                <a:moveTo>
                  <a:pt x="296391" y="734476"/>
                </a:moveTo>
                <a:lnTo>
                  <a:pt x="295213" y="735626"/>
                </a:lnTo>
                <a:lnTo>
                  <a:pt x="294063" y="734447"/>
                </a:lnTo>
                <a:lnTo>
                  <a:pt x="295241" y="733297"/>
                </a:lnTo>
                <a:lnTo>
                  <a:pt x="296391" y="734476"/>
                </a:lnTo>
                <a:close/>
              </a:path>
              <a:path w="7289800" h="4260215">
                <a:moveTo>
                  <a:pt x="753574" y="0"/>
                </a:moveTo>
                <a:lnTo>
                  <a:pt x="752442" y="1101"/>
                </a:lnTo>
                <a:lnTo>
                  <a:pt x="752163" y="0"/>
                </a:lnTo>
                <a:lnTo>
                  <a:pt x="753574" y="0"/>
                </a:lnTo>
                <a:close/>
              </a:path>
              <a:path w="7289800" h="4260215">
                <a:moveTo>
                  <a:pt x="606120" y="142358"/>
                </a:moveTo>
                <a:lnTo>
                  <a:pt x="601380" y="146964"/>
                </a:lnTo>
                <a:lnTo>
                  <a:pt x="596765" y="142219"/>
                </a:lnTo>
                <a:lnTo>
                  <a:pt x="601504" y="137613"/>
                </a:lnTo>
                <a:lnTo>
                  <a:pt x="606120" y="142358"/>
                </a:lnTo>
                <a:close/>
              </a:path>
              <a:path w="7289800" h="4260215">
                <a:moveTo>
                  <a:pt x="453871" y="289372"/>
                </a:moveTo>
                <a:lnTo>
                  <a:pt x="450311" y="292828"/>
                </a:lnTo>
                <a:lnTo>
                  <a:pt x="446857" y="289275"/>
                </a:lnTo>
                <a:lnTo>
                  <a:pt x="450409" y="285822"/>
                </a:lnTo>
                <a:lnTo>
                  <a:pt x="453871" y="289372"/>
                </a:lnTo>
                <a:close/>
              </a:path>
              <a:path w="7289800" h="4260215">
                <a:moveTo>
                  <a:pt x="301615" y="436388"/>
                </a:moveTo>
                <a:lnTo>
                  <a:pt x="299258" y="438689"/>
                </a:lnTo>
                <a:lnTo>
                  <a:pt x="296946" y="436317"/>
                </a:lnTo>
                <a:lnTo>
                  <a:pt x="299311" y="434015"/>
                </a:lnTo>
                <a:lnTo>
                  <a:pt x="301615" y="436388"/>
                </a:lnTo>
                <a:close/>
              </a:path>
              <a:path w="7289800" h="4260215">
                <a:moveTo>
                  <a:pt x="149365" y="583395"/>
                </a:moveTo>
                <a:lnTo>
                  <a:pt x="148178" y="584547"/>
                </a:lnTo>
                <a:lnTo>
                  <a:pt x="147028" y="583368"/>
                </a:lnTo>
                <a:lnTo>
                  <a:pt x="148214" y="582216"/>
                </a:lnTo>
                <a:lnTo>
                  <a:pt x="149365" y="583395"/>
                </a:lnTo>
                <a:close/>
              </a:path>
              <a:path w="7289800" h="4260215">
                <a:moveTo>
                  <a:pt x="306835" y="138291"/>
                </a:moveTo>
                <a:lnTo>
                  <a:pt x="303283" y="141745"/>
                </a:lnTo>
                <a:lnTo>
                  <a:pt x="299821" y="138195"/>
                </a:lnTo>
                <a:lnTo>
                  <a:pt x="303381" y="134739"/>
                </a:lnTo>
                <a:lnTo>
                  <a:pt x="306835" y="138291"/>
                </a:lnTo>
                <a:close/>
              </a:path>
              <a:path w="7289800" h="4260215">
                <a:moveTo>
                  <a:pt x="154586" y="285306"/>
                </a:moveTo>
                <a:lnTo>
                  <a:pt x="152221" y="287608"/>
                </a:lnTo>
                <a:lnTo>
                  <a:pt x="149917" y="285234"/>
                </a:lnTo>
                <a:lnTo>
                  <a:pt x="152274" y="282934"/>
                </a:lnTo>
                <a:lnTo>
                  <a:pt x="154586" y="285306"/>
                </a:lnTo>
                <a:close/>
              </a:path>
              <a:path w="7289800" h="4260215">
                <a:moveTo>
                  <a:pt x="2340" y="432328"/>
                </a:moveTo>
                <a:lnTo>
                  <a:pt x="1154" y="433480"/>
                </a:lnTo>
                <a:lnTo>
                  <a:pt x="0" y="432285"/>
                </a:lnTo>
                <a:lnTo>
                  <a:pt x="1178" y="431135"/>
                </a:lnTo>
                <a:lnTo>
                  <a:pt x="2340" y="432328"/>
                </a:lnTo>
                <a:close/>
              </a:path>
              <a:path w="7289800" h="4260215">
                <a:moveTo>
                  <a:pt x="7550" y="134227"/>
                </a:moveTo>
                <a:lnTo>
                  <a:pt x="5193" y="136527"/>
                </a:lnTo>
                <a:lnTo>
                  <a:pt x="2883" y="134164"/>
                </a:lnTo>
                <a:lnTo>
                  <a:pt x="5248" y="131862"/>
                </a:lnTo>
                <a:lnTo>
                  <a:pt x="7550" y="134227"/>
                </a:lnTo>
                <a:close/>
              </a:path>
            </a:pathLst>
          </a:custGeom>
          <a:solidFill>
            <a:srgbClr val="37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25536" y="7313289"/>
            <a:ext cx="9323070" cy="2247900"/>
          </a:xfrm>
          <a:prstGeom prst="rect">
            <a:avLst/>
          </a:prstGeom>
          <a:solidFill>
            <a:srgbClr val="40B8D5">
              <a:alpha val="11999"/>
            </a:srgbClr>
          </a:solidFill>
        </p:spPr>
        <p:txBody>
          <a:bodyPr vert="horz" wrap="square" lIns="0" tIns="577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5"/>
              </a:spcBef>
            </a:pPr>
            <a:endParaRPr sz="2200">
              <a:latin typeface="Times New Roman"/>
              <a:cs typeface="Times New Roman"/>
            </a:endParaRPr>
          </a:p>
          <a:p>
            <a:pPr marL="302895" marR="332740">
              <a:lnSpc>
                <a:spcPct val="108000"/>
              </a:lnSpc>
            </a:pPr>
            <a:r>
              <a:rPr sz="2200" spc="-45" dirty="0">
                <a:solidFill>
                  <a:srgbClr val="036A7C"/>
                </a:solidFill>
                <a:latin typeface="Lucida Sans Unicode"/>
                <a:cs typeface="Lucida Sans Unicode"/>
              </a:rPr>
              <a:t>Unlike</a:t>
            </a:r>
            <a:r>
              <a:rPr sz="22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traditional</a:t>
            </a:r>
            <a:r>
              <a:rPr sz="2200" spc="-13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45" dirty="0">
                <a:solidFill>
                  <a:srgbClr val="036A7C"/>
                </a:solidFill>
                <a:latin typeface="Lucida Sans Unicode"/>
                <a:cs typeface="Lucida Sans Unicode"/>
              </a:rPr>
              <a:t>learning</a:t>
            </a:r>
            <a:r>
              <a:rPr sz="22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platforms</a:t>
            </a:r>
            <a:r>
              <a:rPr sz="2200" spc="-13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036A7C"/>
                </a:solidFill>
                <a:latin typeface="Lucida Sans Unicode"/>
                <a:cs typeface="Lucida Sans Unicode"/>
              </a:rPr>
              <a:t>that</a:t>
            </a:r>
            <a:r>
              <a:rPr sz="22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focus</a:t>
            </a:r>
            <a:r>
              <a:rPr sz="2200" spc="-13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mainly</a:t>
            </a:r>
            <a:r>
              <a:rPr sz="22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on</a:t>
            </a:r>
            <a:r>
              <a:rPr sz="2200" spc="-13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content </a:t>
            </a:r>
            <a:r>
              <a:rPr sz="2200" spc="-30" dirty="0">
                <a:solidFill>
                  <a:srgbClr val="036A7C"/>
                </a:solidFill>
                <a:latin typeface="Lucida Sans Unicode"/>
                <a:cs typeface="Lucida Sans Unicode"/>
              </a:rPr>
              <a:t>delivery,</a:t>
            </a:r>
            <a:r>
              <a:rPr sz="2200" spc="-14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036A7C"/>
                </a:solidFill>
                <a:latin typeface="Lucida Sans Unicode"/>
                <a:cs typeface="Lucida Sans Unicode"/>
              </a:rPr>
              <a:t>LearnLoop</a:t>
            </a:r>
            <a:r>
              <a:rPr sz="22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036A7C"/>
                </a:solidFill>
                <a:latin typeface="Lucida Sans Unicode"/>
                <a:cs typeface="Lucida Sans Unicode"/>
              </a:rPr>
              <a:t>focuses</a:t>
            </a:r>
            <a:r>
              <a:rPr sz="22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on</a:t>
            </a:r>
            <a:r>
              <a:rPr sz="22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how</a:t>
            </a:r>
            <a:r>
              <a:rPr sz="2200" spc="-14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35" dirty="0">
                <a:solidFill>
                  <a:srgbClr val="036A7C"/>
                </a:solidFill>
                <a:latin typeface="Lucida Sans Unicode"/>
                <a:cs typeface="Lucida Sans Unicode"/>
              </a:rPr>
              <a:t>users</a:t>
            </a:r>
            <a:r>
              <a:rPr sz="22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35" dirty="0">
                <a:solidFill>
                  <a:srgbClr val="036A7C"/>
                </a:solidFill>
                <a:latin typeface="Lucida Sans Unicode"/>
                <a:cs typeface="Lucida Sans Unicode"/>
              </a:rPr>
              <a:t>learn,</a:t>
            </a:r>
            <a:r>
              <a:rPr sz="22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when</a:t>
            </a:r>
            <a:r>
              <a:rPr sz="22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036A7C"/>
                </a:solidFill>
                <a:latin typeface="Lucida Sans Unicode"/>
                <a:cs typeface="Lucida Sans Unicode"/>
              </a:rPr>
              <a:t>they</a:t>
            </a:r>
            <a:r>
              <a:rPr sz="2200" spc="-14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learn best,</a:t>
            </a:r>
            <a:r>
              <a:rPr sz="2200" spc="-13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and</a:t>
            </a:r>
            <a:r>
              <a:rPr sz="2200" spc="-12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036A7C"/>
                </a:solidFill>
                <a:latin typeface="Lucida Sans Unicode"/>
                <a:cs typeface="Lucida Sans Unicode"/>
              </a:rPr>
              <a:t>why</a:t>
            </a:r>
            <a:r>
              <a:rPr sz="2200" spc="-12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036A7C"/>
                </a:solidFill>
                <a:latin typeface="Lucida Sans Unicode"/>
                <a:cs typeface="Lucida Sans Unicode"/>
              </a:rPr>
              <a:t>they</a:t>
            </a:r>
            <a:r>
              <a:rPr sz="2200" spc="-12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50" dirty="0">
                <a:solidFill>
                  <a:srgbClr val="036A7C"/>
                </a:solidFill>
                <a:latin typeface="Lucida Sans Unicode"/>
                <a:cs typeface="Lucida Sans Unicode"/>
              </a:rPr>
              <a:t>stop,</a:t>
            </a:r>
            <a:r>
              <a:rPr sz="2200" spc="-12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80" dirty="0">
                <a:solidFill>
                  <a:srgbClr val="036A7C"/>
                </a:solidFill>
                <a:latin typeface="Lucida Sans Unicode"/>
                <a:cs typeface="Lucida Sans Unicode"/>
              </a:rPr>
              <a:t>using</a:t>
            </a:r>
            <a:r>
              <a:rPr sz="2200" spc="-12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data‑driven</a:t>
            </a:r>
            <a:r>
              <a:rPr sz="2200" spc="-12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40" dirty="0">
                <a:solidFill>
                  <a:srgbClr val="036A7C"/>
                </a:solidFill>
                <a:latin typeface="Lucida Sans Unicode"/>
                <a:cs typeface="Lucida Sans Unicode"/>
              </a:rPr>
              <a:t>personalization</a:t>
            </a:r>
            <a:r>
              <a:rPr sz="2200" spc="-125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25" dirty="0">
                <a:solidFill>
                  <a:srgbClr val="036A7C"/>
                </a:solidFill>
                <a:latin typeface="Lucida Sans Unicode"/>
                <a:cs typeface="Lucida Sans Unicode"/>
              </a:rPr>
              <a:t>and </a:t>
            </a:r>
            <a:r>
              <a:rPr sz="2200" dirty="0">
                <a:solidFill>
                  <a:srgbClr val="036A7C"/>
                </a:solidFill>
                <a:latin typeface="Lucida Sans Unicode"/>
                <a:cs typeface="Lucida Sans Unicode"/>
              </a:rPr>
              <a:t>peer</a:t>
            </a:r>
            <a:r>
              <a:rPr sz="22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036A7C"/>
                </a:solidFill>
                <a:latin typeface="Lucida Sans Unicode"/>
                <a:cs typeface="Lucida Sans Unicode"/>
              </a:rPr>
              <a:t>accountability</a:t>
            </a:r>
            <a:r>
              <a:rPr sz="22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036A7C"/>
                </a:solidFill>
                <a:latin typeface="Lucida Sans Unicode"/>
                <a:cs typeface="Lucida Sans Unicode"/>
              </a:rPr>
              <a:t>to</a:t>
            </a:r>
            <a:r>
              <a:rPr sz="22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25" dirty="0">
                <a:solidFill>
                  <a:srgbClr val="036A7C"/>
                </a:solidFill>
                <a:latin typeface="Lucida Sans Unicode"/>
                <a:cs typeface="Lucida Sans Unicode"/>
              </a:rPr>
              <a:t>ensure</a:t>
            </a:r>
            <a:r>
              <a:rPr sz="22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35" dirty="0">
                <a:solidFill>
                  <a:srgbClr val="036A7C"/>
                </a:solidFill>
                <a:latin typeface="Lucida Sans Unicode"/>
                <a:cs typeface="Lucida Sans Unicode"/>
              </a:rPr>
              <a:t>long‑term</a:t>
            </a:r>
            <a:r>
              <a:rPr sz="2200" spc="-140" dirty="0">
                <a:solidFill>
                  <a:srgbClr val="036A7C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036A7C"/>
                </a:solidFill>
                <a:latin typeface="Lucida Sans Unicode"/>
                <a:cs typeface="Lucida Sans Unicode"/>
              </a:rPr>
              <a:t>consistency.</a:t>
            </a:r>
            <a:endParaRPr sz="2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224150"/>
            <a:ext cx="18288000" cy="7058025"/>
            <a:chOff x="0" y="3224150"/>
            <a:chExt cx="18288000" cy="70580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715895"/>
              <a:ext cx="18288001" cy="65659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930566" y="3243200"/>
              <a:ext cx="8843010" cy="6944359"/>
            </a:xfrm>
            <a:custGeom>
              <a:avLst/>
              <a:gdLst/>
              <a:ahLst/>
              <a:cxnLst/>
              <a:rect l="l" t="t" r="r" b="b"/>
              <a:pathLst>
                <a:path w="8843010" h="6944359">
                  <a:moveTo>
                    <a:pt x="8562466" y="6943732"/>
                  </a:moveTo>
                  <a:lnTo>
                    <a:pt x="285750" y="6943732"/>
                  </a:lnTo>
                  <a:lnTo>
                    <a:pt x="239400" y="6939993"/>
                  </a:lnTo>
                  <a:lnTo>
                    <a:pt x="195431" y="6929165"/>
                  </a:lnTo>
                  <a:lnTo>
                    <a:pt x="154431" y="6911838"/>
                  </a:lnTo>
                  <a:lnTo>
                    <a:pt x="116990" y="6888600"/>
                  </a:lnTo>
                  <a:lnTo>
                    <a:pt x="83694" y="6860039"/>
                  </a:lnTo>
                  <a:lnTo>
                    <a:pt x="55133" y="6826743"/>
                  </a:lnTo>
                  <a:lnTo>
                    <a:pt x="31895" y="6789301"/>
                  </a:lnTo>
                  <a:lnTo>
                    <a:pt x="14568" y="6748302"/>
                  </a:lnTo>
                  <a:lnTo>
                    <a:pt x="3740" y="6704333"/>
                  </a:lnTo>
                  <a:lnTo>
                    <a:pt x="0" y="6657983"/>
                  </a:lnTo>
                  <a:lnTo>
                    <a:pt x="0" y="285750"/>
                  </a:lnTo>
                  <a:lnTo>
                    <a:pt x="3740" y="239399"/>
                  </a:lnTo>
                  <a:lnTo>
                    <a:pt x="14568" y="195430"/>
                  </a:lnTo>
                  <a:lnTo>
                    <a:pt x="31895" y="154431"/>
                  </a:lnTo>
                  <a:lnTo>
                    <a:pt x="55133" y="116989"/>
                  </a:lnTo>
                  <a:lnTo>
                    <a:pt x="83694" y="83694"/>
                  </a:lnTo>
                  <a:lnTo>
                    <a:pt x="116990" y="55133"/>
                  </a:lnTo>
                  <a:lnTo>
                    <a:pt x="154431" y="31894"/>
                  </a:lnTo>
                  <a:lnTo>
                    <a:pt x="195431" y="14567"/>
                  </a:lnTo>
                  <a:lnTo>
                    <a:pt x="239400" y="3740"/>
                  </a:lnTo>
                  <a:lnTo>
                    <a:pt x="285750" y="0"/>
                  </a:lnTo>
                  <a:lnTo>
                    <a:pt x="8562466" y="0"/>
                  </a:lnTo>
                  <a:lnTo>
                    <a:pt x="8608816" y="3740"/>
                  </a:lnTo>
                  <a:lnTo>
                    <a:pt x="8652785" y="14567"/>
                  </a:lnTo>
                  <a:lnTo>
                    <a:pt x="8693784" y="31894"/>
                  </a:lnTo>
                  <a:lnTo>
                    <a:pt x="8731226" y="55133"/>
                  </a:lnTo>
                  <a:lnTo>
                    <a:pt x="8764521" y="83694"/>
                  </a:lnTo>
                  <a:lnTo>
                    <a:pt x="8793082" y="116989"/>
                  </a:lnTo>
                  <a:lnTo>
                    <a:pt x="8816321" y="154431"/>
                  </a:lnTo>
                  <a:lnTo>
                    <a:pt x="8833648" y="195430"/>
                  </a:lnTo>
                  <a:lnTo>
                    <a:pt x="8842409" y="231008"/>
                  </a:lnTo>
                  <a:lnTo>
                    <a:pt x="8842409" y="6712724"/>
                  </a:lnTo>
                  <a:lnTo>
                    <a:pt x="8816321" y="6789301"/>
                  </a:lnTo>
                  <a:lnTo>
                    <a:pt x="8793082" y="6826743"/>
                  </a:lnTo>
                  <a:lnTo>
                    <a:pt x="8764521" y="6860039"/>
                  </a:lnTo>
                  <a:lnTo>
                    <a:pt x="8731226" y="6888600"/>
                  </a:lnTo>
                  <a:lnTo>
                    <a:pt x="8693784" y="6911838"/>
                  </a:lnTo>
                  <a:lnTo>
                    <a:pt x="8652785" y="6929165"/>
                  </a:lnTo>
                  <a:lnTo>
                    <a:pt x="8608816" y="6939993"/>
                  </a:lnTo>
                  <a:lnTo>
                    <a:pt x="8562466" y="6943732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930564" y="3243200"/>
              <a:ext cx="8848725" cy="6944359"/>
            </a:xfrm>
            <a:custGeom>
              <a:avLst/>
              <a:gdLst/>
              <a:ahLst/>
              <a:cxnLst/>
              <a:rect l="l" t="t" r="r" b="b"/>
              <a:pathLst>
                <a:path w="8848725" h="6944359">
                  <a:moveTo>
                    <a:pt x="285749" y="0"/>
                  </a:moveTo>
                  <a:lnTo>
                    <a:pt x="8562383" y="0"/>
                  </a:lnTo>
                  <a:lnTo>
                    <a:pt x="8608744" y="3722"/>
                  </a:lnTo>
                  <a:lnTo>
                    <a:pt x="8652725" y="14541"/>
                  </a:lnTo>
                  <a:lnTo>
                    <a:pt x="8693737" y="31864"/>
                  </a:lnTo>
                  <a:lnTo>
                    <a:pt x="8731192" y="55103"/>
                  </a:lnTo>
                  <a:lnTo>
                    <a:pt x="8764501" y="83668"/>
                  </a:lnTo>
                  <a:lnTo>
                    <a:pt x="8793073" y="116971"/>
                  </a:lnTo>
                  <a:lnTo>
                    <a:pt x="8816319" y="154424"/>
                  </a:lnTo>
                  <a:lnTo>
                    <a:pt x="8833651" y="195436"/>
                  </a:lnTo>
                  <a:lnTo>
                    <a:pt x="8844479" y="239420"/>
                  </a:lnTo>
                  <a:lnTo>
                    <a:pt x="8848217" y="285776"/>
                  </a:lnTo>
                  <a:lnTo>
                    <a:pt x="8848219" y="6657954"/>
                  </a:lnTo>
                  <a:lnTo>
                    <a:pt x="8844480" y="6704318"/>
                  </a:lnTo>
                  <a:lnTo>
                    <a:pt x="8833649" y="6748301"/>
                  </a:lnTo>
                  <a:lnTo>
                    <a:pt x="8816315" y="6789313"/>
                  </a:lnTo>
                  <a:lnTo>
                    <a:pt x="8793066" y="6826764"/>
                  </a:lnTo>
                  <a:lnTo>
                    <a:pt x="8764492" y="6860065"/>
                  </a:lnTo>
                  <a:lnTo>
                    <a:pt x="8731182" y="6888627"/>
                  </a:lnTo>
                  <a:lnTo>
                    <a:pt x="8693727" y="6911862"/>
                  </a:lnTo>
                  <a:lnTo>
                    <a:pt x="8652715" y="6929182"/>
                  </a:lnTo>
                  <a:lnTo>
                    <a:pt x="8608736" y="6939999"/>
                  </a:lnTo>
                  <a:lnTo>
                    <a:pt x="8562383" y="6943732"/>
                  </a:lnTo>
                  <a:lnTo>
                    <a:pt x="285746" y="6943732"/>
                  </a:lnTo>
                  <a:lnTo>
                    <a:pt x="239390" y="6939989"/>
                  </a:lnTo>
                  <a:lnTo>
                    <a:pt x="195417" y="6929158"/>
                  </a:lnTo>
                  <a:lnTo>
                    <a:pt x="154415" y="6911826"/>
                  </a:lnTo>
                  <a:lnTo>
                    <a:pt x="116972" y="6888582"/>
                  </a:lnTo>
                  <a:lnTo>
                    <a:pt x="83677" y="6860016"/>
                  </a:lnTo>
                  <a:lnTo>
                    <a:pt x="55118" y="6826715"/>
                  </a:lnTo>
                  <a:lnTo>
                    <a:pt x="31883" y="6789269"/>
                  </a:lnTo>
                  <a:lnTo>
                    <a:pt x="14561" y="6748267"/>
                  </a:lnTo>
                  <a:lnTo>
                    <a:pt x="3739" y="6704296"/>
                  </a:lnTo>
                  <a:lnTo>
                    <a:pt x="2" y="6657946"/>
                  </a:lnTo>
                  <a:lnTo>
                    <a:pt x="0" y="285776"/>
                  </a:lnTo>
                  <a:lnTo>
                    <a:pt x="3735" y="239425"/>
                  </a:lnTo>
                  <a:lnTo>
                    <a:pt x="14559" y="195454"/>
                  </a:lnTo>
                  <a:lnTo>
                    <a:pt x="31884" y="154451"/>
                  </a:lnTo>
                  <a:lnTo>
                    <a:pt x="55120" y="117006"/>
                  </a:lnTo>
                  <a:lnTo>
                    <a:pt x="83681" y="83706"/>
                  </a:lnTo>
                  <a:lnTo>
                    <a:pt x="116977" y="55141"/>
                  </a:lnTo>
                  <a:lnTo>
                    <a:pt x="154421" y="31899"/>
                  </a:lnTo>
                  <a:lnTo>
                    <a:pt x="195424" y="14569"/>
                  </a:lnTo>
                  <a:lnTo>
                    <a:pt x="239397" y="3740"/>
                  </a:lnTo>
                  <a:lnTo>
                    <a:pt x="285749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6471" y="5477015"/>
              <a:ext cx="85725" cy="857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6471" y="5810390"/>
              <a:ext cx="85725" cy="857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6471" y="6477139"/>
              <a:ext cx="85725" cy="857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6471" y="6810514"/>
              <a:ext cx="85725" cy="857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6471" y="7143889"/>
              <a:ext cx="85725" cy="857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6471" y="7810639"/>
              <a:ext cx="85725" cy="85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6471" y="8144014"/>
              <a:ext cx="85725" cy="85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6471" y="8477389"/>
              <a:ext cx="85725" cy="857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6471" y="9144139"/>
              <a:ext cx="85725" cy="857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6471" y="9477514"/>
              <a:ext cx="85725" cy="857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6471" y="9810889"/>
              <a:ext cx="85725" cy="8572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9132796" y="3480976"/>
            <a:ext cx="8110855" cy="651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735" algn="ctr">
              <a:lnSpc>
                <a:spcPct val="100000"/>
              </a:lnSpc>
              <a:spcBef>
                <a:spcPts val="100"/>
              </a:spcBef>
            </a:pPr>
            <a:r>
              <a:rPr sz="2800" b="1" i="1" spc="65" dirty="0">
                <a:solidFill>
                  <a:srgbClr val="377272"/>
                </a:solidFill>
                <a:latin typeface="Arial"/>
                <a:cs typeface="Arial"/>
              </a:rPr>
              <a:t>New</a:t>
            </a:r>
            <a:r>
              <a:rPr sz="2800" b="1" i="1" spc="-125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377272"/>
                </a:solidFill>
                <a:latin typeface="Arial"/>
                <a:cs typeface="Arial"/>
              </a:rPr>
              <a:t>Features</a:t>
            </a:r>
            <a:r>
              <a:rPr sz="2800" b="1" i="1" spc="-125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2800" b="1" i="1" spc="95" dirty="0">
                <a:solidFill>
                  <a:srgbClr val="377272"/>
                </a:solidFill>
                <a:latin typeface="Arial"/>
                <a:cs typeface="Arial"/>
              </a:rPr>
              <a:t>That</a:t>
            </a:r>
            <a:r>
              <a:rPr sz="2800" b="1" i="1" spc="-125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2800" b="1" i="1" spc="50" dirty="0">
                <a:solidFill>
                  <a:srgbClr val="377272"/>
                </a:solidFill>
                <a:latin typeface="Arial"/>
                <a:cs typeface="Arial"/>
              </a:rPr>
              <a:t>Can</a:t>
            </a:r>
            <a:r>
              <a:rPr sz="2800" b="1" i="1" spc="-120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377272"/>
                </a:solidFill>
                <a:latin typeface="Arial"/>
                <a:cs typeface="Arial"/>
              </a:rPr>
              <a:t>Be</a:t>
            </a:r>
            <a:r>
              <a:rPr sz="2800" b="1" i="1" spc="-125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377272"/>
                </a:solidFill>
                <a:latin typeface="Arial"/>
                <a:cs typeface="Arial"/>
              </a:rPr>
              <a:t>Added</a:t>
            </a:r>
            <a:endParaRPr sz="2800">
              <a:latin typeface="Arial"/>
              <a:cs typeface="Arial"/>
            </a:endParaRPr>
          </a:p>
          <a:p>
            <a:pPr marL="12700" marR="977265">
              <a:lnSpc>
                <a:spcPct val="115599"/>
              </a:lnSpc>
              <a:spcBef>
                <a:spcPts val="1750"/>
              </a:spcBef>
            </a:pPr>
            <a:r>
              <a:rPr sz="2000" i="1" spc="-45" dirty="0">
                <a:latin typeface="Verdana"/>
                <a:cs typeface="Verdana"/>
              </a:rPr>
              <a:t>As</a:t>
            </a:r>
            <a:r>
              <a:rPr sz="2000" i="1" spc="-15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LearnLoop</a:t>
            </a:r>
            <a:r>
              <a:rPr sz="2000" i="1" spc="-150" dirty="0">
                <a:latin typeface="Verdana"/>
                <a:cs typeface="Verdana"/>
              </a:rPr>
              <a:t> </a:t>
            </a:r>
            <a:r>
              <a:rPr sz="2000" i="1" spc="-65" dirty="0">
                <a:latin typeface="Verdana"/>
                <a:cs typeface="Verdana"/>
              </a:rPr>
              <a:t>matures,</a:t>
            </a:r>
            <a:r>
              <a:rPr sz="2000" i="1" spc="-150" dirty="0">
                <a:latin typeface="Verdana"/>
                <a:cs typeface="Verdana"/>
              </a:rPr>
              <a:t> </a:t>
            </a:r>
            <a:r>
              <a:rPr sz="2000" i="1" spc="-30" dirty="0">
                <a:latin typeface="Verdana"/>
                <a:cs typeface="Verdana"/>
              </a:rPr>
              <a:t>several</a:t>
            </a:r>
            <a:r>
              <a:rPr sz="2000" i="1" spc="-15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advanced</a:t>
            </a:r>
            <a:r>
              <a:rPr sz="2000" i="1" spc="-155" dirty="0">
                <a:latin typeface="Verdana"/>
                <a:cs typeface="Verdana"/>
              </a:rPr>
              <a:t> </a:t>
            </a:r>
            <a:r>
              <a:rPr sz="2000" i="1" spc="-20" dirty="0">
                <a:latin typeface="Verdana"/>
                <a:cs typeface="Verdana"/>
              </a:rPr>
              <a:t>features</a:t>
            </a:r>
            <a:r>
              <a:rPr sz="2000" i="1" spc="-15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can</a:t>
            </a:r>
            <a:r>
              <a:rPr sz="2000" i="1" spc="-150" dirty="0">
                <a:latin typeface="Verdana"/>
                <a:cs typeface="Verdana"/>
              </a:rPr>
              <a:t> </a:t>
            </a:r>
            <a:r>
              <a:rPr sz="2000" i="1" spc="-25" dirty="0">
                <a:latin typeface="Verdana"/>
                <a:cs typeface="Verdana"/>
              </a:rPr>
              <a:t>be </a:t>
            </a:r>
            <a:r>
              <a:rPr sz="2000" i="1" spc="-10" dirty="0">
                <a:latin typeface="Verdana"/>
                <a:cs typeface="Verdana"/>
              </a:rPr>
              <a:t>introduced:</a:t>
            </a:r>
            <a:endParaRPr sz="2000">
              <a:latin typeface="Verdana"/>
              <a:cs typeface="Verdana"/>
            </a:endParaRPr>
          </a:p>
          <a:p>
            <a:pPr marL="385445" indent="-254635">
              <a:lnSpc>
                <a:spcPct val="100000"/>
              </a:lnSpc>
              <a:spcBef>
                <a:spcPts val="1405"/>
              </a:spcBef>
              <a:buAutoNum type="arabicPeriod"/>
              <a:tabLst>
                <a:tab pos="385445" algn="l"/>
              </a:tabLst>
            </a:pPr>
            <a:r>
              <a:rPr sz="1900" spc="-150" dirty="0">
                <a:solidFill>
                  <a:srgbClr val="377272"/>
                </a:solidFill>
                <a:latin typeface="Arial Black"/>
                <a:cs typeface="Arial Black"/>
              </a:rPr>
              <a:t>AI</a:t>
            </a:r>
            <a:r>
              <a:rPr sz="19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35" dirty="0">
                <a:solidFill>
                  <a:srgbClr val="377272"/>
                </a:solidFill>
                <a:latin typeface="Arial Black"/>
                <a:cs typeface="Arial Black"/>
              </a:rPr>
              <a:t>Career</a:t>
            </a:r>
            <a:r>
              <a:rPr sz="1900" spc="-16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Arial Black"/>
                <a:cs typeface="Arial Black"/>
              </a:rPr>
              <a:t>Guidance</a:t>
            </a:r>
            <a:endParaRPr sz="1900">
              <a:latin typeface="Arial Black"/>
              <a:cs typeface="Arial Black"/>
            </a:endParaRPr>
          </a:p>
          <a:p>
            <a:pPr marL="422275" marR="5080">
              <a:lnSpc>
                <a:spcPct val="115100"/>
              </a:lnSpc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Career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path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suggestions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based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on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strengths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behavior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Skill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recommendations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aligned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with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industry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roles</a:t>
            </a:r>
            <a:endParaRPr sz="1900">
              <a:latin typeface="Lucida Sans Unicode"/>
              <a:cs typeface="Lucida Sans Unicode"/>
            </a:endParaRPr>
          </a:p>
          <a:p>
            <a:pPr marL="387350" marR="2477135" indent="-257175">
              <a:lnSpc>
                <a:spcPct val="115100"/>
              </a:lnSpc>
              <a:buAutoNum type="arabicPeriod" startAt="2"/>
              <a:tabLst>
                <a:tab pos="422275" algn="l"/>
              </a:tabLst>
            </a:pPr>
            <a:r>
              <a:rPr sz="1900" spc="-130" dirty="0">
                <a:solidFill>
                  <a:srgbClr val="377272"/>
                </a:solidFill>
                <a:latin typeface="Arial Black"/>
                <a:cs typeface="Arial Black"/>
              </a:rPr>
              <a:t>Advanced</a:t>
            </a:r>
            <a:r>
              <a:rPr sz="1900" spc="-16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45" dirty="0">
                <a:solidFill>
                  <a:srgbClr val="377272"/>
                </a:solidFill>
                <a:latin typeface="Arial Black"/>
                <a:cs typeface="Arial Black"/>
              </a:rPr>
              <a:t>Peer</a:t>
            </a:r>
            <a:r>
              <a:rPr sz="19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425" dirty="0">
                <a:solidFill>
                  <a:srgbClr val="377272"/>
                </a:solidFill>
                <a:latin typeface="Arial Black"/>
                <a:cs typeface="Arial Black"/>
              </a:rPr>
              <a:t>&amp;</a:t>
            </a:r>
            <a:r>
              <a:rPr sz="19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90" dirty="0">
                <a:solidFill>
                  <a:srgbClr val="377272"/>
                </a:solidFill>
                <a:latin typeface="Arial Black"/>
                <a:cs typeface="Arial Black"/>
              </a:rPr>
              <a:t>Mentor</a:t>
            </a:r>
            <a:r>
              <a:rPr sz="1900" spc="-15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Arial Black"/>
                <a:cs typeface="Arial Black"/>
              </a:rPr>
              <a:t>Support 	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Alumni‑student</a:t>
            </a:r>
            <a:r>
              <a:rPr sz="19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mentorship</a:t>
            </a:r>
            <a:r>
              <a:rPr sz="19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programs 	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Industry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expert</a:t>
            </a:r>
            <a:r>
              <a:rPr sz="1900" spc="-9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sessions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900" spc="-9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live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discussions 	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Skill‑specific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peer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cohorts</a:t>
            </a:r>
            <a:endParaRPr sz="1900">
              <a:latin typeface="Lucida Sans Unicode"/>
              <a:cs typeface="Lucida Sans Unicode"/>
            </a:endParaRPr>
          </a:p>
          <a:p>
            <a:pPr marL="389255" marR="2785110" indent="-259079">
              <a:lnSpc>
                <a:spcPct val="115100"/>
              </a:lnSpc>
              <a:spcBef>
                <a:spcPts val="5"/>
              </a:spcBef>
              <a:buAutoNum type="arabicPeriod" startAt="2"/>
              <a:tabLst>
                <a:tab pos="422275" algn="l"/>
              </a:tabLst>
            </a:pPr>
            <a:r>
              <a:rPr sz="1900" spc="-140" dirty="0">
                <a:solidFill>
                  <a:srgbClr val="377272"/>
                </a:solidFill>
                <a:latin typeface="Arial Black"/>
                <a:cs typeface="Arial Black"/>
              </a:rPr>
              <a:t>Skill</a:t>
            </a:r>
            <a:r>
              <a:rPr sz="1900" spc="-15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25" dirty="0">
                <a:solidFill>
                  <a:srgbClr val="377272"/>
                </a:solidFill>
                <a:latin typeface="Arial Black"/>
                <a:cs typeface="Arial Black"/>
              </a:rPr>
              <a:t>Validation</a:t>
            </a:r>
            <a:r>
              <a:rPr sz="1900" spc="-14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425" dirty="0">
                <a:solidFill>
                  <a:srgbClr val="377272"/>
                </a:solidFill>
                <a:latin typeface="Arial Black"/>
                <a:cs typeface="Arial Black"/>
              </a:rPr>
              <a:t>&amp;</a:t>
            </a:r>
            <a:r>
              <a:rPr sz="1900" spc="-14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377272"/>
                </a:solidFill>
                <a:latin typeface="Arial Black"/>
                <a:cs typeface="Arial Black"/>
              </a:rPr>
              <a:t>Hiring</a:t>
            </a:r>
            <a:r>
              <a:rPr sz="1900" spc="-14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Arial Black"/>
                <a:cs typeface="Arial Black"/>
              </a:rPr>
              <a:t>Integration 	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Skill‑based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assessments</a:t>
            </a:r>
            <a:r>
              <a:rPr sz="1900" spc="-12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certifications 	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Shareable</a:t>
            </a:r>
            <a:r>
              <a:rPr sz="1900" spc="-6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skill</a:t>
            </a:r>
            <a:r>
              <a:rPr sz="1900" spc="-6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profiles</a:t>
            </a:r>
            <a:endParaRPr sz="1900">
              <a:latin typeface="Lucida Sans Unicode"/>
              <a:cs typeface="Lucida Sans Unicode"/>
            </a:endParaRPr>
          </a:p>
          <a:p>
            <a:pPr marL="422275">
              <a:lnSpc>
                <a:spcPct val="100000"/>
              </a:lnSpc>
              <a:spcBef>
                <a:spcPts val="345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Partnerships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with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recruiters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hiring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platforms</a:t>
            </a:r>
            <a:endParaRPr sz="1900">
              <a:latin typeface="Lucida Sans Unicode"/>
              <a:cs typeface="Lucida Sans Unicode"/>
            </a:endParaRPr>
          </a:p>
          <a:p>
            <a:pPr marL="398780" indent="-269875">
              <a:lnSpc>
                <a:spcPct val="100000"/>
              </a:lnSpc>
              <a:spcBef>
                <a:spcPts val="345"/>
              </a:spcBef>
              <a:buAutoNum type="arabicPeriod" startAt="4"/>
              <a:tabLst>
                <a:tab pos="398780" algn="l"/>
              </a:tabLst>
            </a:pPr>
            <a:r>
              <a:rPr sz="1900" spc="-135" dirty="0">
                <a:solidFill>
                  <a:srgbClr val="377272"/>
                </a:solidFill>
                <a:latin typeface="Arial Black"/>
                <a:cs typeface="Arial Black"/>
              </a:rPr>
              <a:t>Smart</a:t>
            </a:r>
            <a:r>
              <a:rPr sz="1900" spc="-145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35" dirty="0">
                <a:solidFill>
                  <a:srgbClr val="377272"/>
                </a:solidFill>
                <a:latin typeface="Arial Black"/>
                <a:cs typeface="Arial Black"/>
              </a:rPr>
              <a:t>Learning</a:t>
            </a:r>
            <a:r>
              <a:rPr sz="1900" spc="-140" dirty="0">
                <a:solidFill>
                  <a:srgbClr val="377272"/>
                </a:solidFill>
                <a:latin typeface="Arial Black"/>
                <a:cs typeface="Arial Black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Arial Black"/>
                <a:cs typeface="Arial Black"/>
              </a:rPr>
              <a:t>Analytics</a:t>
            </a:r>
            <a:endParaRPr sz="1900">
              <a:latin typeface="Arial Black"/>
              <a:cs typeface="Arial Black"/>
            </a:endParaRPr>
          </a:p>
          <a:p>
            <a:pPr marL="422275">
              <a:lnSpc>
                <a:spcPct val="100000"/>
              </a:lnSpc>
              <a:spcBef>
                <a:spcPts val="345"/>
              </a:spcBef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Early</a:t>
            </a:r>
            <a:r>
              <a:rPr sz="1900" spc="-1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drop‑off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 prediction</a:t>
            </a:r>
            <a:endParaRPr sz="1900">
              <a:latin typeface="Lucida Sans Unicode"/>
              <a:cs typeface="Lucida Sans Unicode"/>
            </a:endParaRPr>
          </a:p>
          <a:p>
            <a:pPr marL="422275" marR="2773680">
              <a:lnSpc>
                <a:spcPct val="115100"/>
              </a:lnSpc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Advanced</a:t>
            </a:r>
            <a:r>
              <a:rPr sz="19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focus</a:t>
            </a:r>
            <a:r>
              <a:rPr sz="1900" spc="-3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900" spc="-3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productivity</a:t>
            </a:r>
            <a:r>
              <a:rPr sz="1900" spc="-3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insights Personalized</a:t>
            </a:r>
            <a:r>
              <a:rPr sz="19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long‑term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19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roadmaps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3380" rIns="0" bIns="0" rtlCol="0">
            <a:spAutoFit/>
          </a:bodyPr>
          <a:lstStyle/>
          <a:p>
            <a:pPr marL="12700" marR="5080">
              <a:lnSpc>
                <a:spcPct val="76300"/>
              </a:lnSpc>
              <a:spcBef>
                <a:spcPts val="2940"/>
              </a:spcBef>
            </a:pPr>
            <a:r>
              <a:rPr spc="-75" dirty="0"/>
              <a:t>Future</a:t>
            </a:r>
            <a:r>
              <a:rPr spc="-955" dirty="0"/>
              <a:t> </a:t>
            </a:r>
            <a:r>
              <a:rPr spc="430" dirty="0"/>
              <a:t>Scope</a:t>
            </a:r>
            <a:r>
              <a:rPr spc="-955" dirty="0"/>
              <a:t> </a:t>
            </a:r>
            <a:r>
              <a:rPr spc="300" dirty="0"/>
              <a:t>&amp; </a:t>
            </a:r>
            <a:r>
              <a:rPr spc="130" dirty="0"/>
              <a:t>Scalability</a:t>
            </a:r>
            <a:r>
              <a:rPr spc="-990" dirty="0"/>
              <a:t> </a:t>
            </a:r>
            <a:r>
              <a:rPr spc="114" dirty="0"/>
              <a:t>Plan</a:t>
            </a:r>
          </a:p>
        </p:txBody>
      </p:sp>
      <p:grpSp>
        <p:nvGrpSpPr>
          <p:cNvPr id="19" name="object 19"/>
          <p:cNvGrpSpPr/>
          <p:nvPr/>
        </p:nvGrpSpPr>
        <p:grpSpPr>
          <a:xfrm>
            <a:off x="696973" y="3904164"/>
            <a:ext cx="7800975" cy="4939665"/>
            <a:chOff x="696973" y="3904164"/>
            <a:chExt cx="7800975" cy="4939665"/>
          </a:xfrm>
        </p:grpSpPr>
        <p:sp>
          <p:nvSpPr>
            <p:cNvPr id="20" name="object 20"/>
            <p:cNvSpPr/>
            <p:nvPr/>
          </p:nvSpPr>
          <p:spPr>
            <a:xfrm>
              <a:off x="716023" y="3923217"/>
              <a:ext cx="7767320" cy="4901565"/>
            </a:xfrm>
            <a:custGeom>
              <a:avLst/>
              <a:gdLst/>
              <a:ahLst/>
              <a:cxnLst/>
              <a:rect l="l" t="t" r="r" b="b"/>
              <a:pathLst>
                <a:path w="7767320" h="4901565">
                  <a:moveTo>
                    <a:pt x="7481015" y="4900975"/>
                  </a:moveTo>
                  <a:lnTo>
                    <a:pt x="285749" y="4900975"/>
                  </a:lnTo>
                  <a:lnTo>
                    <a:pt x="239399" y="4897235"/>
                  </a:lnTo>
                  <a:lnTo>
                    <a:pt x="195430" y="4886408"/>
                  </a:lnTo>
                  <a:lnTo>
                    <a:pt x="154431" y="4869080"/>
                  </a:lnTo>
                  <a:lnTo>
                    <a:pt x="116989" y="4845842"/>
                  </a:lnTo>
                  <a:lnTo>
                    <a:pt x="83694" y="4817281"/>
                  </a:lnTo>
                  <a:lnTo>
                    <a:pt x="55133" y="4783986"/>
                  </a:lnTo>
                  <a:lnTo>
                    <a:pt x="31894" y="4746544"/>
                  </a:lnTo>
                  <a:lnTo>
                    <a:pt x="14567" y="4705544"/>
                  </a:lnTo>
                  <a:lnTo>
                    <a:pt x="3739" y="4661575"/>
                  </a:lnTo>
                  <a:lnTo>
                    <a:pt x="0" y="4615225"/>
                  </a:lnTo>
                  <a:lnTo>
                    <a:pt x="0" y="285749"/>
                  </a:lnTo>
                  <a:lnTo>
                    <a:pt x="3739" y="239399"/>
                  </a:lnTo>
                  <a:lnTo>
                    <a:pt x="14567" y="195430"/>
                  </a:lnTo>
                  <a:lnTo>
                    <a:pt x="31894" y="154431"/>
                  </a:lnTo>
                  <a:lnTo>
                    <a:pt x="55133" y="116989"/>
                  </a:lnTo>
                  <a:lnTo>
                    <a:pt x="83694" y="83694"/>
                  </a:lnTo>
                  <a:lnTo>
                    <a:pt x="116989" y="55133"/>
                  </a:lnTo>
                  <a:lnTo>
                    <a:pt x="154431" y="31894"/>
                  </a:lnTo>
                  <a:lnTo>
                    <a:pt x="195430" y="14567"/>
                  </a:lnTo>
                  <a:lnTo>
                    <a:pt x="239399" y="3739"/>
                  </a:lnTo>
                  <a:lnTo>
                    <a:pt x="285749" y="0"/>
                  </a:lnTo>
                  <a:lnTo>
                    <a:pt x="7481015" y="0"/>
                  </a:lnTo>
                  <a:lnTo>
                    <a:pt x="7527365" y="3739"/>
                  </a:lnTo>
                  <a:lnTo>
                    <a:pt x="7571334" y="14567"/>
                  </a:lnTo>
                  <a:lnTo>
                    <a:pt x="7612333" y="31894"/>
                  </a:lnTo>
                  <a:lnTo>
                    <a:pt x="7649775" y="55133"/>
                  </a:lnTo>
                  <a:lnTo>
                    <a:pt x="7683071" y="83694"/>
                  </a:lnTo>
                  <a:lnTo>
                    <a:pt x="7711632" y="116989"/>
                  </a:lnTo>
                  <a:lnTo>
                    <a:pt x="7734870" y="154431"/>
                  </a:lnTo>
                  <a:lnTo>
                    <a:pt x="7752197" y="195430"/>
                  </a:lnTo>
                  <a:lnTo>
                    <a:pt x="7763025" y="239399"/>
                  </a:lnTo>
                  <a:lnTo>
                    <a:pt x="7766765" y="285749"/>
                  </a:lnTo>
                  <a:lnTo>
                    <a:pt x="7766765" y="4615225"/>
                  </a:lnTo>
                  <a:lnTo>
                    <a:pt x="7763025" y="4661575"/>
                  </a:lnTo>
                  <a:lnTo>
                    <a:pt x="7752197" y="4705544"/>
                  </a:lnTo>
                  <a:lnTo>
                    <a:pt x="7734870" y="4746544"/>
                  </a:lnTo>
                  <a:lnTo>
                    <a:pt x="7711632" y="4783986"/>
                  </a:lnTo>
                  <a:lnTo>
                    <a:pt x="7683071" y="4817281"/>
                  </a:lnTo>
                  <a:lnTo>
                    <a:pt x="7649775" y="4845842"/>
                  </a:lnTo>
                  <a:lnTo>
                    <a:pt x="7612333" y="4869080"/>
                  </a:lnTo>
                  <a:lnTo>
                    <a:pt x="7571334" y="4886408"/>
                  </a:lnTo>
                  <a:lnTo>
                    <a:pt x="7527365" y="4897235"/>
                  </a:lnTo>
                  <a:lnTo>
                    <a:pt x="7481015" y="4900975"/>
                  </a:lnTo>
                  <a:close/>
                </a:path>
              </a:pathLst>
            </a:custGeom>
            <a:solidFill>
              <a:srgbClr val="EFF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6023" y="3923214"/>
              <a:ext cx="7762875" cy="4901565"/>
            </a:xfrm>
            <a:custGeom>
              <a:avLst/>
              <a:gdLst/>
              <a:ahLst/>
              <a:cxnLst/>
              <a:rect l="l" t="t" r="r" b="b"/>
              <a:pathLst>
                <a:path w="7762875" h="4901565">
                  <a:moveTo>
                    <a:pt x="7762874" y="4661515"/>
                  </a:moveTo>
                  <a:lnTo>
                    <a:pt x="7752210" y="4705516"/>
                  </a:lnTo>
                  <a:lnTo>
                    <a:pt x="7734881" y="4746528"/>
                  </a:lnTo>
                  <a:lnTo>
                    <a:pt x="7711637" y="4783982"/>
                  </a:lnTo>
                  <a:lnTo>
                    <a:pt x="7683067" y="4817287"/>
                  </a:lnTo>
                  <a:lnTo>
                    <a:pt x="7649759" y="4845854"/>
                  </a:lnTo>
                  <a:lnTo>
                    <a:pt x="7612305" y="4869095"/>
                  </a:lnTo>
                  <a:lnTo>
                    <a:pt x="7571292" y="4886421"/>
                  </a:lnTo>
                  <a:lnTo>
                    <a:pt x="7527310" y="4897243"/>
                  </a:lnTo>
                  <a:lnTo>
                    <a:pt x="7480955" y="4900978"/>
                  </a:lnTo>
                  <a:lnTo>
                    <a:pt x="285782" y="4900981"/>
                  </a:lnTo>
                  <a:lnTo>
                    <a:pt x="239420" y="4897243"/>
                  </a:lnTo>
                  <a:lnTo>
                    <a:pt x="195440" y="4886414"/>
                  </a:lnTo>
                  <a:lnTo>
                    <a:pt x="154430" y="4869083"/>
                  </a:lnTo>
                  <a:lnTo>
                    <a:pt x="116980" y="4845837"/>
                  </a:lnTo>
                  <a:lnTo>
                    <a:pt x="83679" y="4817266"/>
                  </a:lnTo>
                  <a:lnTo>
                    <a:pt x="55115" y="4783960"/>
                  </a:lnTo>
                  <a:lnTo>
                    <a:pt x="31878" y="4746507"/>
                  </a:lnTo>
                  <a:lnTo>
                    <a:pt x="14555" y="4705497"/>
                  </a:lnTo>
                  <a:lnTo>
                    <a:pt x="3735" y="4661519"/>
                  </a:lnTo>
                  <a:lnTo>
                    <a:pt x="0" y="4615166"/>
                  </a:lnTo>
                  <a:lnTo>
                    <a:pt x="0" y="285745"/>
                  </a:lnTo>
                  <a:lnTo>
                    <a:pt x="3743" y="239390"/>
                  </a:lnTo>
                  <a:lnTo>
                    <a:pt x="14574" y="195416"/>
                  </a:lnTo>
                  <a:lnTo>
                    <a:pt x="31907" y="154414"/>
                  </a:lnTo>
                  <a:lnTo>
                    <a:pt x="55151" y="116971"/>
                  </a:lnTo>
                  <a:lnTo>
                    <a:pt x="83718" y="83676"/>
                  </a:lnTo>
                  <a:lnTo>
                    <a:pt x="117018" y="55118"/>
                  </a:lnTo>
                  <a:lnTo>
                    <a:pt x="154465" y="31883"/>
                  </a:lnTo>
                  <a:lnTo>
                    <a:pt x="195467" y="14561"/>
                  </a:lnTo>
                  <a:lnTo>
                    <a:pt x="239437" y="3739"/>
                  </a:lnTo>
                  <a:lnTo>
                    <a:pt x="285787" y="0"/>
                  </a:lnTo>
                  <a:lnTo>
                    <a:pt x="7480955" y="3"/>
                  </a:lnTo>
                  <a:lnTo>
                    <a:pt x="7527308" y="3729"/>
                  </a:lnTo>
                  <a:lnTo>
                    <a:pt x="7571282" y="14548"/>
                  </a:lnTo>
                  <a:lnTo>
                    <a:pt x="7612289" y="31870"/>
                  </a:lnTo>
                  <a:lnTo>
                    <a:pt x="7649739" y="55105"/>
                  </a:lnTo>
                  <a:lnTo>
                    <a:pt x="7683043" y="83665"/>
                  </a:lnTo>
                  <a:lnTo>
                    <a:pt x="7711613" y="116963"/>
                  </a:lnTo>
                  <a:lnTo>
                    <a:pt x="7734859" y="154410"/>
                  </a:lnTo>
                  <a:lnTo>
                    <a:pt x="7752192" y="195416"/>
                  </a:lnTo>
                  <a:lnTo>
                    <a:pt x="7762874" y="23939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9566" y="5932907"/>
              <a:ext cx="85725" cy="857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9566" y="6542507"/>
              <a:ext cx="85725" cy="857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9566" y="7152107"/>
              <a:ext cx="85725" cy="857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9566" y="7456907"/>
              <a:ext cx="85725" cy="857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9566" y="8066506"/>
              <a:ext cx="85725" cy="8572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235891" y="4069214"/>
            <a:ext cx="6908165" cy="448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z="2800" b="1" i="1" spc="50" dirty="0">
                <a:solidFill>
                  <a:srgbClr val="377272"/>
                </a:solidFill>
                <a:latin typeface="Arial"/>
                <a:cs typeface="Arial"/>
              </a:rPr>
              <a:t>How</a:t>
            </a:r>
            <a:r>
              <a:rPr sz="2800" b="1" i="1" spc="-90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377272"/>
                </a:solidFill>
                <a:latin typeface="Arial"/>
                <a:cs typeface="Arial"/>
              </a:rPr>
              <a:t>LearnLoop</a:t>
            </a:r>
            <a:r>
              <a:rPr sz="2800" b="1" i="1" spc="-90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2800" b="1" i="1" spc="50" dirty="0">
                <a:solidFill>
                  <a:srgbClr val="377272"/>
                </a:solidFill>
                <a:latin typeface="Arial"/>
                <a:cs typeface="Arial"/>
              </a:rPr>
              <a:t>Can</a:t>
            </a:r>
            <a:r>
              <a:rPr sz="2800" b="1" i="1" spc="-90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2800" b="1" i="1" spc="-20" dirty="0">
                <a:solidFill>
                  <a:srgbClr val="377272"/>
                </a:solidFill>
                <a:latin typeface="Arial"/>
                <a:cs typeface="Arial"/>
              </a:rPr>
              <a:t>Grow</a:t>
            </a:r>
            <a:r>
              <a:rPr sz="2800" b="1" i="1" spc="-85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377272"/>
                </a:solidFill>
                <a:latin typeface="Arial"/>
                <a:cs typeface="Arial"/>
              </a:rPr>
              <a:t>Over</a:t>
            </a:r>
            <a:r>
              <a:rPr sz="2800" b="1" i="1" spc="-90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2800" b="1" i="1" spc="-20" dirty="0">
                <a:solidFill>
                  <a:srgbClr val="377272"/>
                </a:solidFill>
                <a:latin typeface="Arial"/>
                <a:cs typeface="Arial"/>
              </a:rPr>
              <a:t>Time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6300"/>
              </a:lnSpc>
              <a:spcBef>
                <a:spcPts val="2535"/>
              </a:spcBef>
            </a:pPr>
            <a:r>
              <a:rPr sz="2000" i="1" dirty="0">
                <a:latin typeface="Verdana"/>
                <a:cs typeface="Verdana"/>
              </a:rPr>
              <a:t>LearnLoop</a:t>
            </a:r>
            <a:r>
              <a:rPr sz="2000" i="1" spc="-170" dirty="0">
                <a:latin typeface="Verdana"/>
                <a:cs typeface="Verdana"/>
              </a:rPr>
              <a:t> </a:t>
            </a:r>
            <a:r>
              <a:rPr sz="2000" i="1" spc="-40" dirty="0">
                <a:latin typeface="Verdana"/>
                <a:cs typeface="Verdana"/>
              </a:rPr>
              <a:t>is</a:t>
            </a:r>
            <a:r>
              <a:rPr sz="2000" i="1" spc="-16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built</a:t>
            </a:r>
            <a:r>
              <a:rPr sz="2000" i="1" spc="-17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as</a:t>
            </a:r>
            <a:r>
              <a:rPr sz="2000" i="1" spc="-165" dirty="0">
                <a:latin typeface="Verdana"/>
                <a:cs typeface="Verdana"/>
              </a:rPr>
              <a:t> </a:t>
            </a:r>
            <a:r>
              <a:rPr sz="2000" i="1" spc="80" dirty="0">
                <a:latin typeface="Verdana"/>
                <a:cs typeface="Verdana"/>
              </a:rPr>
              <a:t>a</a:t>
            </a:r>
            <a:r>
              <a:rPr sz="2000" i="1" spc="-17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scalable</a:t>
            </a:r>
            <a:r>
              <a:rPr sz="2000" i="1" spc="-165" dirty="0">
                <a:latin typeface="Verdana"/>
                <a:cs typeface="Verdana"/>
              </a:rPr>
              <a:t> </a:t>
            </a:r>
            <a:r>
              <a:rPr sz="2000" i="1" spc="-10" dirty="0">
                <a:latin typeface="Verdana"/>
                <a:cs typeface="Verdana"/>
              </a:rPr>
              <a:t>digital</a:t>
            </a:r>
            <a:r>
              <a:rPr sz="2000" i="1" spc="-17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platform</a:t>
            </a:r>
            <a:r>
              <a:rPr sz="2000" i="1" spc="-165" dirty="0">
                <a:latin typeface="Verdana"/>
                <a:cs typeface="Verdana"/>
              </a:rPr>
              <a:t> </a:t>
            </a:r>
            <a:r>
              <a:rPr sz="2000" i="1" spc="-10" dirty="0">
                <a:latin typeface="Verdana"/>
                <a:cs typeface="Verdana"/>
              </a:rPr>
              <a:t>where </a:t>
            </a:r>
            <a:r>
              <a:rPr sz="2000" i="1" spc="-50" dirty="0">
                <a:latin typeface="Verdana"/>
                <a:cs typeface="Verdana"/>
              </a:rPr>
              <a:t>growth</a:t>
            </a:r>
            <a:r>
              <a:rPr sz="2000" i="1" spc="-180" dirty="0">
                <a:latin typeface="Verdana"/>
                <a:cs typeface="Verdana"/>
              </a:rPr>
              <a:t> </a:t>
            </a:r>
            <a:r>
              <a:rPr sz="2000" i="1" spc="-40" dirty="0">
                <a:latin typeface="Verdana"/>
                <a:cs typeface="Verdana"/>
              </a:rPr>
              <a:t>is</a:t>
            </a:r>
            <a:r>
              <a:rPr sz="2000" i="1" spc="-175" dirty="0">
                <a:latin typeface="Verdana"/>
                <a:cs typeface="Verdana"/>
              </a:rPr>
              <a:t> </a:t>
            </a:r>
            <a:r>
              <a:rPr sz="2000" i="1" spc="-40" dirty="0">
                <a:latin typeface="Verdana"/>
                <a:cs typeface="Verdana"/>
              </a:rPr>
              <a:t>driven</a:t>
            </a:r>
            <a:r>
              <a:rPr sz="2000" i="1" spc="-175" dirty="0">
                <a:latin typeface="Verdana"/>
                <a:cs typeface="Verdana"/>
              </a:rPr>
              <a:t> </a:t>
            </a:r>
            <a:r>
              <a:rPr sz="2000" i="1" spc="-35" dirty="0">
                <a:latin typeface="Verdana"/>
                <a:cs typeface="Verdana"/>
              </a:rPr>
              <a:t>by</a:t>
            </a:r>
            <a:r>
              <a:rPr sz="2000" i="1" spc="-175" dirty="0">
                <a:latin typeface="Verdana"/>
                <a:cs typeface="Verdana"/>
              </a:rPr>
              <a:t> </a:t>
            </a:r>
            <a:r>
              <a:rPr sz="2000" i="1" spc="-25" dirty="0">
                <a:latin typeface="Verdana"/>
                <a:cs typeface="Verdana"/>
              </a:rPr>
              <a:t>automation,</a:t>
            </a:r>
            <a:r>
              <a:rPr sz="2000" i="1" spc="-175" dirty="0">
                <a:latin typeface="Verdana"/>
                <a:cs typeface="Verdana"/>
              </a:rPr>
              <a:t> </a:t>
            </a:r>
            <a:r>
              <a:rPr sz="2000" i="1" spc="-165" dirty="0">
                <a:latin typeface="Verdana"/>
                <a:cs typeface="Verdana"/>
              </a:rPr>
              <a:t>AI,</a:t>
            </a:r>
            <a:r>
              <a:rPr sz="2000" i="1" spc="-17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and</a:t>
            </a:r>
            <a:r>
              <a:rPr sz="2000" i="1" spc="-175" dirty="0">
                <a:latin typeface="Verdana"/>
                <a:cs typeface="Verdana"/>
              </a:rPr>
              <a:t> </a:t>
            </a:r>
            <a:r>
              <a:rPr sz="2000" i="1" spc="-55" dirty="0">
                <a:latin typeface="Verdana"/>
                <a:cs typeface="Verdana"/>
              </a:rPr>
              <a:t>network</a:t>
            </a:r>
            <a:r>
              <a:rPr sz="2000" i="1" spc="-175" dirty="0">
                <a:latin typeface="Verdana"/>
                <a:cs typeface="Verdana"/>
              </a:rPr>
              <a:t> </a:t>
            </a:r>
            <a:r>
              <a:rPr sz="2000" i="1" spc="-10" dirty="0">
                <a:latin typeface="Verdana"/>
                <a:cs typeface="Verdana"/>
              </a:rPr>
              <a:t>effects.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Verdana"/>
              <a:cs typeface="Verdana"/>
            </a:endParaRPr>
          </a:p>
          <a:p>
            <a:pPr marL="422275" marR="1278890">
              <a:lnSpc>
                <a:spcPct val="105300"/>
              </a:lnSpc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Starts</a:t>
            </a:r>
            <a:r>
              <a:rPr sz="19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with</a:t>
            </a:r>
            <a:r>
              <a:rPr sz="19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college</a:t>
            </a:r>
            <a:r>
              <a:rPr sz="19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students</a:t>
            </a:r>
            <a:r>
              <a:rPr sz="19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9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early‑career professionals</a:t>
            </a:r>
            <a:endParaRPr sz="1900">
              <a:latin typeface="Lucida Sans Unicode"/>
              <a:cs typeface="Lucida Sans Unicode"/>
            </a:endParaRPr>
          </a:p>
          <a:p>
            <a:pPr marL="422275" marR="294005">
              <a:lnSpc>
                <a:spcPct val="105300"/>
              </a:lnSpc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Improves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AI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models</a:t>
            </a:r>
            <a:r>
              <a:rPr sz="19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as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more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19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behavior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data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is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collected</a:t>
            </a:r>
            <a:endParaRPr sz="1900">
              <a:latin typeface="Lucida Sans Unicode"/>
              <a:cs typeface="Lucida Sans Unicode"/>
            </a:endParaRPr>
          </a:p>
          <a:p>
            <a:pPr marL="422275" marR="406400">
              <a:lnSpc>
                <a:spcPct val="105300"/>
              </a:lnSpc>
            </a:pP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Expands</a:t>
            </a:r>
            <a:r>
              <a:rPr sz="19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features</a:t>
            </a:r>
            <a:r>
              <a:rPr sz="19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without</a:t>
            </a:r>
            <a:r>
              <a:rPr sz="1900" spc="-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heavy</a:t>
            </a:r>
            <a:r>
              <a:rPr sz="19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human</a:t>
            </a:r>
            <a:r>
              <a:rPr sz="19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intervention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Automated</a:t>
            </a:r>
            <a:r>
              <a:rPr sz="19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habit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35" dirty="0">
                <a:solidFill>
                  <a:srgbClr val="377272"/>
                </a:solidFill>
                <a:latin typeface="Lucida Sans Unicode"/>
                <a:cs typeface="Lucida Sans Unicode"/>
              </a:rPr>
              <a:t>tracking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peer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matching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keep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operational</a:t>
            </a:r>
            <a:r>
              <a:rPr sz="19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costs</a:t>
            </a:r>
            <a:r>
              <a:rPr sz="19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low</a:t>
            </a:r>
            <a:endParaRPr sz="1900">
              <a:latin typeface="Lucida Sans Unicode"/>
              <a:cs typeface="Lucida Sans Unicode"/>
            </a:endParaRPr>
          </a:p>
          <a:p>
            <a:pPr marL="422275" marR="118745">
              <a:lnSpc>
                <a:spcPct val="105300"/>
              </a:lnSpc>
            </a:pP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Each</a:t>
            </a:r>
            <a:r>
              <a:rPr sz="19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new</a:t>
            </a:r>
            <a:r>
              <a:rPr sz="19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user</a:t>
            </a:r>
            <a:r>
              <a:rPr sz="19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increases</a:t>
            </a:r>
            <a:r>
              <a:rPr sz="19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platform</a:t>
            </a:r>
            <a:r>
              <a:rPr sz="19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value</a:t>
            </a:r>
            <a:r>
              <a:rPr sz="19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through</a:t>
            </a:r>
            <a:r>
              <a:rPr sz="19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better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data</a:t>
            </a:r>
            <a:r>
              <a:rPr sz="19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19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377272"/>
                </a:solidFill>
                <a:latin typeface="Lucida Sans Unicode"/>
                <a:cs typeface="Lucida Sans Unicode"/>
              </a:rPr>
              <a:t>peer</a:t>
            </a:r>
            <a:r>
              <a:rPr sz="19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networks</a:t>
            </a:r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6891" y="5701840"/>
            <a:ext cx="4457065" cy="2711450"/>
          </a:xfrm>
          <a:prstGeom prst="rect">
            <a:avLst/>
          </a:prstGeom>
        </p:spPr>
        <p:txBody>
          <a:bodyPr vert="horz" wrap="square" lIns="0" tIns="269875" rIns="0" bIns="0" rtlCol="0">
            <a:spAutoFit/>
          </a:bodyPr>
          <a:lstStyle/>
          <a:p>
            <a:pPr marL="55244" marR="5080" indent="-43180" algn="r">
              <a:lnSpc>
                <a:spcPct val="75900"/>
              </a:lnSpc>
              <a:spcBef>
                <a:spcPts val="2125"/>
              </a:spcBef>
            </a:pPr>
            <a:r>
              <a:rPr sz="7000" b="1" spc="-105" dirty="0">
                <a:solidFill>
                  <a:srgbClr val="377272"/>
                </a:solidFill>
                <a:latin typeface="Trebuchet MS"/>
                <a:cs typeface="Trebuchet MS"/>
              </a:rPr>
              <a:t>L</a:t>
            </a:r>
            <a:r>
              <a:rPr sz="7000" b="1" spc="-50" dirty="0">
                <a:solidFill>
                  <a:srgbClr val="377272"/>
                </a:solidFill>
                <a:latin typeface="Trebuchet MS"/>
                <a:cs typeface="Trebuchet MS"/>
              </a:rPr>
              <a:t>o</a:t>
            </a:r>
            <a:r>
              <a:rPr sz="7000" b="1" spc="-55" dirty="0">
                <a:solidFill>
                  <a:srgbClr val="377272"/>
                </a:solidFill>
                <a:latin typeface="Trebuchet MS"/>
                <a:cs typeface="Trebuchet MS"/>
              </a:rPr>
              <a:t>n</a:t>
            </a:r>
            <a:r>
              <a:rPr sz="7000" b="1" spc="-45" dirty="0">
                <a:solidFill>
                  <a:srgbClr val="377272"/>
                </a:solidFill>
                <a:latin typeface="Trebuchet MS"/>
                <a:cs typeface="Trebuchet MS"/>
              </a:rPr>
              <a:t>g</a:t>
            </a:r>
            <a:r>
              <a:rPr sz="7000" b="1" spc="-90" dirty="0">
                <a:solidFill>
                  <a:srgbClr val="377272"/>
                </a:solidFill>
                <a:latin typeface="Tahoma"/>
                <a:cs typeface="Tahoma"/>
              </a:rPr>
              <a:t>‑</a:t>
            </a:r>
            <a:r>
              <a:rPr sz="7000" b="1" spc="-600" dirty="0">
                <a:solidFill>
                  <a:srgbClr val="377272"/>
                </a:solidFill>
                <a:latin typeface="Trebuchet MS"/>
                <a:cs typeface="Trebuchet MS"/>
              </a:rPr>
              <a:t>T</a:t>
            </a:r>
            <a:r>
              <a:rPr sz="7000" b="1" spc="-55" dirty="0">
                <a:solidFill>
                  <a:srgbClr val="377272"/>
                </a:solidFill>
                <a:latin typeface="Trebuchet MS"/>
                <a:cs typeface="Trebuchet MS"/>
              </a:rPr>
              <a:t>er</a:t>
            </a:r>
            <a:r>
              <a:rPr sz="7000" b="1" spc="40" dirty="0">
                <a:solidFill>
                  <a:srgbClr val="377272"/>
                </a:solidFill>
                <a:latin typeface="Trebuchet MS"/>
                <a:cs typeface="Trebuchet MS"/>
              </a:rPr>
              <a:t>m</a:t>
            </a:r>
            <a:r>
              <a:rPr sz="7000" b="1" spc="-114" dirty="0">
                <a:solidFill>
                  <a:srgbClr val="377272"/>
                </a:solidFill>
                <a:latin typeface="Trebuchet MS"/>
                <a:cs typeface="Trebuchet MS"/>
              </a:rPr>
              <a:t> </a:t>
            </a:r>
            <a:r>
              <a:rPr sz="7000" b="1" spc="114" dirty="0">
                <a:solidFill>
                  <a:srgbClr val="377272"/>
                </a:solidFill>
                <a:latin typeface="Trebuchet MS"/>
                <a:cs typeface="Trebuchet MS"/>
              </a:rPr>
              <a:t>Vision</a:t>
            </a:r>
            <a:r>
              <a:rPr sz="7000" b="1" spc="-690" dirty="0">
                <a:solidFill>
                  <a:srgbClr val="377272"/>
                </a:solidFill>
                <a:latin typeface="Trebuchet MS"/>
                <a:cs typeface="Trebuchet MS"/>
              </a:rPr>
              <a:t> </a:t>
            </a:r>
            <a:r>
              <a:rPr sz="7000" b="1" spc="215" dirty="0">
                <a:solidFill>
                  <a:srgbClr val="377272"/>
                </a:solidFill>
                <a:latin typeface="Trebuchet MS"/>
                <a:cs typeface="Trebuchet MS"/>
              </a:rPr>
              <a:t>and</a:t>
            </a:r>
            <a:endParaRPr sz="7000">
              <a:latin typeface="Trebuchet MS"/>
              <a:cs typeface="Trebuchet MS"/>
            </a:endParaRPr>
          </a:p>
          <a:p>
            <a:pPr marR="5080" algn="r">
              <a:lnSpc>
                <a:spcPts val="6375"/>
              </a:lnSpc>
            </a:pPr>
            <a:r>
              <a:rPr sz="7000" b="1" spc="170" dirty="0">
                <a:solidFill>
                  <a:srgbClr val="377272"/>
                </a:solidFill>
                <a:latin typeface="Trebuchet MS"/>
                <a:cs typeface="Trebuchet MS"/>
              </a:rPr>
              <a:t>Impact</a:t>
            </a:r>
            <a:endParaRPr sz="70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28700" y="5401454"/>
            <a:ext cx="16230600" cy="0"/>
          </a:xfrm>
          <a:custGeom>
            <a:avLst/>
            <a:gdLst/>
            <a:ahLst/>
            <a:cxnLst/>
            <a:rect l="l" t="t" r="r" b="b"/>
            <a:pathLst>
              <a:path w="16230600">
                <a:moveTo>
                  <a:pt x="0" y="0"/>
                </a:moveTo>
                <a:lnTo>
                  <a:pt x="16230598" y="0"/>
                </a:lnTo>
              </a:path>
            </a:pathLst>
          </a:custGeom>
          <a:ln w="28574">
            <a:solidFill>
              <a:srgbClr val="2E6D6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454030" y="660666"/>
            <a:ext cx="5323840" cy="2711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390"/>
              </a:lnSpc>
              <a:spcBef>
                <a:spcPts val="100"/>
              </a:spcBef>
            </a:pPr>
            <a:r>
              <a:rPr sz="7000" spc="285" dirty="0"/>
              <a:t>New</a:t>
            </a:r>
            <a:endParaRPr sz="7000"/>
          </a:p>
          <a:p>
            <a:pPr marL="12700" marR="5080">
              <a:lnSpc>
                <a:spcPct val="75900"/>
              </a:lnSpc>
              <a:spcBef>
                <a:spcPts val="1010"/>
              </a:spcBef>
            </a:pPr>
            <a:r>
              <a:rPr sz="7000" spc="120" dirty="0"/>
              <a:t>Audiences </a:t>
            </a:r>
            <a:r>
              <a:rPr sz="7000" spc="240" dirty="0"/>
              <a:t>and</a:t>
            </a:r>
            <a:r>
              <a:rPr sz="7000" spc="-695" dirty="0"/>
              <a:t> </a:t>
            </a:r>
            <a:r>
              <a:rPr sz="7000" spc="254" dirty="0"/>
              <a:t>Markets</a:t>
            </a:r>
            <a:endParaRPr sz="7000"/>
          </a:p>
        </p:txBody>
      </p:sp>
      <p:sp>
        <p:nvSpPr>
          <p:cNvPr id="5" name="object 5"/>
          <p:cNvSpPr txBox="1"/>
          <p:nvPr/>
        </p:nvSpPr>
        <p:spPr>
          <a:xfrm>
            <a:off x="9454030" y="3685762"/>
            <a:ext cx="71310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2600" dirty="0">
                <a:solidFill>
                  <a:srgbClr val="377272"/>
                </a:solidFill>
                <a:latin typeface="Lucida Sans Unicode"/>
                <a:cs typeface="Lucida Sans Unicode"/>
              </a:rPr>
              <a:t>LearnLoop</a:t>
            </a:r>
            <a:r>
              <a:rPr sz="26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377272"/>
                </a:solidFill>
                <a:latin typeface="Lucida Sans Unicode"/>
                <a:cs typeface="Lucida Sans Unicode"/>
              </a:rPr>
              <a:t>can</a:t>
            </a:r>
            <a:r>
              <a:rPr sz="26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6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expand</a:t>
            </a:r>
            <a:r>
              <a:rPr sz="26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377272"/>
                </a:solidFill>
                <a:latin typeface="Lucida Sans Unicode"/>
                <a:cs typeface="Lucida Sans Unicode"/>
              </a:rPr>
              <a:t>beyond</a:t>
            </a:r>
            <a:r>
              <a:rPr sz="26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6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its</a:t>
            </a:r>
            <a:r>
              <a:rPr sz="2600" spc="-11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6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initial</a:t>
            </a:r>
            <a:r>
              <a:rPr sz="2600" spc="-114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6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user </a:t>
            </a:r>
            <a:r>
              <a:rPr sz="2600" dirty="0">
                <a:solidFill>
                  <a:srgbClr val="377272"/>
                </a:solidFill>
                <a:latin typeface="Lucida Sans Unicode"/>
                <a:cs typeface="Lucida Sans Unicode"/>
              </a:rPr>
              <a:t>base</a:t>
            </a:r>
            <a:r>
              <a:rPr sz="2600" spc="-1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6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into</a:t>
            </a:r>
            <a:r>
              <a:rPr sz="2600" spc="-1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377272"/>
                </a:solidFill>
                <a:latin typeface="Lucida Sans Unicode"/>
                <a:cs typeface="Lucida Sans Unicode"/>
              </a:rPr>
              <a:t>new</a:t>
            </a:r>
            <a:r>
              <a:rPr sz="2600" spc="-1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600" spc="-35" dirty="0">
                <a:solidFill>
                  <a:srgbClr val="377272"/>
                </a:solidFill>
                <a:latin typeface="Lucida Sans Unicode"/>
                <a:cs typeface="Lucida Sans Unicode"/>
              </a:rPr>
              <a:t>segments</a:t>
            </a:r>
            <a:r>
              <a:rPr sz="2600" spc="-17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2600" spc="-1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6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markets.</a:t>
            </a:r>
            <a:endParaRPr sz="26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400" y="553113"/>
            <a:ext cx="8117840" cy="4590415"/>
            <a:chOff x="877400" y="553113"/>
            <a:chExt cx="8117840" cy="4590415"/>
          </a:xfrm>
        </p:grpSpPr>
        <p:sp>
          <p:nvSpPr>
            <p:cNvPr id="7" name="object 7"/>
            <p:cNvSpPr/>
            <p:nvPr/>
          </p:nvSpPr>
          <p:spPr>
            <a:xfrm>
              <a:off x="877400" y="553113"/>
              <a:ext cx="8117840" cy="4590415"/>
            </a:xfrm>
            <a:custGeom>
              <a:avLst/>
              <a:gdLst/>
              <a:ahLst/>
              <a:cxnLst/>
              <a:rect l="l" t="t" r="r" b="b"/>
              <a:pathLst>
                <a:path w="8117840" h="4590415">
                  <a:moveTo>
                    <a:pt x="8117459" y="4590385"/>
                  </a:moveTo>
                  <a:lnTo>
                    <a:pt x="0" y="4590385"/>
                  </a:lnTo>
                  <a:lnTo>
                    <a:pt x="0" y="0"/>
                  </a:lnTo>
                  <a:lnTo>
                    <a:pt x="8117459" y="0"/>
                  </a:lnTo>
                  <a:lnTo>
                    <a:pt x="8117459" y="4590385"/>
                  </a:lnTo>
                  <a:close/>
                </a:path>
              </a:pathLst>
            </a:custGeom>
            <a:solidFill>
              <a:srgbClr val="40B8D5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7774" y="1539239"/>
              <a:ext cx="95250" cy="952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7774" y="1929764"/>
              <a:ext cx="95250" cy="952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7774" y="2320289"/>
              <a:ext cx="95250" cy="952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7774" y="2710814"/>
              <a:ext cx="95250" cy="952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7774" y="3882389"/>
              <a:ext cx="95250" cy="952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7774" y="4272914"/>
              <a:ext cx="95250" cy="95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7774" y="4663439"/>
              <a:ext cx="95250" cy="9524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877400" y="553113"/>
            <a:ext cx="8117840" cy="459041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85"/>
              </a:spcBef>
            </a:pPr>
            <a:endParaRPr sz="2200">
              <a:latin typeface="Times New Roman"/>
              <a:cs typeface="Times New Roman"/>
            </a:endParaRPr>
          </a:p>
          <a:p>
            <a:pPr marL="651510" indent="-295275">
              <a:lnSpc>
                <a:spcPct val="100000"/>
              </a:lnSpc>
              <a:buAutoNum type="arabicPeriod"/>
              <a:tabLst>
                <a:tab pos="651510" algn="l"/>
              </a:tabLst>
            </a:pPr>
            <a:r>
              <a:rPr sz="2200" b="1" i="1" spc="65" dirty="0">
                <a:solidFill>
                  <a:srgbClr val="377272"/>
                </a:solidFill>
                <a:latin typeface="Arial"/>
                <a:cs typeface="Arial"/>
              </a:rPr>
              <a:t>New</a:t>
            </a:r>
            <a:r>
              <a:rPr sz="2200" b="1" i="1" spc="-70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377272"/>
                </a:solidFill>
                <a:latin typeface="Arial"/>
                <a:cs typeface="Arial"/>
              </a:rPr>
              <a:t>User</a:t>
            </a:r>
            <a:r>
              <a:rPr sz="2200" b="1" i="1" spc="-70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2200" b="1" i="1" spc="-10" dirty="0">
                <a:solidFill>
                  <a:srgbClr val="377272"/>
                </a:solidFill>
                <a:latin typeface="Arial"/>
                <a:cs typeface="Arial"/>
              </a:rPr>
              <a:t>Segments:</a:t>
            </a:r>
            <a:endParaRPr sz="2200">
              <a:latin typeface="Arial"/>
              <a:cs typeface="Arial"/>
            </a:endParaRPr>
          </a:p>
          <a:p>
            <a:pPr marL="626110" marR="1417955">
              <a:lnSpc>
                <a:spcPct val="116500"/>
              </a:lnSpc>
            </a:pPr>
            <a:r>
              <a:rPr sz="2200" dirty="0">
                <a:solidFill>
                  <a:srgbClr val="377272"/>
                </a:solidFill>
                <a:latin typeface="Lucida Sans Unicode"/>
                <a:cs typeface="Lucida Sans Unicode"/>
              </a:rPr>
              <a:t>School</a:t>
            </a:r>
            <a:r>
              <a:rPr sz="22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377272"/>
                </a:solidFill>
                <a:latin typeface="Lucida Sans Unicode"/>
                <a:cs typeface="Lucida Sans Unicode"/>
              </a:rPr>
              <a:t>students</a:t>
            </a:r>
            <a:r>
              <a:rPr sz="22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377272"/>
                </a:solidFill>
                <a:latin typeface="Lucida Sans Unicode"/>
                <a:cs typeface="Lucida Sans Unicode"/>
              </a:rPr>
              <a:t>(early</a:t>
            </a:r>
            <a:r>
              <a:rPr sz="2200" spc="-4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377272"/>
                </a:solidFill>
                <a:latin typeface="Lucida Sans Unicode"/>
                <a:cs typeface="Lucida Sans Unicode"/>
              </a:rPr>
              <a:t>habit</a:t>
            </a:r>
            <a:r>
              <a:rPr sz="2200" spc="-4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building) </a:t>
            </a:r>
            <a:r>
              <a:rPr sz="22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Working</a:t>
            </a:r>
            <a:r>
              <a:rPr sz="22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professionals</a:t>
            </a:r>
            <a:r>
              <a:rPr sz="22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(continuous</a:t>
            </a:r>
            <a:r>
              <a:rPr sz="22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upskilling) </a:t>
            </a:r>
            <a:r>
              <a:rPr sz="2200" spc="-20" dirty="0">
                <a:solidFill>
                  <a:srgbClr val="377272"/>
                </a:solidFill>
                <a:latin typeface="Lucida Sans Unicode"/>
                <a:cs typeface="Lucida Sans Unicode"/>
              </a:rPr>
              <a:t>Lifelong</a:t>
            </a:r>
            <a:r>
              <a:rPr sz="2200" spc="-12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learners</a:t>
            </a:r>
            <a:endParaRPr sz="2200">
              <a:latin typeface="Lucida Sans Unicode"/>
              <a:cs typeface="Lucida Sans Unicode"/>
            </a:endParaRPr>
          </a:p>
          <a:p>
            <a:pPr marL="626110">
              <a:lnSpc>
                <a:spcPct val="100000"/>
              </a:lnSpc>
              <a:spcBef>
                <a:spcPts val="434"/>
              </a:spcBef>
            </a:pPr>
            <a:r>
              <a:rPr sz="2200" dirty="0">
                <a:solidFill>
                  <a:srgbClr val="377272"/>
                </a:solidFill>
                <a:latin typeface="Lucida Sans Unicode"/>
                <a:cs typeface="Lucida Sans Unicode"/>
              </a:rPr>
              <a:t>Competitive</a:t>
            </a:r>
            <a:r>
              <a:rPr sz="22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exam </a:t>
            </a:r>
            <a:r>
              <a:rPr sz="22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aspirants</a:t>
            </a:r>
            <a:endParaRPr sz="2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200">
              <a:latin typeface="Lucida Sans Unicode"/>
              <a:cs typeface="Lucida Sans Unicode"/>
            </a:endParaRPr>
          </a:p>
          <a:p>
            <a:pPr marL="654050" indent="-297815">
              <a:lnSpc>
                <a:spcPct val="100000"/>
              </a:lnSpc>
              <a:buAutoNum type="arabicPeriod" startAt="2"/>
              <a:tabLst>
                <a:tab pos="654050" algn="l"/>
              </a:tabLst>
            </a:pPr>
            <a:r>
              <a:rPr sz="2200" b="1" i="1" spc="65" dirty="0">
                <a:solidFill>
                  <a:srgbClr val="377272"/>
                </a:solidFill>
                <a:latin typeface="Arial"/>
                <a:cs typeface="Arial"/>
              </a:rPr>
              <a:t>New</a:t>
            </a:r>
            <a:r>
              <a:rPr sz="2200" b="1" i="1" spc="-95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2200" b="1" i="1" spc="-10" dirty="0">
                <a:solidFill>
                  <a:srgbClr val="377272"/>
                </a:solidFill>
                <a:latin typeface="Arial"/>
                <a:cs typeface="Arial"/>
              </a:rPr>
              <a:t>Markets:</a:t>
            </a:r>
            <a:endParaRPr sz="2200">
              <a:latin typeface="Arial"/>
              <a:cs typeface="Arial"/>
            </a:endParaRPr>
          </a:p>
          <a:p>
            <a:pPr marL="626110" marR="1551305">
              <a:lnSpc>
                <a:spcPct val="116500"/>
              </a:lnSpc>
            </a:pPr>
            <a:r>
              <a:rPr sz="2200" dirty="0">
                <a:solidFill>
                  <a:srgbClr val="377272"/>
                </a:solidFill>
                <a:latin typeface="Lucida Sans Unicode"/>
                <a:cs typeface="Lucida Sans Unicode"/>
              </a:rPr>
              <a:t>Corporate</a:t>
            </a:r>
            <a:r>
              <a:rPr sz="22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35" dirty="0">
                <a:solidFill>
                  <a:srgbClr val="377272"/>
                </a:solidFill>
                <a:latin typeface="Lucida Sans Unicode"/>
                <a:cs typeface="Lucida Sans Unicode"/>
              </a:rPr>
              <a:t>training</a:t>
            </a:r>
            <a:r>
              <a:rPr sz="22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377272"/>
                </a:solidFill>
                <a:latin typeface="Lucida Sans Unicode"/>
                <a:cs typeface="Lucida Sans Unicode"/>
              </a:rPr>
              <a:t>and</a:t>
            </a:r>
            <a:r>
              <a:rPr sz="22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377272"/>
                </a:solidFill>
                <a:latin typeface="Lucida Sans Unicode"/>
                <a:cs typeface="Lucida Sans Unicode"/>
              </a:rPr>
              <a:t>HR</a:t>
            </a:r>
            <a:r>
              <a:rPr sz="22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departments </a:t>
            </a:r>
            <a:r>
              <a:rPr sz="2200" dirty="0">
                <a:solidFill>
                  <a:srgbClr val="377272"/>
                </a:solidFill>
                <a:latin typeface="Lucida Sans Unicode"/>
                <a:cs typeface="Lucida Sans Unicode"/>
              </a:rPr>
              <a:t>Educational</a:t>
            </a:r>
            <a:r>
              <a:rPr sz="2200" spc="-9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institutions</a:t>
            </a:r>
            <a:r>
              <a:rPr sz="2200" spc="-9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70" dirty="0">
                <a:solidFill>
                  <a:srgbClr val="377272"/>
                </a:solidFill>
                <a:latin typeface="Lucida Sans Unicode"/>
                <a:cs typeface="Lucida Sans Unicode"/>
              </a:rPr>
              <a:t>(B2B</a:t>
            </a:r>
            <a:r>
              <a:rPr sz="2200" spc="-8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75" dirty="0">
                <a:solidFill>
                  <a:srgbClr val="377272"/>
                </a:solidFill>
                <a:latin typeface="Lucida Sans Unicode"/>
                <a:cs typeface="Lucida Sans Unicode"/>
              </a:rPr>
              <a:t>SaaS</a:t>
            </a:r>
            <a:r>
              <a:rPr sz="2200" spc="-9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model) </a:t>
            </a:r>
            <a:r>
              <a:rPr sz="2200" dirty="0">
                <a:solidFill>
                  <a:srgbClr val="377272"/>
                </a:solidFill>
                <a:latin typeface="Lucida Sans Unicode"/>
                <a:cs typeface="Lucida Sans Unicode"/>
              </a:rPr>
              <a:t>International</a:t>
            </a:r>
            <a:r>
              <a:rPr sz="22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markets</a:t>
            </a:r>
            <a:r>
              <a:rPr sz="22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377272"/>
                </a:solidFill>
                <a:latin typeface="Lucida Sans Unicode"/>
                <a:cs typeface="Lucida Sans Unicode"/>
              </a:rPr>
              <a:t>with</a:t>
            </a:r>
            <a:r>
              <a:rPr sz="22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25" dirty="0">
                <a:solidFill>
                  <a:srgbClr val="377272"/>
                </a:solidFill>
                <a:latin typeface="Lucida Sans Unicode"/>
                <a:cs typeface="Lucida Sans Unicode"/>
              </a:rPr>
              <a:t>localized</a:t>
            </a:r>
            <a:r>
              <a:rPr sz="2200" spc="-10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content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73133" y="5663391"/>
            <a:ext cx="3221990" cy="3595370"/>
          </a:xfrm>
          <a:custGeom>
            <a:avLst/>
            <a:gdLst/>
            <a:ahLst/>
            <a:cxnLst/>
            <a:rect l="l" t="t" r="r" b="b"/>
            <a:pathLst>
              <a:path w="3221990" h="3595370">
                <a:moveTo>
                  <a:pt x="3251200" y="3627794"/>
                </a:moveTo>
                <a:lnTo>
                  <a:pt x="0" y="3627794"/>
                </a:lnTo>
                <a:lnTo>
                  <a:pt x="0" y="0"/>
                </a:lnTo>
                <a:lnTo>
                  <a:pt x="3251200" y="0"/>
                </a:lnTo>
                <a:lnTo>
                  <a:pt x="3251200" y="3627794"/>
                </a:lnTo>
                <a:close/>
              </a:path>
            </a:pathLst>
          </a:custGeom>
          <a:solidFill>
            <a:srgbClr val="40B8D5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950864" y="5880684"/>
            <a:ext cx="3015615" cy="314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100"/>
              </a:spcBef>
            </a:pPr>
            <a:r>
              <a:rPr sz="2200" i="1" spc="-60" dirty="0">
                <a:solidFill>
                  <a:srgbClr val="377272"/>
                </a:solidFill>
                <a:latin typeface="Verdana"/>
                <a:cs typeface="Verdana"/>
              </a:rPr>
              <a:t>The</a:t>
            </a:r>
            <a:r>
              <a:rPr sz="2200" i="1" spc="-215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spc="-35" dirty="0">
                <a:solidFill>
                  <a:srgbClr val="377272"/>
                </a:solidFill>
                <a:latin typeface="Verdana"/>
                <a:cs typeface="Verdana"/>
              </a:rPr>
              <a:t>vision</a:t>
            </a:r>
            <a:r>
              <a:rPr sz="2200" i="1" spc="-21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spc="-45" dirty="0">
                <a:solidFill>
                  <a:srgbClr val="377272"/>
                </a:solidFill>
                <a:latin typeface="Verdana"/>
                <a:cs typeface="Verdana"/>
              </a:rPr>
              <a:t>is</a:t>
            </a:r>
            <a:r>
              <a:rPr sz="2200" i="1" spc="-21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spc="-25" dirty="0">
                <a:solidFill>
                  <a:srgbClr val="377272"/>
                </a:solidFill>
                <a:latin typeface="Verdana"/>
                <a:cs typeface="Verdana"/>
              </a:rPr>
              <a:t>to </a:t>
            </a:r>
            <a:r>
              <a:rPr sz="2200" i="1" spc="-30" dirty="0">
                <a:solidFill>
                  <a:srgbClr val="377272"/>
                </a:solidFill>
                <a:latin typeface="Verdana"/>
                <a:cs typeface="Verdana"/>
              </a:rPr>
              <a:t>become</a:t>
            </a:r>
            <a:r>
              <a:rPr sz="2200" i="1" spc="-22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spc="75" dirty="0">
                <a:solidFill>
                  <a:srgbClr val="377272"/>
                </a:solidFill>
                <a:latin typeface="Verdana"/>
                <a:cs typeface="Verdana"/>
              </a:rPr>
              <a:t>a</a:t>
            </a:r>
            <a:r>
              <a:rPr sz="2200" i="1" spc="-215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spc="-10" dirty="0">
                <a:solidFill>
                  <a:srgbClr val="377272"/>
                </a:solidFill>
                <a:latin typeface="Verdana"/>
                <a:cs typeface="Verdana"/>
              </a:rPr>
              <a:t>trusted </a:t>
            </a:r>
            <a:r>
              <a:rPr sz="2200" i="1" spc="-65" dirty="0">
                <a:solidFill>
                  <a:srgbClr val="377272"/>
                </a:solidFill>
                <a:latin typeface="Verdana"/>
                <a:cs typeface="Verdana"/>
              </a:rPr>
              <a:t>AI</a:t>
            </a:r>
            <a:r>
              <a:rPr sz="2200" i="1" spc="-65" dirty="0">
                <a:solidFill>
                  <a:srgbClr val="377272"/>
                </a:solidFill>
                <a:latin typeface="Palatino Linotype"/>
                <a:cs typeface="Palatino Linotype"/>
              </a:rPr>
              <a:t>‑</a:t>
            </a:r>
            <a:r>
              <a:rPr sz="2200" i="1" spc="-65" dirty="0">
                <a:solidFill>
                  <a:srgbClr val="377272"/>
                </a:solidFill>
                <a:latin typeface="Verdana"/>
                <a:cs typeface="Verdana"/>
              </a:rPr>
              <a:t>powered</a:t>
            </a:r>
            <a:r>
              <a:rPr sz="2200" i="1" spc="-165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spc="-10" dirty="0">
                <a:solidFill>
                  <a:srgbClr val="377272"/>
                </a:solidFill>
                <a:latin typeface="Verdana"/>
                <a:cs typeface="Verdana"/>
              </a:rPr>
              <a:t>learning companion</a:t>
            </a:r>
            <a:r>
              <a:rPr sz="2200" i="1" spc="-155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dirty="0">
                <a:solidFill>
                  <a:srgbClr val="377272"/>
                </a:solidFill>
                <a:latin typeface="Verdana"/>
                <a:cs typeface="Verdana"/>
              </a:rPr>
              <a:t>that</a:t>
            </a:r>
            <a:r>
              <a:rPr sz="2200" i="1" spc="-155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spc="-20" dirty="0">
                <a:solidFill>
                  <a:srgbClr val="377272"/>
                </a:solidFill>
                <a:latin typeface="Verdana"/>
                <a:cs typeface="Verdana"/>
              </a:rPr>
              <a:t>helps </a:t>
            </a:r>
            <a:r>
              <a:rPr sz="2200" i="1" spc="-10" dirty="0">
                <a:solidFill>
                  <a:srgbClr val="377272"/>
                </a:solidFill>
                <a:latin typeface="Verdana"/>
                <a:cs typeface="Verdana"/>
              </a:rPr>
              <a:t>people</a:t>
            </a:r>
            <a:r>
              <a:rPr sz="2200" i="1" spc="-20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dirty="0">
                <a:solidFill>
                  <a:srgbClr val="377272"/>
                </a:solidFill>
                <a:latin typeface="Verdana"/>
                <a:cs typeface="Verdana"/>
              </a:rPr>
              <a:t>build</a:t>
            </a:r>
            <a:r>
              <a:rPr sz="2200" i="1" spc="-20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spc="-10" dirty="0">
                <a:solidFill>
                  <a:srgbClr val="377272"/>
                </a:solidFill>
                <a:latin typeface="Verdana"/>
                <a:cs typeface="Verdana"/>
              </a:rPr>
              <a:t>lifelong </a:t>
            </a:r>
            <a:r>
              <a:rPr sz="2200" i="1" spc="-35" dirty="0">
                <a:solidFill>
                  <a:srgbClr val="377272"/>
                </a:solidFill>
                <a:latin typeface="Verdana"/>
                <a:cs typeface="Verdana"/>
              </a:rPr>
              <a:t>learning</a:t>
            </a:r>
            <a:r>
              <a:rPr sz="2200" i="1" spc="-19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dirty="0">
                <a:solidFill>
                  <a:srgbClr val="377272"/>
                </a:solidFill>
                <a:latin typeface="Verdana"/>
                <a:cs typeface="Verdana"/>
              </a:rPr>
              <a:t>habits</a:t>
            </a:r>
            <a:r>
              <a:rPr sz="2200" i="1" spc="-19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spc="-25" dirty="0">
                <a:solidFill>
                  <a:srgbClr val="377272"/>
                </a:solidFill>
                <a:latin typeface="Verdana"/>
                <a:cs typeface="Verdana"/>
              </a:rPr>
              <a:t>and </a:t>
            </a:r>
            <a:r>
              <a:rPr sz="2200" i="1" spc="-20" dirty="0">
                <a:solidFill>
                  <a:srgbClr val="377272"/>
                </a:solidFill>
                <a:latin typeface="Verdana"/>
                <a:cs typeface="Verdana"/>
              </a:rPr>
              <a:t>achieve</a:t>
            </a:r>
            <a:r>
              <a:rPr sz="2200" i="1" spc="-195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spc="-10" dirty="0">
                <a:solidFill>
                  <a:srgbClr val="377272"/>
                </a:solidFill>
                <a:latin typeface="Verdana"/>
                <a:cs typeface="Verdana"/>
              </a:rPr>
              <a:t>meaningful </a:t>
            </a:r>
            <a:r>
              <a:rPr sz="2200" i="1" spc="-20" dirty="0">
                <a:solidFill>
                  <a:srgbClr val="377272"/>
                </a:solidFill>
                <a:latin typeface="Verdana"/>
                <a:cs typeface="Verdana"/>
              </a:rPr>
              <a:t>career</a:t>
            </a:r>
            <a:r>
              <a:rPr sz="2200" i="1" spc="-185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spc="-10" dirty="0">
                <a:solidFill>
                  <a:srgbClr val="377272"/>
                </a:solidFill>
                <a:latin typeface="Verdana"/>
                <a:cs typeface="Verdana"/>
              </a:rPr>
              <a:t>growth.</a:t>
            </a:r>
            <a:endParaRPr sz="22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185292" y="5659408"/>
            <a:ext cx="8119109" cy="4321175"/>
            <a:chOff x="9185292" y="5659408"/>
            <a:chExt cx="8119109" cy="4321175"/>
          </a:xfrm>
        </p:grpSpPr>
        <p:sp>
          <p:nvSpPr>
            <p:cNvPr id="19" name="object 19"/>
            <p:cNvSpPr/>
            <p:nvPr/>
          </p:nvSpPr>
          <p:spPr>
            <a:xfrm>
              <a:off x="9185292" y="5659408"/>
              <a:ext cx="8119109" cy="4321175"/>
            </a:xfrm>
            <a:custGeom>
              <a:avLst/>
              <a:gdLst/>
              <a:ahLst/>
              <a:cxnLst/>
              <a:rect l="l" t="t" r="r" b="b"/>
              <a:pathLst>
                <a:path w="8119109" h="4321175">
                  <a:moveTo>
                    <a:pt x="8118787" y="4321018"/>
                  </a:moveTo>
                  <a:lnTo>
                    <a:pt x="0" y="4321018"/>
                  </a:lnTo>
                  <a:lnTo>
                    <a:pt x="0" y="0"/>
                  </a:lnTo>
                  <a:lnTo>
                    <a:pt x="8118787" y="0"/>
                  </a:lnTo>
                  <a:lnTo>
                    <a:pt x="8118787" y="4321018"/>
                  </a:lnTo>
                  <a:close/>
                </a:path>
              </a:pathLst>
            </a:custGeom>
            <a:solidFill>
              <a:srgbClr val="40B8D5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21163" y="6406976"/>
              <a:ext cx="95250" cy="952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21163" y="6797501"/>
              <a:ext cx="95250" cy="9524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21163" y="7188026"/>
              <a:ext cx="95250" cy="9524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21163" y="7578551"/>
              <a:ext cx="95250" cy="9524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21163" y="7969076"/>
              <a:ext cx="95250" cy="9524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9185292" y="5659408"/>
            <a:ext cx="8119109" cy="4321175"/>
          </a:xfrm>
          <a:prstGeom prst="rect">
            <a:avLst/>
          </a:prstGeom>
        </p:spPr>
        <p:txBody>
          <a:bodyPr vert="horz" wrap="square" lIns="0" tIns="220345" rIns="0" bIns="0" rtlCol="0">
            <a:spAutoFit/>
          </a:bodyPr>
          <a:lstStyle/>
          <a:p>
            <a:pPr marL="422275">
              <a:lnSpc>
                <a:spcPct val="100000"/>
              </a:lnSpc>
              <a:spcBef>
                <a:spcPts val="1735"/>
              </a:spcBef>
            </a:pPr>
            <a:r>
              <a:rPr sz="2200" b="1" i="1" spc="-35" dirty="0">
                <a:solidFill>
                  <a:srgbClr val="377272"/>
                </a:solidFill>
                <a:latin typeface="Arial"/>
                <a:cs typeface="Arial"/>
              </a:rPr>
              <a:t>Long</a:t>
            </a:r>
            <a:r>
              <a:rPr sz="2200" b="1" i="1" spc="-35" dirty="0">
                <a:solidFill>
                  <a:srgbClr val="377272"/>
                </a:solidFill>
                <a:latin typeface="Palatino Linotype"/>
                <a:cs typeface="Palatino Linotype"/>
              </a:rPr>
              <a:t>‑</a:t>
            </a:r>
            <a:r>
              <a:rPr sz="2200" b="1" i="1" spc="-35" dirty="0">
                <a:solidFill>
                  <a:srgbClr val="377272"/>
                </a:solidFill>
                <a:latin typeface="Arial"/>
                <a:cs typeface="Arial"/>
              </a:rPr>
              <a:t>Term</a:t>
            </a:r>
            <a:r>
              <a:rPr sz="2200" b="1" i="1" spc="-80" dirty="0">
                <a:solidFill>
                  <a:srgbClr val="377272"/>
                </a:solidFill>
                <a:latin typeface="Arial"/>
                <a:cs typeface="Arial"/>
              </a:rPr>
              <a:t> </a:t>
            </a:r>
            <a:r>
              <a:rPr sz="2200" b="1" i="1" spc="55" dirty="0">
                <a:solidFill>
                  <a:srgbClr val="377272"/>
                </a:solidFill>
                <a:latin typeface="Arial"/>
                <a:cs typeface="Arial"/>
              </a:rPr>
              <a:t>Impact:</a:t>
            </a:r>
            <a:endParaRPr sz="2200">
              <a:latin typeface="Arial"/>
              <a:cs typeface="Arial"/>
            </a:endParaRPr>
          </a:p>
          <a:p>
            <a:pPr marL="691515" marR="3188970">
              <a:lnSpc>
                <a:spcPct val="116500"/>
              </a:lnSpc>
            </a:pPr>
            <a:r>
              <a:rPr sz="22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Higher</a:t>
            </a:r>
            <a:r>
              <a:rPr sz="22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377272"/>
                </a:solidFill>
                <a:latin typeface="Lucida Sans Unicode"/>
                <a:cs typeface="Lucida Sans Unicode"/>
              </a:rPr>
              <a:t>course</a:t>
            </a:r>
            <a:r>
              <a:rPr sz="22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377272"/>
                </a:solidFill>
                <a:latin typeface="Lucida Sans Unicode"/>
                <a:cs typeface="Lucida Sans Unicode"/>
              </a:rPr>
              <a:t>completion</a:t>
            </a:r>
            <a:r>
              <a:rPr sz="2200" spc="-10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rates </a:t>
            </a:r>
            <a:r>
              <a:rPr sz="2200" dirty="0">
                <a:solidFill>
                  <a:srgbClr val="377272"/>
                </a:solidFill>
                <a:latin typeface="Lucida Sans Unicode"/>
                <a:cs typeface="Lucida Sans Unicode"/>
              </a:rPr>
              <a:t>Reduced</a:t>
            </a:r>
            <a:r>
              <a:rPr sz="22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2200" spc="-5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dropouts </a:t>
            </a:r>
            <a:r>
              <a:rPr sz="2200" dirty="0">
                <a:solidFill>
                  <a:srgbClr val="377272"/>
                </a:solidFill>
                <a:latin typeface="Lucida Sans Unicode"/>
                <a:cs typeface="Lucida Sans Unicode"/>
              </a:rPr>
              <a:t>Stronger</a:t>
            </a:r>
            <a:r>
              <a:rPr sz="2200" spc="-8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377272"/>
                </a:solidFill>
                <a:latin typeface="Lucida Sans Unicode"/>
                <a:cs typeface="Lucida Sans Unicode"/>
              </a:rPr>
              <a:t>confidence</a:t>
            </a:r>
            <a:r>
              <a:rPr sz="22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35" dirty="0">
                <a:solidFill>
                  <a:srgbClr val="377272"/>
                </a:solidFill>
                <a:latin typeface="Lucida Sans Unicode"/>
                <a:cs typeface="Lucida Sans Unicode"/>
              </a:rPr>
              <a:t>in</a:t>
            </a:r>
            <a:r>
              <a:rPr sz="2200" spc="-7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skills </a:t>
            </a:r>
            <a:r>
              <a:rPr sz="2200" dirty="0">
                <a:solidFill>
                  <a:srgbClr val="377272"/>
                </a:solidFill>
                <a:latin typeface="Lucida Sans Unicode"/>
                <a:cs typeface="Lucida Sans Unicode"/>
              </a:rPr>
              <a:t>Improved</a:t>
            </a:r>
            <a:r>
              <a:rPr sz="2200" spc="-9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employability</a:t>
            </a:r>
            <a:endParaRPr sz="2200">
              <a:latin typeface="Lucida Sans Unicode"/>
              <a:cs typeface="Lucida Sans Unicode"/>
            </a:endParaRPr>
          </a:p>
          <a:p>
            <a:pPr marL="691515">
              <a:lnSpc>
                <a:spcPct val="100000"/>
              </a:lnSpc>
              <a:spcBef>
                <a:spcPts val="434"/>
              </a:spcBef>
            </a:pPr>
            <a:r>
              <a:rPr sz="2200" spc="-55" dirty="0">
                <a:solidFill>
                  <a:srgbClr val="377272"/>
                </a:solidFill>
                <a:latin typeface="Lucida Sans Unicode"/>
                <a:cs typeface="Lucida Sans Unicode"/>
              </a:rPr>
              <a:t>A</a:t>
            </a:r>
            <a:r>
              <a:rPr sz="22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377272"/>
                </a:solidFill>
                <a:latin typeface="Lucida Sans Unicode"/>
                <a:cs typeface="Lucida Sans Unicode"/>
              </a:rPr>
              <a:t>connected,</a:t>
            </a:r>
            <a:r>
              <a:rPr sz="2200" spc="-6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377272"/>
                </a:solidFill>
                <a:latin typeface="Lucida Sans Unicode"/>
                <a:cs typeface="Lucida Sans Unicode"/>
              </a:rPr>
              <a:t>peer‑driven</a:t>
            </a:r>
            <a:r>
              <a:rPr sz="2200" spc="-65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30" dirty="0">
                <a:solidFill>
                  <a:srgbClr val="377272"/>
                </a:solidFill>
                <a:latin typeface="Lucida Sans Unicode"/>
                <a:cs typeface="Lucida Sans Unicode"/>
              </a:rPr>
              <a:t>learning</a:t>
            </a:r>
            <a:r>
              <a:rPr sz="2200" spc="-60" dirty="0">
                <a:solidFill>
                  <a:srgbClr val="37727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377272"/>
                </a:solidFill>
                <a:latin typeface="Lucida Sans Unicode"/>
                <a:cs typeface="Lucida Sans Unicode"/>
              </a:rPr>
              <a:t>ecosystem</a:t>
            </a:r>
            <a:endParaRPr sz="2200">
              <a:latin typeface="Lucida Sans Unicode"/>
              <a:cs typeface="Lucida Sans Unicode"/>
            </a:endParaRPr>
          </a:p>
          <a:p>
            <a:pPr marL="216535" marR="1377315">
              <a:lnSpc>
                <a:spcPct val="116500"/>
              </a:lnSpc>
              <a:spcBef>
                <a:spcPts val="3075"/>
              </a:spcBef>
            </a:pPr>
            <a:r>
              <a:rPr sz="2200" i="1" dirty="0">
                <a:solidFill>
                  <a:srgbClr val="377272"/>
                </a:solidFill>
                <a:latin typeface="Verdana"/>
                <a:cs typeface="Verdana"/>
              </a:rPr>
              <a:t>LearnLoop</a:t>
            </a:r>
            <a:r>
              <a:rPr sz="2200" i="1" spc="-204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spc="-40" dirty="0">
                <a:solidFill>
                  <a:srgbClr val="377272"/>
                </a:solidFill>
                <a:latin typeface="Verdana"/>
                <a:cs typeface="Verdana"/>
              </a:rPr>
              <a:t>aims</a:t>
            </a:r>
            <a:r>
              <a:rPr sz="2200" i="1" spc="-204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dirty="0">
                <a:solidFill>
                  <a:srgbClr val="377272"/>
                </a:solidFill>
                <a:latin typeface="Verdana"/>
                <a:cs typeface="Verdana"/>
              </a:rPr>
              <a:t>to</a:t>
            </a:r>
            <a:r>
              <a:rPr sz="2200" i="1" spc="-20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spc="-10" dirty="0">
                <a:solidFill>
                  <a:srgbClr val="377272"/>
                </a:solidFill>
                <a:latin typeface="Verdana"/>
                <a:cs typeface="Verdana"/>
              </a:rPr>
              <a:t>shift</a:t>
            </a:r>
            <a:r>
              <a:rPr sz="2200" i="1" spc="-204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dirty="0">
                <a:solidFill>
                  <a:srgbClr val="377272"/>
                </a:solidFill>
                <a:latin typeface="Verdana"/>
                <a:cs typeface="Verdana"/>
              </a:rPr>
              <a:t>education</a:t>
            </a:r>
            <a:r>
              <a:rPr sz="2200" i="1" spc="-20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spc="-40" dirty="0">
                <a:solidFill>
                  <a:srgbClr val="377272"/>
                </a:solidFill>
                <a:latin typeface="Verdana"/>
                <a:cs typeface="Verdana"/>
              </a:rPr>
              <a:t>from</a:t>
            </a:r>
            <a:r>
              <a:rPr sz="2200" i="1" spc="-204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spc="-10" dirty="0">
                <a:solidFill>
                  <a:srgbClr val="377272"/>
                </a:solidFill>
                <a:latin typeface="Verdana"/>
                <a:cs typeface="Verdana"/>
              </a:rPr>
              <a:t>content </a:t>
            </a:r>
            <a:r>
              <a:rPr sz="2200" i="1" spc="-25" dirty="0">
                <a:solidFill>
                  <a:srgbClr val="377272"/>
                </a:solidFill>
                <a:latin typeface="Verdana"/>
                <a:cs typeface="Verdana"/>
              </a:rPr>
              <a:t>consumption</a:t>
            </a:r>
            <a:r>
              <a:rPr sz="2200" i="1" spc="-165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dirty="0">
                <a:solidFill>
                  <a:srgbClr val="377272"/>
                </a:solidFill>
                <a:latin typeface="Verdana"/>
                <a:cs typeface="Verdana"/>
              </a:rPr>
              <a:t>to</a:t>
            </a:r>
            <a:r>
              <a:rPr sz="2200" i="1" spc="-160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spc="-25" dirty="0">
                <a:solidFill>
                  <a:srgbClr val="377272"/>
                </a:solidFill>
                <a:latin typeface="Verdana"/>
                <a:cs typeface="Verdana"/>
              </a:rPr>
              <a:t>habit</a:t>
            </a:r>
            <a:r>
              <a:rPr sz="2200" i="1" spc="-25" dirty="0">
                <a:solidFill>
                  <a:srgbClr val="377272"/>
                </a:solidFill>
                <a:latin typeface="Palatino Linotype"/>
                <a:cs typeface="Palatino Linotype"/>
              </a:rPr>
              <a:t>‑</a:t>
            </a:r>
            <a:r>
              <a:rPr sz="2200" i="1" spc="-25" dirty="0">
                <a:solidFill>
                  <a:srgbClr val="377272"/>
                </a:solidFill>
                <a:latin typeface="Verdana"/>
                <a:cs typeface="Verdana"/>
              </a:rPr>
              <a:t>based,</a:t>
            </a:r>
            <a:r>
              <a:rPr sz="2200" i="1" spc="-165" dirty="0">
                <a:solidFill>
                  <a:srgbClr val="377272"/>
                </a:solidFill>
                <a:latin typeface="Verdana"/>
                <a:cs typeface="Verdana"/>
              </a:rPr>
              <a:t> </a:t>
            </a:r>
            <a:r>
              <a:rPr sz="2200" i="1" spc="-10" dirty="0">
                <a:solidFill>
                  <a:srgbClr val="377272"/>
                </a:solidFill>
                <a:latin typeface="Verdana"/>
                <a:cs typeface="Verdana"/>
              </a:rPr>
              <a:t>outcome</a:t>
            </a:r>
            <a:r>
              <a:rPr sz="2200" i="1" spc="-10" dirty="0">
                <a:solidFill>
                  <a:srgbClr val="377272"/>
                </a:solidFill>
                <a:latin typeface="Palatino Linotype"/>
                <a:cs typeface="Palatino Linotype"/>
              </a:rPr>
              <a:t>‑</a:t>
            </a:r>
            <a:r>
              <a:rPr sz="2200" i="1" spc="-10" dirty="0">
                <a:solidFill>
                  <a:srgbClr val="377272"/>
                </a:solidFill>
                <a:latin typeface="Verdana"/>
                <a:cs typeface="Verdana"/>
              </a:rPr>
              <a:t>driven learning.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708263" y="0"/>
            <a:ext cx="7579995" cy="4824095"/>
          </a:xfrm>
          <a:custGeom>
            <a:avLst/>
            <a:gdLst/>
            <a:ahLst/>
            <a:cxnLst/>
            <a:rect l="l" t="t" r="r" b="b"/>
            <a:pathLst>
              <a:path w="7579994" h="4824095">
                <a:moveTo>
                  <a:pt x="7464337" y="4822013"/>
                </a:moveTo>
                <a:lnTo>
                  <a:pt x="7462405" y="4823573"/>
                </a:lnTo>
                <a:lnTo>
                  <a:pt x="7460845" y="4821641"/>
                </a:lnTo>
                <a:lnTo>
                  <a:pt x="7462777" y="4820081"/>
                </a:lnTo>
                <a:lnTo>
                  <a:pt x="7464337" y="4822013"/>
                </a:lnTo>
                <a:close/>
              </a:path>
              <a:path w="7579994" h="4824095">
                <a:moveTo>
                  <a:pt x="7497658" y="4525734"/>
                </a:moveTo>
                <a:lnTo>
                  <a:pt x="7493803" y="4528853"/>
                </a:lnTo>
                <a:lnTo>
                  <a:pt x="7490684" y="4524998"/>
                </a:lnTo>
                <a:lnTo>
                  <a:pt x="7494539" y="4521879"/>
                </a:lnTo>
                <a:lnTo>
                  <a:pt x="7497658" y="4525734"/>
                </a:lnTo>
                <a:close/>
              </a:path>
              <a:path w="7579994" h="4824095">
                <a:moveTo>
                  <a:pt x="7333060" y="4658118"/>
                </a:moveTo>
                <a:lnTo>
                  <a:pt x="7329848" y="4660714"/>
                </a:lnTo>
                <a:lnTo>
                  <a:pt x="7327251" y="4657495"/>
                </a:lnTo>
                <a:lnTo>
                  <a:pt x="7330462" y="4654899"/>
                </a:lnTo>
                <a:lnTo>
                  <a:pt x="7333060" y="4658118"/>
                </a:lnTo>
                <a:close/>
              </a:path>
              <a:path w="7579994" h="4824095">
                <a:moveTo>
                  <a:pt x="7167876" y="4790425"/>
                </a:moveTo>
                <a:lnTo>
                  <a:pt x="7165937" y="4791986"/>
                </a:lnTo>
                <a:lnTo>
                  <a:pt x="7164386" y="4790062"/>
                </a:lnTo>
                <a:lnTo>
                  <a:pt x="7166317" y="4788502"/>
                </a:lnTo>
                <a:lnTo>
                  <a:pt x="7167876" y="4790425"/>
                </a:lnTo>
                <a:close/>
              </a:path>
              <a:path w="7579994" h="4824095">
                <a:moveTo>
                  <a:pt x="7530988" y="4229455"/>
                </a:moveTo>
                <a:lnTo>
                  <a:pt x="7525193" y="4234136"/>
                </a:lnTo>
                <a:lnTo>
                  <a:pt x="7520522" y="4228348"/>
                </a:lnTo>
                <a:lnTo>
                  <a:pt x="7526309" y="4223669"/>
                </a:lnTo>
                <a:lnTo>
                  <a:pt x="7530988" y="4229455"/>
                </a:lnTo>
                <a:close/>
              </a:path>
              <a:path w="7579994" h="4824095">
                <a:moveTo>
                  <a:pt x="7366383" y="4361848"/>
                </a:moveTo>
                <a:lnTo>
                  <a:pt x="7361238" y="4365996"/>
                </a:lnTo>
                <a:lnTo>
                  <a:pt x="7357081" y="4360845"/>
                </a:lnTo>
                <a:lnTo>
                  <a:pt x="7362225" y="4356697"/>
                </a:lnTo>
                <a:lnTo>
                  <a:pt x="7366383" y="4361848"/>
                </a:lnTo>
                <a:close/>
              </a:path>
              <a:path w="7579994" h="4824095">
                <a:moveTo>
                  <a:pt x="7201199" y="4494154"/>
                </a:moveTo>
                <a:lnTo>
                  <a:pt x="7197334" y="4497267"/>
                </a:lnTo>
                <a:lnTo>
                  <a:pt x="7194224" y="4493411"/>
                </a:lnTo>
                <a:lnTo>
                  <a:pt x="7198080" y="4490300"/>
                </a:lnTo>
                <a:lnTo>
                  <a:pt x="7201199" y="4494154"/>
                </a:lnTo>
                <a:close/>
              </a:path>
              <a:path w="7579994" h="4824095">
                <a:moveTo>
                  <a:pt x="7036016" y="4626469"/>
                </a:moveTo>
                <a:lnTo>
                  <a:pt x="7033449" y="4628544"/>
                </a:lnTo>
                <a:lnTo>
                  <a:pt x="7031366" y="4625969"/>
                </a:lnTo>
                <a:lnTo>
                  <a:pt x="7033942" y="4623894"/>
                </a:lnTo>
                <a:lnTo>
                  <a:pt x="7036016" y="4626469"/>
                </a:lnTo>
                <a:close/>
              </a:path>
              <a:path w="7579994" h="4824095">
                <a:moveTo>
                  <a:pt x="6871418" y="4758854"/>
                </a:moveTo>
                <a:lnTo>
                  <a:pt x="6869493" y="4760405"/>
                </a:lnTo>
                <a:lnTo>
                  <a:pt x="6867933" y="4758473"/>
                </a:lnTo>
                <a:lnTo>
                  <a:pt x="6869858" y="4756923"/>
                </a:lnTo>
                <a:lnTo>
                  <a:pt x="6871418" y="4758854"/>
                </a:lnTo>
                <a:close/>
              </a:path>
              <a:path w="7579994" h="4824095">
                <a:moveTo>
                  <a:pt x="7564311" y="3933184"/>
                </a:moveTo>
                <a:lnTo>
                  <a:pt x="7556592" y="3939415"/>
                </a:lnTo>
                <a:lnTo>
                  <a:pt x="7550362" y="3931704"/>
                </a:lnTo>
                <a:lnTo>
                  <a:pt x="7558081" y="3925474"/>
                </a:lnTo>
                <a:lnTo>
                  <a:pt x="7564311" y="3933184"/>
                </a:lnTo>
                <a:close/>
              </a:path>
              <a:path w="7579994" h="4824095">
                <a:moveTo>
                  <a:pt x="7399129" y="4065500"/>
                </a:moveTo>
                <a:lnTo>
                  <a:pt x="7392698" y="4070693"/>
                </a:lnTo>
                <a:lnTo>
                  <a:pt x="7387504" y="4064262"/>
                </a:lnTo>
                <a:lnTo>
                  <a:pt x="7393935" y="4059069"/>
                </a:lnTo>
                <a:lnTo>
                  <a:pt x="7399129" y="4065500"/>
                </a:lnTo>
                <a:close/>
              </a:path>
              <a:path w="7579994" h="4824095">
                <a:moveTo>
                  <a:pt x="7234521" y="4197877"/>
                </a:moveTo>
                <a:lnTo>
                  <a:pt x="7228734" y="4202556"/>
                </a:lnTo>
                <a:lnTo>
                  <a:pt x="7224063" y="4196768"/>
                </a:lnTo>
                <a:lnTo>
                  <a:pt x="7229852" y="4192097"/>
                </a:lnTo>
                <a:lnTo>
                  <a:pt x="7234521" y="4197877"/>
                </a:lnTo>
                <a:close/>
              </a:path>
              <a:path w="7579994" h="4824095">
                <a:moveTo>
                  <a:pt x="7069339" y="4330192"/>
                </a:moveTo>
                <a:lnTo>
                  <a:pt x="7064839" y="4333825"/>
                </a:lnTo>
                <a:lnTo>
                  <a:pt x="7061206" y="4329326"/>
                </a:lnTo>
                <a:lnTo>
                  <a:pt x="7065705" y="4325692"/>
                </a:lnTo>
                <a:lnTo>
                  <a:pt x="7069339" y="4330192"/>
                </a:lnTo>
                <a:close/>
              </a:path>
              <a:path w="7579994" h="4824095">
                <a:moveTo>
                  <a:pt x="6904748" y="4462574"/>
                </a:moveTo>
                <a:lnTo>
                  <a:pt x="6900884" y="4465687"/>
                </a:lnTo>
                <a:lnTo>
                  <a:pt x="6897763" y="4461823"/>
                </a:lnTo>
                <a:lnTo>
                  <a:pt x="6901628" y="4458711"/>
                </a:lnTo>
                <a:lnTo>
                  <a:pt x="6904748" y="4462574"/>
                </a:lnTo>
                <a:close/>
              </a:path>
              <a:path w="7579994" h="4824095">
                <a:moveTo>
                  <a:pt x="6739556" y="4594883"/>
                </a:moveTo>
                <a:lnTo>
                  <a:pt x="6736980" y="4596966"/>
                </a:lnTo>
                <a:lnTo>
                  <a:pt x="6734907" y="4594398"/>
                </a:lnTo>
                <a:lnTo>
                  <a:pt x="6737482" y="4592315"/>
                </a:lnTo>
                <a:lnTo>
                  <a:pt x="6739556" y="4594883"/>
                </a:lnTo>
                <a:close/>
              </a:path>
              <a:path w="7579994" h="4824095">
                <a:moveTo>
                  <a:pt x="6574949" y="4727268"/>
                </a:moveTo>
                <a:lnTo>
                  <a:pt x="6573026" y="4728827"/>
                </a:lnTo>
                <a:lnTo>
                  <a:pt x="6571465" y="4726895"/>
                </a:lnTo>
                <a:lnTo>
                  <a:pt x="6573389" y="4725336"/>
                </a:lnTo>
                <a:lnTo>
                  <a:pt x="6574949" y="4727268"/>
                </a:lnTo>
                <a:close/>
              </a:path>
              <a:path w="7579994" h="4824095">
                <a:moveTo>
                  <a:pt x="7433043" y="3769288"/>
                </a:moveTo>
                <a:lnTo>
                  <a:pt x="7424036" y="3776557"/>
                </a:lnTo>
                <a:lnTo>
                  <a:pt x="7416769" y="3767557"/>
                </a:lnTo>
                <a:lnTo>
                  <a:pt x="7425766" y="3760282"/>
                </a:lnTo>
                <a:lnTo>
                  <a:pt x="7433043" y="3769288"/>
                </a:lnTo>
                <a:close/>
              </a:path>
              <a:path w="7579994" h="4824095">
                <a:moveTo>
                  <a:pt x="7267851" y="3901597"/>
                </a:moveTo>
                <a:lnTo>
                  <a:pt x="7260133" y="3907836"/>
                </a:lnTo>
                <a:lnTo>
                  <a:pt x="7253902" y="3900116"/>
                </a:lnTo>
                <a:lnTo>
                  <a:pt x="7261621" y="3893886"/>
                </a:lnTo>
                <a:lnTo>
                  <a:pt x="7267851" y="3901597"/>
                </a:lnTo>
                <a:close/>
              </a:path>
              <a:path w="7579994" h="4824095">
                <a:moveTo>
                  <a:pt x="7102670" y="4033920"/>
                </a:moveTo>
                <a:lnTo>
                  <a:pt x="7096239" y="4039114"/>
                </a:lnTo>
                <a:lnTo>
                  <a:pt x="7091045" y="4032683"/>
                </a:lnTo>
                <a:lnTo>
                  <a:pt x="7097477" y="4027489"/>
                </a:lnTo>
                <a:lnTo>
                  <a:pt x="7102670" y="4033920"/>
                </a:lnTo>
                <a:close/>
              </a:path>
              <a:path w="7579994" h="4824095">
                <a:moveTo>
                  <a:pt x="6938072" y="4166304"/>
                </a:moveTo>
                <a:lnTo>
                  <a:pt x="6932275" y="4170976"/>
                </a:lnTo>
                <a:lnTo>
                  <a:pt x="6927605" y="4165188"/>
                </a:lnTo>
                <a:lnTo>
                  <a:pt x="6933392" y="4160509"/>
                </a:lnTo>
                <a:lnTo>
                  <a:pt x="6938072" y="4166304"/>
                </a:lnTo>
                <a:close/>
              </a:path>
              <a:path w="7579994" h="4824095">
                <a:moveTo>
                  <a:pt x="6772879" y="4298612"/>
                </a:moveTo>
                <a:lnTo>
                  <a:pt x="6768380" y="4302246"/>
                </a:lnTo>
                <a:lnTo>
                  <a:pt x="6764746" y="4297747"/>
                </a:lnTo>
                <a:lnTo>
                  <a:pt x="6769246" y="4294113"/>
                </a:lnTo>
                <a:lnTo>
                  <a:pt x="6772879" y="4298612"/>
                </a:lnTo>
                <a:close/>
              </a:path>
              <a:path w="7579994" h="4824095">
                <a:moveTo>
                  <a:pt x="6607697" y="4430928"/>
                </a:moveTo>
                <a:lnTo>
                  <a:pt x="6604477" y="4433525"/>
                </a:lnTo>
                <a:lnTo>
                  <a:pt x="6601880" y="4430314"/>
                </a:lnTo>
                <a:lnTo>
                  <a:pt x="6605100" y="4427716"/>
                </a:lnTo>
                <a:lnTo>
                  <a:pt x="6607697" y="4430928"/>
                </a:lnTo>
                <a:close/>
              </a:path>
              <a:path w="7579994" h="4824095">
                <a:moveTo>
                  <a:pt x="6443098" y="4563311"/>
                </a:moveTo>
                <a:lnTo>
                  <a:pt x="6440522" y="4565386"/>
                </a:lnTo>
                <a:lnTo>
                  <a:pt x="6438448" y="4562818"/>
                </a:lnTo>
                <a:lnTo>
                  <a:pt x="6441023" y="4560735"/>
                </a:lnTo>
                <a:lnTo>
                  <a:pt x="6443098" y="4563311"/>
                </a:lnTo>
                <a:close/>
              </a:path>
              <a:path w="7579994" h="4824095">
                <a:moveTo>
                  <a:pt x="6277914" y="4695619"/>
                </a:moveTo>
                <a:lnTo>
                  <a:pt x="6276627" y="4696656"/>
                </a:lnTo>
                <a:lnTo>
                  <a:pt x="6275590" y="4695376"/>
                </a:lnTo>
                <a:lnTo>
                  <a:pt x="6276878" y="4694339"/>
                </a:lnTo>
                <a:lnTo>
                  <a:pt x="6277914" y="4695619"/>
                </a:lnTo>
                <a:close/>
              </a:path>
              <a:path w="7579994" h="4824095">
                <a:moveTo>
                  <a:pt x="7466367" y="3473018"/>
                </a:moveTo>
                <a:lnTo>
                  <a:pt x="7455437" y="3481845"/>
                </a:lnTo>
                <a:lnTo>
                  <a:pt x="7446600" y="3470908"/>
                </a:lnTo>
                <a:lnTo>
                  <a:pt x="7457530" y="3462081"/>
                </a:lnTo>
                <a:lnTo>
                  <a:pt x="7466367" y="3473018"/>
                </a:lnTo>
                <a:close/>
              </a:path>
              <a:path w="7579994" h="4824095">
                <a:moveTo>
                  <a:pt x="7301185" y="3605334"/>
                </a:moveTo>
                <a:lnTo>
                  <a:pt x="7291534" y="3613125"/>
                </a:lnTo>
                <a:lnTo>
                  <a:pt x="7283742" y="3603465"/>
                </a:lnTo>
                <a:lnTo>
                  <a:pt x="7293384" y="3595676"/>
                </a:lnTo>
                <a:lnTo>
                  <a:pt x="7301185" y="3605334"/>
                </a:lnTo>
                <a:close/>
              </a:path>
              <a:path w="7579994" h="4824095">
                <a:moveTo>
                  <a:pt x="7136585" y="3737709"/>
                </a:moveTo>
                <a:lnTo>
                  <a:pt x="7127577" y="3744977"/>
                </a:lnTo>
                <a:lnTo>
                  <a:pt x="7120301" y="3735971"/>
                </a:lnTo>
                <a:lnTo>
                  <a:pt x="7129309" y="3728703"/>
                </a:lnTo>
                <a:lnTo>
                  <a:pt x="7136585" y="3737709"/>
                </a:lnTo>
                <a:close/>
              </a:path>
              <a:path w="7579994" h="4824095">
                <a:moveTo>
                  <a:pt x="6971394" y="3870026"/>
                </a:moveTo>
                <a:lnTo>
                  <a:pt x="6963675" y="3876257"/>
                </a:lnTo>
                <a:lnTo>
                  <a:pt x="6957444" y="3868537"/>
                </a:lnTo>
                <a:lnTo>
                  <a:pt x="6965162" y="3862298"/>
                </a:lnTo>
                <a:lnTo>
                  <a:pt x="6971394" y="3870026"/>
                </a:lnTo>
                <a:close/>
              </a:path>
              <a:path w="7579994" h="4824095">
                <a:moveTo>
                  <a:pt x="6806210" y="4002333"/>
                </a:moveTo>
                <a:lnTo>
                  <a:pt x="6799779" y="4007526"/>
                </a:lnTo>
                <a:lnTo>
                  <a:pt x="6794585" y="4001095"/>
                </a:lnTo>
                <a:lnTo>
                  <a:pt x="6801017" y="3995902"/>
                </a:lnTo>
                <a:lnTo>
                  <a:pt x="6806210" y="4002333"/>
                </a:lnTo>
                <a:close/>
              </a:path>
              <a:path w="7579994" h="4824095">
                <a:moveTo>
                  <a:pt x="6641029" y="4134656"/>
                </a:moveTo>
                <a:lnTo>
                  <a:pt x="6635878" y="4138814"/>
                </a:lnTo>
                <a:lnTo>
                  <a:pt x="6631730" y="4133669"/>
                </a:lnTo>
                <a:lnTo>
                  <a:pt x="6636873" y="4129513"/>
                </a:lnTo>
                <a:lnTo>
                  <a:pt x="6641029" y="4134656"/>
                </a:lnTo>
                <a:close/>
              </a:path>
              <a:path w="7579994" h="4824095">
                <a:moveTo>
                  <a:pt x="6476429" y="4267032"/>
                </a:moveTo>
                <a:lnTo>
                  <a:pt x="6471923" y="4270674"/>
                </a:lnTo>
                <a:lnTo>
                  <a:pt x="6468288" y="4266167"/>
                </a:lnTo>
                <a:lnTo>
                  <a:pt x="6472795" y="4262524"/>
                </a:lnTo>
                <a:lnTo>
                  <a:pt x="6476429" y="4267032"/>
                </a:lnTo>
                <a:close/>
              </a:path>
              <a:path w="7579994" h="4824095">
                <a:moveTo>
                  <a:pt x="6311237" y="4399340"/>
                </a:moveTo>
                <a:lnTo>
                  <a:pt x="6308025" y="4401936"/>
                </a:lnTo>
                <a:lnTo>
                  <a:pt x="6305429" y="4398725"/>
                </a:lnTo>
                <a:lnTo>
                  <a:pt x="6308640" y="4396128"/>
                </a:lnTo>
                <a:lnTo>
                  <a:pt x="6311237" y="4399340"/>
                </a:lnTo>
                <a:close/>
              </a:path>
              <a:path w="7579994" h="4824095">
                <a:moveTo>
                  <a:pt x="6146055" y="4531663"/>
                </a:moveTo>
                <a:lnTo>
                  <a:pt x="6144124" y="4533224"/>
                </a:lnTo>
                <a:lnTo>
                  <a:pt x="6142573" y="4531299"/>
                </a:lnTo>
                <a:lnTo>
                  <a:pt x="6144504" y="4529739"/>
                </a:lnTo>
                <a:lnTo>
                  <a:pt x="6146055" y="4531663"/>
                </a:lnTo>
                <a:close/>
              </a:path>
              <a:path w="7579994" h="4824095">
                <a:moveTo>
                  <a:pt x="7500270" y="3176800"/>
                </a:moveTo>
                <a:lnTo>
                  <a:pt x="7486762" y="3187702"/>
                </a:lnTo>
                <a:lnTo>
                  <a:pt x="7475853" y="3174196"/>
                </a:lnTo>
                <a:lnTo>
                  <a:pt x="7489360" y="3163294"/>
                </a:lnTo>
                <a:lnTo>
                  <a:pt x="7500270" y="3176800"/>
                </a:lnTo>
                <a:close/>
              </a:path>
              <a:path w="7579994" h="4824095">
                <a:moveTo>
                  <a:pt x="7335086" y="3309116"/>
                </a:moveTo>
                <a:lnTo>
                  <a:pt x="7322868" y="3318980"/>
                </a:lnTo>
                <a:lnTo>
                  <a:pt x="7313004" y="3306761"/>
                </a:lnTo>
                <a:lnTo>
                  <a:pt x="7325214" y="3296898"/>
                </a:lnTo>
                <a:lnTo>
                  <a:pt x="7335086" y="3309116"/>
                </a:lnTo>
                <a:close/>
              </a:path>
              <a:path w="7579994" h="4824095">
                <a:moveTo>
                  <a:pt x="7169905" y="3441431"/>
                </a:moveTo>
                <a:lnTo>
                  <a:pt x="7158965" y="3450259"/>
                </a:lnTo>
                <a:lnTo>
                  <a:pt x="7150137" y="3439320"/>
                </a:lnTo>
                <a:lnTo>
                  <a:pt x="7161068" y="3430493"/>
                </a:lnTo>
                <a:lnTo>
                  <a:pt x="7169905" y="3441431"/>
                </a:lnTo>
                <a:close/>
              </a:path>
              <a:path w="7579994" h="4824095">
                <a:moveTo>
                  <a:pt x="7004723" y="3573754"/>
                </a:moveTo>
                <a:lnTo>
                  <a:pt x="6995073" y="3581545"/>
                </a:lnTo>
                <a:lnTo>
                  <a:pt x="6987282" y="3571894"/>
                </a:lnTo>
                <a:lnTo>
                  <a:pt x="6996932" y="3564103"/>
                </a:lnTo>
                <a:lnTo>
                  <a:pt x="7004723" y="3573754"/>
                </a:lnTo>
                <a:close/>
              </a:path>
              <a:path w="7579994" h="4824095">
                <a:moveTo>
                  <a:pt x="6840115" y="3706123"/>
                </a:moveTo>
                <a:lnTo>
                  <a:pt x="6831108" y="3713399"/>
                </a:lnTo>
                <a:lnTo>
                  <a:pt x="6823840" y="3704392"/>
                </a:lnTo>
                <a:lnTo>
                  <a:pt x="6832846" y="3697116"/>
                </a:lnTo>
                <a:lnTo>
                  <a:pt x="6840115" y="3706123"/>
                </a:lnTo>
                <a:close/>
              </a:path>
              <a:path w="7579994" h="4824095">
                <a:moveTo>
                  <a:pt x="6674357" y="3838377"/>
                </a:moveTo>
                <a:lnTo>
                  <a:pt x="6667274" y="3844094"/>
                </a:lnTo>
                <a:lnTo>
                  <a:pt x="6661566" y="3837018"/>
                </a:lnTo>
                <a:lnTo>
                  <a:pt x="6668641" y="3831302"/>
                </a:lnTo>
                <a:lnTo>
                  <a:pt x="6674357" y="3838377"/>
                </a:lnTo>
                <a:close/>
              </a:path>
              <a:path w="7579994" h="4824095">
                <a:moveTo>
                  <a:pt x="6509175" y="3970692"/>
                </a:moveTo>
                <a:lnTo>
                  <a:pt x="6503379" y="3975364"/>
                </a:lnTo>
                <a:lnTo>
                  <a:pt x="6498708" y="3969576"/>
                </a:lnTo>
                <a:lnTo>
                  <a:pt x="6504496" y="3964905"/>
                </a:lnTo>
                <a:lnTo>
                  <a:pt x="6509175" y="3970692"/>
                </a:lnTo>
                <a:close/>
              </a:path>
              <a:path w="7579994" h="4824095">
                <a:moveTo>
                  <a:pt x="6344568" y="4103077"/>
                </a:moveTo>
                <a:lnTo>
                  <a:pt x="6339425" y="4107233"/>
                </a:lnTo>
                <a:lnTo>
                  <a:pt x="6335268" y="4102082"/>
                </a:lnTo>
                <a:lnTo>
                  <a:pt x="6340411" y="4097926"/>
                </a:lnTo>
                <a:lnTo>
                  <a:pt x="6344568" y="4103077"/>
                </a:lnTo>
                <a:close/>
              </a:path>
              <a:path w="7579994" h="4824095">
                <a:moveTo>
                  <a:pt x="6179376" y="4235385"/>
                </a:moveTo>
                <a:lnTo>
                  <a:pt x="6175521" y="4238504"/>
                </a:lnTo>
                <a:lnTo>
                  <a:pt x="6172410" y="4234648"/>
                </a:lnTo>
                <a:lnTo>
                  <a:pt x="6176265" y="4231529"/>
                </a:lnTo>
                <a:lnTo>
                  <a:pt x="6179376" y="4235385"/>
                </a:lnTo>
                <a:close/>
              </a:path>
              <a:path w="7579994" h="4824095">
                <a:moveTo>
                  <a:pt x="6014194" y="4367707"/>
                </a:moveTo>
                <a:lnTo>
                  <a:pt x="6011627" y="4369782"/>
                </a:lnTo>
                <a:lnTo>
                  <a:pt x="6009544" y="4367207"/>
                </a:lnTo>
                <a:lnTo>
                  <a:pt x="6012120" y="4365132"/>
                </a:lnTo>
                <a:lnTo>
                  <a:pt x="6014194" y="4367707"/>
                </a:lnTo>
                <a:close/>
              </a:path>
              <a:path w="7579994" h="4824095">
                <a:moveTo>
                  <a:pt x="5849603" y="4500083"/>
                </a:moveTo>
                <a:lnTo>
                  <a:pt x="5847663" y="4501644"/>
                </a:lnTo>
                <a:lnTo>
                  <a:pt x="5846103" y="4499713"/>
                </a:lnTo>
                <a:lnTo>
                  <a:pt x="5848043" y="4498151"/>
                </a:lnTo>
                <a:lnTo>
                  <a:pt x="5849603" y="4500083"/>
                </a:lnTo>
                <a:close/>
              </a:path>
              <a:path w="7579994" h="4824095">
                <a:moveTo>
                  <a:pt x="7534759" y="2880650"/>
                </a:moveTo>
                <a:lnTo>
                  <a:pt x="7518042" y="2894156"/>
                </a:lnTo>
                <a:lnTo>
                  <a:pt x="7504533" y="2877422"/>
                </a:lnTo>
                <a:lnTo>
                  <a:pt x="7521252" y="2863925"/>
                </a:lnTo>
                <a:lnTo>
                  <a:pt x="7534759" y="2880650"/>
                </a:lnTo>
                <a:close/>
              </a:path>
              <a:path w="7579994" h="4824095">
                <a:moveTo>
                  <a:pt x="7369576" y="3012957"/>
                </a:moveTo>
                <a:lnTo>
                  <a:pt x="7354138" y="3025427"/>
                </a:lnTo>
                <a:lnTo>
                  <a:pt x="7341678" y="3009997"/>
                </a:lnTo>
                <a:lnTo>
                  <a:pt x="7357115" y="2997527"/>
                </a:lnTo>
                <a:lnTo>
                  <a:pt x="7369576" y="3012957"/>
                </a:lnTo>
                <a:close/>
              </a:path>
              <a:path w="7579994" h="4824095">
                <a:moveTo>
                  <a:pt x="7203820" y="3145219"/>
                </a:moveTo>
                <a:lnTo>
                  <a:pt x="7190306" y="3156130"/>
                </a:lnTo>
                <a:lnTo>
                  <a:pt x="7179395" y="3142616"/>
                </a:lnTo>
                <a:lnTo>
                  <a:pt x="7192909" y="3131705"/>
                </a:lnTo>
                <a:lnTo>
                  <a:pt x="7203820" y="3145219"/>
                </a:lnTo>
                <a:close/>
              </a:path>
              <a:path w="7579994" h="4824095">
                <a:moveTo>
                  <a:pt x="7038046" y="3277476"/>
                </a:moveTo>
                <a:lnTo>
                  <a:pt x="7026471" y="3286825"/>
                </a:lnTo>
                <a:lnTo>
                  <a:pt x="7017121" y="3275243"/>
                </a:lnTo>
                <a:lnTo>
                  <a:pt x="7028695" y="3265893"/>
                </a:lnTo>
                <a:lnTo>
                  <a:pt x="7038046" y="3277476"/>
                </a:lnTo>
                <a:close/>
              </a:path>
              <a:path w="7579994" h="4824095">
                <a:moveTo>
                  <a:pt x="6872863" y="3409791"/>
                </a:moveTo>
                <a:lnTo>
                  <a:pt x="6862577" y="3418103"/>
                </a:lnTo>
                <a:lnTo>
                  <a:pt x="6854262" y="3407801"/>
                </a:lnTo>
                <a:lnTo>
                  <a:pt x="6864549" y="3399497"/>
                </a:lnTo>
                <a:lnTo>
                  <a:pt x="6872863" y="3409791"/>
                </a:lnTo>
                <a:close/>
              </a:path>
              <a:path w="7579994" h="4824095">
                <a:moveTo>
                  <a:pt x="6708263" y="3542166"/>
                </a:moveTo>
                <a:lnTo>
                  <a:pt x="6698613" y="3549957"/>
                </a:lnTo>
                <a:lnTo>
                  <a:pt x="6690822" y="3540306"/>
                </a:lnTo>
                <a:lnTo>
                  <a:pt x="6700472" y="3532515"/>
                </a:lnTo>
                <a:lnTo>
                  <a:pt x="6708263" y="3542166"/>
                </a:lnTo>
                <a:close/>
              </a:path>
              <a:path w="7579994" h="4824095">
                <a:moveTo>
                  <a:pt x="6543081" y="3674482"/>
                </a:moveTo>
                <a:lnTo>
                  <a:pt x="6534718" y="3681235"/>
                </a:lnTo>
                <a:lnTo>
                  <a:pt x="6527965" y="3672873"/>
                </a:lnTo>
                <a:lnTo>
                  <a:pt x="6536327" y="3666119"/>
                </a:lnTo>
                <a:lnTo>
                  <a:pt x="6543081" y="3674482"/>
                </a:lnTo>
                <a:close/>
              </a:path>
              <a:path w="7579994" h="4824095">
                <a:moveTo>
                  <a:pt x="6377899" y="3806797"/>
                </a:moveTo>
                <a:lnTo>
                  <a:pt x="6370824" y="3812513"/>
                </a:lnTo>
                <a:lnTo>
                  <a:pt x="6365106" y="3805430"/>
                </a:lnTo>
                <a:lnTo>
                  <a:pt x="6372182" y="3799722"/>
                </a:lnTo>
                <a:lnTo>
                  <a:pt x="6377899" y="3806797"/>
                </a:lnTo>
                <a:close/>
              </a:path>
              <a:path w="7579994" h="4824095">
                <a:moveTo>
                  <a:pt x="6212707" y="3939113"/>
                </a:moveTo>
                <a:lnTo>
                  <a:pt x="6206919" y="3943784"/>
                </a:lnTo>
                <a:lnTo>
                  <a:pt x="6202250" y="3938005"/>
                </a:lnTo>
                <a:lnTo>
                  <a:pt x="6208037" y="3933326"/>
                </a:lnTo>
                <a:lnTo>
                  <a:pt x="6212707" y="3939113"/>
                </a:lnTo>
                <a:close/>
              </a:path>
              <a:path w="7579994" h="4824095">
                <a:moveTo>
                  <a:pt x="6047525" y="4071429"/>
                </a:moveTo>
                <a:lnTo>
                  <a:pt x="6043017" y="4075064"/>
                </a:lnTo>
                <a:lnTo>
                  <a:pt x="6039384" y="4070564"/>
                </a:lnTo>
                <a:lnTo>
                  <a:pt x="6043892" y="4066930"/>
                </a:lnTo>
                <a:lnTo>
                  <a:pt x="6047525" y="4071429"/>
                </a:lnTo>
                <a:close/>
              </a:path>
              <a:path w="7579994" h="4824095">
                <a:moveTo>
                  <a:pt x="5882926" y="4203813"/>
                </a:moveTo>
                <a:lnTo>
                  <a:pt x="5879062" y="4206925"/>
                </a:lnTo>
                <a:lnTo>
                  <a:pt x="5875941" y="4203062"/>
                </a:lnTo>
                <a:lnTo>
                  <a:pt x="5879806" y="4199950"/>
                </a:lnTo>
                <a:lnTo>
                  <a:pt x="5882926" y="4203813"/>
                </a:lnTo>
                <a:close/>
              </a:path>
              <a:path w="7579994" h="4824095">
                <a:moveTo>
                  <a:pt x="5717734" y="4336121"/>
                </a:moveTo>
                <a:lnTo>
                  <a:pt x="5715166" y="4338194"/>
                </a:lnTo>
                <a:lnTo>
                  <a:pt x="5713092" y="4335626"/>
                </a:lnTo>
                <a:lnTo>
                  <a:pt x="5715660" y="4333553"/>
                </a:lnTo>
                <a:lnTo>
                  <a:pt x="5717734" y="4336121"/>
                </a:lnTo>
                <a:close/>
              </a:path>
              <a:path w="7579994" h="4824095">
                <a:moveTo>
                  <a:pt x="5552553" y="4468445"/>
                </a:moveTo>
                <a:lnTo>
                  <a:pt x="5551265" y="4469482"/>
                </a:lnTo>
                <a:lnTo>
                  <a:pt x="5550227" y="4468194"/>
                </a:lnTo>
                <a:lnTo>
                  <a:pt x="5551515" y="4467156"/>
                </a:lnTo>
                <a:lnTo>
                  <a:pt x="5552553" y="4468445"/>
                </a:lnTo>
                <a:close/>
              </a:path>
              <a:path w="7579994" h="4824095">
                <a:moveTo>
                  <a:pt x="7568664" y="2584432"/>
                </a:moveTo>
                <a:lnTo>
                  <a:pt x="7549371" y="2600012"/>
                </a:lnTo>
                <a:lnTo>
                  <a:pt x="7533791" y="2580719"/>
                </a:lnTo>
                <a:lnTo>
                  <a:pt x="7553084" y="2565139"/>
                </a:lnTo>
                <a:lnTo>
                  <a:pt x="7568664" y="2584432"/>
                </a:lnTo>
                <a:close/>
              </a:path>
              <a:path w="7579994" h="4824095">
                <a:moveTo>
                  <a:pt x="7403482" y="2716748"/>
                </a:moveTo>
                <a:lnTo>
                  <a:pt x="7385477" y="2731291"/>
                </a:lnTo>
                <a:lnTo>
                  <a:pt x="7370933" y="2713277"/>
                </a:lnTo>
                <a:lnTo>
                  <a:pt x="7388939" y="2698742"/>
                </a:lnTo>
                <a:lnTo>
                  <a:pt x="7403482" y="2716748"/>
                </a:lnTo>
                <a:close/>
              </a:path>
              <a:path w="7579994" h="4824095">
                <a:moveTo>
                  <a:pt x="7238300" y="2849071"/>
                </a:moveTo>
                <a:lnTo>
                  <a:pt x="7221582" y="2862569"/>
                </a:lnTo>
                <a:lnTo>
                  <a:pt x="7208076" y="2845851"/>
                </a:lnTo>
                <a:lnTo>
                  <a:pt x="7224801" y="2832344"/>
                </a:lnTo>
                <a:lnTo>
                  <a:pt x="7238300" y="2849071"/>
                </a:lnTo>
                <a:close/>
              </a:path>
              <a:path w="7579994" h="4824095">
                <a:moveTo>
                  <a:pt x="7072542" y="2981317"/>
                </a:moveTo>
                <a:lnTo>
                  <a:pt x="7057740" y="2993265"/>
                </a:lnTo>
                <a:lnTo>
                  <a:pt x="7045793" y="2978471"/>
                </a:lnTo>
                <a:lnTo>
                  <a:pt x="7060595" y="2966523"/>
                </a:lnTo>
                <a:lnTo>
                  <a:pt x="7072542" y="2981317"/>
                </a:lnTo>
                <a:close/>
              </a:path>
              <a:path w="7579994" h="4824095">
                <a:moveTo>
                  <a:pt x="6906768" y="3113573"/>
                </a:moveTo>
                <a:lnTo>
                  <a:pt x="6893906" y="3123960"/>
                </a:lnTo>
                <a:lnTo>
                  <a:pt x="6883519" y="3111097"/>
                </a:lnTo>
                <a:lnTo>
                  <a:pt x="6896381" y="3100710"/>
                </a:lnTo>
                <a:lnTo>
                  <a:pt x="6906768" y="3113573"/>
                </a:lnTo>
                <a:close/>
              </a:path>
              <a:path w="7579994" h="4824095">
                <a:moveTo>
                  <a:pt x="6741586" y="3245888"/>
                </a:moveTo>
                <a:lnTo>
                  <a:pt x="6730011" y="3255238"/>
                </a:lnTo>
                <a:lnTo>
                  <a:pt x="6720661" y="3243655"/>
                </a:lnTo>
                <a:lnTo>
                  <a:pt x="6732236" y="3234314"/>
                </a:lnTo>
                <a:lnTo>
                  <a:pt x="6741586" y="3245888"/>
                </a:lnTo>
                <a:close/>
              </a:path>
              <a:path w="7579994" h="4824095">
                <a:moveTo>
                  <a:pt x="6576404" y="3378211"/>
                </a:moveTo>
                <a:lnTo>
                  <a:pt x="6566117" y="3386516"/>
                </a:lnTo>
                <a:lnTo>
                  <a:pt x="6557804" y="3376229"/>
                </a:lnTo>
                <a:lnTo>
                  <a:pt x="6568090" y="3367917"/>
                </a:lnTo>
                <a:lnTo>
                  <a:pt x="6576404" y="3378211"/>
                </a:lnTo>
                <a:close/>
              </a:path>
              <a:path w="7579994" h="4824095">
                <a:moveTo>
                  <a:pt x="6411222" y="3510526"/>
                </a:moveTo>
                <a:lnTo>
                  <a:pt x="6402214" y="3517795"/>
                </a:lnTo>
                <a:lnTo>
                  <a:pt x="6394939" y="3508797"/>
                </a:lnTo>
                <a:lnTo>
                  <a:pt x="6403945" y="3501520"/>
                </a:lnTo>
                <a:lnTo>
                  <a:pt x="6411222" y="3510526"/>
                </a:lnTo>
                <a:close/>
              </a:path>
              <a:path w="7579994" h="4824095">
                <a:moveTo>
                  <a:pt x="6246029" y="3642835"/>
                </a:moveTo>
                <a:lnTo>
                  <a:pt x="6238318" y="3649065"/>
                </a:lnTo>
                <a:lnTo>
                  <a:pt x="6232089" y="3641354"/>
                </a:lnTo>
                <a:lnTo>
                  <a:pt x="6239800" y="3635124"/>
                </a:lnTo>
                <a:lnTo>
                  <a:pt x="6246029" y="3642835"/>
                </a:lnTo>
                <a:close/>
              </a:path>
              <a:path w="7579994" h="4824095">
                <a:moveTo>
                  <a:pt x="6080848" y="3775158"/>
                </a:moveTo>
                <a:lnTo>
                  <a:pt x="6074417" y="3780352"/>
                </a:lnTo>
                <a:lnTo>
                  <a:pt x="6069222" y="3773912"/>
                </a:lnTo>
                <a:lnTo>
                  <a:pt x="6075653" y="3768719"/>
                </a:lnTo>
                <a:lnTo>
                  <a:pt x="6080848" y="3775158"/>
                </a:lnTo>
                <a:close/>
              </a:path>
              <a:path w="7579994" h="4824095">
                <a:moveTo>
                  <a:pt x="5915666" y="3907473"/>
                </a:moveTo>
                <a:lnTo>
                  <a:pt x="5910521" y="3911622"/>
                </a:lnTo>
                <a:lnTo>
                  <a:pt x="5906365" y="3906478"/>
                </a:lnTo>
                <a:lnTo>
                  <a:pt x="5911508" y="3902322"/>
                </a:lnTo>
                <a:lnTo>
                  <a:pt x="5915666" y="3907473"/>
                </a:lnTo>
                <a:close/>
              </a:path>
              <a:path w="7579994" h="4824095">
                <a:moveTo>
                  <a:pt x="5751066" y="4039849"/>
                </a:moveTo>
                <a:lnTo>
                  <a:pt x="5746567" y="4043483"/>
                </a:lnTo>
                <a:lnTo>
                  <a:pt x="5742933" y="4038983"/>
                </a:lnTo>
                <a:lnTo>
                  <a:pt x="5747433" y="4035350"/>
                </a:lnTo>
                <a:lnTo>
                  <a:pt x="5751066" y="4039849"/>
                </a:lnTo>
                <a:close/>
              </a:path>
              <a:path w="7579994" h="4824095">
                <a:moveTo>
                  <a:pt x="5585884" y="4172165"/>
                </a:moveTo>
                <a:lnTo>
                  <a:pt x="5582664" y="4174762"/>
                </a:lnTo>
                <a:lnTo>
                  <a:pt x="5580066" y="4171542"/>
                </a:lnTo>
                <a:lnTo>
                  <a:pt x="5583286" y="4168945"/>
                </a:lnTo>
                <a:lnTo>
                  <a:pt x="5585884" y="4172165"/>
                </a:lnTo>
                <a:close/>
              </a:path>
              <a:path w="7579994" h="4824095">
                <a:moveTo>
                  <a:pt x="5420701" y="4304480"/>
                </a:moveTo>
                <a:lnTo>
                  <a:pt x="5418770" y="4306040"/>
                </a:lnTo>
                <a:lnTo>
                  <a:pt x="5417209" y="4304108"/>
                </a:lnTo>
                <a:lnTo>
                  <a:pt x="5419141" y="4302548"/>
                </a:lnTo>
                <a:lnTo>
                  <a:pt x="5420701" y="4304480"/>
                </a:lnTo>
                <a:close/>
              </a:path>
              <a:path w="7579994" h="4824095">
                <a:moveTo>
                  <a:pt x="7579735" y="2269474"/>
                </a:moveTo>
                <a:lnTo>
                  <a:pt x="7579735" y="2305995"/>
                </a:lnTo>
                <a:lnTo>
                  <a:pt x="7561889" y="2283885"/>
                </a:lnTo>
                <a:lnTo>
                  <a:pt x="7579735" y="2269474"/>
                </a:lnTo>
                <a:close/>
              </a:path>
              <a:path w="7579994" h="4824095">
                <a:moveTo>
                  <a:pt x="7437972" y="2420597"/>
                </a:moveTo>
                <a:lnTo>
                  <a:pt x="7416748" y="2437739"/>
                </a:lnTo>
                <a:lnTo>
                  <a:pt x="7399607" y="2416513"/>
                </a:lnTo>
                <a:lnTo>
                  <a:pt x="7420841" y="2399371"/>
                </a:lnTo>
                <a:lnTo>
                  <a:pt x="7437972" y="2420597"/>
                </a:lnTo>
                <a:close/>
              </a:path>
              <a:path w="7579994" h="4824095">
                <a:moveTo>
                  <a:pt x="7272214" y="2552844"/>
                </a:moveTo>
                <a:lnTo>
                  <a:pt x="7252913" y="2568434"/>
                </a:lnTo>
                <a:lnTo>
                  <a:pt x="7237333" y="2549140"/>
                </a:lnTo>
                <a:lnTo>
                  <a:pt x="7256634" y="2533550"/>
                </a:lnTo>
                <a:lnTo>
                  <a:pt x="7272214" y="2552844"/>
                </a:lnTo>
                <a:close/>
              </a:path>
              <a:path w="7579994" h="4824095">
                <a:moveTo>
                  <a:pt x="7107033" y="2685167"/>
                </a:moveTo>
                <a:lnTo>
                  <a:pt x="7089019" y="2699711"/>
                </a:lnTo>
                <a:lnTo>
                  <a:pt x="7074477" y="2681706"/>
                </a:lnTo>
                <a:lnTo>
                  <a:pt x="7092490" y="2667162"/>
                </a:lnTo>
                <a:lnTo>
                  <a:pt x="7107033" y="2685167"/>
                </a:lnTo>
                <a:close/>
              </a:path>
              <a:path w="7579994" h="4824095">
                <a:moveTo>
                  <a:pt x="6941259" y="2817423"/>
                </a:moveTo>
                <a:lnTo>
                  <a:pt x="6925185" y="2830406"/>
                </a:lnTo>
                <a:lnTo>
                  <a:pt x="6912200" y="2814324"/>
                </a:lnTo>
                <a:lnTo>
                  <a:pt x="6928274" y="2801341"/>
                </a:lnTo>
                <a:lnTo>
                  <a:pt x="6941259" y="2817423"/>
                </a:lnTo>
                <a:close/>
              </a:path>
              <a:path w="7579994" h="4824095">
                <a:moveTo>
                  <a:pt x="6775492" y="2949677"/>
                </a:moveTo>
                <a:lnTo>
                  <a:pt x="6761351" y="2961101"/>
                </a:lnTo>
                <a:lnTo>
                  <a:pt x="6749918" y="2946952"/>
                </a:lnTo>
                <a:lnTo>
                  <a:pt x="6764069" y="2935528"/>
                </a:lnTo>
                <a:lnTo>
                  <a:pt x="6775492" y="2949677"/>
                </a:lnTo>
                <a:close/>
              </a:path>
              <a:path w="7579994" h="4824095">
                <a:moveTo>
                  <a:pt x="6609735" y="3081932"/>
                </a:moveTo>
                <a:lnTo>
                  <a:pt x="6597508" y="3091797"/>
                </a:lnTo>
                <a:lnTo>
                  <a:pt x="6587644" y="3079578"/>
                </a:lnTo>
                <a:lnTo>
                  <a:pt x="6599862" y="3069706"/>
                </a:lnTo>
                <a:lnTo>
                  <a:pt x="6609735" y="3081932"/>
                </a:lnTo>
                <a:close/>
              </a:path>
              <a:path w="7579994" h="4824095">
                <a:moveTo>
                  <a:pt x="6444553" y="3214247"/>
                </a:moveTo>
                <a:lnTo>
                  <a:pt x="6433615" y="3223083"/>
                </a:lnTo>
                <a:lnTo>
                  <a:pt x="6424778" y="3212146"/>
                </a:lnTo>
                <a:lnTo>
                  <a:pt x="6435716" y="3203309"/>
                </a:lnTo>
                <a:lnTo>
                  <a:pt x="6444553" y="3214247"/>
                </a:lnTo>
                <a:close/>
              </a:path>
              <a:path w="7579994" h="4824095">
                <a:moveTo>
                  <a:pt x="6279362" y="3346564"/>
                </a:moveTo>
                <a:lnTo>
                  <a:pt x="6269719" y="3354353"/>
                </a:lnTo>
                <a:lnTo>
                  <a:pt x="6261928" y="3344702"/>
                </a:lnTo>
                <a:lnTo>
                  <a:pt x="6271570" y="3336913"/>
                </a:lnTo>
                <a:lnTo>
                  <a:pt x="6279362" y="3346564"/>
                </a:lnTo>
                <a:close/>
              </a:path>
              <a:path w="7579994" h="4824095">
                <a:moveTo>
                  <a:pt x="6114762" y="3478938"/>
                </a:moveTo>
                <a:lnTo>
                  <a:pt x="6105764" y="3486214"/>
                </a:lnTo>
                <a:lnTo>
                  <a:pt x="6098488" y="3477208"/>
                </a:lnTo>
                <a:lnTo>
                  <a:pt x="6107494" y="3469932"/>
                </a:lnTo>
                <a:lnTo>
                  <a:pt x="6114762" y="3478938"/>
                </a:lnTo>
                <a:close/>
              </a:path>
              <a:path w="7579994" h="4824095">
                <a:moveTo>
                  <a:pt x="5948996" y="3611194"/>
                </a:moveTo>
                <a:lnTo>
                  <a:pt x="5941921" y="3616910"/>
                </a:lnTo>
                <a:lnTo>
                  <a:pt x="5936213" y="3609834"/>
                </a:lnTo>
                <a:lnTo>
                  <a:pt x="5943288" y="3604118"/>
                </a:lnTo>
                <a:lnTo>
                  <a:pt x="5948996" y="3611194"/>
                </a:lnTo>
                <a:close/>
              </a:path>
              <a:path w="7579994" h="4824095">
                <a:moveTo>
                  <a:pt x="5783813" y="3743509"/>
                </a:moveTo>
                <a:lnTo>
                  <a:pt x="5778027" y="3748189"/>
                </a:lnTo>
                <a:lnTo>
                  <a:pt x="5773347" y="3742394"/>
                </a:lnTo>
                <a:lnTo>
                  <a:pt x="5779135" y="3737723"/>
                </a:lnTo>
                <a:lnTo>
                  <a:pt x="5783813" y="3743509"/>
                </a:lnTo>
                <a:close/>
              </a:path>
              <a:path w="7579994" h="4824095">
                <a:moveTo>
                  <a:pt x="5619214" y="3875885"/>
                </a:moveTo>
                <a:lnTo>
                  <a:pt x="5614063" y="3880043"/>
                </a:lnTo>
                <a:lnTo>
                  <a:pt x="5609915" y="3874898"/>
                </a:lnTo>
                <a:lnTo>
                  <a:pt x="5615058" y="3870742"/>
                </a:lnTo>
                <a:lnTo>
                  <a:pt x="5619214" y="3875885"/>
                </a:lnTo>
                <a:close/>
              </a:path>
              <a:path w="7579994" h="4824095">
                <a:moveTo>
                  <a:pt x="5454031" y="4008199"/>
                </a:moveTo>
                <a:lnTo>
                  <a:pt x="5450160" y="4011322"/>
                </a:lnTo>
                <a:lnTo>
                  <a:pt x="5447050" y="4007465"/>
                </a:lnTo>
                <a:lnTo>
                  <a:pt x="5450913" y="4004345"/>
                </a:lnTo>
                <a:lnTo>
                  <a:pt x="5454031" y="4008199"/>
                </a:lnTo>
                <a:close/>
              </a:path>
              <a:path w="7579994" h="4824095">
                <a:moveTo>
                  <a:pt x="5288850" y="4140524"/>
                </a:moveTo>
                <a:lnTo>
                  <a:pt x="5286273" y="4142598"/>
                </a:lnTo>
                <a:lnTo>
                  <a:pt x="5284190" y="4140023"/>
                </a:lnTo>
                <a:lnTo>
                  <a:pt x="5286767" y="4137949"/>
                </a:lnTo>
                <a:lnTo>
                  <a:pt x="5288850" y="4140524"/>
                </a:lnTo>
                <a:close/>
              </a:path>
              <a:path w="7579994" h="4824095">
                <a:moveTo>
                  <a:pt x="5124234" y="4272902"/>
                </a:moveTo>
                <a:lnTo>
                  <a:pt x="5122310" y="4274452"/>
                </a:lnTo>
                <a:lnTo>
                  <a:pt x="5120759" y="4272528"/>
                </a:lnTo>
                <a:lnTo>
                  <a:pt x="5122683" y="4270977"/>
                </a:lnTo>
                <a:lnTo>
                  <a:pt x="5124234" y="4272902"/>
                </a:lnTo>
                <a:close/>
              </a:path>
              <a:path w="7579994" h="4824095">
                <a:moveTo>
                  <a:pt x="7472470" y="2124447"/>
                </a:moveTo>
                <a:lnTo>
                  <a:pt x="7448025" y="2144185"/>
                </a:lnTo>
                <a:lnTo>
                  <a:pt x="7428288" y="2119740"/>
                </a:lnTo>
                <a:lnTo>
                  <a:pt x="7452733" y="2100002"/>
                </a:lnTo>
                <a:lnTo>
                  <a:pt x="7472470" y="2124447"/>
                </a:lnTo>
                <a:close/>
              </a:path>
              <a:path w="7579994" h="4824095">
                <a:moveTo>
                  <a:pt x="7306696" y="2256703"/>
                </a:moveTo>
                <a:lnTo>
                  <a:pt x="7284191" y="2274879"/>
                </a:lnTo>
                <a:lnTo>
                  <a:pt x="7266014" y="2252366"/>
                </a:lnTo>
                <a:lnTo>
                  <a:pt x="7288518" y="2234190"/>
                </a:lnTo>
                <a:lnTo>
                  <a:pt x="7306696" y="2256703"/>
                </a:lnTo>
                <a:close/>
              </a:path>
              <a:path w="7579994" h="4824095">
                <a:moveTo>
                  <a:pt x="7140939" y="2388956"/>
                </a:moveTo>
                <a:lnTo>
                  <a:pt x="7120349" y="2405575"/>
                </a:lnTo>
                <a:lnTo>
                  <a:pt x="7103730" y="2384985"/>
                </a:lnTo>
                <a:lnTo>
                  <a:pt x="7124312" y="2368368"/>
                </a:lnTo>
                <a:lnTo>
                  <a:pt x="7140939" y="2388956"/>
                </a:lnTo>
                <a:close/>
              </a:path>
              <a:path w="7579994" h="4824095">
                <a:moveTo>
                  <a:pt x="6975173" y="2521211"/>
                </a:moveTo>
                <a:lnTo>
                  <a:pt x="6956515" y="2536270"/>
                </a:lnTo>
                <a:lnTo>
                  <a:pt x="6941457" y="2517620"/>
                </a:lnTo>
                <a:lnTo>
                  <a:pt x="6960106" y="2502554"/>
                </a:lnTo>
                <a:lnTo>
                  <a:pt x="6975173" y="2521211"/>
                </a:lnTo>
                <a:close/>
              </a:path>
              <a:path w="7579994" h="4824095">
                <a:moveTo>
                  <a:pt x="6809982" y="2653528"/>
                </a:moveTo>
                <a:lnTo>
                  <a:pt x="6792619" y="2667549"/>
                </a:lnTo>
                <a:lnTo>
                  <a:pt x="6778598" y="2650178"/>
                </a:lnTo>
                <a:lnTo>
                  <a:pt x="6795960" y="2636158"/>
                </a:lnTo>
                <a:lnTo>
                  <a:pt x="6809982" y="2653528"/>
                </a:lnTo>
                <a:close/>
              </a:path>
              <a:path w="7579994" h="4824095">
                <a:moveTo>
                  <a:pt x="6644799" y="2785844"/>
                </a:moveTo>
                <a:lnTo>
                  <a:pt x="6628725" y="2798826"/>
                </a:lnTo>
                <a:lnTo>
                  <a:pt x="6615741" y="2782744"/>
                </a:lnTo>
                <a:lnTo>
                  <a:pt x="6631815" y="2769761"/>
                </a:lnTo>
                <a:lnTo>
                  <a:pt x="6644799" y="2785844"/>
                </a:lnTo>
                <a:close/>
              </a:path>
              <a:path w="7579994" h="4824095">
                <a:moveTo>
                  <a:pt x="6478457" y="2918029"/>
                </a:moveTo>
                <a:lnTo>
                  <a:pt x="6464951" y="2928938"/>
                </a:lnTo>
                <a:lnTo>
                  <a:pt x="6454042" y="2915432"/>
                </a:lnTo>
                <a:lnTo>
                  <a:pt x="6467547" y="2904523"/>
                </a:lnTo>
                <a:lnTo>
                  <a:pt x="6478457" y="2918029"/>
                </a:lnTo>
                <a:close/>
              </a:path>
              <a:path w="7579994" h="4824095">
                <a:moveTo>
                  <a:pt x="6313276" y="3050352"/>
                </a:moveTo>
                <a:lnTo>
                  <a:pt x="6301048" y="3060217"/>
                </a:lnTo>
                <a:lnTo>
                  <a:pt x="6291184" y="3047998"/>
                </a:lnTo>
                <a:lnTo>
                  <a:pt x="6303402" y="3038126"/>
                </a:lnTo>
                <a:lnTo>
                  <a:pt x="6313276" y="3050352"/>
                </a:lnTo>
                <a:close/>
              </a:path>
              <a:path w="7579994" h="4824095">
                <a:moveTo>
                  <a:pt x="6148084" y="3182669"/>
                </a:moveTo>
                <a:lnTo>
                  <a:pt x="6137154" y="3191496"/>
                </a:lnTo>
                <a:lnTo>
                  <a:pt x="6128326" y="3180557"/>
                </a:lnTo>
                <a:lnTo>
                  <a:pt x="6139257" y="3171730"/>
                </a:lnTo>
                <a:lnTo>
                  <a:pt x="6148084" y="3182669"/>
                </a:lnTo>
                <a:close/>
              </a:path>
              <a:path w="7579994" h="4824095">
                <a:moveTo>
                  <a:pt x="5982902" y="3314984"/>
                </a:moveTo>
                <a:lnTo>
                  <a:pt x="5973259" y="3322774"/>
                </a:lnTo>
                <a:lnTo>
                  <a:pt x="5965468" y="3313122"/>
                </a:lnTo>
                <a:lnTo>
                  <a:pt x="5975111" y="3305333"/>
                </a:lnTo>
                <a:lnTo>
                  <a:pt x="5982902" y="3314984"/>
                </a:lnTo>
                <a:close/>
              </a:path>
              <a:path w="7579994" h="4824095">
                <a:moveTo>
                  <a:pt x="5817718" y="3447291"/>
                </a:moveTo>
                <a:lnTo>
                  <a:pt x="5809356" y="3454045"/>
                </a:lnTo>
                <a:lnTo>
                  <a:pt x="5802611" y="3445689"/>
                </a:lnTo>
                <a:lnTo>
                  <a:pt x="5810966" y="3438936"/>
                </a:lnTo>
                <a:lnTo>
                  <a:pt x="5817718" y="3447291"/>
                </a:lnTo>
                <a:close/>
              </a:path>
              <a:path w="7579994" h="4824095">
                <a:moveTo>
                  <a:pt x="5651962" y="3579553"/>
                </a:moveTo>
                <a:lnTo>
                  <a:pt x="5645531" y="3584746"/>
                </a:lnTo>
                <a:lnTo>
                  <a:pt x="5640338" y="3578315"/>
                </a:lnTo>
                <a:lnTo>
                  <a:pt x="5646769" y="3573122"/>
                </a:lnTo>
                <a:lnTo>
                  <a:pt x="5651962" y="3579553"/>
                </a:lnTo>
                <a:close/>
              </a:path>
              <a:path w="7579994" h="4824095">
                <a:moveTo>
                  <a:pt x="5487355" y="3711930"/>
                </a:moveTo>
                <a:lnTo>
                  <a:pt x="5481558" y="3716602"/>
                </a:lnTo>
                <a:lnTo>
                  <a:pt x="5476888" y="3710814"/>
                </a:lnTo>
                <a:lnTo>
                  <a:pt x="5482676" y="3706143"/>
                </a:lnTo>
                <a:lnTo>
                  <a:pt x="5487355" y="3711930"/>
                </a:lnTo>
                <a:close/>
              </a:path>
              <a:path w="7579994" h="4824095">
                <a:moveTo>
                  <a:pt x="5322172" y="3844245"/>
                </a:moveTo>
                <a:lnTo>
                  <a:pt x="5317673" y="3847878"/>
                </a:lnTo>
                <a:lnTo>
                  <a:pt x="5314029" y="3843372"/>
                </a:lnTo>
                <a:lnTo>
                  <a:pt x="5318529" y="3839738"/>
                </a:lnTo>
                <a:lnTo>
                  <a:pt x="5322172" y="3844245"/>
                </a:lnTo>
                <a:close/>
              </a:path>
              <a:path w="7579994" h="4824095">
                <a:moveTo>
                  <a:pt x="5156981" y="3976562"/>
                </a:moveTo>
                <a:lnTo>
                  <a:pt x="5153769" y="3979158"/>
                </a:lnTo>
                <a:lnTo>
                  <a:pt x="5151173" y="3975946"/>
                </a:lnTo>
                <a:lnTo>
                  <a:pt x="5154384" y="3973350"/>
                </a:lnTo>
                <a:lnTo>
                  <a:pt x="5156981" y="3976562"/>
                </a:lnTo>
                <a:close/>
              </a:path>
              <a:path w="7579994" h="4824095">
                <a:moveTo>
                  <a:pt x="4992381" y="4108937"/>
                </a:moveTo>
                <a:lnTo>
                  <a:pt x="4989806" y="4111020"/>
                </a:lnTo>
                <a:lnTo>
                  <a:pt x="4987731" y="4108444"/>
                </a:lnTo>
                <a:lnTo>
                  <a:pt x="4990306" y="4106361"/>
                </a:lnTo>
                <a:lnTo>
                  <a:pt x="4992381" y="4108937"/>
                </a:lnTo>
                <a:close/>
              </a:path>
              <a:path w="7579994" h="4824095">
                <a:moveTo>
                  <a:pt x="7506958" y="1828298"/>
                </a:moveTo>
                <a:lnTo>
                  <a:pt x="7479301" y="1850632"/>
                </a:lnTo>
                <a:lnTo>
                  <a:pt x="7456966" y="1822967"/>
                </a:lnTo>
                <a:lnTo>
                  <a:pt x="7484623" y="1800633"/>
                </a:lnTo>
                <a:lnTo>
                  <a:pt x="7506958" y="1828298"/>
                </a:lnTo>
                <a:close/>
              </a:path>
              <a:path w="7579994" h="4824095">
                <a:moveTo>
                  <a:pt x="7341192" y="1960553"/>
                </a:moveTo>
                <a:lnTo>
                  <a:pt x="7315459" y="1981328"/>
                </a:lnTo>
                <a:lnTo>
                  <a:pt x="7294684" y="1955595"/>
                </a:lnTo>
                <a:lnTo>
                  <a:pt x="7320417" y="1934820"/>
                </a:lnTo>
                <a:lnTo>
                  <a:pt x="7341192" y="1960553"/>
                </a:lnTo>
                <a:close/>
              </a:path>
              <a:path w="7579994" h="4824095">
                <a:moveTo>
                  <a:pt x="7175424" y="2092800"/>
                </a:moveTo>
                <a:lnTo>
                  <a:pt x="7151624" y="2112023"/>
                </a:lnTo>
                <a:lnTo>
                  <a:pt x="7132410" y="2088222"/>
                </a:lnTo>
                <a:lnTo>
                  <a:pt x="7156211" y="2069007"/>
                </a:lnTo>
                <a:lnTo>
                  <a:pt x="7175424" y="2092800"/>
                </a:lnTo>
                <a:close/>
              </a:path>
              <a:path w="7579994" h="4824095">
                <a:moveTo>
                  <a:pt x="7010242" y="2225115"/>
                </a:moveTo>
                <a:lnTo>
                  <a:pt x="6987722" y="2243303"/>
                </a:lnTo>
                <a:lnTo>
                  <a:pt x="6969544" y="2220789"/>
                </a:lnTo>
                <a:lnTo>
                  <a:pt x="6992064" y="2202602"/>
                </a:lnTo>
                <a:lnTo>
                  <a:pt x="7010242" y="2225115"/>
                </a:lnTo>
                <a:close/>
              </a:path>
              <a:path w="7579994" h="4824095">
                <a:moveTo>
                  <a:pt x="6843894" y="2357318"/>
                </a:moveTo>
                <a:lnTo>
                  <a:pt x="6823956" y="2373413"/>
                </a:lnTo>
                <a:lnTo>
                  <a:pt x="6807852" y="2353468"/>
                </a:lnTo>
                <a:lnTo>
                  <a:pt x="6827790" y="2337373"/>
                </a:lnTo>
                <a:lnTo>
                  <a:pt x="6843894" y="2357318"/>
                </a:lnTo>
                <a:close/>
              </a:path>
              <a:path w="7579994" h="4824095">
                <a:moveTo>
                  <a:pt x="6678702" y="2489626"/>
                </a:moveTo>
                <a:lnTo>
                  <a:pt x="6660059" y="2504683"/>
                </a:lnTo>
                <a:lnTo>
                  <a:pt x="6644994" y="2486034"/>
                </a:lnTo>
                <a:lnTo>
                  <a:pt x="6663644" y="2470976"/>
                </a:lnTo>
                <a:lnTo>
                  <a:pt x="6678702" y="2489626"/>
                </a:lnTo>
                <a:close/>
              </a:path>
              <a:path w="7579994" h="4824095">
                <a:moveTo>
                  <a:pt x="6512946" y="2621889"/>
                </a:moveTo>
                <a:lnTo>
                  <a:pt x="6496227" y="2635386"/>
                </a:lnTo>
                <a:lnTo>
                  <a:pt x="6482720" y="2618661"/>
                </a:lnTo>
                <a:lnTo>
                  <a:pt x="6499437" y="2605155"/>
                </a:lnTo>
                <a:lnTo>
                  <a:pt x="6512946" y="2621889"/>
                </a:lnTo>
                <a:close/>
              </a:path>
              <a:path w="7579994" h="4824095">
                <a:moveTo>
                  <a:pt x="6347762" y="2754195"/>
                </a:moveTo>
                <a:lnTo>
                  <a:pt x="6332323" y="2766657"/>
                </a:lnTo>
                <a:lnTo>
                  <a:pt x="6319853" y="2751219"/>
                </a:lnTo>
                <a:lnTo>
                  <a:pt x="6335292" y="2738758"/>
                </a:lnTo>
                <a:lnTo>
                  <a:pt x="6347762" y="2754195"/>
                </a:lnTo>
                <a:close/>
              </a:path>
              <a:path w="7579994" h="4824095">
                <a:moveTo>
                  <a:pt x="6181413" y="2886390"/>
                </a:moveTo>
                <a:lnTo>
                  <a:pt x="6168551" y="2896777"/>
                </a:lnTo>
                <a:lnTo>
                  <a:pt x="6158164" y="2883914"/>
                </a:lnTo>
                <a:lnTo>
                  <a:pt x="6171026" y="2873527"/>
                </a:lnTo>
                <a:lnTo>
                  <a:pt x="6181413" y="2886390"/>
                </a:lnTo>
                <a:close/>
              </a:path>
              <a:path w="7579994" h="4824095">
                <a:moveTo>
                  <a:pt x="6016231" y="3018705"/>
                </a:moveTo>
                <a:lnTo>
                  <a:pt x="6004656" y="3028055"/>
                </a:lnTo>
                <a:lnTo>
                  <a:pt x="5995307" y="3016481"/>
                </a:lnTo>
                <a:lnTo>
                  <a:pt x="6006881" y="3007131"/>
                </a:lnTo>
                <a:lnTo>
                  <a:pt x="6016231" y="3018705"/>
                </a:lnTo>
                <a:close/>
              </a:path>
              <a:path w="7579994" h="4824095">
                <a:moveTo>
                  <a:pt x="5851048" y="3151020"/>
                </a:moveTo>
                <a:lnTo>
                  <a:pt x="5840754" y="3159334"/>
                </a:lnTo>
                <a:lnTo>
                  <a:pt x="5832440" y="3149040"/>
                </a:lnTo>
                <a:lnTo>
                  <a:pt x="5842734" y="3140726"/>
                </a:lnTo>
                <a:lnTo>
                  <a:pt x="5851048" y="3151020"/>
                </a:lnTo>
                <a:close/>
              </a:path>
              <a:path w="7579994" h="4824095">
                <a:moveTo>
                  <a:pt x="5685866" y="3283336"/>
                </a:moveTo>
                <a:lnTo>
                  <a:pt x="5676858" y="3290604"/>
                </a:lnTo>
                <a:lnTo>
                  <a:pt x="5669582" y="3281598"/>
                </a:lnTo>
                <a:lnTo>
                  <a:pt x="5678589" y="3274330"/>
                </a:lnTo>
                <a:lnTo>
                  <a:pt x="5685866" y="3283336"/>
                </a:lnTo>
                <a:close/>
              </a:path>
              <a:path w="7579994" h="4824095">
                <a:moveTo>
                  <a:pt x="5520674" y="3415652"/>
                </a:moveTo>
                <a:lnTo>
                  <a:pt x="5512957" y="3421891"/>
                </a:lnTo>
                <a:lnTo>
                  <a:pt x="5506726" y="3414172"/>
                </a:lnTo>
                <a:lnTo>
                  <a:pt x="5514445" y="3407941"/>
                </a:lnTo>
                <a:lnTo>
                  <a:pt x="5520674" y="3415652"/>
                </a:lnTo>
                <a:close/>
              </a:path>
              <a:path w="7579994" h="4824095">
                <a:moveTo>
                  <a:pt x="5355492" y="3547968"/>
                </a:moveTo>
                <a:lnTo>
                  <a:pt x="5349061" y="3553161"/>
                </a:lnTo>
                <a:lnTo>
                  <a:pt x="5343868" y="3546730"/>
                </a:lnTo>
                <a:lnTo>
                  <a:pt x="5350299" y="3541537"/>
                </a:lnTo>
                <a:lnTo>
                  <a:pt x="5355492" y="3547968"/>
                </a:lnTo>
                <a:close/>
              </a:path>
              <a:path w="7579994" h="4824095">
                <a:moveTo>
                  <a:pt x="5190311" y="3680291"/>
                </a:moveTo>
                <a:lnTo>
                  <a:pt x="5185168" y="3684448"/>
                </a:lnTo>
                <a:lnTo>
                  <a:pt x="5181011" y="3679296"/>
                </a:lnTo>
                <a:lnTo>
                  <a:pt x="5186154" y="3675140"/>
                </a:lnTo>
                <a:lnTo>
                  <a:pt x="5190311" y="3680291"/>
                </a:lnTo>
                <a:close/>
              </a:path>
              <a:path w="7579994" h="4824095">
                <a:moveTo>
                  <a:pt x="5025127" y="3812596"/>
                </a:moveTo>
                <a:lnTo>
                  <a:pt x="5021264" y="3815718"/>
                </a:lnTo>
                <a:lnTo>
                  <a:pt x="5018152" y="3811854"/>
                </a:lnTo>
                <a:lnTo>
                  <a:pt x="5022009" y="3808743"/>
                </a:lnTo>
                <a:lnTo>
                  <a:pt x="5025127" y="3812596"/>
                </a:lnTo>
                <a:close/>
              </a:path>
              <a:path w="7579994" h="4824095">
                <a:moveTo>
                  <a:pt x="4859945" y="3944914"/>
                </a:moveTo>
                <a:lnTo>
                  <a:pt x="4857369" y="3946996"/>
                </a:lnTo>
                <a:lnTo>
                  <a:pt x="4855286" y="3944422"/>
                </a:lnTo>
                <a:lnTo>
                  <a:pt x="4857863" y="3942347"/>
                </a:lnTo>
                <a:lnTo>
                  <a:pt x="4859945" y="3944914"/>
                </a:lnTo>
                <a:close/>
              </a:path>
              <a:path w="7579994" h="4824095">
                <a:moveTo>
                  <a:pt x="4695346" y="4077297"/>
                </a:moveTo>
                <a:lnTo>
                  <a:pt x="4693415" y="4078858"/>
                </a:lnTo>
                <a:lnTo>
                  <a:pt x="4691854" y="4076926"/>
                </a:lnTo>
                <a:lnTo>
                  <a:pt x="4693786" y="4075366"/>
                </a:lnTo>
                <a:lnTo>
                  <a:pt x="4695346" y="4077297"/>
                </a:lnTo>
                <a:close/>
              </a:path>
              <a:path w="7579994" h="4824095">
                <a:moveTo>
                  <a:pt x="7542031" y="1532211"/>
                </a:moveTo>
                <a:lnTo>
                  <a:pt x="7510510" y="1557656"/>
                </a:lnTo>
                <a:lnTo>
                  <a:pt x="7485058" y="1526145"/>
                </a:lnTo>
                <a:lnTo>
                  <a:pt x="7516577" y="1500691"/>
                </a:lnTo>
                <a:lnTo>
                  <a:pt x="7542031" y="1532211"/>
                </a:lnTo>
                <a:close/>
              </a:path>
              <a:path w="7579994" h="4824095">
                <a:moveTo>
                  <a:pt x="7375681" y="1664397"/>
                </a:moveTo>
                <a:lnTo>
                  <a:pt x="7346736" y="1687768"/>
                </a:lnTo>
                <a:lnTo>
                  <a:pt x="7323365" y="1658823"/>
                </a:lnTo>
                <a:lnTo>
                  <a:pt x="7352309" y="1635452"/>
                </a:lnTo>
                <a:lnTo>
                  <a:pt x="7375681" y="1664397"/>
                </a:lnTo>
                <a:close/>
              </a:path>
              <a:path w="7579994" h="4824095">
                <a:moveTo>
                  <a:pt x="7209907" y="1796653"/>
                </a:moveTo>
                <a:lnTo>
                  <a:pt x="7182894" y="1818464"/>
                </a:lnTo>
                <a:lnTo>
                  <a:pt x="7161082" y="1791451"/>
                </a:lnTo>
                <a:lnTo>
                  <a:pt x="7188095" y="1769640"/>
                </a:lnTo>
                <a:lnTo>
                  <a:pt x="7209907" y="1796653"/>
                </a:lnTo>
                <a:close/>
              </a:path>
              <a:path w="7579994" h="4824095">
                <a:moveTo>
                  <a:pt x="7044149" y="1928907"/>
                </a:moveTo>
                <a:lnTo>
                  <a:pt x="7019069" y="1949166"/>
                </a:lnTo>
                <a:lnTo>
                  <a:pt x="6998809" y="1924078"/>
                </a:lnTo>
                <a:lnTo>
                  <a:pt x="7023899" y="1903826"/>
                </a:lnTo>
                <a:lnTo>
                  <a:pt x="7044149" y="1928907"/>
                </a:lnTo>
                <a:close/>
              </a:path>
              <a:path w="7579994" h="4824095">
                <a:moveTo>
                  <a:pt x="6878383" y="2061162"/>
                </a:moveTo>
                <a:lnTo>
                  <a:pt x="6855227" y="2079862"/>
                </a:lnTo>
                <a:lnTo>
                  <a:pt x="6836525" y="2056697"/>
                </a:lnTo>
                <a:lnTo>
                  <a:pt x="6859682" y="2038005"/>
                </a:lnTo>
                <a:lnTo>
                  <a:pt x="6878383" y="2061162"/>
                </a:lnTo>
                <a:close/>
              </a:path>
              <a:path w="7579994" h="4824095">
                <a:moveTo>
                  <a:pt x="6713202" y="2193485"/>
                </a:moveTo>
                <a:lnTo>
                  <a:pt x="6691332" y="2211140"/>
                </a:lnTo>
                <a:lnTo>
                  <a:pt x="6673669" y="2189271"/>
                </a:lnTo>
                <a:lnTo>
                  <a:pt x="6695537" y="2171608"/>
                </a:lnTo>
                <a:lnTo>
                  <a:pt x="6713202" y="2193485"/>
                </a:lnTo>
                <a:close/>
              </a:path>
              <a:path w="7579994" h="4824095">
                <a:moveTo>
                  <a:pt x="6546852" y="2325671"/>
                </a:moveTo>
                <a:lnTo>
                  <a:pt x="6527558" y="2341252"/>
                </a:lnTo>
                <a:lnTo>
                  <a:pt x="6511977" y="2321950"/>
                </a:lnTo>
                <a:lnTo>
                  <a:pt x="6531270" y="2306370"/>
                </a:lnTo>
                <a:lnTo>
                  <a:pt x="6546852" y="2325671"/>
                </a:lnTo>
                <a:close/>
              </a:path>
              <a:path w="7579994" h="4824095">
                <a:moveTo>
                  <a:pt x="6381669" y="2457987"/>
                </a:moveTo>
                <a:lnTo>
                  <a:pt x="6363656" y="2472531"/>
                </a:lnTo>
                <a:lnTo>
                  <a:pt x="6349112" y="2454517"/>
                </a:lnTo>
                <a:lnTo>
                  <a:pt x="6367125" y="2439973"/>
                </a:lnTo>
                <a:lnTo>
                  <a:pt x="6381669" y="2457987"/>
                </a:lnTo>
                <a:close/>
              </a:path>
              <a:path w="7579994" h="4824095">
                <a:moveTo>
                  <a:pt x="6215903" y="2590242"/>
                </a:moveTo>
                <a:lnTo>
                  <a:pt x="6199821" y="2603226"/>
                </a:lnTo>
                <a:lnTo>
                  <a:pt x="6186836" y="2587144"/>
                </a:lnTo>
                <a:lnTo>
                  <a:pt x="6202919" y="2574160"/>
                </a:lnTo>
                <a:lnTo>
                  <a:pt x="6215903" y="2590242"/>
                </a:lnTo>
                <a:close/>
              </a:path>
              <a:path w="7579994" h="4824095">
                <a:moveTo>
                  <a:pt x="6050136" y="2722489"/>
                </a:moveTo>
                <a:lnTo>
                  <a:pt x="6035986" y="2733921"/>
                </a:lnTo>
                <a:lnTo>
                  <a:pt x="6024562" y="2719770"/>
                </a:lnTo>
                <a:lnTo>
                  <a:pt x="6038713" y="2708346"/>
                </a:lnTo>
                <a:lnTo>
                  <a:pt x="6050136" y="2722489"/>
                </a:lnTo>
                <a:close/>
              </a:path>
              <a:path w="7579994" h="4824095">
                <a:moveTo>
                  <a:pt x="5884371" y="2854752"/>
                </a:moveTo>
                <a:lnTo>
                  <a:pt x="5872153" y="2864625"/>
                </a:lnTo>
                <a:lnTo>
                  <a:pt x="5862280" y="2852398"/>
                </a:lnTo>
                <a:lnTo>
                  <a:pt x="5874507" y="2842533"/>
                </a:lnTo>
                <a:lnTo>
                  <a:pt x="5884371" y="2854752"/>
                </a:lnTo>
                <a:close/>
              </a:path>
              <a:path w="7579994" h="4824095">
                <a:moveTo>
                  <a:pt x="5719189" y="2987067"/>
                </a:moveTo>
                <a:lnTo>
                  <a:pt x="5708249" y="2995896"/>
                </a:lnTo>
                <a:lnTo>
                  <a:pt x="5699421" y="2984957"/>
                </a:lnTo>
                <a:lnTo>
                  <a:pt x="5710361" y="2976128"/>
                </a:lnTo>
                <a:lnTo>
                  <a:pt x="5719189" y="2987067"/>
                </a:lnTo>
                <a:close/>
              </a:path>
              <a:path w="7579994" h="4824095">
                <a:moveTo>
                  <a:pt x="5554006" y="3119383"/>
                </a:moveTo>
                <a:lnTo>
                  <a:pt x="5544355" y="3127173"/>
                </a:lnTo>
                <a:lnTo>
                  <a:pt x="5536564" y="3117522"/>
                </a:lnTo>
                <a:lnTo>
                  <a:pt x="5546215" y="3109732"/>
                </a:lnTo>
                <a:lnTo>
                  <a:pt x="5554006" y="3119383"/>
                </a:lnTo>
                <a:close/>
              </a:path>
              <a:path w="7579994" h="4824095">
                <a:moveTo>
                  <a:pt x="5388815" y="3251699"/>
                </a:moveTo>
                <a:lnTo>
                  <a:pt x="5380460" y="3258452"/>
                </a:lnTo>
                <a:lnTo>
                  <a:pt x="5373705" y="3250081"/>
                </a:lnTo>
                <a:lnTo>
                  <a:pt x="5382061" y="3243337"/>
                </a:lnTo>
                <a:lnTo>
                  <a:pt x="5388815" y="3251699"/>
                </a:lnTo>
                <a:close/>
              </a:path>
              <a:path w="7579994" h="4824095">
                <a:moveTo>
                  <a:pt x="5223632" y="3384014"/>
                </a:moveTo>
                <a:lnTo>
                  <a:pt x="5216566" y="3389730"/>
                </a:lnTo>
                <a:lnTo>
                  <a:pt x="5210849" y="3382655"/>
                </a:lnTo>
                <a:lnTo>
                  <a:pt x="5217925" y="3376947"/>
                </a:lnTo>
                <a:lnTo>
                  <a:pt x="5223632" y="3384014"/>
                </a:lnTo>
                <a:close/>
              </a:path>
              <a:path w="7579994" h="4824095">
                <a:moveTo>
                  <a:pt x="5058451" y="3516337"/>
                </a:moveTo>
                <a:lnTo>
                  <a:pt x="5052672" y="3521007"/>
                </a:lnTo>
                <a:lnTo>
                  <a:pt x="5047992" y="3515212"/>
                </a:lnTo>
                <a:lnTo>
                  <a:pt x="5053780" y="3510542"/>
                </a:lnTo>
                <a:lnTo>
                  <a:pt x="5058451" y="3516337"/>
                </a:lnTo>
                <a:close/>
              </a:path>
              <a:path w="7579994" h="4824095">
                <a:moveTo>
                  <a:pt x="4893275" y="3648644"/>
                </a:moveTo>
                <a:lnTo>
                  <a:pt x="4888768" y="3652278"/>
                </a:lnTo>
                <a:lnTo>
                  <a:pt x="4885135" y="3647779"/>
                </a:lnTo>
                <a:lnTo>
                  <a:pt x="4889642" y="3644144"/>
                </a:lnTo>
                <a:lnTo>
                  <a:pt x="4893275" y="3648644"/>
                </a:lnTo>
                <a:close/>
              </a:path>
              <a:path w="7579994" h="4824095">
                <a:moveTo>
                  <a:pt x="4728084" y="3780960"/>
                </a:moveTo>
                <a:lnTo>
                  <a:pt x="4724873" y="3783556"/>
                </a:lnTo>
                <a:lnTo>
                  <a:pt x="4722275" y="3780337"/>
                </a:lnTo>
                <a:lnTo>
                  <a:pt x="4725486" y="3777741"/>
                </a:lnTo>
                <a:lnTo>
                  <a:pt x="4728084" y="3780960"/>
                </a:lnTo>
                <a:close/>
              </a:path>
              <a:path w="7579994" h="4824095">
                <a:moveTo>
                  <a:pt x="4563485" y="3913344"/>
                </a:moveTo>
                <a:lnTo>
                  <a:pt x="4560909" y="3915419"/>
                </a:lnTo>
                <a:lnTo>
                  <a:pt x="4558836" y="3912851"/>
                </a:lnTo>
                <a:lnTo>
                  <a:pt x="4561402" y="3910769"/>
                </a:lnTo>
                <a:lnTo>
                  <a:pt x="4563485" y="3913344"/>
                </a:lnTo>
                <a:close/>
              </a:path>
              <a:path w="7579994" h="4824095">
                <a:moveTo>
                  <a:pt x="7576517" y="1236054"/>
                </a:moveTo>
                <a:lnTo>
                  <a:pt x="7541778" y="1264107"/>
                </a:lnTo>
                <a:lnTo>
                  <a:pt x="7513734" y="1229366"/>
                </a:lnTo>
                <a:lnTo>
                  <a:pt x="7548467" y="1201324"/>
                </a:lnTo>
                <a:lnTo>
                  <a:pt x="7576517" y="1236054"/>
                </a:lnTo>
                <a:close/>
              </a:path>
              <a:path w="7579994" h="4824095">
                <a:moveTo>
                  <a:pt x="7410743" y="1368312"/>
                </a:moveTo>
                <a:lnTo>
                  <a:pt x="7377944" y="1394802"/>
                </a:lnTo>
                <a:lnTo>
                  <a:pt x="7351463" y="1362001"/>
                </a:lnTo>
                <a:lnTo>
                  <a:pt x="7384262" y="1335511"/>
                </a:lnTo>
                <a:lnTo>
                  <a:pt x="7410743" y="1368312"/>
                </a:lnTo>
                <a:close/>
              </a:path>
              <a:path w="7579994" h="4824095">
                <a:moveTo>
                  <a:pt x="7244986" y="1500566"/>
                </a:moveTo>
                <a:lnTo>
                  <a:pt x="7214110" y="1525497"/>
                </a:lnTo>
                <a:lnTo>
                  <a:pt x="7189179" y="1494620"/>
                </a:lnTo>
                <a:lnTo>
                  <a:pt x="7220055" y="1469689"/>
                </a:lnTo>
                <a:lnTo>
                  <a:pt x="7244986" y="1500566"/>
                </a:lnTo>
                <a:close/>
              </a:path>
              <a:path w="7579994" h="4824095">
                <a:moveTo>
                  <a:pt x="7078637" y="1632760"/>
                </a:moveTo>
                <a:lnTo>
                  <a:pt x="7050336" y="1655608"/>
                </a:lnTo>
                <a:lnTo>
                  <a:pt x="7027488" y="1627307"/>
                </a:lnTo>
                <a:lnTo>
                  <a:pt x="7055781" y="1604460"/>
                </a:lnTo>
                <a:lnTo>
                  <a:pt x="7078637" y="1632760"/>
                </a:lnTo>
                <a:close/>
              </a:path>
              <a:path w="7579994" h="4824095">
                <a:moveTo>
                  <a:pt x="6913455" y="1765076"/>
                </a:moveTo>
                <a:lnTo>
                  <a:pt x="6886442" y="1786887"/>
                </a:lnTo>
                <a:lnTo>
                  <a:pt x="6864623" y="1759875"/>
                </a:lnTo>
                <a:lnTo>
                  <a:pt x="6891642" y="1738054"/>
                </a:lnTo>
                <a:lnTo>
                  <a:pt x="6913455" y="1765076"/>
                </a:lnTo>
                <a:close/>
              </a:path>
              <a:path w="7579994" h="4824095">
                <a:moveTo>
                  <a:pt x="6747106" y="1897270"/>
                </a:moveTo>
                <a:lnTo>
                  <a:pt x="6722668" y="1916998"/>
                </a:lnTo>
                <a:lnTo>
                  <a:pt x="6702932" y="1892561"/>
                </a:lnTo>
                <a:lnTo>
                  <a:pt x="6727370" y="1872833"/>
                </a:lnTo>
                <a:lnTo>
                  <a:pt x="6747106" y="1897270"/>
                </a:lnTo>
                <a:close/>
              </a:path>
              <a:path w="7579994" h="4824095">
                <a:moveTo>
                  <a:pt x="6581338" y="2029517"/>
                </a:moveTo>
                <a:lnTo>
                  <a:pt x="6558825" y="2047694"/>
                </a:lnTo>
                <a:lnTo>
                  <a:pt x="6540647" y="2025181"/>
                </a:lnTo>
                <a:lnTo>
                  <a:pt x="6563160" y="2007004"/>
                </a:lnTo>
                <a:lnTo>
                  <a:pt x="6581338" y="2029517"/>
                </a:lnTo>
                <a:close/>
              </a:path>
              <a:path w="7579994" h="4824095">
                <a:moveTo>
                  <a:pt x="6416156" y="2161831"/>
                </a:moveTo>
                <a:lnTo>
                  <a:pt x="6394931" y="2178973"/>
                </a:lnTo>
                <a:lnTo>
                  <a:pt x="6377792" y="2157756"/>
                </a:lnTo>
                <a:lnTo>
                  <a:pt x="6399026" y="2140614"/>
                </a:lnTo>
                <a:lnTo>
                  <a:pt x="6416156" y="2161831"/>
                </a:lnTo>
                <a:close/>
              </a:path>
              <a:path w="7579994" h="4824095">
                <a:moveTo>
                  <a:pt x="6249815" y="2294026"/>
                </a:moveTo>
                <a:lnTo>
                  <a:pt x="6231158" y="2309092"/>
                </a:lnTo>
                <a:lnTo>
                  <a:pt x="6216099" y="2290434"/>
                </a:lnTo>
                <a:lnTo>
                  <a:pt x="6234750" y="2275377"/>
                </a:lnTo>
                <a:lnTo>
                  <a:pt x="6249815" y="2294026"/>
                </a:lnTo>
                <a:close/>
              </a:path>
              <a:path w="7579994" h="4824095">
                <a:moveTo>
                  <a:pt x="6084634" y="2426349"/>
                </a:moveTo>
                <a:lnTo>
                  <a:pt x="6067263" y="2440370"/>
                </a:lnTo>
                <a:lnTo>
                  <a:pt x="6053233" y="2423001"/>
                </a:lnTo>
                <a:lnTo>
                  <a:pt x="6070604" y="2408980"/>
                </a:lnTo>
                <a:lnTo>
                  <a:pt x="6084634" y="2426349"/>
                </a:lnTo>
                <a:close/>
              </a:path>
              <a:path w="7579994" h="4824095">
                <a:moveTo>
                  <a:pt x="5918860" y="2558605"/>
                </a:moveTo>
                <a:lnTo>
                  <a:pt x="5903421" y="2571066"/>
                </a:lnTo>
                <a:lnTo>
                  <a:pt x="5890959" y="2555628"/>
                </a:lnTo>
                <a:lnTo>
                  <a:pt x="5906398" y="2543166"/>
                </a:lnTo>
                <a:lnTo>
                  <a:pt x="5918860" y="2558605"/>
                </a:lnTo>
                <a:close/>
              </a:path>
              <a:path w="7579994" h="4824095">
                <a:moveTo>
                  <a:pt x="5753101" y="2690850"/>
                </a:moveTo>
                <a:lnTo>
                  <a:pt x="5739587" y="2701761"/>
                </a:lnTo>
                <a:lnTo>
                  <a:pt x="5728678" y="2688255"/>
                </a:lnTo>
                <a:lnTo>
                  <a:pt x="5742191" y="2677344"/>
                </a:lnTo>
                <a:lnTo>
                  <a:pt x="5753101" y="2690850"/>
                </a:lnTo>
                <a:close/>
              </a:path>
              <a:path w="7579994" h="4824095">
                <a:moveTo>
                  <a:pt x="5587327" y="2823107"/>
                </a:moveTo>
                <a:lnTo>
                  <a:pt x="5575753" y="2832456"/>
                </a:lnTo>
                <a:lnTo>
                  <a:pt x="5566403" y="2820882"/>
                </a:lnTo>
                <a:lnTo>
                  <a:pt x="5577986" y="2811531"/>
                </a:lnTo>
                <a:lnTo>
                  <a:pt x="5587327" y="2823107"/>
                </a:lnTo>
                <a:close/>
              </a:path>
              <a:path w="7579994" h="4824095">
                <a:moveTo>
                  <a:pt x="5422144" y="2955422"/>
                </a:moveTo>
                <a:lnTo>
                  <a:pt x="5411858" y="2963734"/>
                </a:lnTo>
                <a:lnTo>
                  <a:pt x="5403544" y="2953440"/>
                </a:lnTo>
                <a:lnTo>
                  <a:pt x="5413840" y="2945134"/>
                </a:lnTo>
                <a:lnTo>
                  <a:pt x="5422144" y="2955422"/>
                </a:lnTo>
                <a:close/>
              </a:path>
              <a:path w="7579994" h="4824095">
                <a:moveTo>
                  <a:pt x="5256963" y="3087745"/>
                </a:moveTo>
                <a:lnTo>
                  <a:pt x="5247956" y="3095013"/>
                </a:lnTo>
                <a:lnTo>
                  <a:pt x="5240687" y="3086006"/>
                </a:lnTo>
                <a:lnTo>
                  <a:pt x="5249695" y="3078738"/>
                </a:lnTo>
                <a:lnTo>
                  <a:pt x="5256963" y="3087745"/>
                </a:lnTo>
                <a:close/>
              </a:path>
              <a:path w="7579994" h="4824095">
                <a:moveTo>
                  <a:pt x="5091781" y="3220061"/>
                </a:moveTo>
                <a:lnTo>
                  <a:pt x="5084070" y="3226290"/>
                </a:lnTo>
                <a:lnTo>
                  <a:pt x="5077830" y="3218564"/>
                </a:lnTo>
                <a:lnTo>
                  <a:pt x="5085549" y="3212333"/>
                </a:lnTo>
                <a:lnTo>
                  <a:pt x="5091781" y="3220061"/>
                </a:lnTo>
                <a:close/>
              </a:path>
              <a:path w="7579994" h="4824095">
                <a:moveTo>
                  <a:pt x="4926597" y="3352367"/>
                </a:moveTo>
                <a:lnTo>
                  <a:pt x="4920158" y="3357562"/>
                </a:lnTo>
                <a:lnTo>
                  <a:pt x="4914965" y="3351131"/>
                </a:lnTo>
                <a:lnTo>
                  <a:pt x="4921404" y="3345936"/>
                </a:lnTo>
                <a:lnTo>
                  <a:pt x="4926597" y="3352367"/>
                </a:lnTo>
                <a:close/>
              </a:path>
              <a:path w="7579994" h="4824095">
                <a:moveTo>
                  <a:pt x="4761406" y="3484684"/>
                </a:moveTo>
                <a:lnTo>
                  <a:pt x="4756263" y="3488840"/>
                </a:lnTo>
                <a:lnTo>
                  <a:pt x="4752108" y="3483706"/>
                </a:lnTo>
                <a:lnTo>
                  <a:pt x="4757259" y="3479548"/>
                </a:lnTo>
                <a:lnTo>
                  <a:pt x="4761406" y="3484684"/>
                </a:lnTo>
                <a:close/>
              </a:path>
              <a:path w="7579994" h="4824095">
                <a:moveTo>
                  <a:pt x="4596225" y="3617008"/>
                </a:moveTo>
                <a:lnTo>
                  <a:pt x="4592368" y="3620118"/>
                </a:lnTo>
                <a:lnTo>
                  <a:pt x="4589258" y="3616262"/>
                </a:lnTo>
                <a:lnTo>
                  <a:pt x="4593113" y="3613143"/>
                </a:lnTo>
                <a:lnTo>
                  <a:pt x="4596225" y="3617008"/>
                </a:lnTo>
                <a:close/>
              </a:path>
              <a:path w="7579994" h="4824095">
                <a:moveTo>
                  <a:pt x="4431042" y="3749321"/>
                </a:moveTo>
                <a:lnTo>
                  <a:pt x="4428476" y="3751405"/>
                </a:lnTo>
                <a:lnTo>
                  <a:pt x="4426393" y="3748830"/>
                </a:lnTo>
                <a:lnTo>
                  <a:pt x="4428968" y="3746747"/>
                </a:lnTo>
                <a:lnTo>
                  <a:pt x="4431042" y="3749321"/>
                </a:lnTo>
                <a:close/>
              </a:path>
              <a:path w="7579994" h="4824095">
                <a:moveTo>
                  <a:pt x="4266443" y="3881698"/>
                </a:moveTo>
                <a:lnTo>
                  <a:pt x="4264511" y="3883259"/>
                </a:lnTo>
                <a:lnTo>
                  <a:pt x="4262952" y="3881335"/>
                </a:lnTo>
                <a:lnTo>
                  <a:pt x="4264892" y="3879774"/>
                </a:lnTo>
                <a:lnTo>
                  <a:pt x="4266443" y="3881698"/>
                </a:lnTo>
                <a:close/>
              </a:path>
              <a:path w="7579994" h="4824095">
                <a:moveTo>
                  <a:pt x="7579735" y="901935"/>
                </a:moveTo>
                <a:lnTo>
                  <a:pt x="7579735" y="965685"/>
                </a:lnTo>
                <a:lnTo>
                  <a:pt x="7572994" y="971129"/>
                </a:lnTo>
                <a:lnTo>
                  <a:pt x="7541834" y="932541"/>
                </a:lnTo>
                <a:lnTo>
                  <a:pt x="7579735" y="901935"/>
                </a:lnTo>
                <a:close/>
              </a:path>
              <a:path w="7579994" h="4824095">
                <a:moveTo>
                  <a:pt x="7445232" y="1072163"/>
                </a:moveTo>
                <a:lnTo>
                  <a:pt x="7409220" y="1101240"/>
                </a:lnTo>
                <a:lnTo>
                  <a:pt x="7380133" y="1065220"/>
                </a:lnTo>
                <a:lnTo>
                  <a:pt x="7416154" y="1036142"/>
                </a:lnTo>
                <a:lnTo>
                  <a:pt x="7445232" y="1072163"/>
                </a:lnTo>
                <a:close/>
              </a:path>
              <a:path w="7579994" h="4824095">
                <a:moveTo>
                  <a:pt x="7280050" y="1204478"/>
                </a:moveTo>
                <a:lnTo>
                  <a:pt x="7245318" y="1232520"/>
                </a:lnTo>
                <a:lnTo>
                  <a:pt x="7217276" y="1197788"/>
                </a:lnTo>
                <a:lnTo>
                  <a:pt x="7252008" y="1169746"/>
                </a:lnTo>
                <a:lnTo>
                  <a:pt x="7280050" y="1204478"/>
                </a:lnTo>
                <a:close/>
              </a:path>
              <a:path w="7579994" h="4824095">
                <a:moveTo>
                  <a:pt x="7113709" y="1336671"/>
                </a:moveTo>
                <a:lnTo>
                  <a:pt x="7081545" y="1362639"/>
                </a:lnTo>
                <a:lnTo>
                  <a:pt x="7055576" y="1330475"/>
                </a:lnTo>
                <a:lnTo>
                  <a:pt x="7087741" y="1304507"/>
                </a:lnTo>
                <a:lnTo>
                  <a:pt x="7113709" y="1336671"/>
                </a:lnTo>
                <a:close/>
              </a:path>
              <a:path w="7579994" h="4824095">
                <a:moveTo>
                  <a:pt x="6947359" y="1468857"/>
                </a:moveTo>
                <a:lnTo>
                  <a:pt x="6917771" y="1492752"/>
                </a:lnTo>
                <a:lnTo>
                  <a:pt x="6893877" y="1463164"/>
                </a:lnTo>
                <a:lnTo>
                  <a:pt x="6923474" y="1439268"/>
                </a:lnTo>
                <a:lnTo>
                  <a:pt x="6947359" y="1468857"/>
                </a:lnTo>
                <a:close/>
              </a:path>
              <a:path w="7579994" h="4824095">
                <a:moveTo>
                  <a:pt x="6781593" y="1601113"/>
                </a:moveTo>
                <a:lnTo>
                  <a:pt x="6753928" y="1623448"/>
                </a:lnTo>
                <a:lnTo>
                  <a:pt x="6731602" y="1595790"/>
                </a:lnTo>
                <a:lnTo>
                  <a:pt x="6759259" y="1573456"/>
                </a:lnTo>
                <a:lnTo>
                  <a:pt x="6781593" y="1601113"/>
                </a:lnTo>
                <a:close/>
              </a:path>
              <a:path w="7579994" h="4824095">
                <a:moveTo>
                  <a:pt x="6616410" y="1733428"/>
                </a:moveTo>
                <a:lnTo>
                  <a:pt x="6590042" y="1754724"/>
                </a:lnTo>
                <a:lnTo>
                  <a:pt x="6568746" y="1728356"/>
                </a:lnTo>
                <a:lnTo>
                  <a:pt x="6595114" y="1707060"/>
                </a:lnTo>
                <a:lnTo>
                  <a:pt x="6616410" y="1733428"/>
                </a:lnTo>
                <a:close/>
              </a:path>
              <a:path w="7579994" h="4824095">
                <a:moveTo>
                  <a:pt x="6450061" y="1865623"/>
                </a:moveTo>
                <a:lnTo>
                  <a:pt x="6426261" y="1884846"/>
                </a:lnTo>
                <a:lnTo>
                  <a:pt x="6407046" y="1861044"/>
                </a:lnTo>
                <a:lnTo>
                  <a:pt x="6430847" y="1841821"/>
                </a:lnTo>
                <a:lnTo>
                  <a:pt x="6450061" y="1865623"/>
                </a:lnTo>
                <a:close/>
              </a:path>
              <a:path w="7579994" h="4824095">
                <a:moveTo>
                  <a:pt x="6284880" y="1997946"/>
                </a:moveTo>
                <a:lnTo>
                  <a:pt x="6262367" y="2016124"/>
                </a:lnTo>
                <a:lnTo>
                  <a:pt x="6244189" y="1993610"/>
                </a:lnTo>
                <a:lnTo>
                  <a:pt x="6266702" y="1975433"/>
                </a:lnTo>
                <a:lnTo>
                  <a:pt x="6284880" y="1997946"/>
                </a:lnTo>
                <a:close/>
              </a:path>
              <a:path w="7579994" h="4824095">
                <a:moveTo>
                  <a:pt x="6118530" y="2130132"/>
                </a:moveTo>
                <a:lnTo>
                  <a:pt x="6098592" y="2146227"/>
                </a:lnTo>
                <a:lnTo>
                  <a:pt x="6082497" y="2126289"/>
                </a:lnTo>
                <a:lnTo>
                  <a:pt x="6102435" y="2110194"/>
                </a:lnTo>
                <a:lnTo>
                  <a:pt x="6118530" y="2130132"/>
                </a:lnTo>
                <a:close/>
              </a:path>
              <a:path w="7579994" h="4824095">
                <a:moveTo>
                  <a:pt x="5952764" y="2262387"/>
                </a:moveTo>
                <a:lnTo>
                  <a:pt x="5934757" y="2276922"/>
                </a:lnTo>
                <a:lnTo>
                  <a:pt x="5920223" y="2258915"/>
                </a:lnTo>
                <a:lnTo>
                  <a:pt x="5938229" y="2244381"/>
                </a:lnTo>
                <a:lnTo>
                  <a:pt x="5952764" y="2262387"/>
                </a:lnTo>
                <a:close/>
              </a:path>
              <a:path w="7579994" h="4824095">
                <a:moveTo>
                  <a:pt x="5787581" y="2394703"/>
                </a:moveTo>
                <a:lnTo>
                  <a:pt x="5770864" y="2408208"/>
                </a:lnTo>
                <a:lnTo>
                  <a:pt x="5757357" y="2391483"/>
                </a:lnTo>
                <a:lnTo>
                  <a:pt x="5774083" y="2377984"/>
                </a:lnTo>
                <a:lnTo>
                  <a:pt x="5787581" y="2394703"/>
                </a:lnTo>
                <a:close/>
              </a:path>
              <a:path w="7579994" h="4824095">
                <a:moveTo>
                  <a:pt x="5621823" y="2526948"/>
                </a:moveTo>
                <a:lnTo>
                  <a:pt x="5607021" y="2538896"/>
                </a:lnTo>
                <a:lnTo>
                  <a:pt x="5595083" y="2524109"/>
                </a:lnTo>
                <a:lnTo>
                  <a:pt x="5609877" y="2512162"/>
                </a:lnTo>
                <a:lnTo>
                  <a:pt x="5621823" y="2526948"/>
                </a:lnTo>
                <a:close/>
              </a:path>
              <a:path w="7579994" h="4824095">
                <a:moveTo>
                  <a:pt x="5456058" y="2659211"/>
                </a:moveTo>
                <a:lnTo>
                  <a:pt x="5443187" y="2669600"/>
                </a:lnTo>
                <a:lnTo>
                  <a:pt x="5432800" y="2656737"/>
                </a:lnTo>
                <a:lnTo>
                  <a:pt x="5445671" y="2646349"/>
                </a:lnTo>
                <a:lnTo>
                  <a:pt x="5456058" y="2659211"/>
                </a:lnTo>
                <a:close/>
              </a:path>
              <a:path w="7579994" h="4824095">
                <a:moveTo>
                  <a:pt x="5290292" y="2791466"/>
                </a:moveTo>
                <a:lnTo>
                  <a:pt x="5279353" y="2800295"/>
                </a:lnTo>
                <a:lnTo>
                  <a:pt x="5270525" y="2789356"/>
                </a:lnTo>
                <a:lnTo>
                  <a:pt x="5281464" y="2780527"/>
                </a:lnTo>
                <a:lnTo>
                  <a:pt x="5290292" y="2791466"/>
                </a:lnTo>
                <a:close/>
              </a:path>
              <a:path w="7579994" h="4824095">
                <a:moveTo>
                  <a:pt x="5125110" y="2923782"/>
                </a:moveTo>
                <a:lnTo>
                  <a:pt x="5115459" y="2931572"/>
                </a:lnTo>
                <a:lnTo>
                  <a:pt x="5107668" y="2921921"/>
                </a:lnTo>
                <a:lnTo>
                  <a:pt x="5117318" y="2914131"/>
                </a:lnTo>
                <a:lnTo>
                  <a:pt x="5125110" y="2923782"/>
                </a:lnTo>
                <a:close/>
              </a:path>
              <a:path w="7579994" h="4824095">
                <a:moveTo>
                  <a:pt x="4960502" y="3056158"/>
                </a:moveTo>
                <a:lnTo>
                  <a:pt x="4951495" y="3063435"/>
                </a:lnTo>
                <a:lnTo>
                  <a:pt x="4944219" y="3054429"/>
                </a:lnTo>
                <a:lnTo>
                  <a:pt x="4953225" y="3047152"/>
                </a:lnTo>
                <a:lnTo>
                  <a:pt x="4960502" y="3056158"/>
                </a:lnTo>
                <a:close/>
              </a:path>
              <a:path w="7579994" h="4824095">
                <a:moveTo>
                  <a:pt x="4794736" y="3188413"/>
                </a:moveTo>
                <a:lnTo>
                  <a:pt x="4787661" y="3194130"/>
                </a:lnTo>
                <a:lnTo>
                  <a:pt x="4781945" y="3187055"/>
                </a:lnTo>
                <a:lnTo>
                  <a:pt x="4789028" y="3181337"/>
                </a:lnTo>
                <a:lnTo>
                  <a:pt x="4794736" y="3188413"/>
                </a:lnTo>
                <a:close/>
              </a:path>
              <a:path w="7579994" h="4824095">
                <a:moveTo>
                  <a:pt x="4629553" y="3320729"/>
                </a:moveTo>
                <a:lnTo>
                  <a:pt x="4623765" y="3325399"/>
                </a:lnTo>
                <a:lnTo>
                  <a:pt x="4619086" y="3319613"/>
                </a:lnTo>
                <a:lnTo>
                  <a:pt x="4624883" y="3314941"/>
                </a:lnTo>
                <a:lnTo>
                  <a:pt x="4629553" y="3320729"/>
                </a:lnTo>
                <a:close/>
              </a:path>
              <a:path w="7579994" h="4824095">
                <a:moveTo>
                  <a:pt x="4464371" y="3453044"/>
                </a:moveTo>
                <a:lnTo>
                  <a:pt x="4459865" y="3456687"/>
                </a:lnTo>
                <a:lnTo>
                  <a:pt x="4456230" y="3452179"/>
                </a:lnTo>
                <a:lnTo>
                  <a:pt x="4460736" y="3448536"/>
                </a:lnTo>
                <a:lnTo>
                  <a:pt x="4464371" y="3453044"/>
                </a:lnTo>
                <a:close/>
              </a:path>
              <a:path w="7579994" h="4824095">
                <a:moveTo>
                  <a:pt x="4299188" y="3585359"/>
                </a:moveTo>
                <a:lnTo>
                  <a:pt x="4295977" y="3587955"/>
                </a:lnTo>
                <a:lnTo>
                  <a:pt x="4293380" y="3584744"/>
                </a:lnTo>
                <a:lnTo>
                  <a:pt x="4296592" y="3582148"/>
                </a:lnTo>
                <a:lnTo>
                  <a:pt x="4299188" y="3585359"/>
                </a:lnTo>
                <a:close/>
              </a:path>
              <a:path w="7579994" h="4824095">
                <a:moveTo>
                  <a:pt x="4134006" y="3717675"/>
                </a:moveTo>
                <a:lnTo>
                  <a:pt x="4132066" y="3719236"/>
                </a:lnTo>
                <a:lnTo>
                  <a:pt x="4130515" y="3717312"/>
                </a:lnTo>
                <a:lnTo>
                  <a:pt x="4132447" y="3715751"/>
                </a:lnTo>
                <a:lnTo>
                  <a:pt x="4134006" y="3717675"/>
                </a:lnTo>
                <a:close/>
              </a:path>
              <a:path w="7579994" h="4824095">
                <a:moveTo>
                  <a:pt x="7579735" y="627778"/>
                </a:moveTo>
                <a:lnTo>
                  <a:pt x="7579735" y="647854"/>
                </a:lnTo>
                <a:lnTo>
                  <a:pt x="7569922" y="635701"/>
                </a:lnTo>
                <a:lnTo>
                  <a:pt x="7579735" y="627778"/>
                </a:lnTo>
                <a:close/>
              </a:path>
              <a:path w="7579994" h="4824095">
                <a:moveTo>
                  <a:pt x="7480889" y="776134"/>
                </a:moveTo>
                <a:lnTo>
                  <a:pt x="7440370" y="808855"/>
                </a:lnTo>
                <a:lnTo>
                  <a:pt x="7407649" y="768336"/>
                </a:lnTo>
                <a:lnTo>
                  <a:pt x="7448168" y="735615"/>
                </a:lnTo>
                <a:lnTo>
                  <a:pt x="7480889" y="776134"/>
                </a:lnTo>
                <a:close/>
              </a:path>
              <a:path w="7579994" h="4824095">
                <a:moveTo>
                  <a:pt x="7314538" y="908318"/>
                </a:moveTo>
                <a:lnTo>
                  <a:pt x="7276596" y="938966"/>
                </a:lnTo>
                <a:lnTo>
                  <a:pt x="7245949" y="901015"/>
                </a:lnTo>
                <a:lnTo>
                  <a:pt x="7283902" y="870376"/>
                </a:lnTo>
                <a:lnTo>
                  <a:pt x="7314538" y="908318"/>
                </a:lnTo>
                <a:close/>
              </a:path>
              <a:path w="7579994" h="4824095">
                <a:moveTo>
                  <a:pt x="7148198" y="1040514"/>
                </a:moveTo>
                <a:lnTo>
                  <a:pt x="7112815" y="1069088"/>
                </a:lnTo>
                <a:lnTo>
                  <a:pt x="7084250" y="1033712"/>
                </a:lnTo>
                <a:lnTo>
                  <a:pt x="7119633" y="1005138"/>
                </a:lnTo>
                <a:lnTo>
                  <a:pt x="7148198" y="1040514"/>
                </a:lnTo>
                <a:close/>
              </a:path>
              <a:path w="7579994" h="4824095">
                <a:moveTo>
                  <a:pt x="6983017" y="1172837"/>
                </a:moveTo>
                <a:lnTo>
                  <a:pt x="6948921" y="1200366"/>
                </a:lnTo>
                <a:lnTo>
                  <a:pt x="6921392" y="1166270"/>
                </a:lnTo>
                <a:lnTo>
                  <a:pt x="6955488" y="1138741"/>
                </a:lnTo>
                <a:lnTo>
                  <a:pt x="6983017" y="1172837"/>
                </a:lnTo>
                <a:close/>
              </a:path>
              <a:path w="7579994" h="4824095">
                <a:moveTo>
                  <a:pt x="6816658" y="1305025"/>
                </a:moveTo>
                <a:lnTo>
                  <a:pt x="6785146" y="1330469"/>
                </a:lnTo>
                <a:lnTo>
                  <a:pt x="6759701" y="1298956"/>
                </a:lnTo>
                <a:lnTo>
                  <a:pt x="6791214" y="1273512"/>
                </a:lnTo>
                <a:lnTo>
                  <a:pt x="6816658" y="1305025"/>
                </a:lnTo>
                <a:close/>
              </a:path>
              <a:path w="7579994" h="4824095">
                <a:moveTo>
                  <a:pt x="6650317" y="1437218"/>
                </a:moveTo>
                <a:lnTo>
                  <a:pt x="6621373" y="1460589"/>
                </a:lnTo>
                <a:lnTo>
                  <a:pt x="6598001" y="1431645"/>
                </a:lnTo>
                <a:lnTo>
                  <a:pt x="6626946" y="1408273"/>
                </a:lnTo>
                <a:lnTo>
                  <a:pt x="6650317" y="1437218"/>
                </a:lnTo>
                <a:close/>
              </a:path>
              <a:path w="7579994" h="4824095">
                <a:moveTo>
                  <a:pt x="6484560" y="1569472"/>
                </a:moveTo>
                <a:lnTo>
                  <a:pt x="6457539" y="1591284"/>
                </a:lnTo>
                <a:lnTo>
                  <a:pt x="6435728" y="1564271"/>
                </a:lnTo>
                <a:lnTo>
                  <a:pt x="6462749" y="1542459"/>
                </a:lnTo>
                <a:lnTo>
                  <a:pt x="6484560" y="1569472"/>
                </a:lnTo>
                <a:close/>
              </a:path>
              <a:path w="7579994" h="4824095">
                <a:moveTo>
                  <a:pt x="6318786" y="1701728"/>
                </a:moveTo>
                <a:lnTo>
                  <a:pt x="6293696" y="1721980"/>
                </a:lnTo>
                <a:lnTo>
                  <a:pt x="6273446" y="1696899"/>
                </a:lnTo>
                <a:lnTo>
                  <a:pt x="6298534" y="1676638"/>
                </a:lnTo>
                <a:lnTo>
                  <a:pt x="6318786" y="1701728"/>
                </a:lnTo>
                <a:close/>
              </a:path>
              <a:path w="7579994" h="4824095">
                <a:moveTo>
                  <a:pt x="6153027" y="1833973"/>
                </a:moveTo>
                <a:lnTo>
                  <a:pt x="6129862" y="1852675"/>
                </a:lnTo>
                <a:lnTo>
                  <a:pt x="6111171" y="1829525"/>
                </a:lnTo>
                <a:lnTo>
                  <a:pt x="6134328" y="1810825"/>
                </a:lnTo>
                <a:lnTo>
                  <a:pt x="6153027" y="1833973"/>
                </a:lnTo>
                <a:close/>
              </a:path>
              <a:path w="7579994" h="4824095">
                <a:moveTo>
                  <a:pt x="5987263" y="1966237"/>
                </a:moveTo>
                <a:lnTo>
                  <a:pt x="5966029" y="1983379"/>
                </a:lnTo>
                <a:lnTo>
                  <a:pt x="5948888" y="1962153"/>
                </a:lnTo>
                <a:lnTo>
                  <a:pt x="5970122" y="1945012"/>
                </a:lnTo>
                <a:lnTo>
                  <a:pt x="5987263" y="1966237"/>
                </a:lnTo>
                <a:close/>
              </a:path>
              <a:path w="7579994" h="4824095">
                <a:moveTo>
                  <a:pt x="5821489" y="2098493"/>
                </a:moveTo>
                <a:lnTo>
                  <a:pt x="5802195" y="2114073"/>
                </a:lnTo>
                <a:lnTo>
                  <a:pt x="5786615" y="2094780"/>
                </a:lnTo>
                <a:lnTo>
                  <a:pt x="5805908" y="2079199"/>
                </a:lnTo>
                <a:lnTo>
                  <a:pt x="5821489" y="2098493"/>
                </a:lnTo>
                <a:close/>
              </a:path>
              <a:path w="7579994" h="4824095">
                <a:moveTo>
                  <a:pt x="5655730" y="2230739"/>
                </a:moveTo>
                <a:lnTo>
                  <a:pt x="5638361" y="2244768"/>
                </a:lnTo>
                <a:lnTo>
                  <a:pt x="5624341" y="2227406"/>
                </a:lnTo>
                <a:lnTo>
                  <a:pt x="5641710" y="2213377"/>
                </a:lnTo>
                <a:lnTo>
                  <a:pt x="5655730" y="2230739"/>
                </a:lnTo>
                <a:close/>
              </a:path>
              <a:path w="7579994" h="4824095">
                <a:moveTo>
                  <a:pt x="5490549" y="2363062"/>
                </a:moveTo>
                <a:lnTo>
                  <a:pt x="5474466" y="2376046"/>
                </a:lnTo>
                <a:lnTo>
                  <a:pt x="5461482" y="2359964"/>
                </a:lnTo>
                <a:lnTo>
                  <a:pt x="5477564" y="2346980"/>
                </a:lnTo>
                <a:lnTo>
                  <a:pt x="5490549" y="2363062"/>
                </a:lnTo>
                <a:close/>
              </a:path>
              <a:path w="7579994" h="4824095">
                <a:moveTo>
                  <a:pt x="5324199" y="2495248"/>
                </a:moveTo>
                <a:lnTo>
                  <a:pt x="5310685" y="2506159"/>
                </a:lnTo>
                <a:lnTo>
                  <a:pt x="5299783" y="2492652"/>
                </a:lnTo>
                <a:lnTo>
                  <a:pt x="5313289" y="2481742"/>
                </a:lnTo>
                <a:lnTo>
                  <a:pt x="5324199" y="2495248"/>
                </a:lnTo>
                <a:close/>
              </a:path>
              <a:path w="7579994" h="4824095">
                <a:moveTo>
                  <a:pt x="5158434" y="2627512"/>
                </a:moveTo>
                <a:lnTo>
                  <a:pt x="5146858" y="2636853"/>
                </a:lnTo>
                <a:lnTo>
                  <a:pt x="5137508" y="2625270"/>
                </a:lnTo>
                <a:lnTo>
                  <a:pt x="5149083" y="2615929"/>
                </a:lnTo>
                <a:lnTo>
                  <a:pt x="5158434" y="2627512"/>
                </a:lnTo>
                <a:close/>
              </a:path>
              <a:path w="7579994" h="4824095">
                <a:moveTo>
                  <a:pt x="4993241" y="2759820"/>
                </a:moveTo>
                <a:lnTo>
                  <a:pt x="4982955" y="2768132"/>
                </a:lnTo>
                <a:lnTo>
                  <a:pt x="4974650" y="2757837"/>
                </a:lnTo>
                <a:lnTo>
                  <a:pt x="4984937" y="2749532"/>
                </a:lnTo>
                <a:lnTo>
                  <a:pt x="4993241" y="2759820"/>
                </a:lnTo>
                <a:close/>
              </a:path>
              <a:path w="7579994" h="4824095">
                <a:moveTo>
                  <a:pt x="4828059" y="2892135"/>
                </a:moveTo>
                <a:lnTo>
                  <a:pt x="4819052" y="2899412"/>
                </a:lnTo>
                <a:lnTo>
                  <a:pt x="4811784" y="2890405"/>
                </a:lnTo>
                <a:lnTo>
                  <a:pt x="4820790" y="2883128"/>
                </a:lnTo>
                <a:lnTo>
                  <a:pt x="4828059" y="2892135"/>
                </a:lnTo>
                <a:close/>
              </a:path>
              <a:path w="7579994" h="4824095">
                <a:moveTo>
                  <a:pt x="4662877" y="3024459"/>
                </a:moveTo>
                <a:lnTo>
                  <a:pt x="4655167" y="3030688"/>
                </a:lnTo>
                <a:lnTo>
                  <a:pt x="4648936" y="3022969"/>
                </a:lnTo>
                <a:lnTo>
                  <a:pt x="4656647" y="3016739"/>
                </a:lnTo>
                <a:lnTo>
                  <a:pt x="4662877" y="3024459"/>
                </a:lnTo>
                <a:close/>
              </a:path>
              <a:path w="7579994" h="4824095">
                <a:moveTo>
                  <a:pt x="4497695" y="3156774"/>
                </a:moveTo>
                <a:lnTo>
                  <a:pt x="4491264" y="3161967"/>
                </a:lnTo>
                <a:lnTo>
                  <a:pt x="4486071" y="3155536"/>
                </a:lnTo>
                <a:lnTo>
                  <a:pt x="4492502" y="3150343"/>
                </a:lnTo>
                <a:lnTo>
                  <a:pt x="4497695" y="3156774"/>
                </a:lnTo>
                <a:close/>
              </a:path>
              <a:path w="7579994" h="4824095">
                <a:moveTo>
                  <a:pt x="4332513" y="3289090"/>
                </a:moveTo>
                <a:lnTo>
                  <a:pt x="4327369" y="3293246"/>
                </a:lnTo>
                <a:lnTo>
                  <a:pt x="4323212" y="3288094"/>
                </a:lnTo>
                <a:lnTo>
                  <a:pt x="4328357" y="3283947"/>
                </a:lnTo>
                <a:lnTo>
                  <a:pt x="4332513" y="3289090"/>
                </a:lnTo>
                <a:close/>
              </a:path>
              <a:path w="7579994" h="4824095">
                <a:moveTo>
                  <a:pt x="4167330" y="3421404"/>
                </a:moveTo>
                <a:lnTo>
                  <a:pt x="4163466" y="3424517"/>
                </a:lnTo>
                <a:lnTo>
                  <a:pt x="4160355" y="3420661"/>
                </a:lnTo>
                <a:lnTo>
                  <a:pt x="4164211" y="3417542"/>
                </a:lnTo>
                <a:lnTo>
                  <a:pt x="4167330" y="3421404"/>
                </a:lnTo>
                <a:close/>
              </a:path>
              <a:path w="7579994" h="4824095">
                <a:moveTo>
                  <a:pt x="4002139" y="3553721"/>
                </a:moveTo>
                <a:lnTo>
                  <a:pt x="3999579" y="3555793"/>
                </a:lnTo>
                <a:lnTo>
                  <a:pt x="3997496" y="3553218"/>
                </a:lnTo>
                <a:lnTo>
                  <a:pt x="4000065" y="3551145"/>
                </a:lnTo>
                <a:lnTo>
                  <a:pt x="4002139" y="3553721"/>
                </a:lnTo>
                <a:close/>
              </a:path>
              <a:path w="7579994" h="4824095">
                <a:moveTo>
                  <a:pt x="3836956" y="3686037"/>
                </a:moveTo>
                <a:lnTo>
                  <a:pt x="3835677" y="3687073"/>
                </a:lnTo>
                <a:lnTo>
                  <a:pt x="3834640" y="3685793"/>
                </a:lnTo>
                <a:lnTo>
                  <a:pt x="3835920" y="3684757"/>
                </a:lnTo>
                <a:lnTo>
                  <a:pt x="3836956" y="3686037"/>
                </a:lnTo>
                <a:close/>
              </a:path>
              <a:path w="7579994" h="4824095">
                <a:moveTo>
                  <a:pt x="7515961" y="480045"/>
                </a:moveTo>
                <a:lnTo>
                  <a:pt x="7471579" y="515886"/>
                </a:lnTo>
                <a:lnTo>
                  <a:pt x="7435737" y="471504"/>
                </a:lnTo>
                <a:lnTo>
                  <a:pt x="7480120" y="435663"/>
                </a:lnTo>
                <a:lnTo>
                  <a:pt x="7515961" y="480045"/>
                </a:lnTo>
                <a:close/>
              </a:path>
              <a:path w="7579994" h="4824095">
                <a:moveTo>
                  <a:pt x="7349612" y="612239"/>
                </a:moveTo>
                <a:lnTo>
                  <a:pt x="7307805" y="645998"/>
                </a:lnTo>
                <a:lnTo>
                  <a:pt x="7274046" y="604183"/>
                </a:lnTo>
                <a:lnTo>
                  <a:pt x="7315852" y="570425"/>
                </a:lnTo>
                <a:lnTo>
                  <a:pt x="7349612" y="612239"/>
                </a:lnTo>
                <a:close/>
              </a:path>
              <a:path w="7579994" h="4824095">
                <a:moveTo>
                  <a:pt x="7183844" y="744486"/>
                </a:moveTo>
                <a:lnTo>
                  <a:pt x="7143970" y="776692"/>
                </a:lnTo>
                <a:lnTo>
                  <a:pt x="7111771" y="736809"/>
                </a:lnTo>
                <a:lnTo>
                  <a:pt x="7151646" y="704611"/>
                </a:lnTo>
                <a:lnTo>
                  <a:pt x="7183844" y="744486"/>
                </a:lnTo>
                <a:close/>
              </a:path>
              <a:path w="7579994" h="4824095">
                <a:moveTo>
                  <a:pt x="7016921" y="876618"/>
                </a:moveTo>
                <a:lnTo>
                  <a:pt x="6980248" y="906222"/>
                </a:lnTo>
                <a:lnTo>
                  <a:pt x="6950648" y="869566"/>
                </a:lnTo>
                <a:lnTo>
                  <a:pt x="6987319" y="839954"/>
                </a:lnTo>
                <a:lnTo>
                  <a:pt x="7016921" y="876618"/>
                </a:lnTo>
                <a:close/>
              </a:path>
              <a:path w="7579994" h="4824095">
                <a:moveTo>
                  <a:pt x="6851156" y="1008883"/>
                </a:moveTo>
                <a:lnTo>
                  <a:pt x="6816424" y="1036924"/>
                </a:lnTo>
                <a:lnTo>
                  <a:pt x="6788374" y="1002194"/>
                </a:lnTo>
                <a:lnTo>
                  <a:pt x="6823105" y="974144"/>
                </a:lnTo>
                <a:lnTo>
                  <a:pt x="6851156" y="1008883"/>
                </a:lnTo>
                <a:close/>
              </a:path>
              <a:path w="7579994" h="4824095">
                <a:moveTo>
                  <a:pt x="6685963" y="1141191"/>
                </a:moveTo>
                <a:lnTo>
                  <a:pt x="6652519" y="1168196"/>
                </a:lnTo>
                <a:lnTo>
                  <a:pt x="6625515" y="1134751"/>
                </a:lnTo>
                <a:lnTo>
                  <a:pt x="6658959" y="1107747"/>
                </a:lnTo>
                <a:lnTo>
                  <a:pt x="6685963" y="1141191"/>
                </a:lnTo>
                <a:close/>
              </a:path>
              <a:path w="7579994" h="4824095">
                <a:moveTo>
                  <a:pt x="6519622" y="1273384"/>
                </a:moveTo>
                <a:lnTo>
                  <a:pt x="6488746" y="1298315"/>
                </a:lnTo>
                <a:lnTo>
                  <a:pt x="6463815" y="1267439"/>
                </a:lnTo>
                <a:lnTo>
                  <a:pt x="6494692" y="1242508"/>
                </a:lnTo>
                <a:lnTo>
                  <a:pt x="6519622" y="1273384"/>
                </a:lnTo>
                <a:close/>
              </a:path>
              <a:path w="7579994" h="4824095">
                <a:moveTo>
                  <a:pt x="6353281" y="1405577"/>
                </a:moveTo>
                <a:lnTo>
                  <a:pt x="6324982" y="1428434"/>
                </a:lnTo>
                <a:lnTo>
                  <a:pt x="6302124" y="1400126"/>
                </a:lnTo>
                <a:lnTo>
                  <a:pt x="6330425" y="1377278"/>
                </a:lnTo>
                <a:lnTo>
                  <a:pt x="6353281" y="1405577"/>
                </a:lnTo>
                <a:close/>
              </a:path>
              <a:path w="7579994" h="4824095">
                <a:moveTo>
                  <a:pt x="6187507" y="1537834"/>
                </a:moveTo>
                <a:lnTo>
                  <a:pt x="6161139" y="1559130"/>
                </a:lnTo>
                <a:lnTo>
                  <a:pt x="6139842" y="1532753"/>
                </a:lnTo>
                <a:lnTo>
                  <a:pt x="6166210" y="1511457"/>
                </a:lnTo>
                <a:lnTo>
                  <a:pt x="6187507" y="1537834"/>
                </a:lnTo>
                <a:close/>
              </a:path>
              <a:path w="7579994" h="4824095">
                <a:moveTo>
                  <a:pt x="6021749" y="1670079"/>
                </a:moveTo>
                <a:lnTo>
                  <a:pt x="5997303" y="1689817"/>
                </a:lnTo>
                <a:lnTo>
                  <a:pt x="5977567" y="1665380"/>
                </a:lnTo>
                <a:lnTo>
                  <a:pt x="6002013" y="1645643"/>
                </a:lnTo>
                <a:lnTo>
                  <a:pt x="6021749" y="1670079"/>
                </a:lnTo>
                <a:close/>
              </a:path>
              <a:path w="7579994" h="4824095">
                <a:moveTo>
                  <a:pt x="5855975" y="1802335"/>
                </a:moveTo>
                <a:lnTo>
                  <a:pt x="5833470" y="1820512"/>
                </a:lnTo>
                <a:lnTo>
                  <a:pt x="5815293" y="1798006"/>
                </a:lnTo>
                <a:lnTo>
                  <a:pt x="5837798" y="1779830"/>
                </a:lnTo>
                <a:lnTo>
                  <a:pt x="5855975" y="1802335"/>
                </a:lnTo>
                <a:close/>
              </a:path>
              <a:path w="7579994" h="4824095">
                <a:moveTo>
                  <a:pt x="5690217" y="1934589"/>
                </a:moveTo>
                <a:lnTo>
                  <a:pt x="5669627" y="1951208"/>
                </a:lnTo>
                <a:lnTo>
                  <a:pt x="5653011" y="1930634"/>
                </a:lnTo>
                <a:lnTo>
                  <a:pt x="5673600" y="1914007"/>
                </a:lnTo>
                <a:lnTo>
                  <a:pt x="5690217" y="1934589"/>
                </a:lnTo>
                <a:close/>
              </a:path>
              <a:path w="7579994" h="4824095">
                <a:moveTo>
                  <a:pt x="5524452" y="2066852"/>
                </a:moveTo>
                <a:lnTo>
                  <a:pt x="5505802" y="2081910"/>
                </a:lnTo>
                <a:lnTo>
                  <a:pt x="5490737" y="2063261"/>
                </a:lnTo>
                <a:lnTo>
                  <a:pt x="5509394" y="2048193"/>
                </a:lnTo>
                <a:lnTo>
                  <a:pt x="5524452" y="2066852"/>
                </a:lnTo>
                <a:close/>
              </a:path>
              <a:path w="7579994" h="4824095">
                <a:moveTo>
                  <a:pt x="5358694" y="2199098"/>
                </a:moveTo>
                <a:lnTo>
                  <a:pt x="5341961" y="2212606"/>
                </a:lnTo>
                <a:lnTo>
                  <a:pt x="5328453" y="2195881"/>
                </a:lnTo>
                <a:lnTo>
                  <a:pt x="5345187" y="2182372"/>
                </a:lnTo>
                <a:lnTo>
                  <a:pt x="5358694" y="2199098"/>
                </a:lnTo>
                <a:close/>
              </a:path>
              <a:path w="7579994" h="4824095">
                <a:moveTo>
                  <a:pt x="5192920" y="2331354"/>
                </a:moveTo>
                <a:lnTo>
                  <a:pt x="5178126" y="2343301"/>
                </a:lnTo>
                <a:lnTo>
                  <a:pt x="5166179" y="2328507"/>
                </a:lnTo>
                <a:lnTo>
                  <a:pt x="5180973" y="2316560"/>
                </a:lnTo>
                <a:lnTo>
                  <a:pt x="5192920" y="2331354"/>
                </a:lnTo>
                <a:close/>
              </a:path>
              <a:path w="7579994" h="4824095">
                <a:moveTo>
                  <a:pt x="5027154" y="2463609"/>
                </a:moveTo>
                <a:lnTo>
                  <a:pt x="5014292" y="2473996"/>
                </a:lnTo>
                <a:lnTo>
                  <a:pt x="5003905" y="2461133"/>
                </a:lnTo>
                <a:lnTo>
                  <a:pt x="5016767" y="2450746"/>
                </a:lnTo>
                <a:lnTo>
                  <a:pt x="5027154" y="2463609"/>
                </a:lnTo>
                <a:close/>
              </a:path>
              <a:path w="7579994" h="4824095">
                <a:moveTo>
                  <a:pt x="4861388" y="2595864"/>
                </a:moveTo>
                <a:lnTo>
                  <a:pt x="4850448" y="2604692"/>
                </a:lnTo>
                <a:lnTo>
                  <a:pt x="4841622" y="2593761"/>
                </a:lnTo>
                <a:lnTo>
                  <a:pt x="4852560" y="2584925"/>
                </a:lnTo>
                <a:lnTo>
                  <a:pt x="4861388" y="2595864"/>
                </a:lnTo>
                <a:close/>
              </a:path>
              <a:path w="7579994" h="4824095">
                <a:moveTo>
                  <a:pt x="4696205" y="2728179"/>
                </a:moveTo>
                <a:lnTo>
                  <a:pt x="4686563" y="2735969"/>
                </a:lnTo>
                <a:lnTo>
                  <a:pt x="4678771" y="2726318"/>
                </a:lnTo>
                <a:lnTo>
                  <a:pt x="4688414" y="2718528"/>
                </a:lnTo>
                <a:lnTo>
                  <a:pt x="4696205" y="2728179"/>
                </a:lnTo>
                <a:close/>
              </a:path>
              <a:path w="7579994" h="4824095">
                <a:moveTo>
                  <a:pt x="4531023" y="2860494"/>
                </a:moveTo>
                <a:lnTo>
                  <a:pt x="4522660" y="2867248"/>
                </a:lnTo>
                <a:lnTo>
                  <a:pt x="4515906" y="2858885"/>
                </a:lnTo>
                <a:lnTo>
                  <a:pt x="4524269" y="2852132"/>
                </a:lnTo>
                <a:lnTo>
                  <a:pt x="4531023" y="2860494"/>
                </a:lnTo>
                <a:close/>
              </a:path>
              <a:path w="7579994" h="4824095">
                <a:moveTo>
                  <a:pt x="4365840" y="2992810"/>
                </a:moveTo>
                <a:lnTo>
                  <a:pt x="4358765" y="2998526"/>
                </a:lnTo>
                <a:lnTo>
                  <a:pt x="4353048" y="2991443"/>
                </a:lnTo>
                <a:lnTo>
                  <a:pt x="4360124" y="2985735"/>
                </a:lnTo>
                <a:lnTo>
                  <a:pt x="4365840" y="2992810"/>
                </a:lnTo>
                <a:close/>
              </a:path>
              <a:path w="7579994" h="4824095">
                <a:moveTo>
                  <a:pt x="4200649" y="3125126"/>
                </a:moveTo>
                <a:lnTo>
                  <a:pt x="4194861" y="3129797"/>
                </a:lnTo>
                <a:lnTo>
                  <a:pt x="4190191" y="3124017"/>
                </a:lnTo>
                <a:lnTo>
                  <a:pt x="4195978" y="3119338"/>
                </a:lnTo>
                <a:lnTo>
                  <a:pt x="4200649" y="3125126"/>
                </a:lnTo>
                <a:close/>
              </a:path>
              <a:path w="7579994" h="4824095">
                <a:moveTo>
                  <a:pt x="4035467" y="3257442"/>
                </a:moveTo>
                <a:lnTo>
                  <a:pt x="4030967" y="3261075"/>
                </a:lnTo>
                <a:lnTo>
                  <a:pt x="4027334" y="3256576"/>
                </a:lnTo>
                <a:lnTo>
                  <a:pt x="4031833" y="3252942"/>
                </a:lnTo>
                <a:lnTo>
                  <a:pt x="4035467" y="3257442"/>
                </a:lnTo>
                <a:close/>
              </a:path>
              <a:path w="7579994" h="4824095">
                <a:moveTo>
                  <a:pt x="3870284" y="3389757"/>
                </a:moveTo>
                <a:lnTo>
                  <a:pt x="3867072" y="3392353"/>
                </a:lnTo>
                <a:lnTo>
                  <a:pt x="3864476" y="3389142"/>
                </a:lnTo>
                <a:lnTo>
                  <a:pt x="3867688" y="3386546"/>
                </a:lnTo>
                <a:lnTo>
                  <a:pt x="3870284" y="3389757"/>
                </a:lnTo>
                <a:close/>
              </a:path>
              <a:path w="7579994" h="4824095">
                <a:moveTo>
                  <a:pt x="3705102" y="3522081"/>
                </a:moveTo>
                <a:lnTo>
                  <a:pt x="3703171" y="3523641"/>
                </a:lnTo>
                <a:lnTo>
                  <a:pt x="3701609" y="3521701"/>
                </a:lnTo>
                <a:lnTo>
                  <a:pt x="3703541" y="3520141"/>
                </a:lnTo>
                <a:lnTo>
                  <a:pt x="3705102" y="3522081"/>
                </a:lnTo>
                <a:close/>
              </a:path>
              <a:path w="7579994" h="4824095">
                <a:moveTo>
                  <a:pt x="7551028" y="183948"/>
                </a:moveTo>
                <a:lnTo>
                  <a:pt x="7502783" y="222909"/>
                </a:lnTo>
                <a:lnTo>
                  <a:pt x="7463831" y="174671"/>
                </a:lnTo>
                <a:lnTo>
                  <a:pt x="7512077" y="135710"/>
                </a:lnTo>
                <a:lnTo>
                  <a:pt x="7551028" y="183948"/>
                </a:lnTo>
                <a:close/>
              </a:path>
              <a:path w="7579994" h="4824095">
                <a:moveTo>
                  <a:pt x="7384679" y="316143"/>
                </a:moveTo>
                <a:lnTo>
                  <a:pt x="7339009" y="353021"/>
                </a:lnTo>
                <a:lnTo>
                  <a:pt x="7302140" y="307357"/>
                </a:lnTo>
                <a:lnTo>
                  <a:pt x="7347811" y="270479"/>
                </a:lnTo>
                <a:lnTo>
                  <a:pt x="7384679" y="316143"/>
                </a:lnTo>
                <a:close/>
              </a:path>
              <a:path w="7579994" h="4824095">
                <a:moveTo>
                  <a:pt x="7218332" y="448345"/>
                </a:moveTo>
                <a:lnTo>
                  <a:pt x="7175245" y="483140"/>
                </a:lnTo>
                <a:lnTo>
                  <a:pt x="7140440" y="440037"/>
                </a:lnTo>
                <a:lnTo>
                  <a:pt x="7183535" y="405242"/>
                </a:lnTo>
                <a:lnTo>
                  <a:pt x="7218332" y="448345"/>
                </a:lnTo>
                <a:close/>
              </a:path>
              <a:path w="7579994" h="4824095">
                <a:moveTo>
                  <a:pt x="7052573" y="580590"/>
                </a:moveTo>
                <a:lnTo>
                  <a:pt x="7011402" y="613835"/>
                </a:lnTo>
                <a:lnTo>
                  <a:pt x="6978166" y="572663"/>
                </a:lnTo>
                <a:lnTo>
                  <a:pt x="7019329" y="539428"/>
                </a:lnTo>
                <a:lnTo>
                  <a:pt x="7052573" y="580590"/>
                </a:lnTo>
                <a:close/>
              </a:path>
              <a:path w="7579994" h="4824095">
                <a:moveTo>
                  <a:pt x="6886223" y="712777"/>
                </a:moveTo>
                <a:lnTo>
                  <a:pt x="6847621" y="743948"/>
                </a:lnTo>
                <a:lnTo>
                  <a:pt x="6816459" y="705352"/>
                </a:lnTo>
                <a:lnTo>
                  <a:pt x="6855062" y="674189"/>
                </a:lnTo>
                <a:lnTo>
                  <a:pt x="6886223" y="712777"/>
                </a:lnTo>
                <a:close/>
              </a:path>
              <a:path w="7579994" h="4824095">
                <a:moveTo>
                  <a:pt x="6719875" y="844979"/>
                </a:moveTo>
                <a:lnTo>
                  <a:pt x="6683854" y="874058"/>
                </a:lnTo>
                <a:lnTo>
                  <a:pt x="6654768" y="838047"/>
                </a:lnTo>
                <a:lnTo>
                  <a:pt x="6690787" y="808960"/>
                </a:lnTo>
                <a:lnTo>
                  <a:pt x="6719875" y="844979"/>
                </a:lnTo>
                <a:close/>
              </a:path>
              <a:path w="7579994" h="4824095">
                <a:moveTo>
                  <a:pt x="6554693" y="977295"/>
                </a:moveTo>
                <a:lnTo>
                  <a:pt x="6519961" y="1005337"/>
                </a:lnTo>
                <a:lnTo>
                  <a:pt x="6491919" y="970604"/>
                </a:lnTo>
                <a:lnTo>
                  <a:pt x="6526643" y="942564"/>
                </a:lnTo>
                <a:lnTo>
                  <a:pt x="6554693" y="977295"/>
                </a:lnTo>
                <a:close/>
              </a:path>
              <a:path w="7579994" h="4824095">
                <a:moveTo>
                  <a:pt x="6388342" y="1109481"/>
                </a:moveTo>
                <a:lnTo>
                  <a:pt x="6356178" y="1135449"/>
                </a:lnTo>
                <a:lnTo>
                  <a:pt x="6330211" y="1103293"/>
                </a:lnTo>
                <a:lnTo>
                  <a:pt x="6362375" y="1077325"/>
                </a:lnTo>
                <a:lnTo>
                  <a:pt x="6388342" y="1109481"/>
                </a:lnTo>
                <a:close/>
              </a:path>
              <a:path w="7579994" h="4824095">
                <a:moveTo>
                  <a:pt x="6221993" y="1241676"/>
                </a:moveTo>
                <a:lnTo>
                  <a:pt x="6192414" y="1265568"/>
                </a:lnTo>
                <a:lnTo>
                  <a:pt x="6168520" y="1235981"/>
                </a:lnTo>
                <a:lnTo>
                  <a:pt x="6198109" y="1212095"/>
                </a:lnTo>
                <a:lnTo>
                  <a:pt x="6221993" y="1241676"/>
                </a:lnTo>
                <a:close/>
              </a:path>
              <a:path w="7579994" h="4824095">
                <a:moveTo>
                  <a:pt x="6056236" y="1373929"/>
                </a:moveTo>
                <a:lnTo>
                  <a:pt x="6028571" y="1396265"/>
                </a:lnTo>
                <a:lnTo>
                  <a:pt x="6006236" y="1368600"/>
                </a:lnTo>
                <a:lnTo>
                  <a:pt x="6033901" y="1346265"/>
                </a:lnTo>
                <a:lnTo>
                  <a:pt x="6056236" y="1373929"/>
                </a:lnTo>
                <a:close/>
              </a:path>
              <a:path w="7579994" h="4824095">
                <a:moveTo>
                  <a:pt x="5890470" y="1506185"/>
                </a:moveTo>
                <a:lnTo>
                  <a:pt x="5864737" y="1526960"/>
                </a:lnTo>
                <a:lnTo>
                  <a:pt x="5843962" y="1501226"/>
                </a:lnTo>
                <a:lnTo>
                  <a:pt x="5869695" y="1480451"/>
                </a:lnTo>
                <a:lnTo>
                  <a:pt x="5890470" y="1506185"/>
                </a:lnTo>
                <a:close/>
              </a:path>
              <a:path w="7579994" h="4824095">
                <a:moveTo>
                  <a:pt x="5724120" y="1638378"/>
                </a:moveTo>
                <a:lnTo>
                  <a:pt x="5700971" y="1657070"/>
                </a:lnTo>
                <a:lnTo>
                  <a:pt x="5682272" y="1633921"/>
                </a:lnTo>
                <a:lnTo>
                  <a:pt x="5705428" y="1615221"/>
                </a:lnTo>
                <a:lnTo>
                  <a:pt x="5724120" y="1638378"/>
                </a:lnTo>
                <a:close/>
              </a:path>
              <a:path w="7579994" h="4824095">
                <a:moveTo>
                  <a:pt x="5558355" y="1770635"/>
                </a:moveTo>
                <a:lnTo>
                  <a:pt x="5537129" y="1787767"/>
                </a:lnTo>
                <a:lnTo>
                  <a:pt x="5519988" y="1766542"/>
                </a:lnTo>
                <a:lnTo>
                  <a:pt x="5541213" y="1749401"/>
                </a:lnTo>
                <a:lnTo>
                  <a:pt x="5558355" y="1770635"/>
                </a:lnTo>
                <a:close/>
              </a:path>
              <a:path w="7579994" h="4824095">
                <a:moveTo>
                  <a:pt x="5392588" y="1902881"/>
                </a:moveTo>
                <a:lnTo>
                  <a:pt x="5373294" y="1918461"/>
                </a:lnTo>
                <a:lnTo>
                  <a:pt x="5357714" y="1899168"/>
                </a:lnTo>
                <a:lnTo>
                  <a:pt x="5377007" y="1883588"/>
                </a:lnTo>
                <a:lnTo>
                  <a:pt x="5392588" y="1902881"/>
                </a:lnTo>
                <a:close/>
              </a:path>
              <a:path w="7579994" h="4824095">
                <a:moveTo>
                  <a:pt x="5226823" y="2035145"/>
                </a:moveTo>
                <a:lnTo>
                  <a:pt x="5209460" y="2049165"/>
                </a:lnTo>
                <a:lnTo>
                  <a:pt x="5195439" y="2031795"/>
                </a:lnTo>
                <a:lnTo>
                  <a:pt x="5212802" y="2017774"/>
                </a:lnTo>
                <a:lnTo>
                  <a:pt x="5226823" y="2035145"/>
                </a:lnTo>
                <a:close/>
              </a:path>
              <a:path w="7579994" h="4824095">
                <a:moveTo>
                  <a:pt x="5061640" y="2167460"/>
                </a:moveTo>
                <a:lnTo>
                  <a:pt x="5045558" y="2180444"/>
                </a:lnTo>
                <a:lnTo>
                  <a:pt x="5032573" y="2164362"/>
                </a:lnTo>
                <a:lnTo>
                  <a:pt x="5048656" y="2151378"/>
                </a:lnTo>
                <a:lnTo>
                  <a:pt x="5061640" y="2167460"/>
                </a:lnTo>
                <a:close/>
              </a:path>
              <a:path w="7579994" h="4824095">
                <a:moveTo>
                  <a:pt x="4895300" y="2299653"/>
                </a:moveTo>
                <a:lnTo>
                  <a:pt x="4881792" y="2310555"/>
                </a:lnTo>
                <a:lnTo>
                  <a:pt x="4870883" y="2297049"/>
                </a:lnTo>
                <a:lnTo>
                  <a:pt x="4884390" y="2286147"/>
                </a:lnTo>
                <a:lnTo>
                  <a:pt x="4895300" y="2299653"/>
                </a:lnTo>
                <a:close/>
              </a:path>
              <a:path w="7579994" h="4824095">
                <a:moveTo>
                  <a:pt x="4729525" y="2431909"/>
                </a:moveTo>
                <a:lnTo>
                  <a:pt x="4717950" y="2441251"/>
                </a:lnTo>
                <a:lnTo>
                  <a:pt x="4708599" y="2429668"/>
                </a:lnTo>
                <a:lnTo>
                  <a:pt x="4720175" y="2420327"/>
                </a:lnTo>
                <a:lnTo>
                  <a:pt x="4729525" y="2431909"/>
                </a:lnTo>
                <a:close/>
              </a:path>
              <a:path w="7579994" h="4824095">
                <a:moveTo>
                  <a:pt x="4564342" y="2564225"/>
                </a:moveTo>
                <a:lnTo>
                  <a:pt x="4554055" y="2572529"/>
                </a:lnTo>
                <a:lnTo>
                  <a:pt x="4545743" y="2562243"/>
                </a:lnTo>
                <a:lnTo>
                  <a:pt x="4556037" y="2553929"/>
                </a:lnTo>
                <a:lnTo>
                  <a:pt x="4564342" y="2564225"/>
                </a:lnTo>
                <a:close/>
              </a:path>
              <a:path w="7579994" h="4824095">
                <a:moveTo>
                  <a:pt x="4399160" y="2696539"/>
                </a:moveTo>
                <a:lnTo>
                  <a:pt x="4390162" y="2703807"/>
                </a:lnTo>
                <a:lnTo>
                  <a:pt x="4382885" y="2694801"/>
                </a:lnTo>
                <a:lnTo>
                  <a:pt x="4391893" y="2687533"/>
                </a:lnTo>
                <a:lnTo>
                  <a:pt x="4399160" y="2696539"/>
                </a:lnTo>
                <a:close/>
              </a:path>
              <a:path w="7579994" h="4824095">
                <a:moveTo>
                  <a:pt x="4233985" y="2828854"/>
                </a:moveTo>
                <a:lnTo>
                  <a:pt x="4226258" y="2835086"/>
                </a:lnTo>
                <a:lnTo>
                  <a:pt x="4220027" y="2827367"/>
                </a:lnTo>
                <a:lnTo>
                  <a:pt x="4227745" y="2821128"/>
                </a:lnTo>
                <a:lnTo>
                  <a:pt x="4233985" y="2828854"/>
                </a:lnTo>
                <a:close/>
              </a:path>
              <a:path w="7579994" h="4824095">
                <a:moveTo>
                  <a:pt x="4068212" y="2961110"/>
                </a:moveTo>
                <a:lnTo>
                  <a:pt x="4062424" y="2965781"/>
                </a:lnTo>
                <a:lnTo>
                  <a:pt x="4057753" y="2959993"/>
                </a:lnTo>
                <a:lnTo>
                  <a:pt x="4063540" y="2955314"/>
                </a:lnTo>
                <a:lnTo>
                  <a:pt x="4068212" y="2961110"/>
                </a:lnTo>
                <a:close/>
              </a:path>
              <a:path w="7579994" h="4824095">
                <a:moveTo>
                  <a:pt x="3903611" y="3093478"/>
                </a:moveTo>
                <a:lnTo>
                  <a:pt x="3898468" y="3097634"/>
                </a:lnTo>
                <a:lnTo>
                  <a:pt x="3894311" y="3092491"/>
                </a:lnTo>
                <a:lnTo>
                  <a:pt x="3899455" y="3088335"/>
                </a:lnTo>
                <a:lnTo>
                  <a:pt x="3903611" y="3093478"/>
                </a:lnTo>
                <a:close/>
              </a:path>
              <a:path w="7579994" h="4824095">
                <a:moveTo>
                  <a:pt x="3738429" y="3225801"/>
                </a:moveTo>
                <a:lnTo>
                  <a:pt x="3734566" y="3228921"/>
                </a:lnTo>
                <a:lnTo>
                  <a:pt x="3731446" y="3225058"/>
                </a:lnTo>
                <a:lnTo>
                  <a:pt x="3735317" y="3221937"/>
                </a:lnTo>
                <a:lnTo>
                  <a:pt x="3738429" y="3225801"/>
                </a:lnTo>
                <a:close/>
              </a:path>
              <a:path w="7579994" h="4824095">
                <a:moveTo>
                  <a:pt x="3573246" y="3358116"/>
                </a:moveTo>
                <a:lnTo>
                  <a:pt x="3570672" y="3360200"/>
                </a:lnTo>
                <a:lnTo>
                  <a:pt x="3568597" y="3357623"/>
                </a:lnTo>
                <a:lnTo>
                  <a:pt x="3571164" y="3355542"/>
                </a:lnTo>
                <a:lnTo>
                  <a:pt x="3573246" y="3358116"/>
                </a:lnTo>
                <a:close/>
              </a:path>
              <a:path w="7579994" h="4824095">
                <a:moveTo>
                  <a:pt x="3408054" y="3490424"/>
                </a:moveTo>
                <a:lnTo>
                  <a:pt x="3406767" y="3491470"/>
                </a:lnTo>
                <a:lnTo>
                  <a:pt x="3405730" y="3490182"/>
                </a:lnTo>
                <a:lnTo>
                  <a:pt x="3407018" y="3489144"/>
                </a:lnTo>
                <a:lnTo>
                  <a:pt x="3408054" y="3490424"/>
                </a:lnTo>
                <a:close/>
              </a:path>
              <a:path w="7579994" h="4824095">
                <a:moveTo>
                  <a:pt x="7419751" y="20061"/>
                </a:moveTo>
                <a:lnTo>
                  <a:pt x="7370216" y="60052"/>
                </a:lnTo>
                <a:lnTo>
                  <a:pt x="7330226" y="10517"/>
                </a:lnTo>
                <a:lnTo>
                  <a:pt x="7343252" y="0"/>
                </a:lnTo>
                <a:lnTo>
                  <a:pt x="7403551" y="0"/>
                </a:lnTo>
                <a:lnTo>
                  <a:pt x="7419751" y="20061"/>
                </a:lnTo>
                <a:close/>
              </a:path>
              <a:path w="7579994" h="4824095">
                <a:moveTo>
                  <a:pt x="7253985" y="152317"/>
                </a:moveTo>
                <a:lnTo>
                  <a:pt x="7206382" y="190747"/>
                </a:lnTo>
                <a:lnTo>
                  <a:pt x="7167953" y="143152"/>
                </a:lnTo>
                <a:lnTo>
                  <a:pt x="7215547" y="104715"/>
                </a:lnTo>
                <a:lnTo>
                  <a:pt x="7253985" y="152317"/>
                </a:lnTo>
                <a:close/>
              </a:path>
              <a:path w="7579994" h="4824095">
                <a:moveTo>
                  <a:pt x="7087635" y="284511"/>
                </a:moveTo>
                <a:lnTo>
                  <a:pt x="7042617" y="320865"/>
                </a:lnTo>
                <a:lnTo>
                  <a:pt x="7006252" y="275831"/>
                </a:lnTo>
                <a:lnTo>
                  <a:pt x="7051278" y="239476"/>
                </a:lnTo>
                <a:lnTo>
                  <a:pt x="7087635" y="284511"/>
                </a:lnTo>
                <a:close/>
              </a:path>
              <a:path w="7579994" h="4824095">
                <a:moveTo>
                  <a:pt x="6921286" y="416697"/>
                </a:moveTo>
                <a:lnTo>
                  <a:pt x="6878842" y="450969"/>
                </a:lnTo>
                <a:lnTo>
                  <a:pt x="6844561" y="408518"/>
                </a:lnTo>
                <a:lnTo>
                  <a:pt x="6887013" y="374246"/>
                </a:lnTo>
                <a:lnTo>
                  <a:pt x="6921286" y="416697"/>
                </a:lnTo>
                <a:close/>
              </a:path>
              <a:path w="7579994" h="4824095">
                <a:moveTo>
                  <a:pt x="6755519" y="548953"/>
                </a:moveTo>
                <a:lnTo>
                  <a:pt x="6714999" y="581665"/>
                </a:lnTo>
                <a:lnTo>
                  <a:pt x="6682287" y="541145"/>
                </a:lnTo>
                <a:lnTo>
                  <a:pt x="6722807" y="508432"/>
                </a:lnTo>
                <a:lnTo>
                  <a:pt x="6755519" y="548953"/>
                </a:lnTo>
                <a:close/>
              </a:path>
              <a:path w="7579994" h="4824095">
                <a:moveTo>
                  <a:pt x="6588594" y="681078"/>
                </a:moveTo>
                <a:lnTo>
                  <a:pt x="6551287" y="711202"/>
                </a:lnTo>
                <a:lnTo>
                  <a:pt x="6521172" y="673901"/>
                </a:lnTo>
                <a:lnTo>
                  <a:pt x="6558479" y="643777"/>
                </a:lnTo>
                <a:lnTo>
                  <a:pt x="6588594" y="681078"/>
                </a:lnTo>
                <a:close/>
              </a:path>
              <a:path w="7579994" h="4824095">
                <a:moveTo>
                  <a:pt x="6422830" y="813341"/>
                </a:moveTo>
                <a:lnTo>
                  <a:pt x="6387454" y="841906"/>
                </a:lnTo>
                <a:lnTo>
                  <a:pt x="6358888" y="806522"/>
                </a:lnTo>
                <a:lnTo>
                  <a:pt x="6394264" y="777957"/>
                </a:lnTo>
                <a:lnTo>
                  <a:pt x="6422830" y="813341"/>
                </a:lnTo>
                <a:close/>
              </a:path>
              <a:path w="7579994" h="4824095">
                <a:moveTo>
                  <a:pt x="6257071" y="945586"/>
                </a:moveTo>
                <a:lnTo>
                  <a:pt x="6223620" y="972600"/>
                </a:lnTo>
                <a:lnTo>
                  <a:pt x="6196614" y="939148"/>
                </a:lnTo>
                <a:lnTo>
                  <a:pt x="6230057" y="912135"/>
                </a:lnTo>
                <a:lnTo>
                  <a:pt x="6257071" y="945586"/>
                </a:lnTo>
                <a:close/>
              </a:path>
              <a:path w="7579994" h="4824095">
                <a:moveTo>
                  <a:pt x="6090714" y="1077782"/>
                </a:moveTo>
                <a:lnTo>
                  <a:pt x="6059844" y="1102703"/>
                </a:lnTo>
                <a:lnTo>
                  <a:pt x="6034923" y="1071834"/>
                </a:lnTo>
                <a:lnTo>
                  <a:pt x="6065792" y="1046912"/>
                </a:lnTo>
                <a:lnTo>
                  <a:pt x="6090714" y="1077782"/>
                </a:lnTo>
                <a:close/>
              </a:path>
              <a:path w="7579994" h="4824095">
                <a:moveTo>
                  <a:pt x="5924373" y="1209975"/>
                </a:moveTo>
                <a:lnTo>
                  <a:pt x="5896072" y="1232824"/>
                </a:lnTo>
                <a:lnTo>
                  <a:pt x="5873215" y="1204524"/>
                </a:lnTo>
                <a:lnTo>
                  <a:pt x="5901516" y="1181675"/>
                </a:lnTo>
                <a:lnTo>
                  <a:pt x="5924373" y="1209975"/>
                </a:lnTo>
                <a:close/>
              </a:path>
              <a:path w="7579994" h="4824095">
                <a:moveTo>
                  <a:pt x="5758606" y="1342221"/>
                </a:moveTo>
                <a:lnTo>
                  <a:pt x="5732229" y="1363519"/>
                </a:lnTo>
                <a:lnTo>
                  <a:pt x="5710940" y="1337150"/>
                </a:lnTo>
                <a:lnTo>
                  <a:pt x="5737317" y="1315852"/>
                </a:lnTo>
                <a:lnTo>
                  <a:pt x="5758606" y="1342221"/>
                </a:lnTo>
                <a:close/>
              </a:path>
              <a:path w="7579994" h="4824095">
                <a:moveTo>
                  <a:pt x="5592839" y="1474477"/>
                </a:moveTo>
                <a:lnTo>
                  <a:pt x="5568394" y="1494214"/>
                </a:lnTo>
                <a:lnTo>
                  <a:pt x="5548666" y="1469777"/>
                </a:lnTo>
                <a:lnTo>
                  <a:pt x="5573103" y="1450041"/>
                </a:lnTo>
                <a:lnTo>
                  <a:pt x="5592839" y="1474477"/>
                </a:lnTo>
                <a:close/>
              </a:path>
              <a:path w="7579994" h="4824095">
                <a:moveTo>
                  <a:pt x="5427075" y="1606740"/>
                </a:moveTo>
                <a:lnTo>
                  <a:pt x="5404561" y="1624918"/>
                </a:lnTo>
                <a:lnTo>
                  <a:pt x="5386382" y="1602397"/>
                </a:lnTo>
                <a:lnTo>
                  <a:pt x="5408896" y="1584219"/>
                </a:lnTo>
                <a:lnTo>
                  <a:pt x="5427075" y="1606740"/>
                </a:lnTo>
                <a:close/>
              </a:path>
              <a:path w="7579994" h="4824095">
                <a:moveTo>
                  <a:pt x="5261318" y="1738994"/>
                </a:moveTo>
                <a:lnTo>
                  <a:pt x="5240728" y="1755613"/>
                </a:lnTo>
                <a:lnTo>
                  <a:pt x="5224101" y="1735024"/>
                </a:lnTo>
                <a:lnTo>
                  <a:pt x="5244691" y="1718405"/>
                </a:lnTo>
                <a:lnTo>
                  <a:pt x="5261318" y="1738994"/>
                </a:lnTo>
                <a:close/>
              </a:path>
              <a:path w="7579994" h="4824095">
                <a:moveTo>
                  <a:pt x="5094967" y="1871181"/>
                </a:moveTo>
                <a:lnTo>
                  <a:pt x="5076954" y="1885725"/>
                </a:lnTo>
                <a:lnTo>
                  <a:pt x="5062411" y="1867719"/>
                </a:lnTo>
                <a:lnTo>
                  <a:pt x="5080425" y="1853175"/>
                </a:lnTo>
                <a:lnTo>
                  <a:pt x="5094967" y="1871181"/>
                </a:lnTo>
                <a:close/>
              </a:path>
              <a:path w="7579994" h="4824095">
                <a:moveTo>
                  <a:pt x="4929785" y="2003494"/>
                </a:moveTo>
                <a:lnTo>
                  <a:pt x="4913051" y="2017004"/>
                </a:lnTo>
                <a:lnTo>
                  <a:pt x="4899554" y="2000285"/>
                </a:lnTo>
                <a:lnTo>
                  <a:pt x="4916280" y="1986778"/>
                </a:lnTo>
                <a:lnTo>
                  <a:pt x="4929785" y="2003494"/>
                </a:lnTo>
                <a:close/>
              </a:path>
              <a:path w="7579994" h="4824095">
                <a:moveTo>
                  <a:pt x="4764011" y="2135752"/>
                </a:moveTo>
                <a:lnTo>
                  <a:pt x="4749224" y="2147689"/>
                </a:lnTo>
                <a:lnTo>
                  <a:pt x="4737278" y="2132904"/>
                </a:lnTo>
                <a:lnTo>
                  <a:pt x="4752073" y="2120965"/>
                </a:lnTo>
                <a:lnTo>
                  <a:pt x="4764011" y="2135752"/>
                </a:lnTo>
                <a:close/>
              </a:path>
              <a:path w="7579994" h="4824095">
                <a:moveTo>
                  <a:pt x="4597670" y="2267945"/>
                </a:moveTo>
                <a:lnTo>
                  <a:pt x="4585451" y="2277809"/>
                </a:lnTo>
                <a:lnTo>
                  <a:pt x="4575578" y="2265592"/>
                </a:lnTo>
                <a:lnTo>
                  <a:pt x="4587798" y="2255728"/>
                </a:lnTo>
                <a:lnTo>
                  <a:pt x="4597670" y="2267945"/>
                </a:lnTo>
                <a:close/>
              </a:path>
              <a:path w="7579994" h="4824095">
                <a:moveTo>
                  <a:pt x="4432487" y="2400261"/>
                </a:moveTo>
                <a:lnTo>
                  <a:pt x="4421557" y="2409088"/>
                </a:lnTo>
                <a:lnTo>
                  <a:pt x="4412720" y="2398150"/>
                </a:lnTo>
                <a:lnTo>
                  <a:pt x="4423651" y="2389323"/>
                </a:lnTo>
                <a:lnTo>
                  <a:pt x="4432487" y="2400261"/>
                </a:lnTo>
                <a:close/>
              </a:path>
              <a:path w="7579994" h="4824095">
                <a:moveTo>
                  <a:pt x="4267306" y="2532584"/>
                </a:moveTo>
                <a:lnTo>
                  <a:pt x="4257655" y="2540375"/>
                </a:lnTo>
                <a:lnTo>
                  <a:pt x="4249864" y="2530724"/>
                </a:lnTo>
                <a:lnTo>
                  <a:pt x="4259515" y="2522933"/>
                </a:lnTo>
                <a:lnTo>
                  <a:pt x="4267306" y="2532584"/>
                </a:lnTo>
                <a:close/>
              </a:path>
              <a:path w="7579994" h="4824095">
                <a:moveTo>
                  <a:pt x="4102114" y="2664892"/>
                </a:moveTo>
                <a:lnTo>
                  <a:pt x="4093751" y="2671646"/>
                </a:lnTo>
                <a:lnTo>
                  <a:pt x="4087007" y="2663290"/>
                </a:lnTo>
                <a:lnTo>
                  <a:pt x="4095369" y="2656536"/>
                </a:lnTo>
                <a:lnTo>
                  <a:pt x="4102114" y="2664892"/>
                </a:lnTo>
                <a:close/>
              </a:path>
              <a:path w="7579994" h="4824095">
                <a:moveTo>
                  <a:pt x="3936356" y="2797146"/>
                </a:moveTo>
                <a:lnTo>
                  <a:pt x="3929925" y="2802339"/>
                </a:lnTo>
                <a:lnTo>
                  <a:pt x="3924732" y="2795908"/>
                </a:lnTo>
                <a:lnTo>
                  <a:pt x="3931163" y="2790715"/>
                </a:lnTo>
                <a:lnTo>
                  <a:pt x="3936356" y="2797146"/>
                </a:lnTo>
                <a:close/>
              </a:path>
              <a:path w="7579994" h="4824095">
                <a:moveTo>
                  <a:pt x="3771173" y="2929460"/>
                </a:moveTo>
                <a:lnTo>
                  <a:pt x="3766022" y="2933619"/>
                </a:lnTo>
                <a:lnTo>
                  <a:pt x="3761874" y="2928474"/>
                </a:lnTo>
                <a:lnTo>
                  <a:pt x="3767017" y="2924318"/>
                </a:lnTo>
                <a:lnTo>
                  <a:pt x="3771173" y="2929460"/>
                </a:lnTo>
                <a:close/>
              </a:path>
              <a:path w="7579994" h="4824095">
                <a:moveTo>
                  <a:pt x="3605991" y="3061777"/>
                </a:moveTo>
                <a:lnTo>
                  <a:pt x="3602119" y="3064898"/>
                </a:lnTo>
                <a:lnTo>
                  <a:pt x="3599008" y="3061042"/>
                </a:lnTo>
                <a:lnTo>
                  <a:pt x="3602872" y="3057922"/>
                </a:lnTo>
                <a:lnTo>
                  <a:pt x="3605991" y="3061777"/>
                </a:lnTo>
                <a:close/>
              </a:path>
              <a:path w="7579994" h="4824095">
                <a:moveTo>
                  <a:pt x="3441384" y="3194162"/>
                </a:moveTo>
                <a:lnTo>
                  <a:pt x="3438165" y="3196759"/>
                </a:lnTo>
                <a:lnTo>
                  <a:pt x="3435567" y="3193539"/>
                </a:lnTo>
                <a:lnTo>
                  <a:pt x="3438787" y="3190942"/>
                </a:lnTo>
                <a:lnTo>
                  <a:pt x="3441384" y="3194162"/>
                </a:lnTo>
                <a:close/>
              </a:path>
              <a:path w="7579994" h="4824095">
                <a:moveTo>
                  <a:pt x="3276192" y="3326470"/>
                </a:moveTo>
                <a:lnTo>
                  <a:pt x="3274269" y="3328029"/>
                </a:lnTo>
                <a:lnTo>
                  <a:pt x="3272718" y="3326104"/>
                </a:lnTo>
                <a:lnTo>
                  <a:pt x="3274642" y="3324545"/>
                </a:lnTo>
                <a:lnTo>
                  <a:pt x="3276192" y="3326470"/>
                </a:lnTo>
                <a:close/>
              </a:path>
              <a:path w="7579994" h="4824095">
                <a:moveTo>
                  <a:pt x="7108345" y="0"/>
                </a:moveTo>
                <a:lnTo>
                  <a:pt x="7073814" y="27882"/>
                </a:lnTo>
                <a:lnTo>
                  <a:pt x="7051303" y="0"/>
                </a:lnTo>
                <a:lnTo>
                  <a:pt x="7108345" y="0"/>
                </a:lnTo>
                <a:close/>
              </a:path>
              <a:path w="7579994" h="4824095">
                <a:moveTo>
                  <a:pt x="6956356" y="120608"/>
                </a:moveTo>
                <a:lnTo>
                  <a:pt x="6910049" y="158000"/>
                </a:lnTo>
                <a:lnTo>
                  <a:pt x="6872649" y="111686"/>
                </a:lnTo>
                <a:lnTo>
                  <a:pt x="6918955" y="74295"/>
                </a:lnTo>
                <a:lnTo>
                  <a:pt x="6956356" y="120608"/>
                </a:lnTo>
                <a:close/>
              </a:path>
              <a:path w="7579994" h="4824095">
                <a:moveTo>
                  <a:pt x="6790588" y="252855"/>
                </a:moveTo>
                <a:lnTo>
                  <a:pt x="6746215" y="288695"/>
                </a:lnTo>
                <a:lnTo>
                  <a:pt x="6710374" y="244313"/>
                </a:lnTo>
                <a:lnTo>
                  <a:pt x="6754756" y="208471"/>
                </a:lnTo>
                <a:lnTo>
                  <a:pt x="6790588" y="252855"/>
                </a:lnTo>
                <a:close/>
              </a:path>
              <a:path w="7579994" h="4824095">
                <a:moveTo>
                  <a:pt x="6624247" y="385048"/>
                </a:moveTo>
                <a:lnTo>
                  <a:pt x="6582434" y="418816"/>
                </a:lnTo>
                <a:lnTo>
                  <a:pt x="6548676" y="377009"/>
                </a:lnTo>
                <a:lnTo>
                  <a:pt x="6590489" y="343241"/>
                </a:lnTo>
                <a:lnTo>
                  <a:pt x="6624247" y="385048"/>
                </a:lnTo>
                <a:close/>
              </a:path>
              <a:path w="7579994" h="4824095">
                <a:moveTo>
                  <a:pt x="6457890" y="517244"/>
                </a:moveTo>
                <a:lnTo>
                  <a:pt x="6418659" y="548927"/>
                </a:lnTo>
                <a:lnTo>
                  <a:pt x="6386983" y="509687"/>
                </a:lnTo>
                <a:lnTo>
                  <a:pt x="6426215" y="478012"/>
                </a:lnTo>
                <a:lnTo>
                  <a:pt x="6457890" y="517244"/>
                </a:lnTo>
                <a:close/>
              </a:path>
              <a:path w="7579994" h="4824095">
                <a:moveTo>
                  <a:pt x="6291549" y="649437"/>
                </a:moveTo>
                <a:lnTo>
                  <a:pt x="6254894" y="679037"/>
                </a:lnTo>
                <a:lnTo>
                  <a:pt x="6225283" y="642375"/>
                </a:lnTo>
                <a:lnTo>
                  <a:pt x="6261947" y="612773"/>
                </a:lnTo>
                <a:lnTo>
                  <a:pt x="6291549" y="649437"/>
                </a:lnTo>
                <a:close/>
              </a:path>
              <a:path w="7579994" h="4824095">
                <a:moveTo>
                  <a:pt x="6125792" y="781692"/>
                </a:moveTo>
                <a:lnTo>
                  <a:pt x="6091051" y="809734"/>
                </a:lnTo>
                <a:lnTo>
                  <a:pt x="6063009" y="775002"/>
                </a:lnTo>
                <a:lnTo>
                  <a:pt x="6097740" y="746952"/>
                </a:lnTo>
                <a:lnTo>
                  <a:pt x="6125792" y="781692"/>
                </a:lnTo>
                <a:close/>
              </a:path>
              <a:path w="7579994" h="4824095">
                <a:moveTo>
                  <a:pt x="5959443" y="913885"/>
                </a:moveTo>
                <a:lnTo>
                  <a:pt x="5927279" y="939854"/>
                </a:lnTo>
                <a:lnTo>
                  <a:pt x="5901312" y="907697"/>
                </a:lnTo>
                <a:lnTo>
                  <a:pt x="5933475" y="881721"/>
                </a:lnTo>
                <a:lnTo>
                  <a:pt x="5959443" y="913885"/>
                </a:lnTo>
                <a:close/>
              </a:path>
              <a:path w="7579994" h="4824095">
                <a:moveTo>
                  <a:pt x="5793093" y="1046073"/>
                </a:moveTo>
                <a:lnTo>
                  <a:pt x="5763505" y="1069966"/>
                </a:lnTo>
                <a:lnTo>
                  <a:pt x="5739611" y="1040378"/>
                </a:lnTo>
                <a:lnTo>
                  <a:pt x="5769200" y="1016493"/>
                </a:lnTo>
                <a:lnTo>
                  <a:pt x="5793093" y="1046073"/>
                </a:lnTo>
                <a:close/>
              </a:path>
              <a:path w="7579994" h="4824095">
                <a:moveTo>
                  <a:pt x="5627337" y="1178334"/>
                </a:moveTo>
                <a:lnTo>
                  <a:pt x="5599672" y="1200669"/>
                </a:lnTo>
                <a:lnTo>
                  <a:pt x="5577337" y="1173004"/>
                </a:lnTo>
                <a:lnTo>
                  <a:pt x="5605002" y="1150669"/>
                </a:lnTo>
                <a:lnTo>
                  <a:pt x="5627337" y="1178334"/>
                </a:lnTo>
                <a:close/>
              </a:path>
              <a:path w="7579994" h="4824095">
                <a:moveTo>
                  <a:pt x="5460987" y="1310520"/>
                </a:moveTo>
                <a:lnTo>
                  <a:pt x="5435897" y="1330772"/>
                </a:lnTo>
                <a:lnTo>
                  <a:pt x="5415646" y="1305691"/>
                </a:lnTo>
                <a:lnTo>
                  <a:pt x="5440727" y="1285432"/>
                </a:lnTo>
                <a:lnTo>
                  <a:pt x="5460987" y="1310520"/>
                </a:lnTo>
                <a:close/>
              </a:path>
              <a:path w="7579994" h="4824095">
                <a:moveTo>
                  <a:pt x="5295212" y="1442776"/>
                </a:moveTo>
                <a:lnTo>
                  <a:pt x="5272063" y="1461467"/>
                </a:lnTo>
                <a:lnTo>
                  <a:pt x="5253363" y="1438319"/>
                </a:lnTo>
                <a:lnTo>
                  <a:pt x="5276520" y="1419618"/>
                </a:lnTo>
                <a:lnTo>
                  <a:pt x="5295212" y="1442776"/>
                </a:lnTo>
                <a:close/>
              </a:path>
              <a:path w="7579994" h="4824095">
                <a:moveTo>
                  <a:pt x="5129456" y="1575031"/>
                </a:moveTo>
                <a:lnTo>
                  <a:pt x="5108231" y="1592171"/>
                </a:lnTo>
                <a:lnTo>
                  <a:pt x="5091090" y="1570946"/>
                </a:lnTo>
                <a:lnTo>
                  <a:pt x="5112315" y="1553806"/>
                </a:lnTo>
                <a:lnTo>
                  <a:pt x="5129456" y="1575031"/>
                </a:lnTo>
                <a:close/>
              </a:path>
              <a:path w="7579994" h="4824095">
                <a:moveTo>
                  <a:pt x="4963689" y="1707286"/>
                </a:moveTo>
                <a:lnTo>
                  <a:pt x="4944396" y="1722866"/>
                </a:lnTo>
                <a:lnTo>
                  <a:pt x="4928816" y="1703573"/>
                </a:lnTo>
                <a:lnTo>
                  <a:pt x="4948109" y="1687993"/>
                </a:lnTo>
                <a:lnTo>
                  <a:pt x="4963689" y="1707286"/>
                </a:lnTo>
                <a:close/>
              </a:path>
              <a:path w="7579994" h="4824095">
                <a:moveTo>
                  <a:pt x="4797923" y="1839541"/>
                </a:moveTo>
                <a:lnTo>
                  <a:pt x="4780553" y="1853563"/>
                </a:lnTo>
                <a:lnTo>
                  <a:pt x="4766533" y="1836200"/>
                </a:lnTo>
                <a:lnTo>
                  <a:pt x="4783903" y="1822179"/>
                </a:lnTo>
                <a:lnTo>
                  <a:pt x="4797923" y="1839541"/>
                </a:lnTo>
                <a:close/>
              </a:path>
              <a:path w="7579994" h="4824095">
                <a:moveTo>
                  <a:pt x="4632156" y="1971788"/>
                </a:moveTo>
                <a:lnTo>
                  <a:pt x="4616719" y="1984258"/>
                </a:lnTo>
                <a:lnTo>
                  <a:pt x="4604257" y="1968819"/>
                </a:lnTo>
                <a:lnTo>
                  <a:pt x="4619694" y="1956349"/>
                </a:lnTo>
                <a:lnTo>
                  <a:pt x="4632156" y="1971788"/>
                </a:lnTo>
                <a:close/>
              </a:path>
              <a:path w="7579994" h="4824095">
                <a:moveTo>
                  <a:pt x="4465815" y="2103981"/>
                </a:moveTo>
                <a:lnTo>
                  <a:pt x="4452953" y="2114368"/>
                </a:lnTo>
                <a:lnTo>
                  <a:pt x="4442566" y="2101506"/>
                </a:lnTo>
                <a:lnTo>
                  <a:pt x="4455428" y="2091119"/>
                </a:lnTo>
                <a:lnTo>
                  <a:pt x="4465815" y="2103981"/>
                </a:lnTo>
                <a:close/>
              </a:path>
              <a:path w="7579994" h="4824095">
                <a:moveTo>
                  <a:pt x="4300634" y="2236305"/>
                </a:moveTo>
                <a:lnTo>
                  <a:pt x="4289052" y="2245656"/>
                </a:lnTo>
                <a:lnTo>
                  <a:pt x="4279701" y="2234073"/>
                </a:lnTo>
                <a:lnTo>
                  <a:pt x="4291283" y="2224722"/>
                </a:lnTo>
                <a:lnTo>
                  <a:pt x="4300634" y="2236305"/>
                </a:lnTo>
                <a:close/>
              </a:path>
              <a:path w="7579994" h="4824095">
                <a:moveTo>
                  <a:pt x="4135440" y="2368613"/>
                </a:moveTo>
                <a:lnTo>
                  <a:pt x="4125147" y="2376927"/>
                </a:lnTo>
                <a:lnTo>
                  <a:pt x="4116834" y="2366640"/>
                </a:lnTo>
                <a:lnTo>
                  <a:pt x="4127137" y="2358326"/>
                </a:lnTo>
                <a:lnTo>
                  <a:pt x="4135440" y="2368613"/>
                </a:lnTo>
                <a:close/>
              </a:path>
              <a:path w="7579994" h="4824095">
                <a:moveTo>
                  <a:pt x="3970259" y="2500928"/>
                </a:moveTo>
                <a:lnTo>
                  <a:pt x="3961252" y="2508205"/>
                </a:lnTo>
                <a:lnTo>
                  <a:pt x="3953984" y="2499198"/>
                </a:lnTo>
                <a:lnTo>
                  <a:pt x="3962990" y="2491921"/>
                </a:lnTo>
                <a:lnTo>
                  <a:pt x="3970259" y="2500928"/>
                </a:lnTo>
                <a:close/>
              </a:path>
              <a:path w="7579994" h="4824095">
                <a:moveTo>
                  <a:pt x="3804493" y="2633183"/>
                </a:moveTo>
                <a:lnTo>
                  <a:pt x="3797418" y="2638899"/>
                </a:lnTo>
                <a:lnTo>
                  <a:pt x="3791702" y="2631825"/>
                </a:lnTo>
                <a:lnTo>
                  <a:pt x="3798777" y="2626108"/>
                </a:lnTo>
                <a:lnTo>
                  <a:pt x="3804493" y="2633183"/>
                </a:lnTo>
                <a:close/>
              </a:path>
              <a:path w="7579994" h="4824095">
                <a:moveTo>
                  <a:pt x="3639312" y="2765507"/>
                </a:moveTo>
                <a:lnTo>
                  <a:pt x="3633515" y="2770179"/>
                </a:lnTo>
                <a:lnTo>
                  <a:pt x="3628845" y="2764391"/>
                </a:lnTo>
                <a:lnTo>
                  <a:pt x="3634631" y="2759712"/>
                </a:lnTo>
                <a:lnTo>
                  <a:pt x="3639312" y="2765507"/>
                </a:lnTo>
                <a:close/>
              </a:path>
              <a:path w="7579994" h="4824095">
                <a:moveTo>
                  <a:pt x="3474129" y="2897822"/>
                </a:moveTo>
                <a:lnTo>
                  <a:pt x="3469621" y="2901457"/>
                </a:lnTo>
                <a:lnTo>
                  <a:pt x="3465987" y="2896957"/>
                </a:lnTo>
                <a:lnTo>
                  <a:pt x="3470495" y="2893323"/>
                </a:lnTo>
                <a:lnTo>
                  <a:pt x="3474129" y="2897822"/>
                </a:lnTo>
                <a:close/>
              </a:path>
              <a:path w="7579994" h="4824095">
                <a:moveTo>
                  <a:pt x="3308938" y="3030139"/>
                </a:moveTo>
                <a:lnTo>
                  <a:pt x="3305726" y="3032735"/>
                </a:lnTo>
                <a:lnTo>
                  <a:pt x="3303130" y="3029523"/>
                </a:lnTo>
                <a:lnTo>
                  <a:pt x="3306342" y="3026927"/>
                </a:lnTo>
                <a:lnTo>
                  <a:pt x="3308938" y="3030139"/>
                </a:lnTo>
                <a:close/>
              </a:path>
              <a:path w="7579994" h="4824095">
                <a:moveTo>
                  <a:pt x="3143755" y="3162454"/>
                </a:moveTo>
                <a:lnTo>
                  <a:pt x="3141832" y="3164013"/>
                </a:lnTo>
                <a:lnTo>
                  <a:pt x="3140271" y="3162081"/>
                </a:lnTo>
                <a:lnTo>
                  <a:pt x="3142195" y="3160522"/>
                </a:lnTo>
                <a:lnTo>
                  <a:pt x="3143755" y="3162454"/>
                </a:lnTo>
                <a:close/>
              </a:path>
              <a:path w="7579994" h="4824095">
                <a:moveTo>
                  <a:pt x="6659318" y="88968"/>
                </a:moveTo>
                <a:lnTo>
                  <a:pt x="6613647" y="125838"/>
                </a:lnTo>
                <a:lnTo>
                  <a:pt x="6576769" y="80168"/>
                </a:lnTo>
                <a:lnTo>
                  <a:pt x="6622439" y="43290"/>
                </a:lnTo>
                <a:lnTo>
                  <a:pt x="6659318" y="88968"/>
                </a:lnTo>
                <a:close/>
              </a:path>
              <a:path w="7579994" h="4824095">
                <a:moveTo>
                  <a:pt x="6492385" y="221094"/>
                </a:moveTo>
                <a:lnTo>
                  <a:pt x="6449935" y="255376"/>
                </a:lnTo>
                <a:lnTo>
                  <a:pt x="6415652" y="212917"/>
                </a:lnTo>
                <a:lnTo>
                  <a:pt x="6458104" y="178644"/>
                </a:lnTo>
                <a:lnTo>
                  <a:pt x="6492385" y="221094"/>
                </a:lnTo>
                <a:close/>
              </a:path>
              <a:path w="7579994" h="4824095">
                <a:moveTo>
                  <a:pt x="6326628" y="353349"/>
                </a:moveTo>
                <a:lnTo>
                  <a:pt x="6286101" y="386070"/>
                </a:lnTo>
                <a:lnTo>
                  <a:pt x="6253379" y="345543"/>
                </a:lnTo>
                <a:lnTo>
                  <a:pt x="6293906" y="312821"/>
                </a:lnTo>
                <a:lnTo>
                  <a:pt x="6326628" y="353349"/>
                </a:lnTo>
                <a:close/>
              </a:path>
              <a:path w="7579994" h="4824095">
                <a:moveTo>
                  <a:pt x="6160278" y="485535"/>
                </a:moveTo>
                <a:lnTo>
                  <a:pt x="6122325" y="516174"/>
                </a:lnTo>
                <a:lnTo>
                  <a:pt x="6091689" y="478238"/>
                </a:lnTo>
                <a:lnTo>
                  <a:pt x="6129640" y="447591"/>
                </a:lnTo>
                <a:lnTo>
                  <a:pt x="6160278" y="485535"/>
                </a:lnTo>
                <a:close/>
              </a:path>
              <a:path w="7579994" h="4824095">
                <a:moveTo>
                  <a:pt x="5993930" y="617737"/>
                </a:moveTo>
                <a:lnTo>
                  <a:pt x="5958554" y="646302"/>
                </a:lnTo>
                <a:lnTo>
                  <a:pt x="5929988" y="610918"/>
                </a:lnTo>
                <a:lnTo>
                  <a:pt x="5965364" y="582354"/>
                </a:lnTo>
                <a:lnTo>
                  <a:pt x="5993930" y="617737"/>
                </a:lnTo>
                <a:close/>
              </a:path>
              <a:path w="7579994" h="4824095">
                <a:moveTo>
                  <a:pt x="5828163" y="749984"/>
                </a:moveTo>
                <a:lnTo>
                  <a:pt x="5794710" y="776990"/>
                </a:lnTo>
                <a:lnTo>
                  <a:pt x="5767707" y="743554"/>
                </a:lnTo>
                <a:lnTo>
                  <a:pt x="5801158" y="716540"/>
                </a:lnTo>
                <a:lnTo>
                  <a:pt x="5828163" y="749984"/>
                </a:lnTo>
                <a:close/>
              </a:path>
              <a:path w="7579994" h="4824095">
                <a:moveTo>
                  <a:pt x="5661822" y="882177"/>
                </a:moveTo>
                <a:lnTo>
                  <a:pt x="5630945" y="907108"/>
                </a:lnTo>
                <a:lnTo>
                  <a:pt x="5606014" y="876231"/>
                </a:lnTo>
                <a:lnTo>
                  <a:pt x="5636891" y="851301"/>
                </a:lnTo>
                <a:lnTo>
                  <a:pt x="5661822" y="882177"/>
                </a:lnTo>
                <a:close/>
              </a:path>
              <a:path w="7579994" h="4824095">
                <a:moveTo>
                  <a:pt x="5495465" y="1014373"/>
                </a:moveTo>
                <a:lnTo>
                  <a:pt x="5467164" y="1037221"/>
                </a:lnTo>
                <a:lnTo>
                  <a:pt x="5444316" y="1008928"/>
                </a:lnTo>
                <a:lnTo>
                  <a:pt x="5472616" y="986072"/>
                </a:lnTo>
                <a:lnTo>
                  <a:pt x="5495465" y="1014373"/>
                </a:lnTo>
                <a:close/>
              </a:path>
              <a:path w="7579994" h="4824095">
                <a:moveTo>
                  <a:pt x="5329708" y="1146627"/>
                </a:moveTo>
                <a:lnTo>
                  <a:pt x="5303338" y="1167915"/>
                </a:lnTo>
                <a:lnTo>
                  <a:pt x="5282042" y="1141547"/>
                </a:lnTo>
                <a:lnTo>
                  <a:pt x="5308410" y="1120250"/>
                </a:lnTo>
                <a:lnTo>
                  <a:pt x="5329708" y="1146627"/>
                </a:lnTo>
                <a:close/>
              </a:path>
              <a:path w="7579994" h="4824095">
                <a:moveTo>
                  <a:pt x="5163357" y="1278814"/>
                </a:moveTo>
                <a:lnTo>
                  <a:pt x="5139557" y="1298037"/>
                </a:lnTo>
                <a:lnTo>
                  <a:pt x="5120342" y="1274235"/>
                </a:lnTo>
                <a:lnTo>
                  <a:pt x="5144144" y="1255020"/>
                </a:lnTo>
                <a:lnTo>
                  <a:pt x="5163357" y="1278814"/>
                </a:lnTo>
                <a:close/>
              </a:path>
              <a:path w="7579994" h="4824095">
                <a:moveTo>
                  <a:pt x="4998175" y="1411128"/>
                </a:moveTo>
                <a:lnTo>
                  <a:pt x="4975661" y="1429306"/>
                </a:lnTo>
                <a:lnTo>
                  <a:pt x="4957485" y="1406802"/>
                </a:lnTo>
                <a:lnTo>
                  <a:pt x="4979998" y="1388624"/>
                </a:lnTo>
                <a:lnTo>
                  <a:pt x="4998175" y="1411128"/>
                </a:lnTo>
                <a:close/>
              </a:path>
              <a:path w="7579994" h="4824095">
                <a:moveTo>
                  <a:pt x="4831834" y="1543321"/>
                </a:moveTo>
                <a:lnTo>
                  <a:pt x="4811889" y="1559426"/>
                </a:lnTo>
                <a:lnTo>
                  <a:pt x="4795786" y="1539489"/>
                </a:lnTo>
                <a:lnTo>
                  <a:pt x="4815731" y="1523384"/>
                </a:lnTo>
                <a:lnTo>
                  <a:pt x="4831834" y="1543321"/>
                </a:lnTo>
                <a:close/>
              </a:path>
              <a:path w="7579994" h="4824095">
                <a:moveTo>
                  <a:pt x="4666060" y="1675578"/>
                </a:moveTo>
                <a:lnTo>
                  <a:pt x="4648054" y="1690121"/>
                </a:lnTo>
                <a:lnTo>
                  <a:pt x="4633512" y="1672115"/>
                </a:lnTo>
                <a:lnTo>
                  <a:pt x="4651517" y="1657573"/>
                </a:lnTo>
                <a:lnTo>
                  <a:pt x="4666060" y="1675578"/>
                </a:lnTo>
                <a:close/>
              </a:path>
              <a:path w="7579994" h="4824095">
                <a:moveTo>
                  <a:pt x="4500294" y="1807833"/>
                </a:moveTo>
                <a:lnTo>
                  <a:pt x="4484211" y="1820818"/>
                </a:lnTo>
                <a:lnTo>
                  <a:pt x="4471228" y="1804744"/>
                </a:lnTo>
                <a:lnTo>
                  <a:pt x="4487310" y="1791760"/>
                </a:lnTo>
                <a:lnTo>
                  <a:pt x="4500294" y="1807833"/>
                </a:lnTo>
                <a:close/>
              </a:path>
              <a:path w="7579994" h="4824095">
                <a:moveTo>
                  <a:pt x="4334537" y="1940088"/>
                </a:moveTo>
                <a:lnTo>
                  <a:pt x="4320378" y="1951513"/>
                </a:lnTo>
                <a:lnTo>
                  <a:pt x="4308955" y="1937371"/>
                </a:lnTo>
                <a:lnTo>
                  <a:pt x="4323112" y="1925937"/>
                </a:lnTo>
                <a:lnTo>
                  <a:pt x="4334537" y="1940088"/>
                </a:lnTo>
                <a:close/>
              </a:path>
              <a:path w="7579994" h="4824095">
                <a:moveTo>
                  <a:pt x="4168187" y="2072282"/>
                </a:moveTo>
                <a:lnTo>
                  <a:pt x="4156605" y="2081633"/>
                </a:lnTo>
                <a:lnTo>
                  <a:pt x="4147255" y="2070050"/>
                </a:lnTo>
                <a:lnTo>
                  <a:pt x="4158837" y="2060699"/>
                </a:lnTo>
                <a:lnTo>
                  <a:pt x="4168187" y="2072282"/>
                </a:lnTo>
                <a:close/>
              </a:path>
              <a:path w="7579994" h="4824095">
                <a:moveTo>
                  <a:pt x="4003005" y="2204597"/>
                </a:moveTo>
                <a:lnTo>
                  <a:pt x="3992711" y="2212911"/>
                </a:lnTo>
                <a:lnTo>
                  <a:pt x="3984397" y="2202616"/>
                </a:lnTo>
                <a:lnTo>
                  <a:pt x="3994691" y="2194303"/>
                </a:lnTo>
                <a:lnTo>
                  <a:pt x="4003005" y="2204597"/>
                </a:lnTo>
                <a:close/>
              </a:path>
              <a:path w="7579994" h="4824095">
                <a:moveTo>
                  <a:pt x="3837822" y="2336912"/>
                </a:moveTo>
                <a:lnTo>
                  <a:pt x="3828815" y="2344181"/>
                </a:lnTo>
                <a:lnTo>
                  <a:pt x="3821548" y="2335181"/>
                </a:lnTo>
                <a:lnTo>
                  <a:pt x="3830554" y="2327905"/>
                </a:lnTo>
                <a:lnTo>
                  <a:pt x="3837822" y="2336912"/>
                </a:lnTo>
                <a:close/>
              </a:path>
              <a:path w="7579994" h="4824095">
                <a:moveTo>
                  <a:pt x="3672631" y="2469230"/>
                </a:moveTo>
                <a:lnTo>
                  <a:pt x="3664912" y="2475460"/>
                </a:lnTo>
                <a:lnTo>
                  <a:pt x="3658682" y="2467749"/>
                </a:lnTo>
                <a:lnTo>
                  <a:pt x="3666400" y="2461510"/>
                </a:lnTo>
                <a:lnTo>
                  <a:pt x="3672631" y="2469230"/>
                </a:lnTo>
                <a:close/>
              </a:path>
              <a:path w="7579994" h="4824095">
                <a:moveTo>
                  <a:pt x="3507448" y="2601545"/>
                </a:moveTo>
                <a:lnTo>
                  <a:pt x="3501017" y="2606738"/>
                </a:lnTo>
                <a:lnTo>
                  <a:pt x="3495824" y="2600307"/>
                </a:lnTo>
                <a:lnTo>
                  <a:pt x="3502255" y="2595113"/>
                </a:lnTo>
                <a:lnTo>
                  <a:pt x="3507448" y="2601545"/>
                </a:lnTo>
                <a:close/>
              </a:path>
              <a:path w="7579994" h="4824095">
                <a:moveTo>
                  <a:pt x="3342266" y="2733860"/>
                </a:moveTo>
                <a:lnTo>
                  <a:pt x="3337123" y="2738016"/>
                </a:lnTo>
                <a:lnTo>
                  <a:pt x="3332966" y="2732873"/>
                </a:lnTo>
                <a:lnTo>
                  <a:pt x="3338109" y="2728717"/>
                </a:lnTo>
                <a:lnTo>
                  <a:pt x="3342266" y="2733860"/>
                </a:lnTo>
                <a:close/>
              </a:path>
              <a:path w="7579994" h="4824095">
                <a:moveTo>
                  <a:pt x="3177084" y="2866183"/>
                </a:moveTo>
                <a:lnTo>
                  <a:pt x="3173228" y="2869294"/>
                </a:lnTo>
                <a:lnTo>
                  <a:pt x="3170108" y="2865431"/>
                </a:lnTo>
                <a:lnTo>
                  <a:pt x="3173963" y="2862312"/>
                </a:lnTo>
                <a:lnTo>
                  <a:pt x="3177084" y="2866183"/>
                </a:lnTo>
                <a:close/>
              </a:path>
              <a:path w="7579994" h="4824095">
                <a:moveTo>
                  <a:pt x="3011900" y="2998490"/>
                </a:moveTo>
                <a:lnTo>
                  <a:pt x="3009324" y="3000565"/>
                </a:lnTo>
                <a:lnTo>
                  <a:pt x="3007252" y="2998005"/>
                </a:lnTo>
                <a:lnTo>
                  <a:pt x="3009827" y="2995922"/>
                </a:lnTo>
                <a:lnTo>
                  <a:pt x="3011900" y="2998490"/>
                </a:lnTo>
                <a:close/>
              </a:path>
              <a:path w="7579994" h="4824095">
                <a:moveTo>
                  <a:pt x="2846717" y="3130806"/>
                </a:moveTo>
                <a:lnTo>
                  <a:pt x="2845429" y="3131843"/>
                </a:lnTo>
                <a:lnTo>
                  <a:pt x="2844393" y="3130563"/>
                </a:lnTo>
                <a:lnTo>
                  <a:pt x="2845681" y="3129526"/>
                </a:lnTo>
                <a:lnTo>
                  <a:pt x="2846717" y="3130806"/>
                </a:lnTo>
                <a:close/>
              </a:path>
              <a:path w="7579994" h="4824095">
                <a:moveTo>
                  <a:pt x="6361689" y="57261"/>
                </a:moveTo>
                <a:lnTo>
                  <a:pt x="6317307" y="93102"/>
                </a:lnTo>
                <a:lnTo>
                  <a:pt x="6281475" y="48719"/>
                </a:lnTo>
                <a:lnTo>
                  <a:pt x="6325857" y="12877"/>
                </a:lnTo>
                <a:lnTo>
                  <a:pt x="6361689" y="57261"/>
                </a:lnTo>
                <a:close/>
              </a:path>
              <a:path w="7579994" h="4824095">
                <a:moveTo>
                  <a:pt x="6195339" y="189447"/>
                </a:moveTo>
                <a:lnTo>
                  <a:pt x="6153532" y="223206"/>
                </a:lnTo>
                <a:lnTo>
                  <a:pt x="6119774" y="181399"/>
                </a:lnTo>
                <a:lnTo>
                  <a:pt x="6161581" y="147641"/>
                </a:lnTo>
                <a:lnTo>
                  <a:pt x="6195339" y="189447"/>
                </a:lnTo>
                <a:close/>
              </a:path>
              <a:path w="7579994" h="4824095">
                <a:moveTo>
                  <a:pt x="6028998" y="321641"/>
                </a:moveTo>
                <a:lnTo>
                  <a:pt x="5989759" y="353325"/>
                </a:lnTo>
                <a:lnTo>
                  <a:pt x="5958076" y="314094"/>
                </a:lnTo>
                <a:lnTo>
                  <a:pt x="5997315" y="282409"/>
                </a:lnTo>
                <a:lnTo>
                  <a:pt x="6028998" y="321641"/>
                </a:lnTo>
                <a:close/>
              </a:path>
              <a:path w="7579994" h="4824095">
                <a:moveTo>
                  <a:pt x="5862067" y="453775"/>
                </a:moveTo>
                <a:lnTo>
                  <a:pt x="5826055" y="482852"/>
                </a:lnTo>
                <a:lnTo>
                  <a:pt x="5796968" y="446842"/>
                </a:lnTo>
                <a:lnTo>
                  <a:pt x="5832988" y="417754"/>
                </a:lnTo>
                <a:lnTo>
                  <a:pt x="5862067" y="453775"/>
                </a:lnTo>
                <a:close/>
              </a:path>
              <a:path w="7579994" h="4824095">
                <a:moveTo>
                  <a:pt x="5696884" y="586088"/>
                </a:moveTo>
                <a:lnTo>
                  <a:pt x="5662153" y="614140"/>
                </a:lnTo>
                <a:lnTo>
                  <a:pt x="5634102" y="579401"/>
                </a:lnTo>
                <a:lnTo>
                  <a:pt x="5668843" y="551357"/>
                </a:lnTo>
                <a:lnTo>
                  <a:pt x="5696884" y="586088"/>
                </a:lnTo>
                <a:close/>
              </a:path>
              <a:path w="7579994" h="4824095">
                <a:moveTo>
                  <a:pt x="5530534" y="718277"/>
                </a:moveTo>
                <a:lnTo>
                  <a:pt x="5498378" y="744244"/>
                </a:lnTo>
                <a:lnTo>
                  <a:pt x="5472410" y="712087"/>
                </a:lnTo>
                <a:lnTo>
                  <a:pt x="5504567" y="686120"/>
                </a:lnTo>
                <a:lnTo>
                  <a:pt x="5530534" y="718277"/>
                </a:lnTo>
                <a:close/>
              </a:path>
              <a:path w="7579994" h="4824095">
                <a:moveTo>
                  <a:pt x="5363610" y="850410"/>
                </a:moveTo>
                <a:lnTo>
                  <a:pt x="5334665" y="873781"/>
                </a:lnTo>
                <a:lnTo>
                  <a:pt x="5311294" y="844836"/>
                </a:lnTo>
                <a:lnTo>
                  <a:pt x="5340239" y="821465"/>
                </a:lnTo>
                <a:lnTo>
                  <a:pt x="5363610" y="850410"/>
                </a:lnTo>
                <a:close/>
              </a:path>
              <a:path w="7579994" h="4824095">
                <a:moveTo>
                  <a:pt x="5197836" y="982666"/>
                </a:moveTo>
                <a:lnTo>
                  <a:pt x="5170831" y="1004476"/>
                </a:lnTo>
                <a:lnTo>
                  <a:pt x="5149020" y="977463"/>
                </a:lnTo>
                <a:lnTo>
                  <a:pt x="5176025" y="955653"/>
                </a:lnTo>
                <a:lnTo>
                  <a:pt x="5197836" y="982666"/>
                </a:lnTo>
                <a:close/>
              </a:path>
              <a:path w="7579994" h="4824095">
                <a:moveTo>
                  <a:pt x="5032079" y="1114920"/>
                </a:moveTo>
                <a:lnTo>
                  <a:pt x="5006999" y="1135179"/>
                </a:lnTo>
                <a:lnTo>
                  <a:pt x="4986738" y="1110091"/>
                </a:lnTo>
                <a:lnTo>
                  <a:pt x="5011828" y="1089839"/>
                </a:lnTo>
                <a:lnTo>
                  <a:pt x="5032079" y="1114920"/>
                </a:lnTo>
                <a:close/>
              </a:path>
              <a:path w="7579994" h="4824095">
                <a:moveTo>
                  <a:pt x="4866313" y="1247176"/>
                </a:moveTo>
                <a:lnTo>
                  <a:pt x="4843156" y="1265876"/>
                </a:lnTo>
                <a:lnTo>
                  <a:pt x="4824464" y="1242718"/>
                </a:lnTo>
                <a:lnTo>
                  <a:pt x="4847622" y="1224026"/>
                </a:lnTo>
                <a:lnTo>
                  <a:pt x="4866313" y="1247176"/>
                </a:lnTo>
                <a:close/>
              </a:path>
              <a:path w="7579994" h="4824095">
                <a:moveTo>
                  <a:pt x="4699964" y="1379370"/>
                </a:moveTo>
                <a:lnTo>
                  <a:pt x="4679382" y="1395988"/>
                </a:lnTo>
                <a:lnTo>
                  <a:pt x="4662764" y="1375406"/>
                </a:lnTo>
                <a:lnTo>
                  <a:pt x="4683346" y="1358788"/>
                </a:lnTo>
                <a:lnTo>
                  <a:pt x="4699964" y="1379370"/>
                </a:lnTo>
                <a:close/>
              </a:path>
              <a:path w="7579994" h="4824095">
                <a:moveTo>
                  <a:pt x="4534207" y="1511624"/>
                </a:moveTo>
                <a:lnTo>
                  <a:pt x="4515556" y="1526681"/>
                </a:lnTo>
                <a:lnTo>
                  <a:pt x="4500491" y="1508032"/>
                </a:lnTo>
                <a:lnTo>
                  <a:pt x="4519148" y="1492965"/>
                </a:lnTo>
                <a:lnTo>
                  <a:pt x="4534207" y="1511624"/>
                </a:lnTo>
                <a:close/>
              </a:path>
              <a:path w="7579994" h="4824095">
                <a:moveTo>
                  <a:pt x="4368440" y="1643877"/>
                </a:moveTo>
                <a:lnTo>
                  <a:pt x="4351714" y="1657378"/>
                </a:lnTo>
                <a:lnTo>
                  <a:pt x="4338217" y="1640659"/>
                </a:lnTo>
                <a:lnTo>
                  <a:pt x="4354934" y="1627153"/>
                </a:lnTo>
                <a:lnTo>
                  <a:pt x="4368440" y="1643877"/>
                </a:lnTo>
                <a:close/>
              </a:path>
              <a:path w="7579994" h="4824095">
                <a:moveTo>
                  <a:pt x="4202666" y="1776136"/>
                </a:moveTo>
                <a:lnTo>
                  <a:pt x="4187879" y="1788074"/>
                </a:lnTo>
                <a:lnTo>
                  <a:pt x="4175932" y="1773280"/>
                </a:lnTo>
                <a:lnTo>
                  <a:pt x="4190719" y="1761342"/>
                </a:lnTo>
                <a:lnTo>
                  <a:pt x="4202666" y="1776136"/>
                </a:lnTo>
                <a:close/>
              </a:path>
              <a:path w="7579994" h="4824095">
                <a:moveTo>
                  <a:pt x="4036325" y="1908329"/>
                </a:moveTo>
                <a:lnTo>
                  <a:pt x="4024106" y="1918193"/>
                </a:lnTo>
                <a:lnTo>
                  <a:pt x="4014234" y="1905975"/>
                </a:lnTo>
                <a:lnTo>
                  <a:pt x="4026460" y="1896102"/>
                </a:lnTo>
                <a:lnTo>
                  <a:pt x="4036325" y="1908329"/>
                </a:lnTo>
                <a:close/>
              </a:path>
              <a:path w="7579994" h="4824095">
                <a:moveTo>
                  <a:pt x="3871142" y="2040636"/>
                </a:moveTo>
                <a:lnTo>
                  <a:pt x="3860202" y="2049464"/>
                </a:lnTo>
                <a:lnTo>
                  <a:pt x="3851376" y="2038534"/>
                </a:lnTo>
                <a:lnTo>
                  <a:pt x="3862315" y="2029706"/>
                </a:lnTo>
                <a:lnTo>
                  <a:pt x="3871142" y="2040636"/>
                </a:lnTo>
                <a:close/>
              </a:path>
              <a:path w="7579994" h="4824095">
                <a:moveTo>
                  <a:pt x="3705951" y="2172953"/>
                </a:moveTo>
                <a:lnTo>
                  <a:pt x="3696308" y="2180742"/>
                </a:lnTo>
                <a:lnTo>
                  <a:pt x="3688519" y="2171100"/>
                </a:lnTo>
                <a:lnTo>
                  <a:pt x="3698161" y="2163310"/>
                </a:lnTo>
                <a:lnTo>
                  <a:pt x="3705951" y="2172953"/>
                </a:lnTo>
                <a:close/>
              </a:path>
              <a:path w="7579994" h="4824095">
                <a:moveTo>
                  <a:pt x="3540769" y="2305276"/>
                </a:moveTo>
                <a:lnTo>
                  <a:pt x="3532413" y="2312020"/>
                </a:lnTo>
                <a:lnTo>
                  <a:pt x="3525660" y="2303658"/>
                </a:lnTo>
                <a:lnTo>
                  <a:pt x="3534016" y="2296914"/>
                </a:lnTo>
                <a:lnTo>
                  <a:pt x="3540769" y="2305276"/>
                </a:lnTo>
                <a:close/>
              </a:path>
              <a:path w="7579994" h="4824095">
                <a:moveTo>
                  <a:pt x="3375010" y="2437522"/>
                </a:moveTo>
                <a:lnTo>
                  <a:pt x="3368579" y="2442715"/>
                </a:lnTo>
                <a:lnTo>
                  <a:pt x="3363386" y="2436284"/>
                </a:lnTo>
                <a:lnTo>
                  <a:pt x="3369817" y="2431091"/>
                </a:lnTo>
                <a:lnTo>
                  <a:pt x="3375010" y="2437522"/>
                </a:lnTo>
                <a:close/>
              </a:path>
              <a:path w="7579994" h="4824095">
                <a:moveTo>
                  <a:pt x="3209827" y="2569837"/>
                </a:moveTo>
                <a:lnTo>
                  <a:pt x="3204676" y="2573995"/>
                </a:lnTo>
                <a:lnTo>
                  <a:pt x="3200520" y="2568852"/>
                </a:lnTo>
                <a:lnTo>
                  <a:pt x="3205671" y="2564694"/>
                </a:lnTo>
                <a:lnTo>
                  <a:pt x="3209827" y="2569837"/>
                </a:lnTo>
                <a:close/>
              </a:path>
              <a:path w="7579994" h="4824095">
                <a:moveTo>
                  <a:pt x="3044646" y="2702161"/>
                </a:moveTo>
                <a:lnTo>
                  <a:pt x="3040781" y="2705273"/>
                </a:lnTo>
                <a:lnTo>
                  <a:pt x="3037671" y="2701417"/>
                </a:lnTo>
                <a:lnTo>
                  <a:pt x="3041525" y="2698298"/>
                </a:lnTo>
                <a:lnTo>
                  <a:pt x="3044646" y="2702161"/>
                </a:lnTo>
                <a:close/>
              </a:path>
              <a:path w="7579994" h="4824095">
                <a:moveTo>
                  <a:pt x="2879463" y="2834476"/>
                </a:moveTo>
                <a:lnTo>
                  <a:pt x="2876887" y="2836551"/>
                </a:lnTo>
                <a:lnTo>
                  <a:pt x="2874805" y="2833984"/>
                </a:lnTo>
                <a:lnTo>
                  <a:pt x="2877380" y="2831901"/>
                </a:lnTo>
                <a:lnTo>
                  <a:pt x="2879463" y="2834476"/>
                </a:lnTo>
                <a:close/>
              </a:path>
              <a:path w="7579994" h="4824095">
                <a:moveTo>
                  <a:pt x="2714855" y="2966853"/>
                </a:moveTo>
                <a:lnTo>
                  <a:pt x="2712924" y="2968413"/>
                </a:lnTo>
                <a:lnTo>
                  <a:pt x="2711363" y="2966482"/>
                </a:lnTo>
                <a:lnTo>
                  <a:pt x="2713295" y="2964921"/>
                </a:lnTo>
                <a:lnTo>
                  <a:pt x="2714855" y="2966853"/>
                </a:lnTo>
                <a:close/>
              </a:path>
              <a:path w="7579994" h="4824095">
                <a:moveTo>
                  <a:pt x="6063479" y="25496"/>
                </a:moveTo>
                <a:lnTo>
                  <a:pt x="6021029" y="59777"/>
                </a:lnTo>
                <a:lnTo>
                  <a:pt x="5986756" y="17325"/>
                </a:lnTo>
                <a:lnTo>
                  <a:pt x="6008210" y="0"/>
                </a:lnTo>
                <a:lnTo>
                  <a:pt x="6042895" y="0"/>
                </a:lnTo>
                <a:lnTo>
                  <a:pt x="6063479" y="25496"/>
                </a:lnTo>
                <a:close/>
              </a:path>
              <a:path w="7579994" h="4824095">
                <a:moveTo>
                  <a:pt x="5897722" y="157750"/>
                </a:moveTo>
                <a:lnTo>
                  <a:pt x="5857195" y="190472"/>
                </a:lnTo>
                <a:lnTo>
                  <a:pt x="5824482" y="149952"/>
                </a:lnTo>
                <a:lnTo>
                  <a:pt x="5865001" y="117231"/>
                </a:lnTo>
                <a:lnTo>
                  <a:pt x="5897722" y="157750"/>
                </a:lnTo>
                <a:close/>
              </a:path>
              <a:path w="7579994" h="4824095">
                <a:moveTo>
                  <a:pt x="5730789" y="289876"/>
                </a:moveTo>
                <a:lnTo>
                  <a:pt x="5693481" y="320000"/>
                </a:lnTo>
                <a:lnTo>
                  <a:pt x="5663358" y="282701"/>
                </a:lnTo>
                <a:lnTo>
                  <a:pt x="5700674" y="252575"/>
                </a:lnTo>
                <a:lnTo>
                  <a:pt x="5730789" y="289876"/>
                </a:lnTo>
                <a:close/>
              </a:path>
              <a:path w="7579994" h="4824095">
                <a:moveTo>
                  <a:pt x="5565033" y="422138"/>
                </a:moveTo>
                <a:lnTo>
                  <a:pt x="5529649" y="450704"/>
                </a:lnTo>
                <a:lnTo>
                  <a:pt x="5501083" y="415320"/>
                </a:lnTo>
                <a:lnTo>
                  <a:pt x="5536467" y="386754"/>
                </a:lnTo>
                <a:lnTo>
                  <a:pt x="5565033" y="422138"/>
                </a:lnTo>
                <a:close/>
              </a:path>
              <a:path w="7579994" h="4824095">
                <a:moveTo>
                  <a:pt x="5398675" y="554326"/>
                </a:moveTo>
                <a:lnTo>
                  <a:pt x="5365875" y="580816"/>
                </a:lnTo>
                <a:lnTo>
                  <a:pt x="5339394" y="548015"/>
                </a:lnTo>
                <a:lnTo>
                  <a:pt x="5372193" y="521525"/>
                </a:lnTo>
                <a:lnTo>
                  <a:pt x="5398675" y="554326"/>
                </a:lnTo>
                <a:close/>
              </a:path>
              <a:path w="7579994" h="4824095">
                <a:moveTo>
                  <a:pt x="5232333" y="686519"/>
                </a:moveTo>
                <a:lnTo>
                  <a:pt x="5202109" y="710926"/>
                </a:lnTo>
                <a:lnTo>
                  <a:pt x="5177692" y="680694"/>
                </a:lnTo>
                <a:lnTo>
                  <a:pt x="5207925" y="656286"/>
                </a:lnTo>
                <a:lnTo>
                  <a:pt x="5232333" y="686519"/>
                </a:lnTo>
                <a:close/>
              </a:path>
              <a:path w="7579994" h="4824095">
                <a:moveTo>
                  <a:pt x="5065985" y="818713"/>
                </a:moveTo>
                <a:lnTo>
                  <a:pt x="5038328" y="841047"/>
                </a:lnTo>
                <a:lnTo>
                  <a:pt x="5015994" y="813391"/>
                </a:lnTo>
                <a:lnTo>
                  <a:pt x="5043659" y="791055"/>
                </a:lnTo>
                <a:lnTo>
                  <a:pt x="5065985" y="818713"/>
                </a:lnTo>
                <a:close/>
              </a:path>
              <a:path w="7579994" h="4824095">
                <a:moveTo>
                  <a:pt x="4900219" y="950969"/>
                </a:moveTo>
                <a:lnTo>
                  <a:pt x="4874493" y="971742"/>
                </a:lnTo>
                <a:lnTo>
                  <a:pt x="4853710" y="946010"/>
                </a:lnTo>
                <a:lnTo>
                  <a:pt x="4879444" y="925236"/>
                </a:lnTo>
                <a:lnTo>
                  <a:pt x="4900219" y="950969"/>
                </a:lnTo>
                <a:close/>
              </a:path>
              <a:path w="7579994" h="4824095">
                <a:moveTo>
                  <a:pt x="4734461" y="1083223"/>
                </a:moveTo>
                <a:lnTo>
                  <a:pt x="4710660" y="1102437"/>
                </a:lnTo>
                <a:lnTo>
                  <a:pt x="4691436" y="1078637"/>
                </a:lnTo>
                <a:lnTo>
                  <a:pt x="4715238" y="1059422"/>
                </a:lnTo>
                <a:lnTo>
                  <a:pt x="4734461" y="1083223"/>
                </a:lnTo>
                <a:close/>
              </a:path>
              <a:path w="7579994" h="4824095">
                <a:moveTo>
                  <a:pt x="4568687" y="1215479"/>
                </a:moveTo>
                <a:lnTo>
                  <a:pt x="4546817" y="1233134"/>
                </a:lnTo>
                <a:lnTo>
                  <a:pt x="4529162" y="1211265"/>
                </a:lnTo>
                <a:lnTo>
                  <a:pt x="4551032" y="1193609"/>
                </a:lnTo>
                <a:lnTo>
                  <a:pt x="4568687" y="1215479"/>
                </a:lnTo>
                <a:close/>
              </a:path>
              <a:path w="7579994" h="4824095">
                <a:moveTo>
                  <a:pt x="4402346" y="1347671"/>
                </a:moveTo>
                <a:lnTo>
                  <a:pt x="4383053" y="1363253"/>
                </a:lnTo>
                <a:lnTo>
                  <a:pt x="4367464" y="1343952"/>
                </a:lnTo>
                <a:lnTo>
                  <a:pt x="4386766" y="1328370"/>
                </a:lnTo>
                <a:lnTo>
                  <a:pt x="4402346" y="1347671"/>
                </a:lnTo>
                <a:close/>
              </a:path>
              <a:path w="7579994" h="4824095">
                <a:moveTo>
                  <a:pt x="4236588" y="1479918"/>
                </a:moveTo>
                <a:lnTo>
                  <a:pt x="4219219" y="1493948"/>
                </a:lnTo>
                <a:lnTo>
                  <a:pt x="4205189" y="1476579"/>
                </a:lnTo>
                <a:lnTo>
                  <a:pt x="4222558" y="1462548"/>
                </a:lnTo>
                <a:lnTo>
                  <a:pt x="4236588" y="1479918"/>
                </a:lnTo>
                <a:close/>
              </a:path>
              <a:path w="7579994" h="4824095">
                <a:moveTo>
                  <a:pt x="4070814" y="1612174"/>
                </a:moveTo>
                <a:lnTo>
                  <a:pt x="4055376" y="1624644"/>
                </a:lnTo>
                <a:lnTo>
                  <a:pt x="4042914" y="1609205"/>
                </a:lnTo>
                <a:lnTo>
                  <a:pt x="4058352" y="1596735"/>
                </a:lnTo>
                <a:lnTo>
                  <a:pt x="4070814" y="1612174"/>
                </a:lnTo>
                <a:close/>
              </a:path>
              <a:path w="7579994" h="4824095">
                <a:moveTo>
                  <a:pt x="3904463" y="1744361"/>
                </a:moveTo>
                <a:lnTo>
                  <a:pt x="3891601" y="1754747"/>
                </a:lnTo>
                <a:lnTo>
                  <a:pt x="3881215" y="1741885"/>
                </a:lnTo>
                <a:lnTo>
                  <a:pt x="3894077" y="1731498"/>
                </a:lnTo>
                <a:lnTo>
                  <a:pt x="3904463" y="1744361"/>
                </a:lnTo>
                <a:close/>
              </a:path>
              <a:path w="7579994" h="4824095">
                <a:moveTo>
                  <a:pt x="3739282" y="1876684"/>
                </a:moveTo>
                <a:lnTo>
                  <a:pt x="3727708" y="1886033"/>
                </a:lnTo>
                <a:lnTo>
                  <a:pt x="3718358" y="1874459"/>
                </a:lnTo>
                <a:lnTo>
                  <a:pt x="3729941" y="1865108"/>
                </a:lnTo>
                <a:lnTo>
                  <a:pt x="3739282" y="1876684"/>
                </a:lnTo>
                <a:close/>
              </a:path>
              <a:path w="7579994" h="4824095">
                <a:moveTo>
                  <a:pt x="3574099" y="2008999"/>
                </a:moveTo>
                <a:lnTo>
                  <a:pt x="3563811" y="2017303"/>
                </a:lnTo>
                <a:lnTo>
                  <a:pt x="3555499" y="2007017"/>
                </a:lnTo>
                <a:lnTo>
                  <a:pt x="3565795" y="1998712"/>
                </a:lnTo>
                <a:lnTo>
                  <a:pt x="3574099" y="2008999"/>
                </a:lnTo>
                <a:close/>
              </a:path>
              <a:path w="7579994" h="4824095">
                <a:moveTo>
                  <a:pt x="3408916" y="2141314"/>
                </a:moveTo>
                <a:lnTo>
                  <a:pt x="3399910" y="2148591"/>
                </a:lnTo>
                <a:lnTo>
                  <a:pt x="3392642" y="2139583"/>
                </a:lnTo>
                <a:lnTo>
                  <a:pt x="3401648" y="2132307"/>
                </a:lnTo>
                <a:lnTo>
                  <a:pt x="3408916" y="2141314"/>
                </a:lnTo>
                <a:close/>
              </a:path>
              <a:path w="7579994" h="4824095">
                <a:moveTo>
                  <a:pt x="3243150" y="2273570"/>
                </a:moveTo>
                <a:lnTo>
                  <a:pt x="3236076" y="2279286"/>
                </a:lnTo>
                <a:lnTo>
                  <a:pt x="3230359" y="2272211"/>
                </a:lnTo>
                <a:lnTo>
                  <a:pt x="3237434" y="2266495"/>
                </a:lnTo>
                <a:lnTo>
                  <a:pt x="3243150" y="2273570"/>
                </a:lnTo>
                <a:close/>
              </a:path>
              <a:path w="7579994" h="4824095">
                <a:moveTo>
                  <a:pt x="3077968" y="2405884"/>
                </a:moveTo>
                <a:lnTo>
                  <a:pt x="3072180" y="2410556"/>
                </a:lnTo>
                <a:lnTo>
                  <a:pt x="3067509" y="2404768"/>
                </a:lnTo>
                <a:lnTo>
                  <a:pt x="3073289" y="2400098"/>
                </a:lnTo>
                <a:lnTo>
                  <a:pt x="3077968" y="2405884"/>
                </a:lnTo>
                <a:close/>
              </a:path>
              <a:path w="7579994" h="4824095">
                <a:moveTo>
                  <a:pt x="2912786" y="2538208"/>
                </a:moveTo>
                <a:lnTo>
                  <a:pt x="2908287" y="2541842"/>
                </a:lnTo>
                <a:lnTo>
                  <a:pt x="2904644" y="2537335"/>
                </a:lnTo>
                <a:lnTo>
                  <a:pt x="2909143" y="2533702"/>
                </a:lnTo>
                <a:lnTo>
                  <a:pt x="2912786" y="2538208"/>
                </a:lnTo>
                <a:close/>
              </a:path>
              <a:path w="7579994" h="4824095">
                <a:moveTo>
                  <a:pt x="2747594" y="2670517"/>
                </a:moveTo>
                <a:lnTo>
                  <a:pt x="2744382" y="2673113"/>
                </a:lnTo>
                <a:lnTo>
                  <a:pt x="2741786" y="2669901"/>
                </a:lnTo>
                <a:lnTo>
                  <a:pt x="2744998" y="2667305"/>
                </a:lnTo>
                <a:lnTo>
                  <a:pt x="2747594" y="2670517"/>
                </a:lnTo>
                <a:close/>
              </a:path>
              <a:path w="7579994" h="4824095">
                <a:moveTo>
                  <a:pt x="2582419" y="2802831"/>
                </a:moveTo>
                <a:lnTo>
                  <a:pt x="2580488" y="2804391"/>
                </a:lnTo>
                <a:lnTo>
                  <a:pt x="2578929" y="2802468"/>
                </a:lnTo>
                <a:lnTo>
                  <a:pt x="2580860" y="2800908"/>
                </a:lnTo>
                <a:lnTo>
                  <a:pt x="2582419" y="2802831"/>
                </a:lnTo>
                <a:close/>
              </a:path>
              <a:path w="7579994" h="4824095">
                <a:moveTo>
                  <a:pt x="5758171" y="0"/>
                </a:moveTo>
                <a:lnTo>
                  <a:pt x="5724696" y="27030"/>
                </a:lnTo>
                <a:lnTo>
                  <a:pt x="5702875" y="0"/>
                </a:lnTo>
                <a:lnTo>
                  <a:pt x="5758171" y="0"/>
                </a:lnTo>
                <a:close/>
              </a:path>
              <a:path w="7579994" h="4824095">
                <a:moveTo>
                  <a:pt x="5599511" y="125989"/>
                </a:moveTo>
                <a:lnTo>
                  <a:pt x="5560924" y="157149"/>
                </a:lnTo>
                <a:lnTo>
                  <a:pt x="5529762" y="118554"/>
                </a:lnTo>
                <a:lnTo>
                  <a:pt x="5568350" y="87394"/>
                </a:lnTo>
                <a:lnTo>
                  <a:pt x="5599511" y="125989"/>
                </a:lnTo>
                <a:close/>
              </a:path>
              <a:path w="7579994" h="4824095">
                <a:moveTo>
                  <a:pt x="5433169" y="258174"/>
                </a:moveTo>
                <a:lnTo>
                  <a:pt x="5397148" y="287253"/>
                </a:lnTo>
                <a:lnTo>
                  <a:pt x="5368062" y="251242"/>
                </a:lnTo>
                <a:lnTo>
                  <a:pt x="5404082" y="222155"/>
                </a:lnTo>
                <a:lnTo>
                  <a:pt x="5433169" y="258174"/>
                </a:lnTo>
                <a:close/>
              </a:path>
              <a:path w="7579994" h="4824095">
                <a:moveTo>
                  <a:pt x="5267412" y="390428"/>
                </a:moveTo>
                <a:lnTo>
                  <a:pt x="5233316" y="417957"/>
                </a:lnTo>
                <a:lnTo>
                  <a:pt x="5205789" y="383869"/>
                </a:lnTo>
                <a:lnTo>
                  <a:pt x="5239885" y="356340"/>
                </a:lnTo>
                <a:lnTo>
                  <a:pt x="5267412" y="390428"/>
                </a:lnTo>
                <a:close/>
              </a:path>
              <a:path w="7579994" h="4824095">
                <a:moveTo>
                  <a:pt x="5101055" y="522624"/>
                </a:moveTo>
                <a:lnTo>
                  <a:pt x="5069534" y="548069"/>
                </a:lnTo>
                <a:lnTo>
                  <a:pt x="5044090" y="516557"/>
                </a:lnTo>
                <a:lnTo>
                  <a:pt x="5075601" y="491104"/>
                </a:lnTo>
                <a:lnTo>
                  <a:pt x="5101055" y="522624"/>
                </a:lnTo>
                <a:close/>
              </a:path>
              <a:path w="7579994" h="4824095">
                <a:moveTo>
                  <a:pt x="4934130" y="654749"/>
                </a:moveTo>
                <a:lnTo>
                  <a:pt x="4905829" y="677597"/>
                </a:lnTo>
                <a:lnTo>
                  <a:pt x="4882972" y="649298"/>
                </a:lnTo>
                <a:lnTo>
                  <a:pt x="4911281" y="626448"/>
                </a:lnTo>
                <a:lnTo>
                  <a:pt x="4934130" y="654749"/>
                </a:lnTo>
                <a:close/>
              </a:path>
              <a:path w="7579994" h="4824095">
                <a:moveTo>
                  <a:pt x="4768364" y="787004"/>
                </a:moveTo>
                <a:lnTo>
                  <a:pt x="4741994" y="808292"/>
                </a:lnTo>
                <a:lnTo>
                  <a:pt x="4720698" y="781924"/>
                </a:lnTo>
                <a:lnTo>
                  <a:pt x="4747067" y="760636"/>
                </a:lnTo>
                <a:lnTo>
                  <a:pt x="4768364" y="787004"/>
                </a:lnTo>
                <a:close/>
              </a:path>
              <a:path w="7579994" h="4824095">
                <a:moveTo>
                  <a:pt x="4602607" y="919258"/>
                </a:moveTo>
                <a:lnTo>
                  <a:pt x="4578161" y="938995"/>
                </a:lnTo>
                <a:lnTo>
                  <a:pt x="4558424" y="914550"/>
                </a:lnTo>
                <a:lnTo>
                  <a:pt x="4582869" y="894813"/>
                </a:lnTo>
                <a:lnTo>
                  <a:pt x="4602607" y="919258"/>
                </a:lnTo>
                <a:close/>
              </a:path>
              <a:path w="7579994" h="4824095">
                <a:moveTo>
                  <a:pt x="4436833" y="1051515"/>
                </a:moveTo>
                <a:lnTo>
                  <a:pt x="4414319" y="1069693"/>
                </a:lnTo>
                <a:lnTo>
                  <a:pt x="4396141" y="1047179"/>
                </a:lnTo>
                <a:lnTo>
                  <a:pt x="4418654" y="1029001"/>
                </a:lnTo>
                <a:lnTo>
                  <a:pt x="4436833" y="1051515"/>
                </a:lnTo>
                <a:close/>
              </a:path>
              <a:path w="7579994" h="4824095">
                <a:moveTo>
                  <a:pt x="4270482" y="1183701"/>
                </a:moveTo>
                <a:lnTo>
                  <a:pt x="4250545" y="1199804"/>
                </a:lnTo>
                <a:lnTo>
                  <a:pt x="4234442" y="1179867"/>
                </a:lnTo>
                <a:lnTo>
                  <a:pt x="4254387" y="1163763"/>
                </a:lnTo>
                <a:lnTo>
                  <a:pt x="4270482" y="1183701"/>
                </a:lnTo>
                <a:close/>
              </a:path>
              <a:path w="7579994" h="4824095">
                <a:moveTo>
                  <a:pt x="4104726" y="1315963"/>
                </a:moveTo>
                <a:lnTo>
                  <a:pt x="4086721" y="1330506"/>
                </a:lnTo>
                <a:lnTo>
                  <a:pt x="4072177" y="1312492"/>
                </a:lnTo>
                <a:lnTo>
                  <a:pt x="4090182" y="1297950"/>
                </a:lnTo>
                <a:lnTo>
                  <a:pt x="4104726" y="1315963"/>
                </a:lnTo>
                <a:close/>
              </a:path>
              <a:path w="7579994" h="4824095">
                <a:moveTo>
                  <a:pt x="3938960" y="1448218"/>
                </a:moveTo>
                <a:lnTo>
                  <a:pt x="3922878" y="1461203"/>
                </a:lnTo>
                <a:lnTo>
                  <a:pt x="3909893" y="1445120"/>
                </a:lnTo>
                <a:lnTo>
                  <a:pt x="3925976" y="1432136"/>
                </a:lnTo>
                <a:lnTo>
                  <a:pt x="3938960" y="1448218"/>
                </a:lnTo>
                <a:close/>
              </a:path>
              <a:path w="7579994" h="4824095">
                <a:moveTo>
                  <a:pt x="3773193" y="1580474"/>
                </a:moveTo>
                <a:lnTo>
                  <a:pt x="3759043" y="1591898"/>
                </a:lnTo>
                <a:lnTo>
                  <a:pt x="3747618" y="1577739"/>
                </a:lnTo>
                <a:lnTo>
                  <a:pt x="3761760" y="1566316"/>
                </a:lnTo>
                <a:lnTo>
                  <a:pt x="3773193" y="1580474"/>
                </a:lnTo>
                <a:close/>
              </a:path>
              <a:path w="7579994" h="4824095">
                <a:moveTo>
                  <a:pt x="3606845" y="1712668"/>
                </a:moveTo>
                <a:lnTo>
                  <a:pt x="3595271" y="1722017"/>
                </a:lnTo>
                <a:lnTo>
                  <a:pt x="3585920" y="1710435"/>
                </a:lnTo>
                <a:lnTo>
                  <a:pt x="3597494" y="1701086"/>
                </a:lnTo>
                <a:lnTo>
                  <a:pt x="3606845" y="1712668"/>
                </a:lnTo>
                <a:close/>
              </a:path>
              <a:path w="7579994" h="4824095">
                <a:moveTo>
                  <a:pt x="3441661" y="1844976"/>
                </a:moveTo>
                <a:lnTo>
                  <a:pt x="3431367" y="1853289"/>
                </a:lnTo>
                <a:lnTo>
                  <a:pt x="3423061" y="1842994"/>
                </a:lnTo>
                <a:lnTo>
                  <a:pt x="3433349" y="1834690"/>
                </a:lnTo>
                <a:lnTo>
                  <a:pt x="3441661" y="1844976"/>
                </a:lnTo>
                <a:close/>
              </a:path>
              <a:path w="7579994" h="4824095">
                <a:moveTo>
                  <a:pt x="3276478" y="1977291"/>
                </a:moveTo>
                <a:lnTo>
                  <a:pt x="3267472" y="1984567"/>
                </a:lnTo>
                <a:lnTo>
                  <a:pt x="3260196" y="1975561"/>
                </a:lnTo>
                <a:lnTo>
                  <a:pt x="3269202" y="1968284"/>
                </a:lnTo>
                <a:lnTo>
                  <a:pt x="3276478" y="1977291"/>
                </a:lnTo>
                <a:close/>
              </a:path>
              <a:path w="7579994" h="4824095">
                <a:moveTo>
                  <a:pt x="3111296" y="2109614"/>
                </a:moveTo>
                <a:lnTo>
                  <a:pt x="3103577" y="2115845"/>
                </a:lnTo>
                <a:lnTo>
                  <a:pt x="3097345" y="2108117"/>
                </a:lnTo>
                <a:lnTo>
                  <a:pt x="3105056" y="2101888"/>
                </a:lnTo>
                <a:lnTo>
                  <a:pt x="3111296" y="2109614"/>
                </a:lnTo>
                <a:close/>
              </a:path>
              <a:path w="7579994" h="4824095">
                <a:moveTo>
                  <a:pt x="2945522" y="2241871"/>
                </a:moveTo>
                <a:lnTo>
                  <a:pt x="2939743" y="2246540"/>
                </a:lnTo>
                <a:lnTo>
                  <a:pt x="2935062" y="2240745"/>
                </a:lnTo>
                <a:lnTo>
                  <a:pt x="2940850" y="2236074"/>
                </a:lnTo>
                <a:lnTo>
                  <a:pt x="2945522" y="2241871"/>
                </a:lnTo>
                <a:close/>
              </a:path>
              <a:path w="7579994" h="4824095">
                <a:moveTo>
                  <a:pt x="2780340" y="2374186"/>
                </a:moveTo>
                <a:lnTo>
                  <a:pt x="2775840" y="2377819"/>
                </a:lnTo>
                <a:lnTo>
                  <a:pt x="2772205" y="2373312"/>
                </a:lnTo>
                <a:lnTo>
                  <a:pt x="2776705" y="2369678"/>
                </a:lnTo>
                <a:lnTo>
                  <a:pt x="2780340" y="2374186"/>
                </a:lnTo>
                <a:close/>
              </a:path>
              <a:path w="7579994" h="4824095">
                <a:moveTo>
                  <a:pt x="2615157" y="2506501"/>
                </a:moveTo>
                <a:lnTo>
                  <a:pt x="2611945" y="2509097"/>
                </a:lnTo>
                <a:lnTo>
                  <a:pt x="2609349" y="2505886"/>
                </a:lnTo>
                <a:lnTo>
                  <a:pt x="2612561" y="2503290"/>
                </a:lnTo>
                <a:lnTo>
                  <a:pt x="2615157" y="2506501"/>
                </a:lnTo>
                <a:close/>
              </a:path>
              <a:path w="7579994" h="4824095">
                <a:moveTo>
                  <a:pt x="2449982" y="2638815"/>
                </a:moveTo>
                <a:lnTo>
                  <a:pt x="2448051" y="2640376"/>
                </a:lnTo>
                <a:lnTo>
                  <a:pt x="2446491" y="2638444"/>
                </a:lnTo>
                <a:lnTo>
                  <a:pt x="2448422" y="2636884"/>
                </a:lnTo>
                <a:lnTo>
                  <a:pt x="2449982" y="2638815"/>
                </a:lnTo>
                <a:close/>
              </a:path>
              <a:path w="7579994" h="4824095">
                <a:moveTo>
                  <a:pt x="5301307" y="94215"/>
                </a:moveTo>
                <a:lnTo>
                  <a:pt x="5264644" y="123824"/>
                </a:lnTo>
                <a:lnTo>
                  <a:pt x="5235043" y="87160"/>
                </a:lnTo>
                <a:lnTo>
                  <a:pt x="5271707" y="57559"/>
                </a:lnTo>
                <a:lnTo>
                  <a:pt x="5301307" y="94215"/>
                </a:lnTo>
                <a:close/>
              </a:path>
              <a:path w="7579994" h="4824095">
                <a:moveTo>
                  <a:pt x="5135541" y="226468"/>
                </a:moveTo>
                <a:lnTo>
                  <a:pt x="5100810" y="254519"/>
                </a:lnTo>
                <a:lnTo>
                  <a:pt x="5072759" y="219780"/>
                </a:lnTo>
                <a:lnTo>
                  <a:pt x="5107491" y="191738"/>
                </a:lnTo>
                <a:lnTo>
                  <a:pt x="5135541" y="226468"/>
                </a:lnTo>
                <a:close/>
              </a:path>
              <a:path w="7579994" h="4824095">
                <a:moveTo>
                  <a:pt x="4969200" y="358662"/>
                </a:moveTo>
                <a:lnTo>
                  <a:pt x="4937035" y="384631"/>
                </a:lnTo>
                <a:lnTo>
                  <a:pt x="4911068" y="352474"/>
                </a:lnTo>
                <a:lnTo>
                  <a:pt x="4943233" y="326506"/>
                </a:lnTo>
                <a:lnTo>
                  <a:pt x="4969200" y="358662"/>
                </a:lnTo>
                <a:close/>
              </a:path>
              <a:path w="7579994" h="4824095">
                <a:moveTo>
                  <a:pt x="4802851" y="490857"/>
                </a:moveTo>
                <a:lnTo>
                  <a:pt x="4773271" y="514750"/>
                </a:lnTo>
                <a:lnTo>
                  <a:pt x="4749376" y="485153"/>
                </a:lnTo>
                <a:lnTo>
                  <a:pt x="4778957" y="461269"/>
                </a:lnTo>
                <a:lnTo>
                  <a:pt x="4802851" y="490857"/>
                </a:lnTo>
                <a:close/>
              </a:path>
              <a:path w="7579994" h="4824095">
                <a:moveTo>
                  <a:pt x="4636501" y="623043"/>
                </a:moveTo>
                <a:lnTo>
                  <a:pt x="4609489" y="644862"/>
                </a:lnTo>
                <a:lnTo>
                  <a:pt x="4587678" y="617849"/>
                </a:lnTo>
                <a:lnTo>
                  <a:pt x="4614691" y="596038"/>
                </a:lnTo>
                <a:lnTo>
                  <a:pt x="4636501" y="623043"/>
                </a:lnTo>
                <a:close/>
              </a:path>
              <a:path w="7579994" h="4824095">
                <a:moveTo>
                  <a:pt x="4470734" y="755299"/>
                </a:moveTo>
                <a:lnTo>
                  <a:pt x="4445646" y="775559"/>
                </a:lnTo>
                <a:lnTo>
                  <a:pt x="4425394" y="750469"/>
                </a:lnTo>
                <a:lnTo>
                  <a:pt x="4450484" y="730217"/>
                </a:lnTo>
                <a:lnTo>
                  <a:pt x="4470734" y="755299"/>
                </a:lnTo>
                <a:close/>
              </a:path>
              <a:path w="7579994" h="4824095">
                <a:moveTo>
                  <a:pt x="4304979" y="887561"/>
                </a:moveTo>
                <a:lnTo>
                  <a:pt x="4281822" y="906261"/>
                </a:lnTo>
                <a:lnTo>
                  <a:pt x="4263120" y="883096"/>
                </a:lnTo>
                <a:lnTo>
                  <a:pt x="4286276" y="864395"/>
                </a:lnTo>
                <a:lnTo>
                  <a:pt x="4304979" y="887561"/>
                </a:lnTo>
                <a:close/>
              </a:path>
              <a:path w="7579994" h="4824095">
                <a:moveTo>
                  <a:pt x="4138620" y="1019748"/>
                </a:moveTo>
                <a:lnTo>
                  <a:pt x="4118046" y="1036365"/>
                </a:lnTo>
                <a:lnTo>
                  <a:pt x="4101430" y="1015791"/>
                </a:lnTo>
                <a:lnTo>
                  <a:pt x="4122004" y="999174"/>
                </a:lnTo>
                <a:lnTo>
                  <a:pt x="4138620" y="1019748"/>
                </a:lnTo>
                <a:close/>
              </a:path>
              <a:path w="7579994" h="4824095">
                <a:moveTo>
                  <a:pt x="3972863" y="1152002"/>
                </a:moveTo>
                <a:lnTo>
                  <a:pt x="3954205" y="1167061"/>
                </a:lnTo>
                <a:lnTo>
                  <a:pt x="3939147" y="1148411"/>
                </a:lnTo>
                <a:lnTo>
                  <a:pt x="3957796" y="1133345"/>
                </a:lnTo>
                <a:lnTo>
                  <a:pt x="3972863" y="1152002"/>
                </a:lnTo>
                <a:close/>
              </a:path>
              <a:path w="7579994" h="4824095">
                <a:moveTo>
                  <a:pt x="3807098" y="1284265"/>
                </a:moveTo>
                <a:lnTo>
                  <a:pt x="3790380" y="1297763"/>
                </a:lnTo>
                <a:lnTo>
                  <a:pt x="3776872" y="1281037"/>
                </a:lnTo>
                <a:lnTo>
                  <a:pt x="3793590" y="1267531"/>
                </a:lnTo>
                <a:lnTo>
                  <a:pt x="3807098" y="1284265"/>
                </a:lnTo>
                <a:close/>
              </a:path>
              <a:path w="7579994" h="4824095">
                <a:moveTo>
                  <a:pt x="3641331" y="1416512"/>
                </a:moveTo>
                <a:lnTo>
                  <a:pt x="3626537" y="1428459"/>
                </a:lnTo>
                <a:lnTo>
                  <a:pt x="3614590" y="1413665"/>
                </a:lnTo>
                <a:lnTo>
                  <a:pt x="3629384" y="1401718"/>
                </a:lnTo>
                <a:lnTo>
                  <a:pt x="3641331" y="1416512"/>
                </a:lnTo>
                <a:close/>
              </a:path>
              <a:path w="7579994" h="4824095">
                <a:moveTo>
                  <a:pt x="3474982" y="1548706"/>
                </a:moveTo>
                <a:lnTo>
                  <a:pt x="3462763" y="1558570"/>
                </a:lnTo>
                <a:lnTo>
                  <a:pt x="3452899" y="1546351"/>
                </a:lnTo>
                <a:lnTo>
                  <a:pt x="3465118" y="1536487"/>
                </a:lnTo>
                <a:lnTo>
                  <a:pt x="3474982" y="1548706"/>
                </a:lnTo>
                <a:close/>
              </a:path>
              <a:path w="7579994" h="4824095">
                <a:moveTo>
                  <a:pt x="3309808" y="1681020"/>
                </a:moveTo>
                <a:lnTo>
                  <a:pt x="3298869" y="1689848"/>
                </a:lnTo>
                <a:lnTo>
                  <a:pt x="3290042" y="1678918"/>
                </a:lnTo>
                <a:lnTo>
                  <a:pt x="3300980" y="1670081"/>
                </a:lnTo>
                <a:lnTo>
                  <a:pt x="3309808" y="1681020"/>
                </a:lnTo>
                <a:close/>
              </a:path>
              <a:path w="7579994" h="4824095">
                <a:moveTo>
                  <a:pt x="3144625" y="1813336"/>
                </a:moveTo>
                <a:lnTo>
                  <a:pt x="3134974" y="1821127"/>
                </a:lnTo>
                <a:lnTo>
                  <a:pt x="3127183" y="1811476"/>
                </a:lnTo>
                <a:lnTo>
                  <a:pt x="3136834" y="1803685"/>
                </a:lnTo>
                <a:lnTo>
                  <a:pt x="3144625" y="1813336"/>
                </a:lnTo>
                <a:close/>
              </a:path>
              <a:path w="7579994" h="4824095">
                <a:moveTo>
                  <a:pt x="2978851" y="1945592"/>
                </a:moveTo>
                <a:lnTo>
                  <a:pt x="2971140" y="1951822"/>
                </a:lnTo>
                <a:lnTo>
                  <a:pt x="2964909" y="1944103"/>
                </a:lnTo>
                <a:lnTo>
                  <a:pt x="2972620" y="1937873"/>
                </a:lnTo>
                <a:lnTo>
                  <a:pt x="2978851" y="1945592"/>
                </a:lnTo>
                <a:close/>
              </a:path>
              <a:path w="7579994" h="4824095">
                <a:moveTo>
                  <a:pt x="2813668" y="2077908"/>
                </a:moveTo>
                <a:lnTo>
                  <a:pt x="2807237" y="2083101"/>
                </a:lnTo>
                <a:lnTo>
                  <a:pt x="2802044" y="2076670"/>
                </a:lnTo>
                <a:lnTo>
                  <a:pt x="2808475" y="2071477"/>
                </a:lnTo>
                <a:lnTo>
                  <a:pt x="2813668" y="2077908"/>
                </a:lnTo>
                <a:close/>
              </a:path>
              <a:path w="7579994" h="4824095">
                <a:moveTo>
                  <a:pt x="2648485" y="2210223"/>
                </a:moveTo>
                <a:lnTo>
                  <a:pt x="2643334" y="2214380"/>
                </a:lnTo>
                <a:lnTo>
                  <a:pt x="2639178" y="2209237"/>
                </a:lnTo>
                <a:lnTo>
                  <a:pt x="2644329" y="2205080"/>
                </a:lnTo>
                <a:lnTo>
                  <a:pt x="2648485" y="2210223"/>
                </a:lnTo>
                <a:close/>
              </a:path>
              <a:path w="7579994" h="4824095">
                <a:moveTo>
                  <a:pt x="2483304" y="2342547"/>
                </a:moveTo>
                <a:lnTo>
                  <a:pt x="2479447" y="2345657"/>
                </a:lnTo>
                <a:lnTo>
                  <a:pt x="2476327" y="2341794"/>
                </a:lnTo>
                <a:lnTo>
                  <a:pt x="2480182" y="2338675"/>
                </a:lnTo>
                <a:lnTo>
                  <a:pt x="2483304" y="2342547"/>
                </a:lnTo>
                <a:close/>
              </a:path>
              <a:path w="7579994" h="4824095">
                <a:moveTo>
                  <a:pt x="2318111" y="2474855"/>
                </a:moveTo>
                <a:lnTo>
                  <a:pt x="2315535" y="2476929"/>
                </a:lnTo>
                <a:lnTo>
                  <a:pt x="2313463" y="2474370"/>
                </a:lnTo>
                <a:lnTo>
                  <a:pt x="2316038" y="2472287"/>
                </a:lnTo>
                <a:lnTo>
                  <a:pt x="2318111" y="2474855"/>
                </a:lnTo>
                <a:close/>
              </a:path>
              <a:path w="7579994" h="4824095">
                <a:moveTo>
                  <a:pt x="2152929" y="2607170"/>
                </a:moveTo>
                <a:lnTo>
                  <a:pt x="2151649" y="2608206"/>
                </a:lnTo>
                <a:lnTo>
                  <a:pt x="2150612" y="2606927"/>
                </a:lnTo>
                <a:lnTo>
                  <a:pt x="2151892" y="2605890"/>
                </a:lnTo>
                <a:lnTo>
                  <a:pt x="2152929" y="2607170"/>
                </a:lnTo>
                <a:close/>
              </a:path>
              <a:path w="7579994" h="4824095">
                <a:moveTo>
                  <a:pt x="5003689" y="62516"/>
                </a:moveTo>
                <a:lnTo>
                  <a:pt x="4968313" y="91080"/>
                </a:lnTo>
                <a:lnTo>
                  <a:pt x="4939749" y="55705"/>
                </a:lnTo>
                <a:lnTo>
                  <a:pt x="4975124" y="27140"/>
                </a:lnTo>
                <a:lnTo>
                  <a:pt x="5003689" y="62516"/>
                </a:lnTo>
                <a:close/>
              </a:path>
              <a:path w="7579994" h="4824095">
                <a:moveTo>
                  <a:pt x="4837340" y="194710"/>
                </a:moveTo>
                <a:lnTo>
                  <a:pt x="4804532" y="221201"/>
                </a:lnTo>
                <a:lnTo>
                  <a:pt x="4778041" y="188393"/>
                </a:lnTo>
                <a:lnTo>
                  <a:pt x="4810849" y="161902"/>
                </a:lnTo>
                <a:lnTo>
                  <a:pt x="4837340" y="194710"/>
                </a:lnTo>
                <a:close/>
              </a:path>
              <a:path w="7579994" h="4824095">
                <a:moveTo>
                  <a:pt x="4670990" y="326896"/>
                </a:moveTo>
                <a:lnTo>
                  <a:pt x="4640757" y="351304"/>
                </a:lnTo>
                <a:lnTo>
                  <a:pt x="4616351" y="321080"/>
                </a:lnTo>
                <a:lnTo>
                  <a:pt x="4646583" y="296672"/>
                </a:lnTo>
                <a:lnTo>
                  <a:pt x="4670990" y="326896"/>
                </a:lnTo>
                <a:close/>
              </a:path>
              <a:path w="7579994" h="4824095">
                <a:moveTo>
                  <a:pt x="4504641" y="459091"/>
                </a:moveTo>
                <a:lnTo>
                  <a:pt x="4476993" y="481423"/>
                </a:lnTo>
                <a:lnTo>
                  <a:pt x="4454658" y="453759"/>
                </a:lnTo>
                <a:lnTo>
                  <a:pt x="4482307" y="431434"/>
                </a:lnTo>
                <a:lnTo>
                  <a:pt x="4504641" y="459091"/>
                </a:lnTo>
                <a:close/>
              </a:path>
              <a:path w="7579994" h="4824095">
                <a:moveTo>
                  <a:pt x="4338884" y="591345"/>
                </a:moveTo>
                <a:lnTo>
                  <a:pt x="4313159" y="612118"/>
                </a:lnTo>
                <a:lnTo>
                  <a:pt x="4292384" y="586385"/>
                </a:lnTo>
                <a:lnTo>
                  <a:pt x="4318109" y="565612"/>
                </a:lnTo>
                <a:lnTo>
                  <a:pt x="4338884" y="591345"/>
                </a:lnTo>
                <a:close/>
              </a:path>
              <a:path w="7579994" h="4824095">
                <a:moveTo>
                  <a:pt x="4172543" y="723538"/>
                </a:moveTo>
                <a:lnTo>
                  <a:pt x="4149378" y="742240"/>
                </a:lnTo>
                <a:lnTo>
                  <a:pt x="4130686" y="719082"/>
                </a:lnTo>
                <a:lnTo>
                  <a:pt x="4153842" y="700381"/>
                </a:lnTo>
                <a:lnTo>
                  <a:pt x="4172543" y="723538"/>
                </a:lnTo>
                <a:close/>
              </a:path>
              <a:path w="7579994" h="4824095">
                <a:moveTo>
                  <a:pt x="4006769" y="855795"/>
                </a:moveTo>
                <a:lnTo>
                  <a:pt x="3985544" y="872935"/>
                </a:lnTo>
                <a:lnTo>
                  <a:pt x="3968402" y="851701"/>
                </a:lnTo>
                <a:lnTo>
                  <a:pt x="3989627" y="834561"/>
                </a:lnTo>
                <a:lnTo>
                  <a:pt x="4006769" y="855795"/>
                </a:lnTo>
                <a:close/>
              </a:path>
              <a:path w="7579994" h="4824095">
                <a:moveTo>
                  <a:pt x="3841003" y="988050"/>
                </a:moveTo>
                <a:lnTo>
                  <a:pt x="3821709" y="1003630"/>
                </a:lnTo>
                <a:lnTo>
                  <a:pt x="3806128" y="984328"/>
                </a:lnTo>
                <a:lnTo>
                  <a:pt x="3825421" y="968748"/>
                </a:lnTo>
                <a:lnTo>
                  <a:pt x="3841003" y="988050"/>
                </a:lnTo>
                <a:close/>
              </a:path>
              <a:path w="7579994" h="4824095">
                <a:moveTo>
                  <a:pt x="3675235" y="1120296"/>
                </a:moveTo>
                <a:lnTo>
                  <a:pt x="3657866" y="1134327"/>
                </a:lnTo>
                <a:lnTo>
                  <a:pt x="3643846" y="1116964"/>
                </a:lnTo>
                <a:lnTo>
                  <a:pt x="3661215" y="1102934"/>
                </a:lnTo>
                <a:lnTo>
                  <a:pt x="3675235" y="1120296"/>
                </a:lnTo>
                <a:close/>
              </a:path>
              <a:path w="7579994" h="4824095">
                <a:moveTo>
                  <a:pt x="3508895" y="1252489"/>
                </a:moveTo>
                <a:lnTo>
                  <a:pt x="3494101" y="1264437"/>
                </a:lnTo>
                <a:lnTo>
                  <a:pt x="3482154" y="1249643"/>
                </a:lnTo>
                <a:lnTo>
                  <a:pt x="3496948" y="1237696"/>
                </a:lnTo>
                <a:lnTo>
                  <a:pt x="3508895" y="1252489"/>
                </a:lnTo>
                <a:close/>
              </a:path>
              <a:path w="7579994" h="4824095">
                <a:moveTo>
                  <a:pt x="3343129" y="1384745"/>
                </a:moveTo>
                <a:lnTo>
                  <a:pt x="3330259" y="1395133"/>
                </a:lnTo>
                <a:lnTo>
                  <a:pt x="3319872" y="1382271"/>
                </a:lnTo>
                <a:lnTo>
                  <a:pt x="3332742" y="1371883"/>
                </a:lnTo>
                <a:lnTo>
                  <a:pt x="3343129" y="1384745"/>
                </a:lnTo>
                <a:close/>
              </a:path>
              <a:path w="7579994" h="4824095">
                <a:moveTo>
                  <a:pt x="3177363" y="1517000"/>
                </a:moveTo>
                <a:lnTo>
                  <a:pt x="3166424" y="1525828"/>
                </a:lnTo>
                <a:lnTo>
                  <a:pt x="3157598" y="1514897"/>
                </a:lnTo>
                <a:lnTo>
                  <a:pt x="3168537" y="1506070"/>
                </a:lnTo>
                <a:lnTo>
                  <a:pt x="3177363" y="1517000"/>
                </a:lnTo>
                <a:close/>
              </a:path>
              <a:path w="7579994" h="4824095">
                <a:moveTo>
                  <a:pt x="3012181" y="1649315"/>
                </a:moveTo>
                <a:lnTo>
                  <a:pt x="3002530" y="1657107"/>
                </a:lnTo>
                <a:lnTo>
                  <a:pt x="2994739" y="1647456"/>
                </a:lnTo>
                <a:lnTo>
                  <a:pt x="3004390" y="1639665"/>
                </a:lnTo>
                <a:lnTo>
                  <a:pt x="3012181" y="1649315"/>
                </a:lnTo>
                <a:close/>
              </a:path>
              <a:path w="7579994" h="4824095">
                <a:moveTo>
                  <a:pt x="2846998" y="1781631"/>
                </a:moveTo>
                <a:lnTo>
                  <a:pt x="2838635" y="1788384"/>
                </a:lnTo>
                <a:lnTo>
                  <a:pt x="2831881" y="1780022"/>
                </a:lnTo>
                <a:lnTo>
                  <a:pt x="2840244" y="1773268"/>
                </a:lnTo>
                <a:lnTo>
                  <a:pt x="2846998" y="1781631"/>
                </a:lnTo>
                <a:close/>
              </a:path>
              <a:path w="7579994" h="4824095">
                <a:moveTo>
                  <a:pt x="2681232" y="1913886"/>
                </a:moveTo>
                <a:lnTo>
                  <a:pt x="2674793" y="1919081"/>
                </a:lnTo>
                <a:lnTo>
                  <a:pt x="2669599" y="1912650"/>
                </a:lnTo>
                <a:lnTo>
                  <a:pt x="2676039" y="1907455"/>
                </a:lnTo>
                <a:lnTo>
                  <a:pt x="2681232" y="1913886"/>
                </a:lnTo>
                <a:close/>
              </a:path>
              <a:path w="7579994" h="4824095">
                <a:moveTo>
                  <a:pt x="2516041" y="2046203"/>
                </a:moveTo>
                <a:lnTo>
                  <a:pt x="2510898" y="2050359"/>
                </a:lnTo>
                <a:lnTo>
                  <a:pt x="2506742" y="2045216"/>
                </a:lnTo>
                <a:lnTo>
                  <a:pt x="2511885" y="2041060"/>
                </a:lnTo>
                <a:lnTo>
                  <a:pt x="2516041" y="2046203"/>
                </a:lnTo>
                <a:close/>
              </a:path>
              <a:path w="7579994" h="4824095">
                <a:moveTo>
                  <a:pt x="2350859" y="2178525"/>
                </a:moveTo>
                <a:lnTo>
                  <a:pt x="2347003" y="2181637"/>
                </a:lnTo>
                <a:lnTo>
                  <a:pt x="2343893" y="2177780"/>
                </a:lnTo>
                <a:lnTo>
                  <a:pt x="2347747" y="2174661"/>
                </a:lnTo>
                <a:lnTo>
                  <a:pt x="2350859" y="2178525"/>
                </a:lnTo>
                <a:close/>
              </a:path>
              <a:path w="7579994" h="4824095">
                <a:moveTo>
                  <a:pt x="2185677" y="2310842"/>
                </a:moveTo>
                <a:lnTo>
                  <a:pt x="2183101" y="2312917"/>
                </a:lnTo>
                <a:lnTo>
                  <a:pt x="2181027" y="2310349"/>
                </a:lnTo>
                <a:lnTo>
                  <a:pt x="2183602" y="2308266"/>
                </a:lnTo>
                <a:lnTo>
                  <a:pt x="2185677" y="2310842"/>
                </a:lnTo>
                <a:close/>
              </a:path>
              <a:path w="7579994" h="4824095">
                <a:moveTo>
                  <a:pt x="2020493" y="2443148"/>
                </a:moveTo>
                <a:lnTo>
                  <a:pt x="2019204" y="2444186"/>
                </a:lnTo>
                <a:lnTo>
                  <a:pt x="2018168" y="2442906"/>
                </a:lnTo>
                <a:lnTo>
                  <a:pt x="2019456" y="2441869"/>
                </a:lnTo>
                <a:lnTo>
                  <a:pt x="2020493" y="2443148"/>
                </a:lnTo>
                <a:close/>
              </a:path>
              <a:path w="7579994" h="4824095">
                <a:moveTo>
                  <a:pt x="4706061" y="30810"/>
                </a:moveTo>
                <a:lnTo>
                  <a:pt x="4671973" y="58337"/>
                </a:lnTo>
                <a:lnTo>
                  <a:pt x="4644446" y="24249"/>
                </a:lnTo>
                <a:lnTo>
                  <a:pt x="4674481" y="0"/>
                </a:lnTo>
                <a:lnTo>
                  <a:pt x="4681188" y="0"/>
                </a:lnTo>
                <a:lnTo>
                  <a:pt x="4706061" y="30810"/>
                </a:lnTo>
                <a:close/>
              </a:path>
              <a:path w="7579994" h="4824095">
                <a:moveTo>
                  <a:pt x="4539137" y="162943"/>
                </a:moveTo>
                <a:lnTo>
                  <a:pt x="4508261" y="187874"/>
                </a:lnTo>
                <a:lnTo>
                  <a:pt x="4483331" y="157005"/>
                </a:lnTo>
                <a:lnTo>
                  <a:pt x="4514207" y="132075"/>
                </a:lnTo>
                <a:lnTo>
                  <a:pt x="4539137" y="162943"/>
                </a:lnTo>
                <a:close/>
              </a:path>
              <a:path w="7579994" h="4824095">
                <a:moveTo>
                  <a:pt x="4372788" y="295137"/>
                </a:moveTo>
                <a:lnTo>
                  <a:pt x="4344487" y="317986"/>
                </a:lnTo>
                <a:lnTo>
                  <a:pt x="4321638" y="289685"/>
                </a:lnTo>
                <a:lnTo>
                  <a:pt x="4349939" y="266836"/>
                </a:lnTo>
                <a:lnTo>
                  <a:pt x="4372788" y="295137"/>
                </a:lnTo>
                <a:close/>
              </a:path>
              <a:path w="7579994" h="4824095">
                <a:moveTo>
                  <a:pt x="4207022" y="427393"/>
                </a:moveTo>
                <a:lnTo>
                  <a:pt x="4180653" y="448681"/>
                </a:lnTo>
                <a:lnTo>
                  <a:pt x="4159356" y="422313"/>
                </a:lnTo>
                <a:lnTo>
                  <a:pt x="4185726" y="401025"/>
                </a:lnTo>
                <a:lnTo>
                  <a:pt x="4207022" y="427393"/>
                </a:lnTo>
                <a:close/>
              </a:path>
              <a:path w="7579994" h="4824095">
                <a:moveTo>
                  <a:pt x="4040681" y="559585"/>
                </a:moveTo>
                <a:lnTo>
                  <a:pt x="4016879" y="578801"/>
                </a:lnTo>
                <a:lnTo>
                  <a:pt x="3997665" y="554999"/>
                </a:lnTo>
                <a:lnTo>
                  <a:pt x="4021458" y="535786"/>
                </a:lnTo>
                <a:lnTo>
                  <a:pt x="4040681" y="559585"/>
                </a:lnTo>
                <a:close/>
              </a:path>
              <a:path w="7579994" h="4824095">
                <a:moveTo>
                  <a:pt x="3874914" y="691832"/>
                </a:moveTo>
                <a:lnTo>
                  <a:pt x="3853045" y="709496"/>
                </a:lnTo>
                <a:lnTo>
                  <a:pt x="3835382" y="687627"/>
                </a:lnTo>
                <a:lnTo>
                  <a:pt x="3857258" y="669963"/>
                </a:lnTo>
                <a:lnTo>
                  <a:pt x="3874914" y="691832"/>
                </a:lnTo>
                <a:close/>
              </a:path>
              <a:path w="7579994" h="4824095">
                <a:moveTo>
                  <a:pt x="3708557" y="824028"/>
                </a:moveTo>
                <a:lnTo>
                  <a:pt x="3689263" y="839608"/>
                </a:lnTo>
                <a:lnTo>
                  <a:pt x="3673683" y="820315"/>
                </a:lnTo>
                <a:lnTo>
                  <a:pt x="3692976" y="804735"/>
                </a:lnTo>
                <a:lnTo>
                  <a:pt x="3708557" y="824028"/>
                </a:lnTo>
                <a:close/>
              </a:path>
              <a:path w="7579994" h="4824095">
                <a:moveTo>
                  <a:pt x="3542799" y="956282"/>
                </a:moveTo>
                <a:lnTo>
                  <a:pt x="3525430" y="970312"/>
                </a:lnTo>
                <a:lnTo>
                  <a:pt x="3511408" y="952942"/>
                </a:lnTo>
                <a:lnTo>
                  <a:pt x="3528777" y="938912"/>
                </a:lnTo>
                <a:lnTo>
                  <a:pt x="3542799" y="956282"/>
                </a:lnTo>
                <a:close/>
              </a:path>
              <a:path w="7579994" h="4824095">
                <a:moveTo>
                  <a:pt x="3377033" y="1088537"/>
                </a:moveTo>
                <a:lnTo>
                  <a:pt x="3361596" y="1101007"/>
                </a:lnTo>
                <a:lnTo>
                  <a:pt x="3349126" y="1085570"/>
                </a:lnTo>
                <a:lnTo>
                  <a:pt x="3364563" y="1073100"/>
                </a:lnTo>
                <a:lnTo>
                  <a:pt x="3377033" y="1088537"/>
                </a:lnTo>
                <a:close/>
              </a:path>
              <a:path w="7579994" h="4824095">
                <a:moveTo>
                  <a:pt x="3210683" y="1220724"/>
                </a:moveTo>
                <a:lnTo>
                  <a:pt x="3197820" y="1231111"/>
                </a:lnTo>
                <a:lnTo>
                  <a:pt x="3187434" y="1218248"/>
                </a:lnTo>
                <a:lnTo>
                  <a:pt x="3200296" y="1207862"/>
                </a:lnTo>
                <a:lnTo>
                  <a:pt x="3210683" y="1220724"/>
                </a:lnTo>
                <a:close/>
              </a:path>
              <a:path w="7579994" h="4824095">
                <a:moveTo>
                  <a:pt x="3045501" y="1353047"/>
                </a:moveTo>
                <a:lnTo>
                  <a:pt x="3033919" y="1362398"/>
                </a:lnTo>
                <a:lnTo>
                  <a:pt x="3024577" y="1350822"/>
                </a:lnTo>
                <a:lnTo>
                  <a:pt x="3036160" y="1341472"/>
                </a:lnTo>
                <a:lnTo>
                  <a:pt x="3045501" y="1353047"/>
                </a:lnTo>
                <a:close/>
              </a:path>
              <a:path w="7579994" h="4824095">
                <a:moveTo>
                  <a:pt x="2880319" y="1485363"/>
                </a:moveTo>
                <a:lnTo>
                  <a:pt x="2870031" y="1493666"/>
                </a:lnTo>
                <a:lnTo>
                  <a:pt x="2861719" y="1483380"/>
                </a:lnTo>
                <a:lnTo>
                  <a:pt x="2872006" y="1475076"/>
                </a:lnTo>
                <a:lnTo>
                  <a:pt x="2880319" y="1485363"/>
                </a:lnTo>
                <a:close/>
              </a:path>
              <a:path w="7579994" h="4824095">
                <a:moveTo>
                  <a:pt x="2715136" y="1617678"/>
                </a:moveTo>
                <a:lnTo>
                  <a:pt x="2706130" y="1624954"/>
                </a:lnTo>
                <a:lnTo>
                  <a:pt x="2698853" y="1615948"/>
                </a:lnTo>
                <a:lnTo>
                  <a:pt x="2707859" y="1608672"/>
                </a:lnTo>
                <a:lnTo>
                  <a:pt x="2715136" y="1617678"/>
                </a:lnTo>
                <a:close/>
              </a:path>
              <a:path w="7579994" h="4824095">
                <a:moveTo>
                  <a:pt x="2549370" y="1749933"/>
                </a:moveTo>
                <a:lnTo>
                  <a:pt x="2542295" y="1755649"/>
                </a:lnTo>
                <a:lnTo>
                  <a:pt x="2536579" y="1748575"/>
                </a:lnTo>
                <a:lnTo>
                  <a:pt x="2543662" y="1742857"/>
                </a:lnTo>
                <a:lnTo>
                  <a:pt x="2549370" y="1749933"/>
                </a:lnTo>
                <a:close/>
              </a:path>
              <a:path w="7579994" h="4824095">
                <a:moveTo>
                  <a:pt x="2384187" y="1882249"/>
                </a:moveTo>
                <a:lnTo>
                  <a:pt x="2378399" y="1886919"/>
                </a:lnTo>
                <a:lnTo>
                  <a:pt x="2373720" y="1881132"/>
                </a:lnTo>
                <a:lnTo>
                  <a:pt x="2379517" y="1876460"/>
                </a:lnTo>
                <a:lnTo>
                  <a:pt x="2384187" y="1882249"/>
                </a:lnTo>
                <a:close/>
              </a:path>
              <a:path w="7579994" h="4824095">
                <a:moveTo>
                  <a:pt x="2219004" y="2014564"/>
                </a:moveTo>
                <a:lnTo>
                  <a:pt x="2214498" y="2018207"/>
                </a:lnTo>
                <a:lnTo>
                  <a:pt x="2210863" y="2013700"/>
                </a:lnTo>
                <a:lnTo>
                  <a:pt x="2215370" y="2010057"/>
                </a:lnTo>
                <a:lnTo>
                  <a:pt x="2219004" y="2014564"/>
                </a:lnTo>
                <a:close/>
              </a:path>
              <a:path w="7579994" h="4824095">
                <a:moveTo>
                  <a:pt x="2053822" y="2146879"/>
                </a:moveTo>
                <a:lnTo>
                  <a:pt x="2050602" y="2149477"/>
                </a:lnTo>
                <a:lnTo>
                  <a:pt x="2048005" y="2146258"/>
                </a:lnTo>
                <a:lnTo>
                  <a:pt x="2051224" y="2143660"/>
                </a:lnTo>
                <a:lnTo>
                  <a:pt x="2053822" y="2146879"/>
                </a:lnTo>
                <a:close/>
              </a:path>
              <a:path w="7579994" h="4824095">
                <a:moveTo>
                  <a:pt x="1888639" y="2279194"/>
                </a:moveTo>
                <a:lnTo>
                  <a:pt x="1886699" y="2280756"/>
                </a:lnTo>
                <a:lnTo>
                  <a:pt x="1885148" y="2278831"/>
                </a:lnTo>
                <a:lnTo>
                  <a:pt x="1887080" y="2277271"/>
                </a:lnTo>
                <a:lnTo>
                  <a:pt x="1888639" y="2279194"/>
                </a:lnTo>
                <a:close/>
              </a:path>
              <a:path w="7579994" h="4824095">
                <a:moveTo>
                  <a:pt x="4406683" y="0"/>
                </a:moveTo>
                <a:lnTo>
                  <a:pt x="4375694" y="25018"/>
                </a:lnTo>
                <a:lnTo>
                  <a:pt x="4355491" y="0"/>
                </a:lnTo>
                <a:lnTo>
                  <a:pt x="4406683" y="0"/>
                </a:lnTo>
                <a:close/>
              </a:path>
              <a:path w="7579994" h="4824095">
                <a:moveTo>
                  <a:pt x="4240927" y="131184"/>
                </a:moveTo>
                <a:lnTo>
                  <a:pt x="4211982" y="154556"/>
                </a:lnTo>
                <a:lnTo>
                  <a:pt x="4188611" y="125611"/>
                </a:lnTo>
                <a:lnTo>
                  <a:pt x="4217555" y="102240"/>
                </a:lnTo>
                <a:lnTo>
                  <a:pt x="4240927" y="131184"/>
                </a:lnTo>
                <a:close/>
              </a:path>
              <a:path w="7579994" h="4824095">
                <a:moveTo>
                  <a:pt x="4075168" y="263430"/>
                </a:moveTo>
                <a:lnTo>
                  <a:pt x="4048148" y="285250"/>
                </a:lnTo>
                <a:lnTo>
                  <a:pt x="4026328" y="258230"/>
                </a:lnTo>
                <a:lnTo>
                  <a:pt x="4053349" y="236418"/>
                </a:lnTo>
                <a:lnTo>
                  <a:pt x="4075168" y="263430"/>
                </a:lnTo>
                <a:close/>
              </a:path>
              <a:path w="7579994" h="4824095">
                <a:moveTo>
                  <a:pt x="3908818" y="395616"/>
                </a:moveTo>
                <a:lnTo>
                  <a:pt x="3884373" y="415353"/>
                </a:lnTo>
                <a:lnTo>
                  <a:pt x="3864637" y="390917"/>
                </a:lnTo>
                <a:lnTo>
                  <a:pt x="3889082" y="371179"/>
                </a:lnTo>
                <a:lnTo>
                  <a:pt x="3908818" y="395616"/>
                </a:lnTo>
                <a:close/>
              </a:path>
              <a:path w="7579994" h="4824095">
                <a:moveTo>
                  <a:pt x="3743053" y="527879"/>
                </a:moveTo>
                <a:lnTo>
                  <a:pt x="3720540" y="546057"/>
                </a:lnTo>
                <a:lnTo>
                  <a:pt x="3702362" y="523544"/>
                </a:lnTo>
                <a:lnTo>
                  <a:pt x="3724875" y="505366"/>
                </a:lnTo>
                <a:lnTo>
                  <a:pt x="3743053" y="527879"/>
                </a:lnTo>
                <a:close/>
              </a:path>
              <a:path w="7579994" h="4824095">
                <a:moveTo>
                  <a:pt x="3576703" y="660066"/>
                </a:moveTo>
                <a:lnTo>
                  <a:pt x="3556766" y="676169"/>
                </a:lnTo>
                <a:lnTo>
                  <a:pt x="3540671" y="656230"/>
                </a:lnTo>
                <a:lnTo>
                  <a:pt x="3560608" y="640128"/>
                </a:lnTo>
                <a:lnTo>
                  <a:pt x="3576703" y="660066"/>
                </a:lnTo>
                <a:close/>
              </a:path>
              <a:path w="7579994" h="4824095">
                <a:moveTo>
                  <a:pt x="3410937" y="792321"/>
                </a:moveTo>
                <a:lnTo>
                  <a:pt x="3392932" y="806864"/>
                </a:lnTo>
                <a:lnTo>
                  <a:pt x="3378389" y="788858"/>
                </a:lnTo>
                <a:lnTo>
                  <a:pt x="3396394" y="774316"/>
                </a:lnTo>
                <a:lnTo>
                  <a:pt x="3410937" y="792321"/>
                </a:lnTo>
                <a:close/>
              </a:path>
              <a:path w="7579994" h="4824095">
                <a:moveTo>
                  <a:pt x="3245181" y="924583"/>
                </a:moveTo>
                <a:lnTo>
                  <a:pt x="3229099" y="937568"/>
                </a:lnTo>
                <a:lnTo>
                  <a:pt x="3216115" y="921485"/>
                </a:lnTo>
                <a:lnTo>
                  <a:pt x="3232197" y="908500"/>
                </a:lnTo>
                <a:lnTo>
                  <a:pt x="3245181" y="924583"/>
                </a:lnTo>
                <a:close/>
              </a:path>
              <a:path w="7579994" h="4824095">
                <a:moveTo>
                  <a:pt x="3078831" y="1056769"/>
                </a:moveTo>
                <a:lnTo>
                  <a:pt x="3065317" y="1067680"/>
                </a:lnTo>
                <a:lnTo>
                  <a:pt x="3054415" y="1054173"/>
                </a:lnTo>
                <a:lnTo>
                  <a:pt x="3067921" y="1043264"/>
                </a:lnTo>
                <a:lnTo>
                  <a:pt x="3078831" y="1056769"/>
                </a:lnTo>
                <a:close/>
              </a:path>
              <a:path w="7579994" h="4824095">
                <a:moveTo>
                  <a:pt x="2913065" y="1189025"/>
                </a:moveTo>
                <a:lnTo>
                  <a:pt x="2901482" y="1198375"/>
                </a:lnTo>
                <a:lnTo>
                  <a:pt x="2892133" y="1186801"/>
                </a:lnTo>
                <a:lnTo>
                  <a:pt x="2903715" y="1177451"/>
                </a:lnTo>
                <a:lnTo>
                  <a:pt x="2913065" y="1189025"/>
                </a:lnTo>
                <a:close/>
              </a:path>
              <a:path w="7579994" h="4824095">
                <a:moveTo>
                  <a:pt x="2747874" y="1321342"/>
                </a:moveTo>
                <a:lnTo>
                  <a:pt x="2737588" y="1329654"/>
                </a:lnTo>
                <a:lnTo>
                  <a:pt x="2729282" y="1319358"/>
                </a:lnTo>
                <a:lnTo>
                  <a:pt x="2739570" y="1311055"/>
                </a:lnTo>
                <a:lnTo>
                  <a:pt x="2747874" y="1321342"/>
                </a:lnTo>
                <a:close/>
              </a:path>
              <a:path w="7579994" h="4824095">
                <a:moveTo>
                  <a:pt x="2582691" y="1453657"/>
                </a:moveTo>
                <a:lnTo>
                  <a:pt x="2573685" y="1460933"/>
                </a:lnTo>
                <a:lnTo>
                  <a:pt x="2566417" y="1451925"/>
                </a:lnTo>
                <a:lnTo>
                  <a:pt x="2575423" y="1444649"/>
                </a:lnTo>
                <a:lnTo>
                  <a:pt x="2582691" y="1453657"/>
                </a:lnTo>
                <a:close/>
              </a:path>
              <a:path w="7579994" h="4824095">
                <a:moveTo>
                  <a:pt x="2416934" y="1585911"/>
                </a:moveTo>
                <a:lnTo>
                  <a:pt x="2409851" y="1591628"/>
                </a:lnTo>
                <a:lnTo>
                  <a:pt x="2404143" y="1584552"/>
                </a:lnTo>
                <a:lnTo>
                  <a:pt x="2411217" y="1578836"/>
                </a:lnTo>
                <a:lnTo>
                  <a:pt x="2416934" y="1585911"/>
                </a:lnTo>
                <a:close/>
              </a:path>
              <a:path w="7579994" h="4824095">
                <a:moveTo>
                  <a:pt x="2251751" y="1718226"/>
                </a:moveTo>
                <a:lnTo>
                  <a:pt x="2245956" y="1722906"/>
                </a:lnTo>
                <a:lnTo>
                  <a:pt x="2241284" y="1717110"/>
                </a:lnTo>
                <a:lnTo>
                  <a:pt x="2247072" y="1712439"/>
                </a:lnTo>
                <a:lnTo>
                  <a:pt x="2251751" y="1718226"/>
                </a:lnTo>
                <a:close/>
              </a:path>
              <a:path w="7579994" h="4824095">
                <a:moveTo>
                  <a:pt x="2086568" y="1850542"/>
                </a:moveTo>
                <a:lnTo>
                  <a:pt x="2082061" y="1854185"/>
                </a:lnTo>
                <a:lnTo>
                  <a:pt x="2078419" y="1849679"/>
                </a:lnTo>
                <a:lnTo>
                  <a:pt x="2082925" y="1846035"/>
                </a:lnTo>
                <a:lnTo>
                  <a:pt x="2086568" y="1850542"/>
                </a:lnTo>
                <a:close/>
              </a:path>
              <a:path w="7579994" h="4824095">
                <a:moveTo>
                  <a:pt x="1921386" y="1982865"/>
                </a:moveTo>
                <a:lnTo>
                  <a:pt x="1918167" y="1985463"/>
                </a:lnTo>
                <a:lnTo>
                  <a:pt x="1915570" y="1982243"/>
                </a:lnTo>
                <a:lnTo>
                  <a:pt x="1918789" y="1979645"/>
                </a:lnTo>
                <a:lnTo>
                  <a:pt x="1921386" y="1982865"/>
                </a:lnTo>
                <a:close/>
              </a:path>
              <a:path w="7579994" h="4824095">
                <a:moveTo>
                  <a:pt x="1756194" y="2115174"/>
                </a:moveTo>
                <a:lnTo>
                  <a:pt x="1754263" y="2116734"/>
                </a:lnTo>
                <a:lnTo>
                  <a:pt x="1752704" y="2114810"/>
                </a:lnTo>
                <a:lnTo>
                  <a:pt x="1754643" y="2113249"/>
                </a:lnTo>
                <a:lnTo>
                  <a:pt x="1756194" y="2115174"/>
                </a:lnTo>
                <a:close/>
              </a:path>
              <a:path w="7579994" h="4824095">
                <a:moveTo>
                  <a:pt x="3942724" y="99411"/>
                </a:moveTo>
                <a:lnTo>
                  <a:pt x="3915704" y="121231"/>
                </a:lnTo>
                <a:lnTo>
                  <a:pt x="3893893" y="94218"/>
                </a:lnTo>
                <a:lnTo>
                  <a:pt x="3920914" y="72406"/>
                </a:lnTo>
                <a:lnTo>
                  <a:pt x="3942724" y="99411"/>
                </a:lnTo>
                <a:close/>
              </a:path>
              <a:path w="7579994" h="4824095">
                <a:moveTo>
                  <a:pt x="3776958" y="231666"/>
                </a:moveTo>
                <a:lnTo>
                  <a:pt x="3751870" y="251926"/>
                </a:lnTo>
                <a:lnTo>
                  <a:pt x="3731618" y="226837"/>
                </a:lnTo>
                <a:lnTo>
                  <a:pt x="3756699" y="206586"/>
                </a:lnTo>
                <a:lnTo>
                  <a:pt x="3776958" y="231666"/>
                </a:lnTo>
                <a:close/>
              </a:path>
              <a:path w="7579994" h="4824095">
                <a:moveTo>
                  <a:pt x="3610609" y="363861"/>
                </a:moveTo>
                <a:lnTo>
                  <a:pt x="3588104" y="382037"/>
                </a:lnTo>
                <a:lnTo>
                  <a:pt x="3569928" y="359533"/>
                </a:lnTo>
                <a:lnTo>
                  <a:pt x="3592432" y="341356"/>
                </a:lnTo>
                <a:lnTo>
                  <a:pt x="3610609" y="363861"/>
                </a:lnTo>
                <a:close/>
              </a:path>
              <a:path w="7579994" h="4824095">
                <a:moveTo>
                  <a:pt x="3444851" y="496115"/>
                </a:moveTo>
                <a:lnTo>
                  <a:pt x="3424261" y="512734"/>
                </a:lnTo>
                <a:lnTo>
                  <a:pt x="3407645" y="492160"/>
                </a:lnTo>
                <a:lnTo>
                  <a:pt x="3428234" y="475533"/>
                </a:lnTo>
                <a:lnTo>
                  <a:pt x="3444851" y="496115"/>
                </a:lnTo>
                <a:close/>
              </a:path>
              <a:path w="7579994" h="4824095">
                <a:moveTo>
                  <a:pt x="3278502" y="628309"/>
                </a:moveTo>
                <a:lnTo>
                  <a:pt x="3260497" y="642852"/>
                </a:lnTo>
                <a:lnTo>
                  <a:pt x="3245953" y="624838"/>
                </a:lnTo>
                <a:lnTo>
                  <a:pt x="3263959" y="610304"/>
                </a:lnTo>
                <a:lnTo>
                  <a:pt x="3278502" y="628309"/>
                </a:lnTo>
                <a:close/>
              </a:path>
              <a:path w="7579994" h="4824095">
                <a:moveTo>
                  <a:pt x="3112737" y="760564"/>
                </a:moveTo>
                <a:lnTo>
                  <a:pt x="3096655" y="773549"/>
                </a:lnTo>
                <a:lnTo>
                  <a:pt x="3083670" y="757466"/>
                </a:lnTo>
                <a:lnTo>
                  <a:pt x="3099753" y="744482"/>
                </a:lnTo>
                <a:lnTo>
                  <a:pt x="3112737" y="760564"/>
                </a:lnTo>
                <a:close/>
              </a:path>
              <a:path w="7579994" h="4824095">
                <a:moveTo>
                  <a:pt x="2946971" y="892820"/>
                </a:moveTo>
                <a:lnTo>
                  <a:pt x="2932821" y="904244"/>
                </a:lnTo>
                <a:lnTo>
                  <a:pt x="2921396" y="890093"/>
                </a:lnTo>
                <a:lnTo>
                  <a:pt x="2935547" y="878669"/>
                </a:lnTo>
                <a:lnTo>
                  <a:pt x="2946971" y="892820"/>
                </a:lnTo>
                <a:close/>
              </a:path>
              <a:path w="7579994" h="4824095">
                <a:moveTo>
                  <a:pt x="2780631" y="1025013"/>
                </a:moveTo>
                <a:lnTo>
                  <a:pt x="2769048" y="1034363"/>
                </a:lnTo>
                <a:lnTo>
                  <a:pt x="2759697" y="1022781"/>
                </a:lnTo>
                <a:lnTo>
                  <a:pt x="2771280" y="1013430"/>
                </a:lnTo>
                <a:lnTo>
                  <a:pt x="2780631" y="1025013"/>
                </a:lnTo>
                <a:close/>
              </a:path>
              <a:path w="7579994" h="4824095">
                <a:moveTo>
                  <a:pt x="2615440" y="1157330"/>
                </a:moveTo>
                <a:lnTo>
                  <a:pt x="2605153" y="1165642"/>
                </a:lnTo>
                <a:lnTo>
                  <a:pt x="2596839" y="1155340"/>
                </a:lnTo>
                <a:lnTo>
                  <a:pt x="2607126" y="1147036"/>
                </a:lnTo>
                <a:lnTo>
                  <a:pt x="2615440" y="1157330"/>
                </a:lnTo>
                <a:close/>
              </a:path>
              <a:path w="7579994" h="4824095">
                <a:moveTo>
                  <a:pt x="2450255" y="1289636"/>
                </a:moveTo>
                <a:lnTo>
                  <a:pt x="2441250" y="1296913"/>
                </a:lnTo>
                <a:lnTo>
                  <a:pt x="2433973" y="1287907"/>
                </a:lnTo>
                <a:lnTo>
                  <a:pt x="2442980" y="1280638"/>
                </a:lnTo>
                <a:lnTo>
                  <a:pt x="2450255" y="1289636"/>
                </a:lnTo>
                <a:close/>
              </a:path>
              <a:path w="7579994" h="4824095">
                <a:moveTo>
                  <a:pt x="2285074" y="1421960"/>
                </a:moveTo>
                <a:lnTo>
                  <a:pt x="2277355" y="1428191"/>
                </a:lnTo>
                <a:lnTo>
                  <a:pt x="2271124" y="1420472"/>
                </a:lnTo>
                <a:lnTo>
                  <a:pt x="2278843" y="1414241"/>
                </a:lnTo>
                <a:lnTo>
                  <a:pt x="2285074" y="1421960"/>
                </a:lnTo>
                <a:close/>
              </a:path>
              <a:path w="7579994" h="4824095">
                <a:moveTo>
                  <a:pt x="2119307" y="1554207"/>
                </a:moveTo>
                <a:lnTo>
                  <a:pt x="2113520" y="1558885"/>
                </a:lnTo>
                <a:lnTo>
                  <a:pt x="2108840" y="1553090"/>
                </a:lnTo>
                <a:lnTo>
                  <a:pt x="2114636" y="1548418"/>
                </a:lnTo>
                <a:lnTo>
                  <a:pt x="2119307" y="1554207"/>
                </a:lnTo>
                <a:close/>
              </a:path>
              <a:path w="7579994" h="4824095">
                <a:moveTo>
                  <a:pt x="1954124" y="1686522"/>
                </a:moveTo>
                <a:lnTo>
                  <a:pt x="1949618" y="1690165"/>
                </a:lnTo>
                <a:lnTo>
                  <a:pt x="1945984" y="1685666"/>
                </a:lnTo>
                <a:lnTo>
                  <a:pt x="1950491" y="1682023"/>
                </a:lnTo>
                <a:lnTo>
                  <a:pt x="1954124" y="1686522"/>
                </a:lnTo>
                <a:close/>
              </a:path>
              <a:path w="7579994" h="4824095">
                <a:moveTo>
                  <a:pt x="1788943" y="1818845"/>
                </a:moveTo>
                <a:lnTo>
                  <a:pt x="1785731" y="1821442"/>
                </a:lnTo>
                <a:lnTo>
                  <a:pt x="1783134" y="1818222"/>
                </a:lnTo>
                <a:lnTo>
                  <a:pt x="1786345" y="1815626"/>
                </a:lnTo>
                <a:lnTo>
                  <a:pt x="1788943" y="1818845"/>
                </a:lnTo>
                <a:close/>
              </a:path>
              <a:path w="7579994" h="4824095">
                <a:moveTo>
                  <a:pt x="1623760" y="1951161"/>
                </a:moveTo>
                <a:lnTo>
                  <a:pt x="1621828" y="1952721"/>
                </a:lnTo>
                <a:lnTo>
                  <a:pt x="1620268" y="1950789"/>
                </a:lnTo>
                <a:lnTo>
                  <a:pt x="1622199" y="1949229"/>
                </a:lnTo>
                <a:lnTo>
                  <a:pt x="1623760" y="1951161"/>
                </a:lnTo>
                <a:close/>
              </a:path>
              <a:path w="7579994" h="4824095">
                <a:moveTo>
                  <a:pt x="3644524" y="67651"/>
                </a:moveTo>
                <a:lnTo>
                  <a:pt x="3619436" y="87911"/>
                </a:lnTo>
                <a:lnTo>
                  <a:pt x="3599184" y="62821"/>
                </a:lnTo>
                <a:lnTo>
                  <a:pt x="3624265" y="42570"/>
                </a:lnTo>
                <a:lnTo>
                  <a:pt x="3644524" y="67651"/>
                </a:lnTo>
                <a:close/>
              </a:path>
              <a:path w="7579994" h="4824095">
                <a:moveTo>
                  <a:pt x="3478759" y="199906"/>
                </a:moveTo>
                <a:lnTo>
                  <a:pt x="3455602" y="218607"/>
                </a:lnTo>
                <a:lnTo>
                  <a:pt x="3436900" y="195441"/>
                </a:lnTo>
                <a:lnTo>
                  <a:pt x="3460057" y="176740"/>
                </a:lnTo>
                <a:lnTo>
                  <a:pt x="3478759" y="199906"/>
                </a:lnTo>
                <a:close/>
              </a:path>
              <a:path w="7579994" h="4824095">
                <a:moveTo>
                  <a:pt x="3312408" y="332092"/>
                </a:moveTo>
                <a:lnTo>
                  <a:pt x="3291828" y="348718"/>
                </a:lnTo>
                <a:lnTo>
                  <a:pt x="3275210" y="328136"/>
                </a:lnTo>
                <a:lnTo>
                  <a:pt x="3295791" y="311510"/>
                </a:lnTo>
                <a:lnTo>
                  <a:pt x="3312408" y="332092"/>
                </a:lnTo>
                <a:close/>
              </a:path>
              <a:path w="7579994" h="4824095">
                <a:moveTo>
                  <a:pt x="3146652" y="464354"/>
                </a:moveTo>
                <a:lnTo>
                  <a:pt x="3127994" y="479413"/>
                </a:lnTo>
                <a:lnTo>
                  <a:pt x="3112928" y="460764"/>
                </a:lnTo>
                <a:lnTo>
                  <a:pt x="3131585" y="445697"/>
                </a:lnTo>
                <a:lnTo>
                  <a:pt x="3146652" y="464354"/>
                </a:lnTo>
                <a:close/>
              </a:path>
              <a:path w="7579994" h="4824095">
                <a:moveTo>
                  <a:pt x="2980878" y="596610"/>
                </a:moveTo>
                <a:lnTo>
                  <a:pt x="2964159" y="610108"/>
                </a:lnTo>
                <a:lnTo>
                  <a:pt x="2950652" y="593383"/>
                </a:lnTo>
                <a:lnTo>
                  <a:pt x="2967370" y="579877"/>
                </a:lnTo>
                <a:lnTo>
                  <a:pt x="2980878" y="596610"/>
                </a:lnTo>
                <a:close/>
              </a:path>
              <a:path w="7579994" h="4824095">
                <a:moveTo>
                  <a:pt x="2814528" y="728797"/>
                </a:moveTo>
                <a:lnTo>
                  <a:pt x="2800385" y="740220"/>
                </a:lnTo>
                <a:lnTo>
                  <a:pt x="2788961" y="726070"/>
                </a:lnTo>
                <a:lnTo>
                  <a:pt x="2803103" y="714646"/>
                </a:lnTo>
                <a:lnTo>
                  <a:pt x="2814528" y="728797"/>
                </a:lnTo>
                <a:close/>
              </a:path>
              <a:path w="7579994" h="4824095">
                <a:moveTo>
                  <a:pt x="2648770" y="861051"/>
                </a:moveTo>
                <a:lnTo>
                  <a:pt x="2636553" y="870923"/>
                </a:lnTo>
                <a:lnTo>
                  <a:pt x="2626679" y="858697"/>
                </a:lnTo>
                <a:lnTo>
                  <a:pt x="2638906" y="848832"/>
                </a:lnTo>
                <a:lnTo>
                  <a:pt x="2648770" y="861051"/>
                </a:lnTo>
                <a:close/>
              </a:path>
              <a:path w="7579994" h="4824095">
                <a:moveTo>
                  <a:pt x="2483587" y="993367"/>
                </a:moveTo>
                <a:lnTo>
                  <a:pt x="2472648" y="1002195"/>
                </a:lnTo>
                <a:lnTo>
                  <a:pt x="2463821" y="991264"/>
                </a:lnTo>
                <a:lnTo>
                  <a:pt x="2474760" y="982436"/>
                </a:lnTo>
                <a:lnTo>
                  <a:pt x="2483587" y="993367"/>
                </a:lnTo>
                <a:close/>
              </a:path>
              <a:path w="7579994" h="4824095">
                <a:moveTo>
                  <a:pt x="2318404" y="1125682"/>
                </a:moveTo>
                <a:lnTo>
                  <a:pt x="2308753" y="1133473"/>
                </a:lnTo>
                <a:lnTo>
                  <a:pt x="2300963" y="1123823"/>
                </a:lnTo>
                <a:lnTo>
                  <a:pt x="2310614" y="1116031"/>
                </a:lnTo>
                <a:lnTo>
                  <a:pt x="2318404" y="1125682"/>
                </a:lnTo>
                <a:close/>
              </a:path>
              <a:path w="7579994" h="4824095">
                <a:moveTo>
                  <a:pt x="2152630" y="1257939"/>
                </a:moveTo>
                <a:lnTo>
                  <a:pt x="2144919" y="1264168"/>
                </a:lnTo>
                <a:lnTo>
                  <a:pt x="2138689" y="1256449"/>
                </a:lnTo>
                <a:lnTo>
                  <a:pt x="2146400" y="1250220"/>
                </a:lnTo>
                <a:lnTo>
                  <a:pt x="2152630" y="1257939"/>
                </a:lnTo>
                <a:close/>
              </a:path>
              <a:path w="7579994" h="4824095">
                <a:moveTo>
                  <a:pt x="1987447" y="1390254"/>
                </a:moveTo>
                <a:lnTo>
                  <a:pt x="1981016" y="1395448"/>
                </a:lnTo>
                <a:lnTo>
                  <a:pt x="1975823" y="1389016"/>
                </a:lnTo>
                <a:lnTo>
                  <a:pt x="1982254" y="1383823"/>
                </a:lnTo>
                <a:lnTo>
                  <a:pt x="1987447" y="1390254"/>
                </a:lnTo>
                <a:close/>
              </a:path>
              <a:path w="7579994" h="4824095">
                <a:moveTo>
                  <a:pt x="1822265" y="1522570"/>
                </a:moveTo>
                <a:lnTo>
                  <a:pt x="1817121" y="1526726"/>
                </a:lnTo>
                <a:lnTo>
                  <a:pt x="1812964" y="1521574"/>
                </a:lnTo>
                <a:lnTo>
                  <a:pt x="1818108" y="1517426"/>
                </a:lnTo>
                <a:lnTo>
                  <a:pt x="1822265" y="1522570"/>
                </a:lnTo>
                <a:close/>
              </a:path>
              <a:path w="7579994" h="4824095">
                <a:moveTo>
                  <a:pt x="1657083" y="1654892"/>
                </a:moveTo>
                <a:lnTo>
                  <a:pt x="1653227" y="1658003"/>
                </a:lnTo>
                <a:lnTo>
                  <a:pt x="1650108" y="1654148"/>
                </a:lnTo>
                <a:lnTo>
                  <a:pt x="1653971" y="1651028"/>
                </a:lnTo>
                <a:lnTo>
                  <a:pt x="1657083" y="1654892"/>
                </a:lnTo>
                <a:close/>
              </a:path>
              <a:path w="7579994" h="4824095">
                <a:moveTo>
                  <a:pt x="1491900" y="1787208"/>
                </a:moveTo>
                <a:lnTo>
                  <a:pt x="1489332" y="1789282"/>
                </a:lnTo>
                <a:lnTo>
                  <a:pt x="1487257" y="1786705"/>
                </a:lnTo>
                <a:lnTo>
                  <a:pt x="1489817" y="1784633"/>
                </a:lnTo>
                <a:lnTo>
                  <a:pt x="1491900" y="1787208"/>
                </a:lnTo>
                <a:close/>
              </a:path>
              <a:path w="7579994" h="4824095">
                <a:moveTo>
                  <a:pt x="3346321" y="35883"/>
                </a:moveTo>
                <a:lnTo>
                  <a:pt x="3323156" y="54585"/>
                </a:lnTo>
                <a:lnTo>
                  <a:pt x="3304464" y="31427"/>
                </a:lnTo>
                <a:lnTo>
                  <a:pt x="3327621" y="12726"/>
                </a:lnTo>
                <a:lnTo>
                  <a:pt x="3346321" y="35883"/>
                </a:lnTo>
                <a:close/>
              </a:path>
              <a:path w="7579994" h="4824095">
                <a:moveTo>
                  <a:pt x="3180547" y="168139"/>
                </a:moveTo>
                <a:lnTo>
                  <a:pt x="3159329" y="185270"/>
                </a:lnTo>
                <a:lnTo>
                  <a:pt x="3142189" y="164046"/>
                </a:lnTo>
                <a:lnTo>
                  <a:pt x="3163407" y="146915"/>
                </a:lnTo>
                <a:lnTo>
                  <a:pt x="3180547" y="168139"/>
                </a:lnTo>
                <a:close/>
              </a:path>
              <a:path w="7579994" h="4824095">
                <a:moveTo>
                  <a:pt x="3014207" y="300332"/>
                </a:moveTo>
                <a:lnTo>
                  <a:pt x="2995548" y="315391"/>
                </a:lnTo>
                <a:lnTo>
                  <a:pt x="2980491" y="296741"/>
                </a:lnTo>
                <a:lnTo>
                  <a:pt x="2999148" y="281674"/>
                </a:lnTo>
                <a:lnTo>
                  <a:pt x="3014207" y="300332"/>
                </a:lnTo>
                <a:close/>
              </a:path>
              <a:path w="7579994" h="4824095">
                <a:moveTo>
                  <a:pt x="2848441" y="432587"/>
                </a:moveTo>
                <a:lnTo>
                  <a:pt x="2831714" y="446086"/>
                </a:lnTo>
                <a:lnTo>
                  <a:pt x="2818217" y="429368"/>
                </a:lnTo>
                <a:lnTo>
                  <a:pt x="2834934" y="415862"/>
                </a:lnTo>
                <a:lnTo>
                  <a:pt x="2848441" y="432587"/>
                </a:lnTo>
                <a:close/>
              </a:path>
              <a:path w="7579994" h="4824095">
                <a:moveTo>
                  <a:pt x="2682674" y="564834"/>
                </a:moveTo>
                <a:lnTo>
                  <a:pt x="2667880" y="576781"/>
                </a:lnTo>
                <a:lnTo>
                  <a:pt x="2655934" y="561995"/>
                </a:lnTo>
                <a:lnTo>
                  <a:pt x="2670737" y="550047"/>
                </a:lnTo>
                <a:lnTo>
                  <a:pt x="2682674" y="564834"/>
                </a:lnTo>
                <a:close/>
              </a:path>
              <a:path w="7579994" h="4824095">
                <a:moveTo>
                  <a:pt x="2516333" y="697027"/>
                </a:moveTo>
                <a:lnTo>
                  <a:pt x="2504107" y="706901"/>
                </a:lnTo>
                <a:lnTo>
                  <a:pt x="2494242" y="694673"/>
                </a:lnTo>
                <a:lnTo>
                  <a:pt x="2506461" y="684809"/>
                </a:lnTo>
                <a:lnTo>
                  <a:pt x="2516333" y="697027"/>
                </a:lnTo>
                <a:close/>
              </a:path>
              <a:path w="7579994" h="4824095">
                <a:moveTo>
                  <a:pt x="2351152" y="829351"/>
                </a:moveTo>
                <a:lnTo>
                  <a:pt x="2340213" y="838179"/>
                </a:lnTo>
                <a:lnTo>
                  <a:pt x="2331377" y="827240"/>
                </a:lnTo>
                <a:lnTo>
                  <a:pt x="2342315" y="818413"/>
                </a:lnTo>
                <a:lnTo>
                  <a:pt x="2351152" y="829351"/>
                </a:lnTo>
                <a:close/>
              </a:path>
              <a:path w="7579994" h="4824095">
                <a:moveTo>
                  <a:pt x="2185960" y="961659"/>
                </a:moveTo>
                <a:lnTo>
                  <a:pt x="2176317" y="969449"/>
                </a:lnTo>
                <a:lnTo>
                  <a:pt x="2168526" y="959798"/>
                </a:lnTo>
                <a:lnTo>
                  <a:pt x="2178169" y="952009"/>
                </a:lnTo>
                <a:lnTo>
                  <a:pt x="2185960" y="961659"/>
                </a:lnTo>
                <a:close/>
              </a:path>
              <a:path w="7579994" h="4824095">
                <a:moveTo>
                  <a:pt x="2020195" y="1093922"/>
                </a:moveTo>
                <a:lnTo>
                  <a:pt x="2012484" y="1100152"/>
                </a:lnTo>
                <a:lnTo>
                  <a:pt x="2006245" y="1092435"/>
                </a:lnTo>
                <a:lnTo>
                  <a:pt x="2013965" y="1086204"/>
                </a:lnTo>
                <a:lnTo>
                  <a:pt x="2020195" y="1093922"/>
                </a:lnTo>
                <a:close/>
              </a:path>
              <a:path w="7579994" h="4824095">
                <a:moveTo>
                  <a:pt x="1855011" y="1226230"/>
                </a:moveTo>
                <a:lnTo>
                  <a:pt x="1848580" y="1231423"/>
                </a:lnTo>
                <a:lnTo>
                  <a:pt x="1843387" y="1224992"/>
                </a:lnTo>
                <a:lnTo>
                  <a:pt x="1849818" y="1219799"/>
                </a:lnTo>
                <a:lnTo>
                  <a:pt x="1855011" y="1226230"/>
                </a:lnTo>
                <a:close/>
              </a:path>
              <a:path w="7579994" h="4824095">
                <a:moveTo>
                  <a:pt x="1689830" y="1358553"/>
                </a:moveTo>
                <a:lnTo>
                  <a:pt x="1684685" y="1362701"/>
                </a:lnTo>
                <a:lnTo>
                  <a:pt x="1680529" y="1357558"/>
                </a:lnTo>
                <a:lnTo>
                  <a:pt x="1685673" y="1353410"/>
                </a:lnTo>
                <a:lnTo>
                  <a:pt x="1689830" y="1358553"/>
                </a:lnTo>
                <a:close/>
              </a:path>
              <a:path w="7579994" h="4824095">
                <a:moveTo>
                  <a:pt x="1524646" y="1490869"/>
                </a:moveTo>
                <a:lnTo>
                  <a:pt x="1520782" y="1493980"/>
                </a:lnTo>
                <a:lnTo>
                  <a:pt x="1517671" y="1490124"/>
                </a:lnTo>
                <a:lnTo>
                  <a:pt x="1521527" y="1487014"/>
                </a:lnTo>
                <a:lnTo>
                  <a:pt x="1524646" y="1490869"/>
                </a:lnTo>
                <a:close/>
              </a:path>
              <a:path w="7579994" h="4824095">
                <a:moveTo>
                  <a:pt x="1359456" y="1623185"/>
                </a:moveTo>
                <a:lnTo>
                  <a:pt x="1356896" y="1625258"/>
                </a:lnTo>
                <a:lnTo>
                  <a:pt x="1354813" y="1622683"/>
                </a:lnTo>
                <a:lnTo>
                  <a:pt x="1357381" y="1620609"/>
                </a:lnTo>
                <a:lnTo>
                  <a:pt x="1359456" y="1623185"/>
                </a:lnTo>
                <a:close/>
              </a:path>
              <a:path w="7579994" h="4824095">
                <a:moveTo>
                  <a:pt x="3048113" y="4115"/>
                </a:moveTo>
                <a:lnTo>
                  <a:pt x="3026887" y="21255"/>
                </a:lnTo>
                <a:lnTo>
                  <a:pt x="3009755" y="0"/>
                </a:lnTo>
                <a:lnTo>
                  <a:pt x="3044788" y="0"/>
                </a:lnTo>
                <a:lnTo>
                  <a:pt x="3048113" y="4115"/>
                </a:lnTo>
                <a:close/>
              </a:path>
              <a:path w="7579994" h="4824095">
                <a:moveTo>
                  <a:pt x="2882355" y="136369"/>
                </a:moveTo>
                <a:lnTo>
                  <a:pt x="2863061" y="151949"/>
                </a:lnTo>
                <a:lnTo>
                  <a:pt x="2847481" y="132656"/>
                </a:lnTo>
                <a:lnTo>
                  <a:pt x="2866775" y="117076"/>
                </a:lnTo>
                <a:lnTo>
                  <a:pt x="2882355" y="136369"/>
                </a:lnTo>
                <a:close/>
              </a:path>
              <a:path w="7579994" h="4824095">
                <a:moveTo>
                  <a:pt x="2716581" y="268626"/>
                </a:moveTo>
                <a:lnTo>
                  <a:pt x="2699219" y="282646"/>
                </a:lnTo>
                <a:lnTo>
                  <a:pt x="2685197" y="265275"/>
                </a:lnTo>
                <a:lnTo>
                  <a:pt x="2702559" y="251255"/>
                </a:lnTo>
                <a:lnTo>
                  <a:pt x="2716581" y="268626"/>
                </a:lnTo>
                <a:close/>
              </a:path>
              <a:path w="7579994" h="4824095">
                <a:moveTo>
                  <a:pt x="2550240" y="400819"/>
                </a:moveTo>
                <a:lnTo>
                  <a:pt x="2535438" y="412767"/>
                </a:lnTo>
                <a:lnTo>
                  <a:pt x="2523499" y="397972"/>
                </a:lnTo>
                <a:lnTo>
                  <a:pt x="2538293" y="386025"/>
                </a:lnTo>
                <a:lnTo>
                  <a:pt x="2550240" y="400819"/>
                </a:lnTo>
                <a:close/>
              </a:path>
              <a:path w="7579994" h="4824095">
                <a:moveTo>
                  <a:pt x="2384475" y="533074"/>
                </a:moveTo>
                <a:lnTo>
                  <a:pt x="2371612" y="543461"/>
                </a:lnTo>
                <a:lnTo>
                  <a:pt x="2361225" y="530599"/>
                </a:lnTo>
                <a:lnTo>
                  <a:pt x="2374088" y="520212"/>
                </a:lnTo>
                <a:lnTo>
                  <a:pt x="2384475" y="533074"/>
                </a:lnTo>
                <a:close/>
              </a:path>
              <a:path w="7579994" h="4824095">
                <a:moveTo>
                  <a:pt x="2218709" y="665329"/>
                </a:moveTo>
                <a:lnTo>
                  <a:pt x="2207770" y="674157"/>
                </a:lnTo>
                <a:lnTo>
                  <a:pt x="2198942" y="663218"/>
                </a:lnTo>
                <a:lnTo>
                  <a:pt x="2209881" y="654390"/>
                </a:lnTo>
                <a:lnTo>
                  <a:pt x="2218709" y="665329"/>
                </a:lnTo>
                <a:close/>
              </a:path>
              <a:path w="7579994" h="4824095">
                <a:moveTo>
                  <a:pt x="2053526" y="797645"/>
                </a:moveTo>
                <a:lnTo>
                  <a:pt x="2043884" y="805434"/>
                </a:lnTo>
                <a:lnTo>
                  <a:pt x="2036093" y="795784"/>
                </a:lnTo>
                <a:lnTo>
                  <a:pt x="2045735" y="787994"/>
                </a:lnTo>
                <a:lnTo>
                  <a:pt x="2053526" y="797645"/>
                </a:lnTo>
                <a:close/>
              </a:path>
              <a:path w="7579994" h="4824095">
                <a:moveTo>
                  <a:pt x="1888343" y="929960"/>
                </a:moveTo>
                <a:lnTo>
                  <a:pt x="1879972" y="936715"/>
                </a:lnTo>
                <a:lnTo>
                  <a:pt x="1873227" y="928351"/>
                </a:lnTo>
                <a:lnTo>
                  <a:pt x="1881590" y="921597"/>
                </a:lnTo>
                <a:lnTo>
                  <a:pt x="1888343" y="929960"/>
                </a:lnTo>
                <a:close/>
              </a:path>
              <a:path w="7579994" h="4824095">
                <a:moveTo>
                  <a:pt x="1722578" y="1062215"/>
                </a:moveTo>
                <a:lnTo>
                  <a:pt x="1716147" y="1067409"/>
                </a:lnTo>
                <a:lnTo>
                  <a:pt x="1710953" y="1060978"/>
                </a:lnTo>
                <a:lnTo>
                  <a:pt x="1717384" y="1055784"/>
                </a:lnTo>
                <a:lnTo>
                  <a:pt x="1722578" y="1062215"/>
                </a:lnTo>
                <a:close/>
              </a:path>
              <a:path w="7579994" h="4824095">
                <a:moveTo>
                  <a:pt x="1557387" y="1194532"/>
                </a:moveTo>
                <a:lnTo>
                  <a:pt x="1552242" y="1198680"/>
                </a:lnTo>
                <a:lnTo>
                  <a:pt x="1548094" y="1193535"/>
                </a:lnTo>
                <a:lnTo>
                  <a:pt x="1553239" y="1189387"/>
                </a:lnTo>
                <a:lnTo>
                  <a:pt x="1557387" y="1194532"/>
                </a:lnTo>
                <a:close/>
              </a:path>
              <a:path w="7579994" h="4824095">
                <a:moveTo>
                  <a:pt x="1392204" y="1326847"/>
                </a:moveTo>
                <a:lnTo>
                  <a:pt x="1388349" y="1329967"/>
                </a:lnTo>
                <a:lnTo>
                  <a:pt x="1385229" y="1326103"/>
                </a:lnTo>
                <a:lnTo>
                  <a:pt x="1389094" y="1322992"/>
                </a:lnTo>
                <a:lnTo>
                  <a:pt x="1392204" y="1326847"/>
                </a:lnTo>
                <a:close/>
              </a:path>
              <a:path w="7579994" h="4824095">
                <a:moveTo>
                  <a:pt x="1227021" y="1459163"/>
                </a:moveTo>
                <a:lnTo>
                  <a:pt x="1224453" y="1461236"/>
                </a:lnTo>
                <a:lnTo>
                  <a:pt x="1222378" y="1458660"/>
                </a:lnTo>
                <a:lnTo>
                  <a:pt x="1224938" y="1456587"/>
                </a:lnTo>
                <a:lnTo>
                  <a:pt x="1227021" y="1459163"/>
                </a:lnTo>
                <a:close/>
              </a:path>
              <a:path w="7579994" h="4824095">
                <a:moveTo>
                  <a:pt x="1061839" y="1591486"/>
                </a:moveTo>
                <a:lnTo>
                  <a:pt x="1060551" y="1592524"/>
                </a:lnTo>
                <a:lnTo>
                  <a:pt x="1059512" y="1591227"/>
                </a:lnTo>
                <a:lnTo>
                  <a:pt x="1060792" y="1590191"/>
                </a:lnTo>
                <a:lnTo>
                  <a:pt x="1061839" y="1591486"/>
                </a:lnTo>
                <a:close/>
              </a:path>
              <a:path w="7579994" h="4824095">
                <a:moveTo>
                  <a:pt x="2584146" y="104611"/>
                </a:moveTo>
                <a:lnTo>
                  <a:pt x="2566784" y="118631"/>
                </a:lnTo>
                <a:lnTo>
                  <a:pt x="2552763" y="101261"/>
                </a:lnTo>
                <a:lnTo>
                  <a:pt x="2570125" y="87241"/>
                </a:lnTo>
                <a:lnTo>
                  <a:pt x="2584146" y="104611"/>
                </a:lnTo>
                <a:close/>
              </a:path>
              <a:path w="7579994" h="4824095">
                <a:moveTo>
                  <a:pt x="2418381" y="236866"/>
                </a:moveTo>
                <a:lnTo>
                  <a:pt x="2402942" y="249328"/>
                </a:lnTo>
                <a:lnTo>
                  <a:pt x="2390481" y="233889"/>
                </a:lnTo>
                <a:lnTo>
                  <a:pt x="2405911" y="221429"/>
                </a:lnTo>
                <a:lnTo>
                  <a:pt x="2418381" y="236866"/>
                </a:lnTo>
                <a:close/>
              </a:path>
              <a:path w="7579994" h="4824095">
                <a:moveTo>
                  <a:pt x="2252032" y="369061"/>
                </a:moveTo>
                <a:lnTo>
                  <a:pt x="2239169" y="379448"/>
                </a:lnTo>
                <a:lnTo>
                  <a:pt x="2228781" y="366577"/>
                </a:lnTo>
                <a:lnTo>
                  <a:pt x="2241644" y="356190"/>
                </a:lnTo>
                <a:lnTo>
                  <a:pt x="2252032" y="369061"/>
                </a:lnTo>
                <a:close/>
              </a:path>
              <a:path w="7579994" h="4824095">
                <a:moveTo>
                  <a:pt x="2086273" y="501306"/>
                </a:moveTo>
                <a:lnTo>
                  <a:pt x="2075335" y="510143"/>
                </a:lnTo>
                <a:lnTo>
                  <a:pt x="2066507" y="499203"/>
                </a:lnTo>
                <a:lnTo>
                  <a:pt x="2077446" y="490375"/>
                </a:lnTo>
                <a:lnTo>
                  <a:pt x="2086273" y="501306"/>
                </a:lnTo>
                <a:close/>
              </a:path>
              <a:path w="7579994" h="4824095">
                <a:moveTo>
                  <a:pt x="1921090" y="633621"/>
                </a:moveTo>
                <a:lnTo>
                  <a:pt x="1911439" y="641412"/>
                </a:lnTo>
                <a:lnTo>
                  <a:pt x="1903650" y="631770"/>
                </a:lnTo>
                <a:lnTo>
                  <a:pt x="1913301" y="623979"/>
                </a:lnTo>
                <a:lnTo>
                  <a:pt x="1921090" y="633621"/>
                </a:lnTo>
                <a:close/>
              </a:path>
              <a:path w="7579994" h="4824095">
                <a:moveTo>
                  <a:pt x="1755908" y="765945"/>
                </a:moveTo>
                <a:lnTo>
                  <a:pt x="1747537" y="772700"/>
                </a:lnTo>
                <a:lnTo>
                  <a:pt x="1740782" y="764329"/>
                </a:lnTo>
                <a:lnTo>
                  <a:pt x="1749153" y="757574"/>
                </a:lnTo>
                <a:lnTo>
                  <a:pt x="1755908" y="765945"/>
                </a:lnTo>
                <a:close/>
              </a:path>
              <a:path w="7579994" h="4824095">
                <a:moveTo>
                  <a:pt x="1590134" y="898201"/>
                </a:moveTo>
                <a:lnTo>
                  <a:pt x="1583703" y="903395"/>
                </a:lnTo>
                <a:lnTo>
                  <a:pt x="1578509" y="896956"/>
                </a:lnTo>
                <a:lnTo>
                  <a:pt x="1584940" y="891762"/>
                </a:lnTo>
                <a:lnTo>
                  <a:pt x="1590134" y="898201"/>
                </a:lnTo>
                <a:close/>
              </a:path>
              <a:path w="7579994" h="4824095">
                <a:moveTo>
                  <a:pt x="1424951" y="1030517"/>
                </a:moveTo>
                <a:lnTo>
                  <a:pt x="1419807" y="1034665"/>
                </a:lnTo>
                <a:lnTo>
                  <a:pt x="1415651" y="1029521"/>
                </a:lnTo>
                <a:lnTo>
                  <a:pt x="1420794" y="1025366"/>
                </a:lnTo>
                <a:lnTo>
                  <a:pt x="1424951" y="1030517"/>
                </a:lnTo>
                <a:close/>
              </a:path>
              <a:path w="7579994" h="4824095">
                <a:moveTo>
                  <a:pt x="1259767" y="1162825"/>
                </a:moveTo>
                <a:lnTo>
                  <a:pt x="1255904" y="1165945"/>
                </a:lnTo>
                <a:lnTo>
                  <a:pt x="1252792" y="1162080"/>
                </a:lnTo>
                <a:lnTo>
                  <a:pt x="1256648" y="1158970"/>
                </a:lnTo>
                <a:lnTo>
                  <a:pt x="1259767" y="1162825"/>
                </a:lnTo>
                <a:close/>
              </a:path>
              <a:path w="7579994" h="4824095">
                <a:moveTo>
                  <a:pt x="1094576" y="1295141"/>
                </a:moveTo>
                <a:lnTo>
                  <a:pt x="1092017" y="1297213"/>
                </a:lnTo>
                <a:lnTo>
                  <a:pt x="1089935" y="1294647"/>
                </a:lnTo>
                <a:lnTo>
                  <a:pt x="1092503" y="1292573"/>
                </a:lnTo>
                <a:lnTo>
                  <a:pt x="1094576" y="1295141"/>
                </a:lnTo>
                <a:close/>
              </a:path>
              <a:path w="7579994" h="4824095">
                <a:moveTo>
                  <a:pt x="929395" y="1427464"/>
                </a:moveTo>
                <a:lnTo>
                  <a:pt x="928115" y="1428500"/>
                </a:lnTo>
                <a:lnTo>
                  <a:pt x="927077" y="1427212"/>
                </a:lnTo>
                <a:lnTo>
                  <a:pt x="928357" y="1426176"/>
                </a:lnTo>
                <a:lnTo>
                  <a:pt x="929395" y="1427464"/>
                </a:lnTo>
                <a:close/>
              </a:path>
              <a:path w="7579994" h="4824095">
                <a:moveTo>
                  <a:pt x="2285936" y="72845"/>
                </a:moveTo>
                <a:lnTo>
                  <a:pt x="2270506" y="85306"/>
                </a:lnTo>
                <a:lnTo>
                  <a:pt x="2258046" y="69875"/>
                </a:lnTo>
                <a:lnTo>
                  <a:pt x="2273476" y="57414"/>
                </a:lnTo>
                <a:lnTo>
                  <a:pt x="2285936" y="72845"/>
                </a:lnTo>
                <a:close/>
              </a:path>
              <a:path w="7579994" h="4824095">
                <a:moveTo>
                  <a:pt x="2119596" y="205038"/>
                </a:moveTo>
                <a:lnTo>
                  <a:pt x="2106733" y="215425"/>
                </a:lnTo>
                <a:lnTo>
                  <a:pt x="2096346" y="202563"/>
                </a:lnTo>
                <a:lnTo>
                  <a:pt x="2109209" y="192176"/>
                </a:lnTo>
                <a:lnTo>
                  <a:pt x="2119596" y="205038"/>
                </a:lnTo>
                <a:close/>
              </a:path>
              <a:path w="7579994" h="4824095">
                <a:moveTo>
                  <a:pt x="1953829" y="337285"/>
                </a:moveTo>
                <a:lnTo>
                  <a:pt x="1942891" y="346121"/>
                </a:lnTo>
                <a:lnTo>
                  <a:pt x="1934064" y="335191"/>
                </a:lnTo>
                <a:lnTo>
                  <a:pt x="1945002" y="326354"/>
                </a:lnTo>
                <a:lnTo>
                  <a:pt x="1953829" y="337285"/>
                </a:lnTo>
                <a:close/>
              </a:path>
              <a:path w="7579994" h="4824095">
                <a:moveTo>
                  <a:pt x="1788646" y="469600"/>
                </a:moveTo>
                <a:lnTo>
                  <a:pt x="1779003" y="477390"/>
                </a:lnTo>
                <a:lnTo>
                  <a:pt x="1771214" y="467747"/>
                </a:lnTo>
                <a:lnTo>
                  <a:pt x="1780856" y="459957"/>
                </a:lnTo>
                <a:lnTo>
                  <a:pt x="1788646" y="469600"/>
                </a:lnTo>
                <a:close/>
              </a:path>
              <a:path w="7579994" h="4824095">
                <a:moveTo>
                  <a:pt x="1623464" y="601923"/>
                </a:moveTo>
                <a:lnTo>
                  <a:pt x="1615102" y="608677"/>
                </a:lnTo>
                <a:lnTo>
                  <a:pt x="1608348" y="600314"/>
                </a:lnTo>
                <a:lnTo>
                  <a:pt x="1616711" y="593561"/>
                </a:lnTo>
                <a:lnTo>
                  <a:pt x="1623464" y="601923"/>
                </a:lnTo>
                <a:close/>
              </a:path>
              <a:path w="7579994" h="4824095">
                <a:moveTo>
                  <a:pt x="1457699" y="734179"/>
                </a:moveTo>
                <a:lnTo>
                  <a:pt x="1451268" y="739372"/>
                </a:lnTo>
                <a:lnTo>
                  <a:pt x="1446074" y="732941"/>
                </a:lnTo>
                <a:lnTo>
                  <a:pt x="1452505" y="727748"/>
                </a:lnTo>
                <a:lnTo>
                  <a:pt x="1457699" y="734179"/>
                </a:lnTo>
                <a:close/>
              </a:path>
              <a:path w="7579994" h="4824095">
                <a:moveTo>
                  <a:pt x="1292516" y="866494"/>
                </a:moveTo>
                <a:lnTo>
                  <a:pt x="1287371" y="870642"/>
                </a:lnTo>
                <a:lnTo>
                  <a:pt x="1283215" y="865499"/>
                </a:lnTo>
                <a:lnTo>
                  <a:pt x="1288358" y="861343"/>
                </a:lnTo>
                <a:lnTo>
                  <a:pt x="1292516" y="866494"/>
                </a:lnTo>
                <a:close/>
              </a:path>
              <a:path w="7579994" h="4824095">
                <a:moveTo>
                  <a:pt x="1127333" y="998810"/>
                </a:moveTo>
                <a:lnTo>
                  <a:pt x="1123470" y="1001930"/>
                </a:lnTo>
                <a:lnTo>
                  <a:pt x="1120350" y="998067"/>
                </a:lnTo>
                <a:lnTo>
                  <a:pt x="1124213" y="994946"/>
                </a:lnTo>
                <a:lnTo>
                  <a:pt x="1127333" y="998810"/>
                </a:lnTo>
                <a:close/>
              </a:path>
              <a:path w="7579994" h="4824095">
                <a:moveTo>
                  <a:pt x="962142" y="1131126"/>
                </a:moveTo>
                <a:lnTo>
                  <a:pt x="959574" y="1133200"/>
                </a:lnTo>
                <a:lnTo>
                  <a:pt x="957501" y="1130632"/>
                </a:lnTo>
                <a:lnTo>
                  <a:pt x="960069" y="1128558"/>
                </a:lnTo>
                <a:lnTo>
                  <a:pt x="962142" y="1131126"/>
                </a:lnTo>
                <a:close/>
              </a:path>
              <a:path w="7579994" h="4824095">
                <a:moveTo>
                  <a:pt x="796959" y="1263442"/>
                </a:moveTo>
                <a:lnTo>
                  <a:pt x="795671" y="1264479"/>
                </a:lnTo>
                <a:lnTo>
                  <a:pt x="794633" y="1263191"/>
                </a:lnTo>
                <a:lnTo>
                  <a:pt x="795922" y="1262154"/>
                </a:lnTo>
                <a:lnTo>
                  <a:pt x="796959" y="1263442"/>
                </a:lnTo>
                <a:close/>
              </a:path>
              <a:path w="7579994" h="4824095">
                <a:moveTo>
                  <a:pt x="1987151" y="41016"/>
                </a:moveTo>
                <a:lnTo>
                  <a:pt x="1974288" y="51403"/>
                </a:lnTo>
                <a:lnTo>
                  <a:pt x="1963901" y="38541"/>
                </a:lnTo>
                <a:lnTo>
                  <a:pt x="1976764" y="28154"/>
                </a:lnTo>
                <a:lnTo>
                  <a:pt x="1987151" y="41016"/>
                </a:lnTo>
                <a:close/>
              </a:path>
              <a:path w="7579994" h="4824095">
                <a:moveTo>
                  <a:pt x="1821393" y="173270"/>
                </a:moveTo>
                <a:lnTo>
                  <a:pt x="1810456" y="182107"/>
                </a:lnTo>
                <a:lnTo>
                  <a:pt x="1801627" y="171168"/>
                </a:lnTo>
                <a:lnTo>
                  <a:pt x="1812565" y="162331"/>
                </a:lnTo>
                <a:lnTo>
                  <a:pt x="1821393" y="173270"/>
                </a:lnTo>
                <a:close/>
              </a:path>
              <a:path w="7579994" h="4824095">
                <a:moveTo>
                  <a:pt x="1656210" y="305586"/>
                </a:moveTo>
                <a:lnTo>
                  <a:pt x="1646559" y="313377"/>
                </a:lnTo>
                <a:lnTo>
                  <a:pt x="1638769" y="303726"/>
                </a:lnTo>
                <a:lnTo>
                  <a:pt x="1648420" y="295935"/>
                </a:lnTo>
                <a:lnTo>
                  <a:pt x="1656210" y="305586"/>
                </a:lnTo>
                <a:close/>
              </a:path>
              <a:path w="7579994" h="4824095">
                <a:moveTo>
                  <a:pt x="1491027" y="437901"/>
                </a:moveTo>
                <a:lnTo>
                  <a:pt x="1482656" y="444656"/>
                </a:lnTo>
                <a:lnTo>
                  <a:pt x="1475903" y="436293"/>
                </a:lnTo>
                <a:lnTo>
                  <a:pt x="1484274" y="429538"/>
                </a:lnTo>
                <a:lnTo>
                  <a:pt x="1491027" y="437901"/>
                </a:lnTo>
                <a:close/>
              </a:path>
              <a:path w="7579994" h="4824095">
                <a:moveTo>
                  <a:pt x="1325253" y="570158"/>
                </a:moveTo>
                <a:lnTo>
                  <a:pt x="1318822" y="575351"/>
                </a:lnTo>
                <a:lnTo>
                  <a:pt x="1313629" y="568920"/>
                </a:lnTo>
                <a:lnTo>
                  <a:pt x="1320060" y="563727"/>
                </a:lnTo>
                <a:lnTo>
                  <a:pt x="1325253" y="570158"/>
                </a:lnTo>
                <a:close/>
              </a:path>
              <a:path w="7579994" h="4824095">
                <a:moveTo>
                  <a:pt x="1160071" y="702473"/>
                </a:moveTo>
                <a:lnTo>
                  <a:pt x="1154927" y="706629"/>
                </a:lnTo>
                <a:lnTo>
                  <a:pt x="1150770" y="701478"/>
                </a:lnTo>
                <a:lnTo>
                  <a:pt x="1155913" y="697322"/>
                </a:lnTo>
                <a:lnTo>
                  <a:pt x="1160071" y="702473"/>
                </a:lnTo>
                <a:close/>
              </a:path>
              <a:path w="7579994" h="4824095">
                <a:moveTo>
                  <a:pt x="994888" y="834788"/>
                </a:moveTo>
                <a:lnTo>
                  <a:pt x="991033" y="837908"/>
                </a:lnTo>
                <a:lnTo>
                  <a:pt x="987914" y="834052"/>
                </a:lnTo>
                <a:lnTo>
                  <a:pt x="991777" y="830932"/>
                </a:lnTo>
                <a:lnTo>
                  <a:pt x="994888" y="834788"/>
                </a:lnTo>
                <a:close/>
              </a:path>
              <a:path w="7579994" h="4824095">
                <a:moveTo>
                  <a:pt x="829706" y="967112"/>
                </a:moveTo>
                <a:lnTo>
                  <a:pt x="827138" y="969186"/>
                </a:lnTo>
                <a:lnTo>
                  <a:pt x="825063" y="966609"/>
                </a:lnTo>
                <a:lnTo>
                  <a:pt x="827623" y="964537"/>
                </a:lnTo>
                <a:lnTo>
                  <a:pt x="829706" y="967112"/>
                </a:lnTo>
                <a:close/>
              </a:path>
              <a:path w="7579994" h="4824095">
                <a:moveTo>
                  <a:pt x="664514" y="1099420"/>
                </a:moveTo>
                <a:lnTo>
                  <a:pt x="663234" y="1100457"/>
                </a:lnTo>
                <a:lnTo>
                  <a:pt x="662198" y="1099177"/>
                </a:lnTo>
                <a:lnTo>
                  <a:pt x="663478" y="1098141"/>
                </a:lnTo>
                <a:lnTo>
                  <a:pt x="664514" y="1099420"/>
                </a:lnTo>
                <a:close/>
              </a:path>
              <a:path w="7579994" h="4824095">
                <a:moveTo>
                  <a:pt x="1688956" y="9248"/>
                </a:moveTo>
                <a:lnTo>
                  <a:pt x="1678018" y="18085"/>
                </a:lnTo>
                <a:lnTo>
                  <a:pt x="1669182" y="7146"/>
                </a:lnTo>
                <a:lnTo>
                  <a:pt x="1678028" y="0"/>
                </a:lnTo>
                <a:lnTo>
                  <a:pt x="1681485" y="0"/>
                </a:lnTo>
                <a:lnTo>
                  <a:pt x="1688956" y="9248"/>
                </a:lnTo>
                <a:close/>
              </a:path>
              <a:path w="7579994" h="4824095">
                <a:moveTo>
                  <a:pt x="1523774" y="141571"/>
                </a:moveTo>
                <a:lnTo>
                  <a:pt x="1514123" y="149363"/>
                </a:lnTo>
                <a:lnTo>
                  <a:pt x="1506331" y="139703"/>
                </a:lnTo>
                <a:lnTo>
                  <a:pt x="1515974" y="131913"/>
                </a:lnTo>
                <a:lnTo>
                  <a:pt x="1523774" y="141571"/>
                </a:lnTo>
                <a:close/>
              </a:path>
              <a:path w="7579994" h="4824095">
                <a:moveTo>
                  <a:pt x="1358582" y="273880"/>
                </a:moveTo>
                <a:lnTo>
                  <a:pt x="1350219" y="280634"/>
                </a:lnTo>
                <a:lnTo>
                  <a:pt x="1343467" y="272279"/>
                </a:lnTo>
                <a:lnTo>
                  <a:pt x="1351838" y="265524"/>
                </a:lnTo>
                <a:lnTo>
                  <a:pt x="1358582" y="273880"/>
                </a:lnTo>
                <a:close/>
              </a:path>
              <a:path w="7579994" h="4824095">
                <a:moveTo>
                  <a:pt x="1192818" y="406143"/>
                </a:moveTo>
                <a:lnTo>
                  <a:pt x="1186387" y="411337"/>
                </a:lnTo>
                <a:lnTo>
                  <a:pt x="1181193" y="404906"/>
                </a:lnTo>
                <a:lnTo>
                  <a:pt x="1187624" y="399712"/>
                </a:lnTo>
                <a:lnTo>
                  <a:pt x="1192818" y="406143"/>
                </a:lnTo>
                <a:close/>
              </a:path>
              <a:path w="7579994" h="4824095">
                <a:moveTo>
                  <a:pt x="1027634" y="538451"/>
                </a:moveTo>
                <a:lnTo>
                  <a:pt x="1022491" y="542607"/>
                </a:lnTo>
                <a:lnTo>
                  <a:pt x="1018334" y="537463"/>
                </a:lnTo>
                <a:lnTo>
                  <a:pt x="1023477" y="533307"/>
                </a:lnTo>
                <a:lnTo>
                  <a:pt x="1027634" y="538451"/>
                </a:lnTo>
                <a:close/>
              </a:path>
              <a:path w="7579994" h="4824095">
                <a:moveTo>
                  <a:pt x="862452" y="670773"/>
                </a:moveTo>
                <a:lnTo>
                  <a:pt x="858588" y="673886"/>
                </a:lnTo>
                <a:lnTo>
                  <a:pt x="855477" y="670029"/>
                </a:lnTo>
                <a:lnTo>
                  <a:pt x="859331" y="666910"/>
                </a:lnTo>
                <a:lnTo>
                  <a:pt x="862452" y="670773"/>
                </a:lnTo>
                <a:close/>
              </a:path>
              <a:path w="7579994" h="4824095">
                <a:moveTo>
                  <a:pt x="697261" y="803091"/>
                </a:moveTo>
                <a:lnTo>
                  <a:pt x="694702" y="805163"/>
                </a:lnTo>
                <a:lnTo>
                  <a:pt x="692618" y="802588"/>
                </a:lnTo>
                <a:lnTo>
                  <a:pt x="695187" y="800514"/>
                </a:lnTo>
                <a:lnTo>
                  <a:pt x="697261" y="803091"/>
                </a:lnTo>
                <a:close/>
              </a:path>
              <a:path w="7579994" h="4824095">
                <a:moveTo>
                  <a:pt x="532078" y="935405"/>
                </a:moveTo>
                <a:lnTo>
                  <a:pt x="530798" y="936442"/>
                </a:lnTo>
                <a:lnTo>
                  <a:pt x="529753" y="935156"/>
                </a:lnTo>
                <a:lnTo>
                  <a:pt x="531041" y="934118"/>
                </a:lnTo>
                <a:lnTo>
                  <a:pt x="532078" y="935405"/>
                </a:lnTo>
                <a:close/>
              </a:path>
              <a:path w="7579994" h="4824095">
                <a:moveTo>
                  <a:pt x="1226147" y="109865"/>
                </a:moveTo>
                <a:lnTo>
                  <a:pt x="1217785" y="116618"/>
                </a:lnTo>
                <a:lnTo>
                  <a:pt x="1211031" y="108256"/>
                </a:lnTo>
                <a:lnTo>
                  <a:pt x="1219394" y="101502"/>
                </a:lnTo>
                <a:lnTo>
                  <a:pt x="1226147" y="109865"/>
                </a:lnTo>
                <a:close/>
              </a:path>
              <a:path w="7579994" h="4824095">
                <a:moveTo>
                  <a:pt x="1060382" y="242120"/>
                </a:moveTo>
                <a:lnTo>
                  <a:pt x="1053951" y="247313"/>
                </a:lnTo>
                <a:lnTo>
                  <a:pt x="1048757" y="240882"/>
                </a:lnTo>
                <a:lnTo>
                  <a:pt x="1055188" y="235689"/>
                </a:lnTo>
                <a:lnTo>
                  <a:pt x="1060382" y="242120"/>
                </a:lnTo>
                <a:close/>
              </a:path>
              <a:path w="7579994" h="4824095">
                <a:moveTo>
                  <a:pt x="895199" y="374435"/>
                </a:moveTo>
                <a:lnTo>
                  <a:pt x="890056" y="378591"/>
                </a:lnTo>
                <a:lnTo>
                  <a:pt x="885898" y="373440"/>
                </a:lnTo>
                <a:lnTo>
                  <a:pt x="891042" y="369292"/>
                </a:lnTo>
                <a:lnTo>
                  <a:pt x="895199" y="374435"/>
                </a:lnTo>
                <a:close/>
              </a:path>
              <a:path w="7579994" h="4824095">
                <a:moveTo>
                  <a:pt x="730008" y="506751"/>
                </a:moveTo>
                <a:lnTo>
                  <a:pt x="726152" y="509862"/>
                </a:lnTo>
                <a:lnTo>
                  <a:pt x="723033" y="506007"/>
                </a:lnTo>
                <a:lnTo>
                  <a:pt x="726896" y="502887"/>
                </a:lnTo>
                <a:lnTo>
                  <a:pt x="730008" y="506751"/>
                </a:lnTo>
                <a:close/>
              </a:path>
              <a:path w="7579994" h="4824095">
                <a:moveTo>
                  <a:pt x="564825" y="639067"/>
                </a:moveTo>
                <a:lnTo>
                  <a:pt x="562257" y="641141"/>
                </a:lnTo>
                <a:lnTo>
                  <a:pt x="560182" y="638564"/>
                </a:lnTo>
                <a:lnTo>
                  <a:pt x="562742" y="636492"/>
                </a:lnTo>
                <a:lnTo>
                  <a:pt x="564825" y="639067"/>
                </a:lnTo>
                <a:close/>
              </a:path>
              <a:path w="7579994" h="4824095">
                <a:moveTo>
                  <a:pt x="399642" y="771383"/>
                </a:moveTo>
                <a:lnTo>
                  <a:pt x="398354" y="772420"/>
                </a:lnTo>
                <a:lnTo>
                  <a:pt x="397318" y="771140"/>
                </a:lnTo>
                <a:lnTo>
                  <a:pt x="398606" y="770103"/>
                </a:lnTo>
                <a:lnTo>
                  <a:pt x="399642" y="771383"/>
                </a:lnTo>
                <a:close/>
              </a:path>
              <a:path w="7579994" h="4824095">
                <a:moveTo>
                  <a:pt x="927936" y="78098"/>
                </a:moveTo>
                <a:lnTo>
                  <a:pt x="921505" y="83291"/>
                </a:lnTo>
                <a:lnTo>
                  <a:pt x="916312" y="76860"/>
                </a:lnTo>
                <a:lnTo>
                  <a:pt x="922743" y="71667"/>
                </a:lnTo>
                <a:lnTo>
                  <a:pt x="927936" y="78098"/>
                </a:lnTo>
                <a:close/>
              </a:path>
              <a:path w="7579994" h="4824095">
                <a:moveTo>
                  <a:pt x="762753" y="210413"/>
                </a:moveTo>
                <a:lnTo>
                  <a:pt x="757610" y="214569"/>
                </a:lnTo>
                <a:lnTo>
                  <a:pt x="753453" y="209418"/>
                </a:lnTo>
                <a:lnTo>
                  <a:pt x="758597" y="205270"/>
                </a:lnTo>
                <a:lnTo>
                  <a:pt x="762753" y="210413"/>
                </a:lnTo>
                <a:close/>
              </a:path>
              <a:path w="7579994" h="4824095">
                <a:moveTo>
                  <a:pt x="597572" y="342737"/>
                </a:moveTo>
                <a:lnTo>
                  <a:pt x="593716" y="345847"/>
                </a:lnTo>
                <a:lnTo>
                  <a:pt x="590595" y="341984"/>
                </a:lnTo>
                <a:lnTo>
                  <a:pt x="594452" y="338874"/>
                </a:lnTo>
                <a:lnTo>
                  <a:pt x="597572" y="342737"/>
                </a:lnTo>
                <a:close/>
              </a:path>
              <a:path w="7579994" h="4824095">
                <a:moveTo>
                  <a:pt x="432380" y="475045"/>
                </a:moveTo>
                <a:lnTo>
                  <a:pt x="429820" y="477118"/>
                </a:lnTo>
                <a:lnTo>
                  <a:pt x="427747" y="474550"/>
                </a:lnTo>
                <a:lnTo>
                  <a:pt x="430306" y="472478"/>
                </a:lnTo>
                <a:lnTo>
                  <a:pt x="432380" y="475045"/>
                </a:lnTo>
                <a:close/>
              </a:path>
              <a:path w="7579994" h="4824095">
                <a:moveTo>
                  <a:pt x="267197" y="607361"/>
                </a:moveTo>
                <a:lnTo>
                  <a:pt x="265917" y="608397"/>
                </a:lnTo>
                <a:lnTo>
                  <a:pt x="264881" y="607117"/>
                </a:lnTo>
                <a:lnTo>
                  <a:pt x="266161" y="606081"/>
                </a:lnTo>
                <a:lnTo>
                  <a:pt x="267197" y="607361"/>
                </a:lnTo>
                <a:close/>
              </a:path>
              <a:path w="7579994" h="4824095">
                <a:moveTo>
                  <a:pt x="630319" y="46400"/>
                </a:moveTo>
                <a:lnTo>
                  <a:pt x="625174" y="50548"/>
                </a:lnTo>
                <a:lnTo>
                  <a:pt x="621017" y="45396"/>
                </a:lnTo>
                <a:lnTo>
                  <a:pt x="626161" y="41249"/>
                </a:lnTo>
                <a:lnTo>
                  <a:pt x="630319" y="46400"/>
                </a:lnTo>
                <a:close/>
              </a:path>
              <a:path w="7579994" h="4824095">
                <a:moveTo>
                  <a:pt x="465135" y="178715"/>
                </a:moveTo>
                <a:lnTo>
                  <a:pt x="461271" y="181827"/>
                </a:lnTo>
                <a:lnTo>
                  <a:pt x="458160" y="177970"/>
                </a:lnTo>
                <a:lnTo>
                  <a:pt x="462017" y="174860"/>
                </a:lnTo>
                <a:lnTo>
                  <a:pt x="465135" y="178715"/>
                </a:lnTo>
                <a:close/>
              </a:path>
              <a:path w="7579994" h="4824095">
                <a:moveTo>
                  <a:pt x="299945" y="311032"/>
                </a:moveTo>
                <a:lnTo>
                  <a:pt x="297385" y="313104"/>
                </a:lnTo>
                <a:lnTo>
                  <a:pt x="295302" y="310529"/>
                </a:lnTo>
                <a:lnTo>
                  <a:pt x="297870" y="308455"/>
                </a:lnTo>
                <a:lnTo>
                  <a:pt x="299945" y="311032"/>
                </a:lnTo>
                <a:close/>
              </a:path>
              <a:path w="7579994" h="4824095">
                <a:moveTo>
                  <a:pt x="134761" y="443339"/>
                </a:moveTo>
                <a:lnTo>
                  <a:pt x="133473" y="444377"/>
                </a:lnTo>
                <a:lnTo>
                  <a:pt x="132436" y="443097"/>
                </a:lnTo>
                <a:lnTo>
                  <a:pt x="133725" y="442059"/>
                </a:lnTo>
                <a:lnTo>
                  <a:pt x="134761" y="443339"/>
                </a:lnTo>
                <a:close/>
              </a:path>
              <a:path w="7579994" h="4824095">
                <a:moveTo>
                  <a:pt x="332690" y="14692"/>
                </a:moveTo>
                <a:lnTo>
                  <a:pt x="328834" y="17804"/>
                </a:lnTo>
                <a:lnTo>
                  <a:pt x="325715" y="13948"/>
                </a:lnTo>
                <a:lnTo>
                  <a:pt x="329580" y="10837"/>
                </a:lnTo>
                <a:lnTo>
                  <a:pt x="332690" y="14692"/>
                </a:lnTo>
                <a:close/>
              </a:path>
              <a:path w="7579994" h="4824095">
                <a:moveTo>
                  <a:pt x="167508" y="147009"/>
                </a:moveTo>
                <a:lnTo>
                  <a:pt x="164939" y="149082"/>
                </a:lnTo>
                <a:lnTo>
                  <a:pt x="162865" y="146506"/>
                </a:lnTo>
                <a:lnTo>
                  <a:pt x="165424" y="144433"/>
                </a:lnTo>
                <a:lnTo>
                  <a:pt x="167508" y="147009"/>
                </a:lnTo>
                <a:close/>
              </a:path>
              <a:path w="7579994" h="4824095">
                <a:moveTo>
                  <a:pt x="2326" y="279332"/>
                </a:moveTo>
                <a:lnTo>
                  <a:pt x="1038" y="280370"/>
                </a:lnTo>
                <a:lnTo>
                  <a:pt x="0" y="279073"/>
                </a:lnTo>
                <a:lnTo>
                  <a:pt x="1279" y="278037"/>
                </a:lnTo>
                <a:lnTo>
                  <a:pt x="2326" y="279332"/>
                </a:lnTo>
                <a:close/>
              </a:path>
            </a:pathLst>
          </a:custGeom>
          <a:solidFill>
            <a:srgbClr val="37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5723" y="5202592"/>
            <a:ext cx="6459220" cy="5084445"/>
          </a:xfrm>
          <a:custGeom>
            <a:avLst/>
            <a:gdLst/>
            <a:ahLst/>
            <a:cxnLst/>
            <a:rect l="l" t="t" r="r" b="b"/>
            <a:pathLst>
              <a:path w="6459220" h="5084445">
                <a:moveTo>
                  <a:pt x="112096" y="2312"/>
                </a:moveTo>
                <a:lnTo>
                  <a:pt x="114467" y="0"/>
                </a:lnTo>
                <a:lnTo>
                  <a:pt x="116772" y="2373"/>
                </a:lnTo>
                <a:lnTo>
                  <a:pt x="114400" y="4685"/>
                </a:lnTo>
                <a:lnTo>
                  <a:pt x="112096" y="2312"/>
                </a:lnTo>
                <a:close/>
              </a:path>
              <a:path w="6459220" h="5084445">
                <a:moveTo>
                  <a:pt x="106876" y="300411"/>
                </a:moveTo>
                <a:lnTo>
                  <a:pt x="110434" y="296945"/>
                </a:lnTo>
                <a:lnTo>
                  <a:pt x="113889" y="300505"/>
                </a:lnTo>
                <a:lnTo>
                  <a:pt x="110337" y="303959"/>
                </a:lnTo>
                <a:lnTo>
                  <a:pt x="106876" y="300411"/>
                </a:lnTo>
                <a:close/>
              </a:path>
              <a:path w="6459220" h="5084445">
                <a:moveTo>
                  <a:pt x="259123" y="153394"/>
                </a:moveTo>
                <a:lnTo>
                  <a:pt x="261495" y="151083"/>
                </a:lnTo>
                <a:lnTo>
                  <a:pt x="263807" y="153454"/>
                </a:lnTo>
                <a:lnTo>
                  <a:pt x="261433" y="155758"/>
                </a:lnTo>
                <a:lnTo>
                  <a:pt x="259123" y="153394"/>
                </a:lnTo>
                <a:close/>
              </a:path>
              <a:path w="6459220" h="5084445">
                <a:moveTo>
                  <a:pt x="410783" y="6366"/>
                </a:moveTo>
                <a:lnTo>
                  <a:pt x="412563" y="4634"/>
                </a:lnTo>
                <a:lnTo>
                  <a:pt x="414295" y="6413"/>
                </a:lnTo>
                <a:lnTo>
                  <a:pt x="412516" y="8145"/>
                </a:lnTo>
                <a:lnTo>
                  <a:pt x="410783" y="6366"/>
                </a:lnTo>
                <a:close/>
              </a:path>
              <a:path w="6459220" h="5084445">
                <a:moveTo>
                  <a:pt x="101072" y="598482"/>
                </a:moveTo>
                <a:lnTo>
                  <a:pt x="106395" y="593297"/>
                </a:lnTo>
                <a:lnTo>
                  <a:pt x="111591" y="598635"/>
                </a:lnTo>
                <a:lnTo>
                  <a:pt x="106259" y="603821"/>
                </a:lnTo>
                <a:lnTo>
                  <a:pt x="101072" y="598482"/>
                </a:lnTo>
                <a:close/>
              </a:path>
              <a:path w="6459220" h="5084445">
                <a:moveTo>
                  <a:pt x="253314" y="451477"/>
                </a:moveTo>
                <a:lnTo>
                  <a:pt x="257467" y="447441"/>
                </a:lnTo>
                <a:lnTo>
                  <a:pt x="261500" y="451586"/>
                </a:lnTo>
                <a:lnTo>
                  <a:pt x="257348" y="455621"/>
                </a:lnTo>
                <a:lnTo>
                  <a:pt x="253314" y="451477"/>
                </a:lnTo>
                <a:close/>
              </a:path>
              <a:path w="6459220" h="5084445">
                <a:moveTo>
                  <a:pt x="405571" y="304461"/>
                </a:moveTo>
                <a:lnTo>
                  <a:pt x="408529" y="301579"/>
                </a:lnTo>
                <a:lnTo>
                  <a:pt x="411413" y="304544"/>
                </a:lnTo>
                <a:lnTo>
                  <a:pt x="408455" y="307426"/>
                </a:lnTo>
                <a:lnTo>
                  <a:pt x="405571" y="304461"/>
                </a:lnTo>
                <a:close/>
              </a:path>
              <a:path w="6459220" h="5084445">
                <a:moveTo>
                  <a:pt x="557232" y="157432"/>
                </a:moveTo>
                <a:lnTo>
                  <a:pt x="559605" y="155128"/>
                </a:lnTo>
                <a:lnTo>
                  <a:pt x="561907" y="157494"/>
                </a:lnTo>
                <a:lnTo>
                  <a:pt x="559544" y="159804"/>
                </a:lnTo>
                <a:lnTo>
                  <a:pt x="557232" y="157432"/>
                </a:lnTo>
                <a:close/>
              </a:path>
              <a:path w="6459220" h="5084445">
                <a:moveTo>
                  <a:pt x="95265" y="896570"/>
                </a:moveTo>
                <a:lnTo>
                  <a:pt x="102367" y="889655"/>
                </a:lnTo>
                <a:lnTo>
                  <a:pt x="109295" y="896771"/>
                </a:lnTo>
                <a:lnTo>
                  <a:pt x="102184" y="903689"/>
                </a:lnTo>
                <a:lnTo>
                  <a:pt x="95265" y="896570"/>
                </a:lnTo>
                <a:close/>
              </a:path>
              <a:path w="6459220" h="5084445">
                <a:moveTo>
                  <a:pt x="247515" y="749565"/>
                </a:moveTo>
                <a:lnTo>
                  <a:pt x="253446" y="743797"/>
                </a:lnTo>
                <a:lnTo>
                  <a:pt x="259212" y="749721"/>
                </a:lnTo>
                <a:lnTo>
                  <a:pt x="253280" y="755488"/>
                </a:lnTo>
                <a:lnTo>
                  <a:pt x="247515" y="749565"/>
                </a:lnTo>
                <a:close/>
              </a:path>
              <a:path w="6459220" h="5084445">
                <a:moveTo>
                  <a:pt x="399772" y="602548"/>
                </a:moveTo>
                <a:lnTo>
                  <a:pt x="404509" y="597934"/>
                </a:lnTo>
                <a:lnTo>
                  <a:pt x="409120" y="602663"/>
                </a:lnTo>
                <a:lnTo>
                  <a:pt x="404375" y="607279"/>
                </a:lnTo>
                <a:lnTo>
                  <a:pt x="399772" y="602548"/>
                </a:lnTo>
                <a:close/>
              </a:path>
              <a:path w="6459220" h="5084445">
                <a:moveTo>
                  <a:pt x="552017" y="455526"/>
                </a:moveTo>
                <a:lnTo>
                  <a:pt x="555570" y="452072"/>
                </a:lnTo>
                <a:lnTo>
                  <a:pt x="559023" y="455625"/>
                </a:lnTo>
                <a:lnTo>
                  <a:pt x="555473" y="459086"/>
                </a:lnTo>
                <a:lnTo>
                  <a:pt x="552017" y="455526"/>
                </a:lnTo>
                <a:close/>
              </a:path>
              <a:path w="6459220" h="5084445">
                <a:moveTo>
                  <a:pt x="704266" y="308514"/>
                </a:moveTo>
                <a:lnTo>
                  <a:pt x="706629" y="306202"/>
                </a:lnTo>
                <a:lnTo>
                  <a:pt x="708941" y="308574"/>
                </a:lnTo>
                <a:lnTo>
                  <a:pt x="706569" y="310886"/>
                </a:lnTo>
                <a:lnTo>
                  <a:pt x="704266" y="308514"/>
                </a:lnTo>
                <a:close/>
              </a:path>
              <a:path w="6459220" h="5084445">
                <a:moveTo>
                  <a:pt x="855928" y="161492"/>
                </a:moveTo>
                <a:lnTo>
                  <a:pt x="857707" y="159760"/>
                </a:lnTo>
                <a:lnTo>
                  <a:pt x="859437" y="161531"/>
                </a:lnTo>
                <a:lnTo>
                  <a:pt x="857650" y="163265"/>
                </a:lnTo>
                <a:lnTo>
                  <a:pt x="855928" y="161492"/>
                </a:lnTo>
                <a:close/>
              </a:path>
              <a:path w="6459220" h="5084445">
                <a:moveTo>
                  <a:pt x="89459" y="1194662"/>
                </a:moveTo>
                <a:lnTo>
                  <a:pt x="98348" y="1186012"/>
                </a:lnTo>
                <a:lnTo>
                  <a:pt x="106998" y="1194902"/>
                </a:lnTo>
                <a:lnTo>
                  <a:pt x="98109" y="1203551"/>
                </a:lnTo>
                <a:lnTo>
                  <a:pt x="89459" y="1194662"/>
                </a:lnTo>
                <a:close/>
              </a:path>
              <a:path w="6459220" h="5084445">
                <a:moveTo>
                  <a:pt x="241129" y="1047639"/>
                </a:moveTo>
                <a:lnTo>
                  <a:pt x="249424" y="1039562"/>
                </a:lnTo>
                <a:lnTo>
                  <a:pt x="257502" y="1047857"/>
                </a:lnTo>
                <a:lnTo>
                  <a:pt x="249206" y="1055934"/>
                </a:lnTo>
                <a:lnTo>
                  <a:pt x="241129" y="1047639"/>
                </a:lnTo>
                <a:close/>
              </a:path>
              <a:path w="6459220" h="5084445">
                <a:moveTo>
                  <a:pt x="393964" y="900631"/>
                </a:moveTo>
                <a:lnTo>
                  <a:pt x="400480" y="894286"/>
                </a:lnTo>
                <a:lnTo>
                  <a:pt x="406825" y="900802"/>
                </a:lnTo>
                <a:lnTo>
                  <a:pt x="400301" y="907150"/>
                </a:lnTo>
                <a:lnTo>
                  <a:pt x="393964" y="900631"/>
                </a:lnTo>
                <a:close/>
              </a:path>
              <a:path w="6459220" h="5084445">
                <a:moveTo>
                  <a:pt x="546212" y="753617"/>
                </a:moveTo>
                <a:lnTo>
                  <a:pt x="551543" y="748432"/>
                </a:lnTo>
                <a:lnTo>
                  <a:pt x="556737" y="753761"/>
                </a:lnTo>
                <a:lnTo>
                  <a:pt x="551397" y="758949"/>
                </a:lnTo>
                <a:lnTo>
                  <a:pt x="546212" y="753617"/>
                </a:lnTo>
                <a:close/>
              </a:path>
              <a:path w="6459220" h="5084445">
                <a:moveTo>
                  <a:pt x="698460" y="606603"/>
                </a:moveTo>
                <a:lnTo>
                  <a:pt x="702610" y="602560"/>
                </a:lnTo>
                <a:lnTo>
                  <a:pt x="706645" y="606712"/>
                </a:lnTo>
                <a:lnTo>
                  <a:pt x="702495" y="610756"/>
                </a:lnTo>
                <a:lnTo>
                  <a:pt x="698460" y="606603"/>
                </a:lnTo>
                <a:close/>
              </a:path>
              <a:path w="6459220" h="5084445">
                <a:moveTo>
                  <a:pt x="850708" y="459589"/>
                </a:moveTo>
                <a:lnTo>
                  <a:pt x="853665" y="456707"/>
                </a:lnTo>
                <a:lnTo>
                  <a:pt x="856548" y="459665"/>
                </a:lnTo>
                <a:lnTo>
                  <a:pt x="853590" y="462547"/>
                </a:lnTo>
                <a:lnTo>
                  <a:pt x="850708" y="459589"/>
                </a:lnTo>
                <a:close/>
              </a:path>
              <a:path w="6459220" h="5084445">
                <a:moveTo>
                  <a:pt x="1002956" y="312575"/>
                </a:moveTo>
                <a:lnTo>
                  <a:pt x="1004743" y="310841"/>
                </a:lnTo>
                <a:lnTo>
                  <a:pt x="1006465" y="312614"/>
                </a:lnTo>
                <a:lnTo>
                  <a:pt x="1004685" y="314346"/>
                </a:lnTo>
                <a:lnTo>
                  <a:pt x="1002956" y="312575"/>
                </a:lnTo>
                <a:close/>
              </a:path>
              <a:path w="6459220" h="5084445">
                <a:moveTo>
                  <a:pt x="83656" y="1492743"/>
                </a:moveTo>
                <a:lnTo>
                  <a:pt x="94319" y="1482372"/>
                </a:lnTo>
                <a:lnTo>
                  <a:pt x="104700" y="1493041"/>
                </a:lnTo>
                <a:lnTo>
                  <a:pt x="94037" y="1503412"/>
                </a:lnTo>
                <a:lnTo>
                  <a:pt x="83656" y="1492743"/>
                </a:lnTo>
                <a:close/>
              </a:path>
              <a:path w="6459220" h="5084445">
                <a:moveTo>
                  <a:pt x="235915" y="1345735"/>
                </a:moveTo>
                <a:lnTo>
                  <a:pt x="245389" y="1336508"/>
                </a:lnTo>
                <a:lnTo>
                  <a:pt x="254610" y="1345992"/>
                </a:lnTo>
                <a:lnTo>
                  <a:pt x="245134" y="1355211"/>
                </a:lnTo>
                <a:lnTo>
                  <a:pt x="235915" y="1345735"/>
                </a:lnTo>
                <a:close/>
              </a:path>
              <a:path w="6459220" h="5084445">
                <a:moveTo>
                  <a:pt x="388163" y="1198721"/>
                </a:moveTo>
                <a:lnTo>
                  <a:pt x="396459" y="1190643"/>
                </a:lnTo>
                <a:lnTo>
                  <a:pt x="404528" y="1198941"/>
                </a:lnTo>
                <a:lnTo>
                  <a:pt x="396233" y="1207018"/>
                </a:lnTo>
                <a:lnTo>
                  <a:pt x="388163" y="1198721"/>
                </a:lnTo>
                <a:close/>
              </a:path>
              <a:path w="6459220" h="5084445">
                <a:moveTo>
                  <a:pt x="540409" y="1051699"/>
                </a:moveTo>
                <a:lnTo>
                  <a:pt x="547511" y="1044784"/>
                </a:lnTo>
                <a:lnTo>
                  <a:pt x="554429" y="1051894"/>
                </a:lnTo>
                <a:lnTo>
                  <a:pt x="547327" y="1058810"/>
                </a:lnTo>
                <a:lnTo>
                  <a:pt x="540409" y="1051699"/>
                </a:lnTo>
                <a:close/>
              </a:path>
              <a:path w="6459220" h="5084445">
                <a:moveTo>
                  <a:pt x="692657" y="904685"/>
                </a:moveTo>
                <a:lnTo>
                  <a:pt x="698581" y="898919"/>
                </a:lnTo>
                <a:lnTo>
                  <a:pt x="704346" y="904843"/>
                </a:lnTo>
                <a:lnTo>
                  <a:pt x="698422" y="910609"/>
                </a:lnTo>
                <a:lnTo>
                  <a:pt x="692657" y="904685"/>
                </a:lnTo>
                <a:close/>
              </a:path>
              <a:path w="6459220" h="5084445">
                <a:moveTo>
                  <a:pt x="844905" y="757670"/>
                </a:moveTo>
                <a:lnTo>
                  <a:pt x="849642" y="753057"/>
                </a:lnTo>
                <a:lnTo>
                  <a:pt x="854257" y="757802"/>
                </a:lnTo>
                <a:lnTo>
                  <a:pt x="849518" y="762408"/>
                </a:lnTo>
                <a:lnTo>
                  <a:pt x="844905" y="757670"/>
                </a:lnTo>
                <a:close/>
              </a:path>
              <a:path w="6459220" h="5084445">
                <a:moveTo>
                  <a:pt x="997153" y="610658"/>
                </a:moveTo>
                <a:lnTo>
                  <a:pt x="1000713" y="607201"/>
                </a:lnTo>
                <a:lnTo>
                  <a:pt x="1004167" y="610753"/>
                </a:lnTo>
                <a:lnTo>
                  <a:pt x="1000616" y="614215"/>
                </a:lnTo>
                <a:lnTo>
                  <a:pt x="997153" y="610658"/>
                </a:lnTo>
                <a:close/>
              </a:path>
              <a:path w="6459220" h="5084445">
                <a:moveTo>
                  <a:pt x="1149409" y="463641"/>
                </a:moveTo>
                <a:lnTo>
                  <a:pt x="1151767" y="461341"/>
                </a:lnTo>
                <a:lnTo>
                  <a:pt x="1154079" y="463712"/>
                </a:lnTo>
                <a:lnTo>
                  <a:pt x="1151713" y="466014"/>
                </a:lnTo>
                <a:lnTo>
                  <a:pt x="1149409" y="463641"/>
                </a:lnTo>
                <a:close/>
              </a:path>
              <a:path w="6459220" h="5084445">
                <a:moveTo>
                  <a:pt x="1301658" y="316626"/>
                </a:moveTo>
                <a:lnTo>
                  <a:pt x="1302836" y="315476"/>
                </a:lnTo>
                <a:lnTo>
                  <a:pt x="1303986" y="316655"/>
                </a:lnTo>
                <a:lnTo>
                  <a:pt x="1302808" y="317805"/>
                </a:lnTo>
                <a:lnTo>
                  <a:pt x="1301658" y="316626"/>
                </a:lnTo>
                <a:close/>
              </a:path>
              <a:path w="6459220" h="5084445">
                <a:moveTo>
                  <a:pt x="76687" y="1790821"/>
                </a:moveTo>
                <a:lnTo>
                  <a:pt x="90313" y="1777558"/>
                </a:lnTo>
                <a:lnTo>
                  <a:pt x="103576" y="1791184"/>
                </a:lnTo>
                <a:lnTo>
                  <a:pt x="89950" y="1804447"/>
                </a:lnTo>
                <a:lnTo>
                  <a:pt x="76687" y="1790821"/>
                </a:lnTo>
                <a:close/>
              </a:path>
              <a:path w="6459220" h="5084445">
                <a:moveTo>
                  <a:pt x="229521" y="1643813"/>
                </a:moveTo>
                <a:lnTo>
                  <a:pt x="241369" y="1632282"/>
                </a:lnTo>
                <a:lnTo>
                  <a:pt x="252900" y="1644130"/>
                </a:lnTo>
                <a:lnTo>
                  <a:pt x="241052" y="1655661"/>
                </a:lnTo>
                <a:lnTo>
                  <a:pt x="229521" y="1643813"/>
                </a:lnTo>
                <a:close/>
              </a:path>
              <a:path w="6459220" h="5084445">
                <a:moveTo>
                  <a:pt x="382356" y="1496805"/>
                </a:moveTo>
                <a:lnTo>
                  <a:pt x="392433" y="1487003"/>
                </a:lnTo>
                <a:lnTo>
                  <a:pt x="402232" y="1497072"/>
                </a:lnTo>
                <a:lnTo>
                  <a:pt x="392157" y="1506881"/>
                </a:lnTo>
                <a:lnTo>
                  <a:pt x="382356" y="1496805"/>
                </a:lnTo>
                <a:close/>
              </a:path>
              <a:path w="6459220" h="5084445">
                <a:moveTo>
                  <a:pt x="534604" y="1349791"/>
                </a:moveTo>
                <a:lnTo>
                  <a:pt x="543486" y="1341144"/>
                </a:lnTo>
                <a:lnTo>
                  <a:pt x="552135" y="1350033"/>
                </a:lnTo>
                <a:lnTo>
                  <a:pt x="543254" y="1358681"/>
                </a:lnTo>
                <a:lnTo>
                  <a:pt x="534604" y="1349791"/>
                </a:lnTo>
                <a:close/>
              </a:path>
              <a:path w="6459220" h="5084445">
                <a:moveTo>
                  <a:pt x="686852" y="1202777"/>
                </a:moveTo>
                <a:lnTo>
                  <a:pt x="694555" y="1195279"/>
                </a:lnTo>
                <a:lnTo>
                  <a:pt x="702052" y="1202982"/>
                </a:lnTo>
                <a:lnTo>
                  <a:pt x="694350" y="1210479"/>
                </a:lnTo>
                <a:lnTo>
                  <a:pt x="686852" y="1202777"/>
                </a:lnTo>
                <a:close/>
              </a:path>
              <a:path w="6459220" h="5084445">
                <a:moveTo>
                  <a:pt x="839100" y="1055763"/>
                </a:moveTo>
                <a:lnTo>
                  <a:pt x="845616" y="1049417"/>
                </a:lnTo>
                <a:lnTo>
                  <a:pt x="851964" y="1055941"/>
                </a:lnTo>
                <a:lnTo>
                  <a:pt x="845446" y="1062279"/>
                </a:lnTo>
                <a:lnTo>
                  <a:pt x="839100" y="1055763"/>
                </a:lnTo>
                <a:close/>
              </a:path>
              <a:path w="6459220" h="5084445">
                <a:moveTo>
                  <a:pt x="991357" y="908747"/>
                </a:moveTo>
                <a:lnTo>
                  <a:pt x="996688" y="903561"/>
                </a:lnTo>
                <a:lnTo>
                  <a:pt x="1001872" y="908884"/>
                </a:lnTo>
                <a:lnTo>
                  <a:pt x="996542" y="914078"/>
                </a:lnTo>
                <a:lnTo>
                  <a:pt x="991357" y="908747"/>
                </a:lnTo>
                <a:close/>
              </a:path>
              <a:path w="6459220" h="5084445">
                <a:moveTo>
                  <a:pt x="1143605" y="761732"/>
                </a:moveTo>
                <a:lnTo>
                  <a:pt x="1147749" y="757698"/>
                </a:lnTo>
                <a:lnTo>
                  <a:pt x="1151782" y="761843"/>
                </a:lnTo>
                <a:lnTo>
                  <a:pt x="1147638" y="765877"/>
                </a:lnTo>
                <a:lnTo>
                  <a:pt x="1143605" y="761732"/>
                </a:lnTo>
                <a:close/>
              </a:path>
              <a:path w="6459220" h="5084445">
                <a:moveTo>
                  <a:pt x="1295853" y="614718"/>
                </a:moveTo>
                <a:lnTo>
                  <a:pt x="1298811" y="611836"/>
                </a:lnTo>
                <a:lnTo>
                  <a:pt x="1301693" y="614794"/>
                </a:lnTo>
                <a:lnTo>
                  <a:pt x="1298735" y="617676"/>
                </a:lnTo>
                <a:lnTo>
                  <a:pt x="1295853" y="614718"/>
                </a:lnTo>
                <a:close/>
              </a:path>
              <a:path w="6459220" h="5084445">
                <a:moveTo>
                  <a:pt x="1448099" y="467696"/>
                </a:moveTo>
                <a:lnTo>
                  <a:pt x="1449879" y="465964"/>
                </a:lnTo>
                <a:lnTo>
                  <a:pt x="1451613" y="467751"/>
                </a:lnTo>
                <a:lnTo>
                  <a:pt x="1449833" y="469483"/>
                </a:lnTo>
                <a:lnTo>
                  <a:pt x="1448099" y="467696"/>
                </a:lnTo>
                <a:close/>
              </a:path>
              <a:path w="6459220" h="5084445">
                <a:moveTo>
                  <a:pt x="70302" y="2088896"/>
                </a:moveTo>
                <a:lnTo>
                  <a:pt x="86295" y="2073331"/>
                </a:lnTo>
                <a:lnTo>
                  <a:pt x="101861" y="2089331"/>
                </a:lnTo>
                <a:lnTo>
                  <a:pt x="85869" y="2104896"/>
                </a:lnTo>
                <a:lnTo>
                  <a:pt x="70302" y="2088896"/>
                </a:lnTo>
                <a:close/>
              </a:path>
              <a:path w="6459220" h="5084445">
                <a:moveTo>
                  <a:pt x="222550" y="1941881"/>
                </a:moveTo>
                <a:lnTo>
                  <a:pt x="237364" y="1927467"/>
                </a:lnTo>
                <a:lnTo>
                  <a:pt x="251779" y="1942280"/>
                </a:lnTo>
                <a:lnTo>
                  <a:pt x="236965" y="1956695"/>
                </a:lnTo>
                <a:lnTo>
                  <a:pt x="222550" y="1941881"/>
                </a:lnTo>
                <a:close/>
              </a:path>
              <a:path w="6459220" h="5084445">
                <a:moveTo>
                  <a:pt x="375963" y="1794882"/>
                </a:moveTo>
                <a:lnTo>
                  <a:pt x="388405" y="1782779"/>
                </a:lnTo>
                <a:lnTo>
                  <a:pt x="400516" y="1795219"/>
                </a:lnTo>
                <a:lnTo>
                  <a:pt x="388074" y="1807322"/>
                </a:lnTo>
                <a:lnTo>
                  <a:pt x="375963" y="1794882"/>
                </a:lnTo>
                <a:close/>
              </a:path>
              <a:path w="6459220" h="5084445">
                <a:moveTo>
                  <a:pt x="528806" y="1647872"/>
                </a:moveTo>
                <a:lnTo>
                  <a:pt x="539468" y="1637501"/>
                </a:lnTo>
                <a:lnTo>
                  <a:pt x="549849" y="1648170"/>
                </a:lnTo>
                <a:lnTo>
                  <a:pt x="539187" y="1658541"/>
                </a:lnTo>
                <a:lnTo>
                  <a:pt x="528806" y="1647872"/>
                </a:lnTo>
                <a:close/>
              </a:path>
              <a:path w="6459220" h="5084445">
                <a:moveTo>
                  <a:pt x="681054" y="1500858"/>
                </a:moveTo>
                <a:lnTo>
                  <a:pt x="690530" y="1491638"/>
                </a:lnTo>
                <a:lnTo>
                  <a:pt x="699757" y="1501112"/>
                </a:lnTo>
                <a:lnTo>
                  <a:pt x="690275" y="1510342"/>
                </a:lnTo>
                <a:lnTo>
                  <a:pt x="681054" y="1500858"/>
                </a:lnTo>
                <a:close/>
              </a:path>
              <a:path w="6459220" h="5084445">
                <a:moveTo>
                  <a:pt x="833302" y="1353845"/>
                </a:moveTo>
                <a:lnTo>
                  <a:pt x="841590" y="1345777"/>
                </a:lnTo>
                <a:lnTo>
                  <a:pt x="849668" y="1354072"/>
                </a:lnTo>
                <a:lnTo>
                  <a:pt x="841370" y="1362141"/>
                </a:lnTo>
                <a:lnTo>
                  <a:pt x="833302" y="1353845"/>
                </a:lnTo>
                <a:close/>
              </a:path>
              <a:path w="6459220" h="5084445">
                <a:moveTo>
                  <a:pt x="985542" y="1206831"/>
                </a:moveTo>
                <a:lnTo>
                  <a:pt x="992660" y="1199912"/>
                </a:lnTo>
                <a:lnTo>
                  <a:pt x="999578" y="1207022"/>
                </a:lnTo>
                <a:lnTo>
                  <a:pt x="992470" y="1213948"/>
                </a:lnTo>
                <a:lnTo>
                  <a:pt x="985542" y="1206831"/>
                </a:lnTo>
                <a:close/>
              </a:path>
              <a:path w="6459220" h="5084445">
                <a:moveTo>
                  <a:pt x="1138384" y="1059822"/>
                </a:moveTo>
                <a:lnTo>
                  <a:pt x="1143716" y="1054636"/>
                </a:lnTo>
                <a:lnTo>
                  <a:pt x="1148902" y="1059967"/>
                </a:lnTo>
                <a:lnTo>
                  <a:pt x="1143572" y="1065161"/>
                </a:lnTo>
                <a:lnTo>
                  <a:pt x="1138384" y="1059822"/>
                </a:lnTo>
                <a:close/>
              </a:path>
              <a:path w="6459220" h="5084445">
                <a:moveTo>
                  <a:pt x="1290048" y="912809"/>
                </a:moveTo>
                <a:lnTo>
                  <a:pt x="1294785" y="908196"/>
                </a:lnTo>
                <a:lnTo>
                  <a:pt x="1299399" y="912933"/>
                </a:lnTo>
                <a:lnTo>
                  <a:pt x="1294662" y="917547"/>
                </a:lnTo>
                <a:lnTo>
                  <a:pt x="1290048" y="912809"/>
                </a:lnTo>
                <a:close/>
              </a:path>
              <a:path w="6459220" h="5084445">
                <a:moveTo>
                  <a:pt x="1442295" y="765787"/>
                </a:moveTo>
                <a:lnTo>
                  <a:pt x="1445853" y="762324"/>
                </a:lnTo>
                <a:lnTo>
                  <a:pt x="1449317" y="765882"/>
                </a:lnTo>
                <a:lnTo>
                  <a:pt x="1445751" y="769348"/>
                </a:lnTo>
                <a:lnTo>
                  <a:pt x="1442295" y="765787"/>
                </a:lnTo>
                <a:close/>
              </a:path>
              <a:path w="6459220" h="5084445">
                <a:moveTo>
                  <a:pt x="1594543" y="618774"/>
                </a:moveTo>
                <a:lnTo>
                  <a:pt x="1596914" y="616461"/>
                </a:lnTo>
                <a:lnTo>
                  <a:pt x="1599218" y="618835"/>
                </a:lnTo>
                <a:lnTo>
                  <a:pt x="1596855" y="621145"/>
                </a:lnTo>
                <a:lnTo>
                  <a:pt x="1594543" y="618774"/>
                </a:lnTo>
                <a:close/>
              </a:path>
              <a:path w="6459220" h="5084445">
                <a:moveTo>
                  <a:pt x="1746802" y="471766"/>
                </a:moveTo>
                <a:lnTo>
                  <a:pt x="1747986" y="470605"/>
                </a:lnTo>
                <a:lnTo>
                  <a:pt x="1749139" y="471792"/>
                </a:lnTo>
                <a:lnTo>
                  <a:pt x="1747952" y="472944"/>
                </a:lnTo>
                <a:lnTo>
                  <a:pt x="1746802" y="471766"/>
                </a:lnTo>
                <a:close/>
              </a:path>
              <a:path w="6459220" h="5084445">
                <a:moveTo>
                  <a:pt x="63323" y="2386967"/>
                </a:moveTo>
                <a:lnTo>
                  <a:pt x="82289" y="2368516"/>
                </a:lnTo>
                <a:lnTo>
                  <a:pt x="100748" y="2387480"/>
                </a:lnTo>
                <a:lnTo>
                  <a:pt x="81782" y="2405931"/>
                </a:lnTo>
                <a:lnTo>
                  <a:pt x="63323" y="2386967"/>
                </a:lnTo>
                <a:close/>
              </a:path>
              <a:path w="6459220" h="5084445">
                <a:moveTo>
                  <a:pt x="216746" y="2239973"/>
                </a:moveTo>
                <a:lnTo>
                  <a:pt x="233338" y="2223826"/>
                </a:lnTo>
                <a:lnTo>
                  <a:pt x="249483" y="2240411"/>
                </a:lnTo>
                <a:lnTo>
                  <a:pt x="232890" y="2256557"/>
                </a:lnTo>
                <a:lnTo>
                  <a:pt x="216746" y="2239973"/>
                </a:lnTo>
                <a:close/>
              </a:path>
              <a:path w="6459220" h="5084445">
                <a:moveTo>
                  <a:pt x="368994" y="2092960"/>
                </a:moveTo>
                <a:lnTo>
                  <a:pt x="384407" y="2077962"/>
                </a:lnTo>
                <a:lnTo>
                  <a:pt x="399392" y="2093362"/>
                </a:lnTo>
                <a:lnTo>
                  <a:pt x="383986" y="2108357"/>
                </a:lnTo>
                <a:lnTo>
                  <a:pt x="368994" y="2092960"/>
                </a:lnTo>
                <a:close/>
              </a:path>
              <a:path w="6459220" h="5084445">
                <a:moveTo>
                  <a:pt x="521837" y="1945949"/>
                </a:moveTo>
                <a:lnTo>
                  <a:pt x="535457" y="1932696"/>
                </a:lnTo>
                <a:lnTo>
                  <a:pt x="548718" y="1946315"/>
                </a:lnTo>
                <a:lnTo>
                  <a:pt x="535090" y="1959569"/>
                </a:lnTo>
                <a:lnTo>
                  <a:pt x="521837" y="1945949"/>
                </a:lnTo>
                <a:close/>
              </a:path>
              <a:path w="6459220" h="5084445">
                <a:moveTo>
                  <a:pt x="675249" y="1798949"/>
                </a:moveTo>
                <a:lnTo>
                  <a:pt x="686505" y="1787998"/>
                </a:lnTo>
                <a:lnTo>
                  <a:pt x="697464" y="1799251"/>
                </a:lnTo>
                <a:lnTo>
                  <a:pt x="686208" y="1810202"/>
                </a:lnTo>
                <a:lnTo>
                  <a:pt x="675249" y="1798949"/>
                </a:lnTo>
                <a:close/>
              </a:path>
              <a:path w="6459220" h="5084445">
                <a:moveTo>
                  <a:pt x="827497" y="1651935"/>
                </a:moveTo>
                <a:lnTo>
                  <a:pt x="837565" y="1642136"/>
                </a:lnTo>
                <a:lnTo>
                  <a:pt x="847375" y="1652210"/>
                </a:lnTo>
                <a:lnTo>
                  <a:pt x="837307" y="1662009"/>
                </a:lnTo>
                <a:lnTo>
                  <a:pt x="827497" y="1651935"/>
                </a:lnTo>
                <a:close/>
              </a:path>
              <a:path w="6459220" h="5084445">
                <a:moveTo>
                  <a:pt x="979743" y="1504913"/>
                </a:moveTo>
                <a:lnTo>
                  <a:pt x="988633" y="1496264"/>
                </a:lnTo>
                <a:lnTo>
                  <a:pt x="997282" y="1505154"/>
                </a:lnTo>
                <a:lnTo>
                  <a:pt x="988393" y="1513803"/>
                </a:lnTo>
                <a:lnTo>
                  <a:pt x="979743" y="1504913"/>
                </a:lnTo>
                <a:close/>
              </a:path>
              <a:path w="6459220" h="5084445">
                <a:moveTo>
                  <a:pt x="1132002" y="1357905"/>
                </a:moveTo>
                <a:lnTo>
                  <a:pt x="1139705" y="1350408"/>
                </a:lnTo>
                <a:lnTo>
                  <a:pt x="1147192" y="1358104"/>
                </a:lnTo>
                <a:lnTo>
                  <a:pt x="1139490" y="1365602"/>
                </a:lnTo>
                <a:lnTo>
                  <a:pt x="1132002" y="1357905"/>
                </a:lnTo>
                <a:close/>
              </a:path>
              <a:path w="6459220" h="5084445">
                <a:moveTo>
                  <a:pt x="1284828" y="1210899"/>
                </a:moveTo>
                <a:lnTo>
                  <a:pt x="1290752" y="1205134"/>
                </a:lnTo>
                <a:lnTo>
                  <a:pt x="1296517" y="1211058"/>
                </a:lnTo>
                <a:lnTo>
                  <a:pt x="1290594" y="1216823"/>
                </a:lnTo>
                <a:lnTo>
                  <a:pt x="1284828" y="1210899"/>
                </a:lnTo>
                <a:close/>
              </a:path>
              <a:path w="6459220" h="5084445">
                <a:moveTo>
                  <a:pt x="1437077" y="1063886"/>
                </a:moveTo>
                <a:lnTo>
                  <a:pt x="1441821" y="1059269"/>
                </a:lnTo>
                <a:lnTo>
                  <a:pt x="1446427" y="1064009"/>
                </a:lnTo>
                <a:lnTo>
                  <a:pt x="1441690" y="1068622"/>
                </a:lnTo>
                <a:lnTo>
                  <a:pt x="1437077" y="1063886"/>
                </a:lnTo>
                <a:close/>
              </a:path>
              <a:path w="6459220" h="5084445">
                <a:moveTo>
                  <a:pt x="1589325" y="916871"/>
                </a:moveTo>
                <a:lnTo>
                  <a:pt x="1592891" y="913405"/>
                </a:lnTo>
                <a:lnTo>
                  <a:pt x="1596345" y="916957"/>
                </a:lnTo>
                <a:lnTo>
                  <a:pt x="1592787" y="920421"/>
                </a:lnTo>
                <a:lnTo>
                  <a:pt x="1589325" y="916871"/>
                </a:lnTo>
                <a:close/>
              </a:path>
              <a:path w="6459220" h="5084445">
                <a:moveTo>
                  <a:pt x="1740993" y="769841"/>
                </a:moveTo>
                <a:lnTo>
                  <a:pt x="1743958" y="766957"/>
                </a:lnTo>
                <a:lnTo>
                  <a:pt x="1746842" y="769923"/>
                </a:lnTo>
                <a:lnTo>
                  <a:pt x="1743876" y="772806"/>
                </a:lnTo>
                <a:lnTo>
                  <a:pt x="1740993" y="769841"/>
                </a:lnTo>
                <a:close/>
              </a:path>
              <a:path w="6459220" h="5084445">
                <a:moveTo>
                  <a:pt x="1893251" y="622833"/>
                </a:moveTo>
                <a:lnTo>
                  <a:pt x="1895022" y="621103"/>
                </a:lnTo>
                <a:lnTo>
                  <a:pt x="1896744" y="622876"/>
                </a:lnTo>
                <a:lnTo>
                  <a:pt x="1894973" y="624606"/>
                </a:lnTo>
                <a:lnTo>
                  <a:pt x="1893251" y="622833"/>
                </a:lnTo>
                <a:close/>
              </a:path>
              <a:path w="6459220" h="5084445">
                <a:moveTo>
                  <a:pt x="56948" y="2685049"/>
                </a:moveTo>
                <a:lnTo>
                  <a:pt x="78271" y="2664299"/>
                </a:lnTo>
                <a:lnTo>
                  <a:pt x="99030" y="2685620"/>
                </a:lnTo>
                <a:lnTo>
                  <a:pt x="77700" y="2706381"/>
                </a:lnTo>
                <a:lnTo>
                  <a:pt x="56948" y="2685049"/>
                </a:lnTo>
                <a:close/>
              </a:path>
              <a:path w="6459220" h="5084445">
                <a:moveTo>
                  <a:pt x="209773" y="2538043"/>
                </a:moveTo>
                <a:lnTo>
                  <a:pt x="229323" y="2519014"/>
                </a:lnTo>
                <a:lnTo>
                  <a:pt x="248352" y="2538564"/>
                </a:lnTo>
                <a:lnTo>
                  <a:pt x="228802" y="2557593"/>
                </a:lnTo>
                <a:lnTo>
                  <a:pt x="209773" y="2538043"/>
                </a:lnTo>
                <a:close/>
              </a:path>
              <a:path w="6459220" h="5084445">
                <a:moveTo>
                  <a:pt x="362608" y="2391034"/>
                </a:moveTo>
                <a:lnTo>
                  <a:pt x="380379" y="2373738"/>
                </a:lnTo>
                <a:lnTo>
                  <a:pt x="397675" y="2391509"/>
                </a:lnTo>
                <a:lnTo>
                  <a:pt x="379904" y="2408805"/>
                </a:lnTo>
                <a:lnTo>
                  <a:pt x="362608" y="2391034"/>
                </a:lnTo>
                <a:close/>
              </a:path>
              <a:path w="6459220" h="5084445">
                <a:moveTo>
                  <a:pt x="515443" y="2244026"/>
                </a:moveTo>
                <a:lnTo>
                  <a:pt x="531443" y="2228460"/>
                </a:lnTo>
                <a:lnTo>
                  <a:pt x="547008" y="2244452"/>
                </a:lnTo>
                <a:lnTo>
                  <a:pt x="531007" y="2260019"/>
                </a:lnTo>
                <a:lnTo>
                  <a:pt x="515443" y="2244026"/>
                </a:lnTo>
                <a:close/>
              </a:path>
              <a:path w="6459220" h="5084445">
                <a:moveTo>
                  <a:pt x="668279" y="2097026"/>
                </a:moveTo>
                <a:lnTo>
                  <a:pt x="682498" y="2083183"/>
                </a:lnTo>
                <a:lnTo>
                  <a:pt x="696334" y="2097404"/>
                </a:lnTo>
                <a:lnTo>
                  <a:pt x="682115" y="2111247"/>
                </a:lnTo>
                <a:lnTo>
                  <a:pt x="668279" y="2097026"/>
                </a:lnTo>
                <a:close/>
              </a:path>
              <a:path w="6459220" h="5084445">
                <a:moveTo>
                  <a:pt x="821692" y="1950026"/>
                </a:moveTo>
                <a:lnTo>
                  <a:pt x="833539" y="1938496"/>
                </a:lnTo>
                <a:lnTo>
                  <a:pt x="845071" y="1950343"/>
                </a:lnTo>
                <a:lnTo>
                  <a:pt x="833223" y="1961874"/>
                </a:lnTo>
                <a:lnTo>
                  <a:pt x="821692" y="1950026"/>
                </a:lnTo>
                <a:close/>
              </a:path>
              <a:path w="6459220" h="5084445">
                <a:moveTo>
                  <a:pt x="973938" y="1803004"/>
                </a:moveTo>
                <a:lnTo>
                  <a:pt x="984607" y="1792623"/>
                </a:lnTo>
                <a:lnTo>
                  <a:pt x="994988" y="1803292"/>
                </a:lnTo>
                <a:lnTo>
                  <a:pt x="984319" y="1813673"/>
                </a:lnTo>
                <a:lnTo>
                  <a:pt x="973938" y="1803004"/>
                </a:lnTo>
                <a:close/>
              </a:path>
              <a:path w="6459220" h="5084445">
                <a:moveTo>
                  <a:pt x="1126198" y="1655996"/>
                </a:moveTo>
                <a:lnTo>
                  <a:pt x="1135679" y="1646767"/>
                </a:lnTo>
                <a:lnTo>
                  <a:pt x="1144907" y="1656241"/>
                </a:lnTo>
                <a:lnTo>
                  <a:pt x="1135417" y="1665473"/>
                </a:lnTo>
                <a:lnTo>
                  <a:pt x="1126198" y="1655996"/>
                </a:lnTo>
                <a:close/>
              </a:path>
              <a:path w="6459220" h="5084445">
                <a:moveTo>
                  <a:pt x="1278445" y="1508982"/>
                </a:moveTo>
                <a:lnTo>
                  <a:pt x="1286740" y="1500905"/>
                </a:lnTo>
                <a:lnTo>
                  <a:pt x="1294810" y="1509202"/>
                </a:lnTo>
                <a:lnTo>
                  <a:pt x="1286515" y="1517279"/>
                </a:lnTo>
                <a:lnTo>
                  <a:pt x="1278445" y="1508982"/>
                </a:lnTo>
                <a:close/>
              </a:path>
              <a:path w="6459220" h="5084445">
                <a:moveTo>
                  <a:pt x="1431279" y="1361974"/>
                </a:moveTo>
                <a:lnTo>
                  <a:pt x="1437795" y="1355629"/>
                </a:lnTo>
                <a:lnTo>
                  <a:pt x="1444141" y="1362145"/>
                </a:lnTo>
                <a:lnTo>
                  <a:pt x="1437625" y="1368491"/>
                </a:lnTo>
                <a:lnTo>
                  <a:pt x="1431279" y="1361974"/>
                </a:lnTo>
                <a:close/>
              </a:path>
              <a:path w="6459220" h="5084445">
                <a:moveTo>
                  <a:pt x="1583526" y="1214952"/>
                </a:moveTo>
                <a:lnTo>
                  <a:pt x="1588865" y="1209765"/>
                </a:lnTo>
                <a:lnTo>
                  <a:pt x="1594051" y="1215096"/>
                </a:lnTo>
                <a:lnTo>
                  <a:pt x="1588721" y="1220290"/>
                </a:lnTo>
                <a:lnTo>
                  <a:pt x="1583526" y="1214952"/>
                </a:lnTo>
                <a:close/>
              </a:path>
              <a:path w="6459220" h="5084445">
                <a:moveTo>
                  <a:pt x="1735774" y="1067938"/>
                </a:moveTo>
                <a:lnTo>
                  <a:pt x="1739927" y="1063902"/>
                </a:lnTo>
                <a:lnTo>
                  <a:pt x="1743960" y="1068047"/>
                </a:lnTo>
                <a:lnTo>
                  <a:pt x="1739808" y="1072083"/>
                </a:lnTo>
                <a:lnTo>
                  <a:pt x="1735774" y="1067938"/>
                </a:lnTo>
                <a:close/>
              </a:path>
              <a:path w="6459220" h="5084445">
                <a:moveTo>
                  <a:pt x="1888030" y="920922"/>
                </a:moveTo>
                <a:lnTo>
                  <a:pt x="1890988" y="918040"/>
                </a:lnTo>
                <a:lnTo>
                  <a:pt x="1893870" y="920998"/>
                </a:lnTo>
                <a:lnTo>
                  <a:pt x="1890912" y="923880"/>
                </a:lnTo>
                <a:lnTo>
                  <a:pt x="1888030" y="920922"/>
                </a:lnTo>
                <a:close/>
              </a:path>
              <a:path w="6459220" h="5084445">
                <a:moveTo>
                  <a:pt x="2040279" y="773908"/>
                </a:moveTo>
                <a:lnTo>
                  <a:pt x="2042049" y="772178"/>
                </a:lnTo>
                <a:lnTo>
                  <a:pt x="2043782" y="773957"/>
                </a:lnTo>
                <a:lnTo>
                  <a:pt x="2042011" y="775687"/>
                </a:lnTo>
                <a:lnTo>
                  <a:pt x="2040279" y="773908"/>
                </a:lnTo>
                <a:close/>
              </a:path>
              <a:path w="6459220" h="5084445">
                <a:moveTo>
                  <a:pt x="49968" y="2983119"/>
                </a:moveTo>
                <a:lnTo>
                  <a:pt x="74258" y="2959485"/>
                </a:lnTo>
                <a:lnTo>
                  <a:pt x="97900" y="2983773"/>
                </a:lnTo>
                <a:lnTo>
                  <a:pt x="73612" y="3007415"/>
                </a:lnTo>
                <a:lnTo>
                  <a:pt x="49968" y="2983119"/>
                </a:lnTo>
                <a:close/>
              </a:path>
              <a:path w="6459220" h="5084445">
                <a:moveTo>
                  <a:pt x="203391" y="2836125"/>
                </a:moveTo>
                <a:lnTo>
                  <a:pt x="225313" y="2814785"/>
                </a:lnTo>
                <a:lnTo>
                  <a:pt x="246645" y="2836709"/>
                </a:lnTo>
                <a:lnTo>
                  <a:pt x="224721" y="2858041"/>
                </a:lnTo>
                <a:lnTo>
                  <a:pt x="203391" y="2836125"/>
                </a:lnTo>
                <a:close/>
              </a:path>
              <a:path w="6459220" h="5084445">
                <a:moveTo>
                  <a:pt x="355639" y="2689112"/>
                </a:moveTo>
                <a:lnTo>
                  <a:pt x="376376" y="2668931"/>
                </a:lnTo>
                <a:lnTo>
                  <a:pt x="396555" y="2689660"/>
                </a:lnTo>
                <a:lnTo>
                  <a:pt x="375818" y="2709840"/>
                </a:lnTo>
                <a:lnTo>
                  <a:pt x="355639" y="2689112"/>
                </a:lnTo>
                <a:close/>
              </a:path>
              <a:path w="6459220" h="5084445">
                <a:moveTo>
                  <a:pt x="509052" y="2542112"/>
                </a:moveTo>
                <a:lnTo>
                  <a:pt x="527423" y="2524234"/>
                </a:lnTo>
                <a:lnTo>
                  <a:pt x="545300" y="2542597"/>
                </a:lnTo>
                <a:lnTo>
                  <a:pt x="526928" y="2560476"/>
                </a:lnTo>
                <a:lnTo>
                  <a:pt x="509052" y="2542112"/>
                </a:lnTo>
                <a:close/>
              </a:path>
              <a:path w="6459220" h="5084445">
                <a:moveTo>
                  <a:pt x="661894" y="2395102"/>
                </a:moveTo>
                <a:lnTo>
                  <a:pt x="678479" y="2378957"/>
                </a:lnTo>
                <a:lnTo>
                  <a:pt x="694623" y="2395542"/>
                </a:lnTo>
                <a:lnTo>
                  <a:pt x="678039" y="2411686"/>
                </a:lnTo>
                <a:lnTo>
                  <a:pt x="661894" y="2395102"/>
                </a:lnTo>
                <a:close/>
              </a:path>
              <a:path w="6459220" h="5084445">
                <a:moveTo>
                  <a:pt x="814729" y="2248093"/>
                </a:moveTo>
                <a:lnTo>
                  <a:pt x="829543" y="2233678"/>
                </a:lnTo>
                <a:lnTo>
                  <a:pt x="843956" y="2248483"/>
                </a:lnTo>
                <a:lnTo>
                  <a:pt x="829142" y="2262898"/>
                </a:lnTo>
                <a:lnTo>
                  <a:pt x="814729" y="2248093"/>
                </a:lnTo>
                <a:close/>
              </a:path>
              <a:path w="6459220" h="5084445">
                <a:moveTo>
                  <a:pt x="967555" y="2101087"/>
                </a:moveTo>
                <a:lnTo>
                  <a:pt x="980597" y="2088402"/>
                </a:lnTo>
                <a:lnTo>
                  <a:pt x="993278" y="2101428"/>
                </a:lnTo>
                <a:lnTo>
                  <a:pt x="980238" y="2114121"/>
                </a:lnTo>
                <a:lnTo>
                  <a:pt x="967555" y="2101087"/>
                </a:lnTo>
                <a:close/>
              </a:path>
              <a:path w="6459220" h="5084445">
                <a:moveTo>
                  <a:pt x="1120976" y="1954086"/>
                </a:moveTo>
                <a:lnTo>
                  <a:pt x="1131644" y="1943704"/>
                </a:lnTo>
                <a:lnTo>
                  <a:pt x="1142025" y="1954374"/>
                </a:lnTo>
                <a:lnTo>
                  <a:pt x="1131357" y="1964755"/>
                </a:lnTo>
                <a:lnTo>
                  <a:pt x="1120976" y="1954086"/>
                </a:lnTo>
                <a:close/>
              </a:path>
              <a:path w="6459220" h="5084445">
                <a:moveTo>
                  <a:pt x="1273224" y="1807072"/>
                </a:moveTo>
                <a:lnTo>
                  <a:pt x="1282706" y="1797842"/>
                </a:lnTo>
                <a:lnTo>
                  <a:pt x="1291935" y="1807324"/>
                </a:lnTo>
                <a:lnTo>
                  <a:pt x="1282453" y="1816554"/>
                </a:lnTo>
                <a:lnTo>
                  <a:pt x="1273224" y="1807072"/>
                </a:lnTo>
                <a:close/>
              </a:path>
              <a:path w="6459220" h="5084445">
                <a:moveTo>
                  <a:pt x="1425472" y="1660058"/>
                </a:moveTo>
                <a:lnTo>
                  <a:pt x="1433769" y="1651988"/>
                </a:lnTo>
                <a:lnTo>
                  <a:pt x="1441836" y="1660278"/>
                </a:lnTo>
                <a:lnTo>
                  <a:pt x="1433541" y="1668355"/>
                </a:lnTo>
                <a:lnTo>
                  <a:pt x="1425472" y="1660058"/>
                </a:lnTo>
                <a:close/>
              </a:path>
              <a:path w="6459220" h="5084445">
                <a:moveTo>
                  <a:pt x="1577728" y="1513041"/>
                </a:moveTo>
                <a:lnTo>
                  <a:pt x="1584839" y="1506124"/>
                </a:lnTo>
                <a:lnTo>
                  <a:pt x="1591754" y="1513226"/>
                </a:lnTo>
                <a:lnTo>
                  <a:pt x="1584646" y="1520151"/>
                </a:lnTo>
                <a:lnTo>
                  <a:pt x="1577728" y="1513041"/>
                </a:lnTo>
                <a:close/>
              </a:path>
              <a:path w="6459220" h="5084445">
                <a:moveTo>
                  <a:pt x="1729977" y="1366027"/>
                </a:moveTo>
                <a:lnTo>
                  <a:pt x="1735900" y="1360262"/>
                </a:lnTo>
                <a:lnTo>
                  <a:pt x="1741666" y="1366185"/>
                </a:lnTo>
                <a:lnTo>
                  <a:pt x="1735742" y="1371951"/>
                </a:lnTo>
                <a:lnTo>
                  <a:pt x="1729977" y="1366027"/>
                </a:lnTo>
                <a:close/>
              </a:path>
              <a:path w="6459220" h="5084445">
                <a:moveTo>
                  <a:pt x="1882225" y="1219013"/>
                </a:moveTo>
                <a:lnTo>
                  <a:pt x="1886962" y="1214399"/>
                </a:lnTo>
                <a:lnTo>
                  <a:pt x="1891576" y="1219136"/>
                </a:lnTo>
                <a:lnTo>
                  <a:pt x="1886839" y="1223750"/>
                </a:lnTo>
                <a:lnTo>
                  <a:pt x="1882225" y="1219013"/>
                </a:lnTo>
                <a:close/>
              </a:path>
              <a:path w="6459220" h="5084445">
                <a:moveTo>
                  <a:pt x="2034471" y="1071991"/>
                </a:moveTo>
                <a:lnTo>
                  <a:pt x="2038023" y="1068537"/>
                </a:lnTo>
                <a:lnTo>
                  <a:pt x="2041487" y="1072095"/>
                </a:lnTo>
                <a:lnTo>
                  <a:pt x="2037937" y="1075557"/>
                </a:lnTo>
                <a:lnTo>
                  <a:pt x="2034471" y="1071991"/>
                </a:lnTo>
                <a:close/>
              </a:path>
              <a:path w="6459220" h="5084445">
                <a:moveTo>
                  <a:pt x="2186722" y="924985"/>
                </a:moveTo>
                <a:lnTo>
                  <a:pt x="2189095" y="922681"/>
                </a:lnTo>
                <a:lnTo>
                  <a:pt x="2191395" y="925038"/>
                </a:lnTo>
                <a:lnTo>
                  <a:pt x="2189024" y="927350"/>
                </a:lnTo>
                <a:lnTo>
                  <a:pt x="2186722" y="924985"/>
                </a:lnTo>
                <a:close/>
              </a:path>
              <a:path w="6459220" h="5084445">
                <a:moveTo>
                  <a:pt x="2338970" y="777971"/>
                </a:moveTo>
                <a:lnTo>
                  <a:pt x="2340157" y="776818"/>
                </a:lnTo>
                <a:lnTo>
                  <a:pt x="2341307" y="777997"/>
                </a:lnTo>
                <a:lnTo>
                  <a:pt x="2340120" y="779149"/>
                </a:lnTo>
                <a:lnTo>
                  <a:pt x="2338970" y="777971"/>
                </a:lnTo>
                <a:close/>
              </a:path>
              <a:path w="6459220" h="5084445">
                <a:moveTo>
                  <a:pt x="43585" y="3281202"/>
                </a:moveTo>
                <a:lnTo>
                  <a:pt x="70246" y="3255256"/>
                </a:lnTo>
                <a:lnTo>
                  <a:pt x="96192" y="3281917"/>
                </a:lnTo>
                <a:lnTo>
                  <a:pt x="69531" y="3307863"/>
                </a:lnTo>
                <a:lnTo>
                  <a:pt x="43585" y="3281202"/>
                </a:lnTo>
                <a:close/>
              </a:path>
              <a:path w="6459220" h="5084445">
                <a:moveTo>
                  <a:pt x="196428" y="3134192"/>
                </a:moveTo>
                <a:lnTo>
                  <a:pt x="221302" y="3109979"/>
                </a:lnTo>
                <a:lnTo>
                  <a:pt x="245516" y="3134861"/>
                </a:lnTo>
                <a:lnTo>
                  <a:pt x="220642" y="3159073"/>
                </a:lnTo>
                <a:lnTo>
                  <a:pt x="196428" y="3134192"/>
                </a:lnTo>
                <a:close/>
              </a:path>
              <a:path w="6459220" h="5084445">
                <a:moveTo>
                  <a:pt x="349254" y="2987186"/>
                </a:moveTo>
                <a:lnTo>
                  <a:pt x="372354" y="2964696"/>
                </a:lnTo>
                <a:lnTo>
                  <a:pt x="394846" y="2987804"/>
                </a:lnTo>
                <a:lnTo>
                  <a:pt x="371736" y="3010288"/>
                </a:lnTo>
                <a:lnTo>
                  <a:pt x="349254" y="2987186"/>
                </a:lnTo>
                <a:close/>
              </a:path>
              <a:path w="6459220" h="5084445">
                <a:moveTo>
                  <a:pt x="502088" y="2840176"/>
                </a:moveTo>
                <a:lnTo>
                  <a:pt x="523417" y="2819417"/>
                </a:lnTo>
                <a:lnTo>
                  <a:pt x="544169" y="2840748"/>
                </a:lnTo>
                <a:lnTo>
                  <a:pt x="522838" y="2861500"/>
                </a:lnTo>
                <a:lnTo>
                  <a:pt x="502088" y="2840176"/>
                </a:lnTo>
                <a:close/>
              </a:path>
              <a:path w="6459220" h="5084445">
                <a:moveTo>
                  <a:pt x="655509" y="2693176"/>
                </a:moveTo>
                <a:lnTo>
                  <a:pt x="674467" y="2674727"/>
                </a:lnTo>
                <a:lnTo>
                  <a:pt x="692916" y="2693685"/>
                </a:lnTo>
                <a:lnTo>
                  <a:pt x="673957" y="2712134"/>
                </a:lnTo>
                <a:lnTo>
                  <a:pt x="655509" y="2693176"/>
                </a:lnTo>
                <a:close/>
              </a:path>
              <a:path w="6459220" h="5084445">
                <a:moveTo>
                  <a:pt x="808335" y="2546169"/>
                </a:moveTo>
                <a:lnTo>
                  <a:pt x="825514" y="2529453"/>
                </a:lnTo>
                <a:lnTo>
                  <a:pt x="842238" y="2546630"/>
                </a:lnTo>
                <a:lnTo>
                  <a:pt x="825053" y="2563356"/>
                </a:lnTo>
                <a:lnTo>
                  <a:pt x="808335" y="2546169"/>
                </a:lnTo>
                <a:close/>
              </a:path>
              <a:path w="6459220" h="5084445">
                <a:moveTo>
                  <a:pt x="961170" y="2399163"/>
                </a:moveTo>
                <a:lnTo>
                  <a:pt x="976577" y="2384175"/>
                </a:lnTo>
                <a:lnTo>
                  <a:pt x="991562" y="2399575"/>
                </a:lnTo>
                <a:lnTo>
                  <a:pt x="976164" y="2414568"/>
                </a:lnTo>
                <a:lnTo>
                  <a:pt x="961170" y="2399163"/>
                </a:lnTo>
                <a:close/>
              </a:path>
              <a:path w="6459220" h="5084445">
                <a:moveTo>
                  <a:pt x="1114012" y="2252151"/>
                </a:moveTo>
                <a:lnTo>
                  <a:pt x="1127632" y="2238898"/>
                </a:lnTo>
                <a:lnTo>
                  <a:pt x="1140896" y="2252524"/>
                </a:lnTo>
                <a:lnTo>
                  <a:pt x="1127275" y="2265777"/>
                </a:lnTo>
                <a:lnTo>
                  <a:pt x="1114012" y="2252151"/>
                </a:lnTo>
                <a:close/>
              </a:path>
              <a:path w="6459220" h="5084445">
                <a:moveTo>
                  <a:pt x="1267425" y="2105151"/>
                </a:moveTo>
                <a:lnTo>
                  <a:pt x="1278680" y="2094200"/>
                </a:lnTo>
                <a:lnTo>
                  <a:pt x="1289639" y="2105454"/>
                </a:lnTo>
                <a:lnTo>
                  <a:pt x="1278378" y="2116415"/>
                </a:lnTo>
                <a:lnTo>
                  <a:pt x="1267425" y="2105151"/>
                </a:lnTo>
                <a:close/>
              </a:path>
              <a:path w="6459220" h="5084445">
                <a:moveTo>
                  <a:pt x="1419675" y="1958145"/>
                </a:moveTo>
                <a:lnTo>
                  <a:pt x="1429752" y="1948344"/>
                </a:lnTo>
                <a:lnTo>
                  <a:pt x="1439550" y="1958412"/>
                </a:lnTo>
                <a:lnTo>
                  <a:pt x="1429474" y="1968213"/>
                </a:lnTo>
                <a:lnTo>
                  <a:pt x="1419675" y="1958145"/>
                </a:lnTo>
                <a:close/>
              </a:path>
              <a:path w="6459220" h="5084445">
                <a:moveTo>
                  <a:pt x="1571931" y="1811129"/>
                </a:moveTo>
                <a:lnTo>
                  <a:pt x="1580812" y="1802482"/>
                </a:lnTo>
                <a:lnTo>
                  <a:pt x="1589460" y="1811363"/>
                </a:lnTo>
                <a:lnTo>
                  <a:pt x="1580578" y="1820010"/>
                </a:lnTo>
                <a:lnTo>
                  <a:pt x="1571931" y="1811129"/>
                </a:lnTo>
                <a:close/>
              </a:path>
              <a:path w="6459220" h="5084445">
                <a:moveTo>
                  <a:pt x="1724177" y="1664107"/>
                </a:moveTo>
                <a:lnTo>
                  <a:pt x="1731874" y="1656619"/>
                </a:lnTo>
                <a:lnTo>
                  <a:pt x="1739372" y="1664322"/>
                </a:lnTo>
                <a:lnTo>
                  <a:pt x="1731675" y="1671810"/>
                </a:lnTo>
                <a:lnTo>
                  <a:pt x="1724177" y="1664107"/>
                </a:lnTo>
                <a:close/>
              </a:path>
              <a:path w="6459220" h="5084445">
                <a:moveTo>
                  <a:pt x="1877006" y="1517109"/>
                </a:moveTo>
                <a:lnTo>
                  <a:pt x="1882929" y="1511343"/>
                </a:lnTo>
                <a:lnTo>
                  <a:pt x="1888695" y="1517267"/>
                </a:lnTo>
                <a:lnTo>
                  <a:pt x="1882771" y="1523032"/>
                </a:lnTo>
                <a:lnTo>
                  <a:pt x="1877006" y="1517109"/>
                </a:lnTo>
                <a:close/>
              </a:path>
              <a:path w="6459220" h="5084445">
                <a:moveTo>
                  <a:pt x="2029254" y="1370095"/>
                </a:moveTo>
                <a:lnTo>
                  <a:pt x="2033999" y="1365479"/>
                </a:lnTo>
                <a:lnTo>
                  <a:pt x="2038613" y="1370216"/>
                </a:lnTo>
                <a:lnTo>
                  <a:pt x="2033868" y="1374832"/>
                </a:lnTo>
                <a:lnTo>
                  <a:pt x="2029254" y="1370095"/>
                </a:lnTo>
                <a:close/>
              </a:path>
              <a:path w="6459220" h="5084445">
                <a:moveTo>
                  <a:pt x="2181501" y="1223072"/>
                </a:moveTo>
                <a:lnTo>
                  <a:pt x="2185061" y="1219617"/>
                </a:lnTo>
                <a:lnTo>
                  <a:pt x="2188515" y="1223169"/>
                </a:lnTo>
                <a:lnTo>
                  <a:pt x="2184965" y="1226630"/>
                </a:lnTo>
                <a:lnTo>
                  <a:pt x="2181501" y="1223072"/>
                </a:lnTo>
                <a:close/>
              </a:path>
              <a:path w="6459220" h="5084445">
                <a:moveTo>
                  <a:pt x="2333749" y="1076059"/>
                </a:moveTo>
                <a:lnTo>
                  <a:pt x="2336122" y="1073754"/>
                </a:lnTo>
                <a:lnTo>
                  <a:pt x="2338433" y="1076118"/>
                </a:lnTo>
                <a:lnTo>
                  <a:pt x="2336061" y="1078430"/>
                </a:lnTo>
                <a:lnTo>
                  <a:pt x="2333749" y="1076059"/>
                </a:lnTo>
                <a:close/>
              </a:path>
              <a:path w="6459220" h="5084445">
                <a:moveTo>
                  <a:pt x="2485419" y="929036"/>
                </a:moveTo>
                <a:lnTo>
                  <a:pt x="2487198" y="927304"/>
                </a:lnTo>
                <a:lnTo>
                  <a:pt x="2488930" y="929083"/>
                </a:lnTo>
                <a:lnTo>
                  <a:pt x="2487151" y="930815"/>
                </a:lnTo>
                <a:lnTo>
                  <a:pt x="2485419" y="929036"/>
                </a:lnTo>
                <a:close/>
              </a:path>
              <a:path w="6459220" h="5084445">
                <a:moveTo>
                  <a:pt x="36033" y="3579259"/>
                </a:moveTo>
                <a:lnTo>
                  <a:pt x="66243" y="3549852"/>
                </a:lnTo>
                <a:lnTo>
                  <a:pt x="95643" y="3580065"/>
                </a:lnTo>
                <a:lnTo>
                  <a:pt x="65432" y="3609472"/>
                </a:lnTo>
                <a:lnTo>
                  <a:pt x="36033" y="3579259"/>
                </a:lnTo>
                <a:close/>
              </a:path>
              <a:path w="6459220" h="5084445">
                <a:moveTo>
                  <a:pt x="189446" y="3432259"/>
                </a:moveTo>
                <a:lnTo>
                  <a:pt x="217285" y="3405164"/>
                </a:lnTo>
                <a:lnTo>
                  <a:pt x="244391" y="3433010"/>
                </a:lnTo>
                <a:lnTo>
                  <a:pt x="216544" y="3460107"/>
                </a:lnTo>
                <a:lnTo>
                  <a:pt x="189446" y="3432259"/>
                </a:lnTo>
                <a:close/>
              </a:path>
              <a:path w="6459220" h="5084445">
                <a:moveTo>
                  <a:pt x="342866" y="3285258"/>
                </a:moveTo>
                <a:lnTo>
                  <a:pt x="368341" y="3260464"/>
                </a:lnTo>
                <a:lnTo>
                  <a:pt x="393135" y="3285938"/>
                </a:lnTo>
                <a:lnTo>
                  <a:pt x="367652" y="3310735"/>
                </a:lnTo>
                <a:lnTo>
                  <a:pt x="342866" y="3285258"/>
                </a:lnTo>
                <a:close/>
              </a:path>
              <a:path w="6459220" h="5084445">
                <a:moveTo>
                  <a:pt x="495701" y="3138250"/>
                </a:moveTo>
                <a:lnTo>
                  <a:pt x="519396" y="3115188"/>
                </a:lnTo>
                <a:lnTo>
                  <a:pt x="542468" y="3138889"/>
                </a:lnTo>
                <a:lnTo>
                  <a:pt x="518765" y="3161953"/>
                </a:lnTo>
                <a:lnTo>
                  <a:pt x="495701" y="3138250"/>
                </a:lnTo>
                <a:close/>
              </a:path>
              <a:path w="6459220" h="5084445">
                <a:moveTo>
                  <a:pt x="648527" y="2991244"/>
                </a:moveTo>
                <a:lnTo>
                  <a:pt x="670451" y="2969912"/>
                </a:lnTo>
                <a:lnTo>
                  <a:pt x="691791" y="2991834"/>
                </a:lnTo>
                <a:lnTo>
                  <a:pt x="669867" y="3013166"/>
                </a:lnTo>
                <a:lnTo>
                  <a:pt x="648527" y="2991244"/>
                </a:lnTo>
                <a:close/>
              </a:path>
              <a:path w="6459220" h="5084445">
                <a:moveTo>
                  <a:pt x="801369" y="2844233"/>
                </a:moveTo>
                <a:lnTo>
                  <a:pt x="821514" y="2824633"/>
                </a:lnTo>
                <a:lnTo>
                  <a:pt x="841115" y="2844777"/>
                </a:lnTo>
                <a:lnTo>
                  <a:pt x="820970" y="2864378"/>
                </a:lnTo>
                <a:lnTo>
                  <a:pt x="801369" y="2844233"/>
                </a:lnTo>
                <a:close/>
              </a:path>
              <a:path w="6459220" h="5084445">
                <a:moveTo>
                  <a:pt x="954782" y="2697235"/>
                </a:moveTo>
                <a:lnTo>
                  <a:pt x="972553" y="2679937"/>
                </a:lnTo>
                <a:lnTo>
                  <a:pt x="989859" y="2697715"/>
                </a:lnTo>
                <a:lnTo>
                  <a:pt x="972080" y="2715014"/>
                </a:lnTo>
                <a:lnTo>
                  <a:pt x="954782" y="2697235"/>
                </a:lnTo>
                <a:close/>
              </a:path>
              <a:path w="6459220" h="5084445">
                <a:moveTo>
                  <a:pt x="1107610" y="2550236"/>
                </a:moveTo>
                <a:lnTo>
                  <a:pt x="1123608" y="2534661"/>
                </a:lnTo>
                <a:lnTo>
                  <a:pt x="1139184" y="2550659"/>
                </a:lnTo>
                <a:lnTo>
                  <a:pt x="1123185" y="2566235"/>
                </a:lnTo>
                <a:lnTo>
                  <a:pt x="1107610" y="2550236"/>
                </a:lnTo>
                <a:close/>
              </a:path>
              <a:path w="6459220" h="5084445">
                <a:moveTo>
                  <a:pt x="1260453" y="2403226"/>
                </a:moveTo>
                <a:lnTo>
                  <a:pt x="1274672" y="2389383"/>
                </a:lnTo>
                <a:lnTo>
                  <a:pt x="1288507" y="2403604"/>
                </a:lnTo>
                <a:lnTo>
                  <a:pt x="1274288" y="2417447"/>
                </a:lnTo>
                <a:lnTo>
                  <a:pt x="1260453" y="2403226"/>
                </a:lnTo>
                <a:close/>
              </a:path>
              <a:path w="6459220" h="5084445">
                <a:moveTo>
                  <a:pt x="1413875" y="2256232"/>
                </a:moveTo>
                <a:lnTo>
                  <a:pt x="1425723" y="2244701"/>
                </a:lnTo>
                <a:lnTo>
                  <a:pt x="1437254" y="2256549"/>
                </a:lnTo>
                <a:lnTo>
                  <a:pt x="1425406" y="2268080"/>
                </a:lnTo>
                <a:lnTo>
                  <a:pt x="1413875" y="2256232"/>
                </a:lnTo>
                <a:close/>
              </a:path>
              <a:path w="6459220" h="5084445">
                <a:moveTo>
                  <a:pt x="1566122" y="2109210"/>
                </a:moveTo>
                <a:lnTo>
                  <a:pt x="1576782" y="2098831"/>
                </a:lnTo>
                <a:lnTo>
                  <a:pt x="1587162" y="2109492"/>
                </a:lnTo>
                <a:lnTo>
                  <a:pt x="1576493" y="2119873"/>
                </a:lnTo>
                <a:lnTo>
                  <a:pt x="1566122" y="2109210"/>
                </a:lnTo>
                <a:close/>
              </a:path>
              <a:path w="6459220" h="5084445">
                <a:moveTo>
                  <a:pt x="1718370" y="1962196"/>
                </a:moveTo>
                <a:lnTo>
                  <a:pt x="1727846" y="1952977"/>
                </a:lnTo>
                <a:lnTo>
                  <a:pt x="1737074" y="1962451"/>
                </a:lnTo>
                <a:lnTo>
                  <a:pt x="1727589" y="1971672"/>
                </a:lnTo>
                <a:lnTo>
                  <a:pt x="1718370" y="1962196"/>
                </a:lnTo>
                <a:close/>
              </a:path>
              <a:path w="6459220" h="5084445">
                <a:moveTo>
                  <a:pt x="1870619" y="1815182"/>
                </a:moveTo>
                <a:lnTo>
                  <a:pt x="1878913" y="1807104"/>
                </a:lnTo>
                <a:lnTo>
                  <a:pt x="1886983" y="1815402"/>
                </a:lnTo>
                <a:lnTo>
                  <a:pt x="1878688" y="1823479"/>
                </a:lnTo>
                <a:lnTo>
                  <a:pt x="1870619" y="1815182"/>
                </a:lnTo>
                <a:close/>
              </a:path>
              <a:path w="6459220" h="5084445">
                <a:moveTo>
                  <a:pt x="2023453" y="1668174"/>
                </a:moveTo>
                <a:lnTo>
                  <a:pt x="2029969" y="1661828"/>
                </a:lnTo>
                <a:lnTo>
                  <a:pt x="2036315" y="1668345"/>
                </a:lnTo>
                <a:lnTo>
                  <a:pt x="2029798" y="1674690"/>
                </a:lnTo>
                <a:lnTo>
                  <a:pt x="2023453" y="1668174"/>
                </a:lnTo>
                <a:close/>
              </a:path>
              <a:path w="6459220" h="5084445">
                <a:moveTo>
                  <a:pt x="2175701" y="1521160"/>
                </a:moveTo>
                <a:lnTo>
                  <a:pt x="2181032" y="1515974"/>
                </a:lnTo>
                <a:lnTo>
                  <a:pt x="2186218" y="1521306"/>
                </a:lnTo>
                <a:lnTo>
                  <a:pt x="2180895" y="1526489"/>
                </a:lnTo>
                <a:lnTo>
                  <a:pt x="2175701" y="1521160"/>
                </a:lnTo>
                <a:close/>
              </a:path>
              <a:path w="6459220" h="5084445">
                <a:moveTo>
                  <a:pt x="2327947" y="1374138"/>
                </a:moveTo>
                <a:lnTo>
                  <a:pt x="2332092" y="1370104"/>
                </a:lnTo>
                <a:lnTo>
                  <a:pt x="2336136" y="1374255"/>
                </a:lnTo>
                <a:lnTo>
                  <a:pt x="2331991" y="1378288"/>
                </a:lnTo>
                <a:lnTo>
                  <a:pt x="2327947" y="1374138"/>
                </a:lnTo>
                <a:close/>
              </a:path>
              <a:path w="6459220" h="5084445">
                <a:moveTo>
                  <a:pt x="2480206" y="1227130"/>
                </a:moveTo>
                <a:lnTo>
                  <a:pt x="2483164" y="1224248"/>
                </a:lnTo>
                <a:lnTo>
                  <a:pt x="2486045" y="1227206"/>
                </a:lnTo>
                <a:lnTo>
                  <a:pt x="2483088" y="1230088"/>
                </a:lnTo>
                <a:lnTo>
                  <a:pt x="2480206" y="1227130"/>
                </a:lnTo>
                <a:close/>
              </a:path>
              <a:path w="6459220" h="5084445">
                <a:moveTo>
                  <a:pt x="2632446" y="1080118"/>
                </a:moveTo>
                <a:lnTo>
                  <a:pt x="2634225" y="1078386"/>
                </a:lnTo>
                <a:lnTo>
                  <a:pt x="2635955" y="1080156"/>
                </a:lnTo>
                <a:lnTo>
                  <a:pt x="2634176" y="1081889"/>
                </a:lnTo>
                <a:lnTo>
                  <a:pt x="2632446" y="1080118"/>
                </a:lnTo>
                <a:close/>
              </a:path>
              <a:path w="6459220" h="5084445">
                <a:moveTo>
                  <a:pt x="29054" y="3877331"/>
                </a:moveTo>
                <a:lnTo>
                  <a:pt x="62233" y="3845048"/>
                </a:lnTo>
                <a:lnTo>
                  <a:pt x="94523" y="3878217"/>
                </a:lnTo>
                <a:lnTo>
                  <a:pt x="61346" y="3910509"/>
                </a:lnTo>
                <a:lnTo>
                  <a:pt x="29054" y="3877331"/>
                </a:lnTo>
                <a:close/>
              </a:path>
              <a:path w="6459220" h="5084445">
                <a:moveTo>
                  <a:pt x="181880" y="3730325"/>
                </a:moveTo>
                <a:lnTo>
                  <a:pt x="213286" y="3699764"/>
                </a:lnTo>
                <a:lnTo>
                  <a:pt x="243846" y="3731162"/>
                </a:lnTo>
                <a:lnTo>
                  <a:pt x="212440" y="3761723"/>
                </a:lnTo>
                <a:lnTo>
                  <a:pt x="181880" y="3730325"/>
                </a:lnTo>
                <a:close/>
              </a:path>
              <a:path w="6459220" h="5084445">
                <a:moveTo>
                  <a:pt x="335308" y="3583322"/>
                </a:moveTo>
                <a:lnTo>
                  <a:pt x="364343" y="3555072"/>
                </a:lnTo>
                <a:lnTo>
                  <a:pt x="392590" y="3584099"/>
                </a:lnTo>
                <a:lnTo>
                  <a:pt x="363566" y="3612354"/>
                </a:lnTo>
                <a:lnTo>
                  <a:pt x="335308" y="3583322"/>
                </a:lnTo>
                <a:close/>
              </a:path>
              <a:path w="6459220" h="5084445">
                <a:moveTo>
                  <a:pt x="489309" y="3436336"/>
                </a:moveTo>
                <a:lnTo>
                  <a:pt x="515377" y="3410970"/>
                </a:lnTo>
                <a:lnTo>
                  <a:pt x="540752" y="3437036"/>
                </a:lnTo>
                <a:lnTo>
                  <a:pt x="514675" y="3462404"/>
                </a:lnTo>
                <a:lnTo>
                  <a:pt x="489309" y="3436336"/>
                </a:lnTo>
                <a:close/>
              </a:path>
              <a:path w="6459220" h="5084445">
                <a:moveTo>
                  <a:pt x="642144" y="3289328"/>
                </a:moveTo>
                <a:lnTo>
                  <a:pt x="666433" y="3265694"/>
                </a:lnTo>
                <a:lnTo>
                  <a:pt x="690075" y="3289981"/>
                </a:lnTo>
                <a:lnTo>
                  <a:pt x="665786" y="3313615"/>
                </a:lnTo>
                <a:lnTo>
                  <a:pt x="642144" y="3289328"/>
                </a:lnTo>
                <a:close/>
              </a:path>
              <a:path w="6459220" h="5084445">
                <a:moveTo>
                  <a:pt x="794970" y="3142322"/>
                </a:moveTo>
                <a:lnTo>
                  <a:pt x="817486" y="3120410"/>
                </a:lnTo>
                <a:lnTo>
                  <a:pt x="839398" y="3142926"/>
                </a:lnTo>
                <a:lnTo>
                  <a:pt x="816882" y="3164838"/>
                </a:lnTo>
                <a:lnTo>
                  <a:pt x="794970" y="3142322"/>
                </a:lnTo>
                <a:close/>
              </a:path>
              <a:path w="6459220" h="5084445">
                <a:moveTo>
                  <a:pt x="947812" y="2995311"/>
                </a:moveTo>
                <a:lnTo>
                  <a:pt x="968550" y="2975131"/>
                </a:lnTo>
                <a:lnTo>
                  <a:pt x="988730" y="2995868"/>
                </a:lnTo>
                <a:lnTo>
                  <a:pt x="967993" y="3016049"/>
                </a:lnTo>
                <a:lnTo>
                  <a:pt x="947812" y="2995311"/>
                </a:lnTo>
                <a:close/>
              </a:path>
              <a:path w="6459220" h="5084445">
                <a:moveTo>
                  <a:pt x="1101235" y="2848318"/>
                </a:moveTo>
                <a:lnTo>
                  <a:pt x="1119598" y="2830441"/>
                </a:lnTo>
                <a:lnTo>
                  <a:pt x="1137475" y="2848805"/>
                </a:lnTo>
                <a:lnTo>
                  <a:pt x="1119104" y="2866683"/>
                </a:lnTo>
                <a:lnTo>
                  <a:pt x="1101235" y="2848318"/>
                </a:lnTo>
                <a:close/>
              </a:path>
              <a:path w="6459220" h="5084445">
                <a:moveTo>
                  <a:pt x="1254059" y="2701304"/>
                </a:moveTo>
                <a:lnTo>
                  <a:pt x="1270643" y="2685159"/>
                </a:lnTo>
                <a:lnTo>
                  <a:pt x="1286790" y="2701752"/>
                </a:lnTo>
                <a:lnTo>
                  <a:pt x="1270205" y="2717896"/>
                </a:lnTo>
                <a:lnTo>
                  <a:pt x="1254059" y="2701304"/>
                </a:lnTo>
                <a:close/>
              </a:path>
              <a:path w="6459220" h="5084445">
                <a:moveTo>
                  <a:pt x="1406893" y="2554295"/>
                </a:moveTo>
                <a:lnTo>
                  <a:pt x="1421707" y="2539880"/>
                </a:lnTo>
                <a:lnTo>
                  <a:pt x="1436122" y="2554694"/>
                </a:lnTo>
                <a:lnTo>
                  <a:pt x="1421309" y="2569109"/>
                </a:lnTo>
                <a:lnTo>
                  <a:pt x="1406893" y="2554295"/>
                </a:lnTo>
                <a:close/>
              </a:path>
              <a:path w="6459220" h="5084445">
                <a:moveTo>
                  <a:pt x="1559729" y="2407287"/>
                </a:moveTo>
                <a:lnTo>
                  <a:pt x="1572763" y="2394604"/>
                </a:lnTo>
                <a:lnTo>
                  <a:pt x="1585448" y="2407646"/>
                </a:lnTo>
                <a:lnTo>
                  <a:pt x="1572422" y="2420327"/>
                </a:lnTo>
                <a:lnTo>
                  <a:pt x="1559729" y="2407287"/>
                </a:lnTo>
                <a:close/>
              </a:path>
              <a:path w="6459220" h="5084445">
                <a:moveTo>
                  <a:pt x="1713149" y="2260285"/>
                </a:moveTo>
                <a:lnTo>
                  <a:pt x="1723810" y="2249907"/>
                </a:lnTo>
                <a:lnTo>
                  <a:pt x="1734191" y="2260575"/>
                </a:lnTo>
                <a:lnTo>
                  <a:pt x="1723530" y="2270954"/>
                </a:lnTo>
                <a:lnTo>
                  <a:pt x="1713149" y="2260285"/>
                </a:lnTo>
                <a:close/>
              </a:path>
              <a:path w="6459220" h="5084445">
                <a:moveTo>
                  <a:pt x="1865399" y="2113278"/>
                </a:moveTo>
                <a:lnTo>
                  <a:pt x="1874881" y="2104049"/>
                </a:lnTo>
                <a:lnTo>
                  <a:pt x="1884103" y="2113533"/>
                </a:lnTo>
                <a:lnTo>
                  <a:pt x="1874626" y="2122752"/>
                </a:lnTo>
                <a:lnTo>
                  <a:pt x="1865399" y="2113278"/>
                </a:lnTo>
                <a:close/>
              </a:path>
              <a:path w="6459220" h="5084445">
                <a:moveTo>
                  <a:pt x="2017648" y="1966265"/>
                </a:moveTo>
                <a:lnTo>
                  <a:pt x="2025943" y="1958187"/>
                </a:lnTo>
                <a:lnTo>
                  <a:pt x="2034020" y="1966483"/>
                </a:lnTo>
                <a:lnTo>
                  <a:pt x="2025725" y="1974560"/>
                </a:lnTo>
                <a:lnTo>
                  <a:pt x="2017648" y="1966265"/>
                </a:lnTo>
                <a:close/>
              </a:path>
              <a:path w="6459220" h="5084445">
                <a:moveTo>
                  <a:pt x="2169894" y="1819243"/>
                </a:moveTo>
                <a:lnTo>
                  <a:pt x="2177004" y="1812325"/>
                </a:lnTo>
                <a:lnTo>
                  <a:pt x="2183924" y="1819444"/>
                </a:lnTo>
                <a:lnTo>
                  <a:pt x="2176822" y="1826360"/>
                </a:lnTo>
                <a:lnTo>
                  <a:pt x="2169894" y="1819243"/>
                </a:lnTo>
                <a:close/>
              </a:path>
              <a:path w="6459220" h="5084445">
                <a:moveTo>
                  <a:pt x="2322737" y="1672233"/>
                </a:moveTo>
                <a:lnTo>
                  <a:pt x="2328060" y="1667049"/>
                </a:lnTo>
                <a:lnTo>
                  <a:pt x="2333256" y="1672387"/>
                </a:lnTo>
                <a:lnTo>
                  <a:pt x="2327925" y="1677572"/>
                </a:lnTo>
                <a:lnTo>
                  <a:pt x="2322737" y="1672233"/>
                </a:lnTo>
                <a:close/>
              </a:path>
              <a:path w="6459220" h="5084445">
                <a:moveTo>
                  <a:pt x="2474985" y="1525219"/>
                </a:moveTo>
                <a:lnTo>
                  <a:pt x="2479129" y="1521185"/>
                </a:lnTo>
                <a:lnTo>
                  <a:pt x="2483165" y="1525338"/>
                </a:lnTo>
                <a:lnTo>
                  <a:pt x="2479021" y="1529371"/>
                </a:lnTo>
                <a:lnTo>
                  <a:pt x="2474985" y="1525219"/>
                </a:lnTo>
                <a:close/>
              </a:path>
              <a:path w="6459220" h="5084445">
                <a:moveTo>
                  <a:pt x="2627233" y="1378204"/>
                </a:moveTo>
                <a:lnTo>
                  <a:pt x="2630191" y="1375323"/>
                </a:lnTo>
                <a:lnTo>
                  <a:pt x="2633073" y="1378281"/>
                </a:lnTo>
                <a:lnTo>
                  <a:pt x="2630115" y="1381162"/>
                </a:lnTo>
                <a:lnTo>
                  <a:pt x="2627233" y="1378204"/>
                </a:lnTo>
                <a:close/>
              </a:path>
              <a:path w="6459220" h="5084445">
                <a:moveTo>
                  <a:pt x="2779473" y="1231192"/>
                </a:moveTo>
                <a:lnTo>
                  <a:pt x="2781252" y="1229460"/>
                </a:lnTo>
                <a:lnTo>
                  <a:pt x="2782985" y="1231239"/>
                </a:lnTo>
                <a:lnTo>
                  <a:pt x="2781205" y="1232971"/>
                </a:lnTo>
                <a:lnTo>
                  <a:pt x="2779473" y="1231192"/>
                </a:lnTo>
                <a:close/>
              </a:path>
              <a:path w="6459220" h="5084445">
                <a:moveTo>
                  <a:pt x="21496" y="4175392"/>
                </a:moveTo>
                <a:lnTo>
                  <a:pt x="58232" y="4139645"/>
                </a:lnTo>
                <a:lnTo>
                  <a:pt x="93978" y="4176374"/>
                </a:lnTo>
                <a:lnTo>
                  <a:pt x="57243" y="4212129"/>
                </a:lnTo>
                <a:lnTo>
                  <a:pt x="21496" y="4175392"/>
                </a:lnTo>
                <a:close/>
              </a:path>
              <a:path w="6459220" h="5084445">
                <a:moveTo>
                  <a:pt x="175504" y="4028403"/>
                </a:moveTo>
                <a:lnTo>
                  <a:pt x="209273" y="3995532"/>
                </a:lnTo>
                <a:lnTo>
                  <a:pt x="242136" y="4029304"/>
                </a:lnTo>
                <a:lnTo>
                  <a:pt x="208365" y="4062167"/>
                </a:lnTo>
                <a:lnTo>
                  <a:pt x="175504" y="4028403"/>
                </a:lnTo>
                <a:close/>
              </a:path>
              <a:path w="6459220" h="5084445">
                <a:moveTo>
                  <a:pt x="328339" y="3881397"/>
                </a:moveTo>
                <a:lnTo>
                  <a:pt x="360329" y="3850256"/>
                </a:lnTo>
                <a:lnTo>
                  <a:pt x="391470" y="3882255"/>
                </a:lnTo>
                <a:lnTo>
                  <a:pt x="359478" y="3913387"/>
                </a:lnTo>
                <a:lnTo>
                  <a:pt x="328339" y="3881397"/>
                </a:lnTo>
                <a:close/>
              </a:path>
              <a:path w="6459220" h="5084445">
                <a:moveTo>
                  <a:pt x="481751" y="3734396"/>
                </a:moveTo>
                <a:lnTo>
                  <a:pt x="511378" y="3705567"/>
                </a:lnTo>
                <a:lnTo>
                  <a:pt x="540206" y="3735186"/>
                </a:lnTo>
                <a:lnTo>
                  <a:pt x="510579" y="3764015"/>
                </a:lnTo>
                <a:lnTo>
                  <a:pt x="481751" y="3734396"/>
                </a:lnTo>
                <a:close/>
              </a:path>
              <a:path w="6459220" h="5084445">
                <a:moveTo>
                  <a:pt x="635172" y="3587395"/>
                </a:moveTo>
                <a:lnTo>
                  <a:pt x="662417" y="3560871"/>
                </a:lnTo>
                <a:lnTo>
                  <a:pt x="688945" y="3588132"/>
                </a:lnTo>
                <a:lnTo>
                  <a:pt x="661698" y="3614648"/>
                </a:lnTo>
                <a:lnTo>
                  <a:pt x="635172" y="3587395"/>
                </a:lnTo>
                <a:close/>
              </a:path>
              <a:path w="6459220" h="5084445">
                <a:moveTo>
                  <a:pt x="788595" y="3440401"/>
                </a:moveTo>
                <a:lnTo>
                  <a:pt x="813475" y="3416179"/>
                </a:lnTo>
                <a:lnTo>
                  <a:pt x="837689" y="3441061"/>
                </a:lnTo>
                <a:lnTo>
                  <a:pt x="812807" y="3465275"/>
                </a:lnTo>
                <a:lnTo>
                  <a:pt x="788595" y="3440401"/>
                </a:lnTo>
                <a:close/>
              </a:path>
              <a:path w="6459220" h="5084445">
                <a:moveTo>
                  <a:pt x="941430" y="3293393"/>
                </a:moveTo>
                <a:lnTo>
                  <a:pt x="964538" y="3270901"/>
                </a:lnTo>
                <a:lnTo>
                  <a:pt x="987022" y="3294011"/>
                </a:lnTo>
                <a:lnTo>
                  <a:pt x="963912" y="3316495"/>
                </a:lnTo>
                <a:lnTo>
                  <a:pt x="941430" y="3293393"/>
                </a:lnTo>
                <a:close/>
              </a:path>
              <a:path w="6459220" h="5084445">
                <a:moveTo>
                  <a:pt x="1094253" y="3146379"/>
                </a:moveTo>
                <a:lnTo>
                  <a:pt x="1115583" y="3125618"/>
                </a:lnTo>
                <a:lnTo>
                  <a:pt x="1136345" y="3146956"/>
                </a:lnTo>
                <a:lnTo>
                  <a:pt x="1115016" y="3167717"/>
                </a:lnTo>
                <a:lnTo>
                  <a:pt x="1094253" y="3146379"/>
                </a:lnTo>
                <a:close/>
              </a:path>
              <a:path w="6459220" h="5084445">
                <a:moveTo>
                  <a:pt x="1247684" y="2999383"/>
                </a:moveTo>
                <a:lnTo>
                  <a:pt x="1266634" y="2980936"/>
                </a:lnTo>
                <a:lnTo>
                  <a:pt x="1285081" y="2999887"/>
                </a:lnTo>
                <a:lnTo>
                  <a:pt x="1266131" y="3018333"/>
                </a:lnTo>
                <a:lnTo>
                  <a:pt x="1247684" y="2999383"/>
                </a:lnTo>
                <a:close/>
              </a:path>
              <a:path w="6459220" h="5084445">
                <a:moveTo>
                  <a:pt x="1400510" y="2852377"/>
                </a:moveTo>
                <a:lnTo>
                  <a:pt x="1417697" y="2835658"/>
                </a:lnTo>
                <a:lnTo>
                  <a:pt x="1434413" y="2852838"/>
                </a:lnTo>
                <a:lnTo>
                  <a:pt x="1417236" y="2869562"/>
                </a:lnTo>
                <a:lnTo>
                  <a:pt x="1400510" y="2852377"/>
                </a:lnTo>
                <a:close/>
              </a:path>
              <a:path w="6459220" h="5084445">
                <a:moveTo>
                  <a:pt x="1553343" y="2705362"/>
                </a:moveTo>
                <a:lnTo>
                  <a:pt x="1568742" y="2690376"/>
                </a:lnTo>
                <a:lnTo>
                  <a:pt x="1583738" y="2705782"/>
                </a:lnTo>
                <a:lnTo>
                  <a:pt x="1568340" y="2720775"/>
                </a:lnTo>
                <a:lnTo>
                  <a:pt x="1553343" y="2705362"/>
                </a:lnTo>
                <a:close/>
              </a:path>
              <a:path w="6459220" h="5084445">
                <a:moveTo>
                  <a:pt x="1706179" y="2558361"/>
                </a:moveTo>
                <a:lnTo>
                  <a:pt x="1719805" y="2545098"/>
                </a:lnTo>
                <a:lnTo>
                  <a:pt x="1733068" y="2558725"/>
                </a:lnTo>
                <a:lnTo>
                  <a:pt x="1719442" y="2571988"/>
                </a:lnTo>
                <a:lnTo>
                  <a:pt x="1706179" y="2558361"/>
                </a:lnTo>
                <a:close/>
              </a:path>
              <a:path w="6459220" h="5084445">
                <a:moveTo>
                  <a:pt x="1859600" y="2411360"/>
                </a:moveTo>
                <a:lnTo>
                  <a:pt x="1870855" y="2400409"/>
                </a:lnTo>
                <a:lnTo>
                  <a:pt x="1881806" y="2411664"/>
                </a:lnTo>
                <a:lnTo>
                  <a:pt x="1870551" y="2422615"/>
                </a:lnTo>
                <a:lnTo>
                  <a:pt x="1859600" y="2411360"/>
                </a:lnTo>
                <a:close/>
              </a:path>
              <a:path w="6459220" h="5084445">
                <a:moveTo>
                  <a:pt x="2011840" y="2264348"/>
                </a:moveTo>
                <a:lnTo>
                  <a:pt x="2021916" y="2254547"/>
                </a:lnTo>
                <a:lnTo>
                  <a:pt x="2031715" y="2264615"/>
                </a:lnTo>
                <a:lnTo>
                  <a:pt x="2021641" y="2274424"/>
                </a:lnTo>
                <a:lnTo>
                  <a:pt x="2011840" y="2264348"/>
                </a:lnTo>
                <a:close/>
              </a:path>
              <a:path w="6459220" h="5084445">
                <a:moveTo>
                  <a:pt x="2164088" y="2117333"/>
                </a:moveTo>
                <a:lnTo>
                  <a:pt x="2172978" y="2108684"/>
                </a:lnTo>
                <a:lnTo>
                  <a:pt x="2181627" y="2117573"/>
                </a:lnTo>
                <a:lnTo>
                  <a:pt x="2172737" y="2126223"/>
                </a:lnTo>
                <a:lnTo>
                  <a:pt x="2164088" y="2117333"/>
                </a:lnTo>
                <a:close/>
              </a:path>
              <a:path w="6459220" h="5084445">
                <a:moveTo>
                  <a:pt x="2316931" y="1970323"/>
                </a:moveTo>
                <a:lnTo>
                  <a:pt x="2324033" y="1963408"/>
                </a:lnTo>
                <a:lnTo>
                  <a:pt x="2330950" y="1970518"/>
                </a:lnTo>
                <a:lnTo>
                  <a:pt x="2323848" y="1977433"/>
                </a:lnTo>
                <a:lnTo>
                  <a:pt x="2316931" y="1970323"/>
                </a:lnTo>
                <a:close/>
              </a:path>
              <a:path w="6459220" h="5084445">
                <a:moveTo>
                  <a:pt x="2469179" y="1823309"/>
                </a:moveTo>
                <a:lnTo>
                  <a:pt x="2475103" y="1817543"/>
                </a:lnTo>
                <a:lnTo>
                  <a:pt x="2480868" y="1823467"/>
                </a:lnTo>
                <a:lnTo>
                  <a:pt x="2474945" y="1829232"/>
                </a:lnTo>
                <a:lnTo>
                  <a:pt x="2469179" y="1823309"/>
                </a:lnTo>
                <a:close/>
              </a:path>
              <a:path w="6459220" h="5084445">
                <a:moveTo>
                  <a:pt x="2621427" y="1676295"/>
                </a:moveTo>
                <a:lnTo>
                  <a:pt x="2626172" y="1671679"/>
                </a:lnTo>
                <a:lnTo>
                  <a:pt x="2630786" y="1676416"/>
                </a:lnTo>
                <a:lnTo>
                  <a:pt x="2626041" y="1681032"/>
                </a:lnTo>
                <a:lnTo>
                  <a:pt x="2621427" y="1676295"/>
                </a:lnTo>
                <a:close/>
              </a:path>
              <a:path w="6459220" h="5084445">
                <a:moveTo>
                  <a:pt x="2773674" y="1529273"/>
                </a:moveTo>
                <a:lnTo>
                  <a:pt x="2777226" y="1525819"/>
                </a:lnTo>
                <a:lnTo>
                  <a:pt x="2780690" y="1529377"/>
                </a:lnTo>
                <a:lnTo>
                  <a:pt x="2777140" y="1532839"/>
                </a:lnTo>
                <a:lnTo>
                  <a:pt x="2773674" y="1529273"/>
                </a:lnTo>
                <a:close/>
              </a:path>
              <a:path w="6459220" h="5084445">
                <a:moveTo>
                  <a:pt x="2925932" y="1382265"/>
                </a:moveTo>
                <a:lnTo>
                  <a:pt x="2928306" y="1379961"/>
                </a:lnTo>
                <a:lnTo>
                  <a:pt x="2930605" y="1382318"/>
                </a:lnTo>
                <a:lnTo>
                  <a:pt x="2928234" y="1384630"/>
                </a:lnTo>
                <a:lnTo>
                  <a:pt x="2925932" y="1382265"/>
                </a:lnTo>
                <a:close/>
              </a:path>
              <a:path w="6459220" h="5084445">
                <a:moveTo>
                  <a:pt x="3078181" y="1235250"/>
                </a:moveTo>
                <a:lnTo>
                  <a:pt x="3079359" y="1234100"/>
                </a:lnTo>
                <a:lnTo>
                  <a:pt x="3080509" y="1235279"/>
                </a:lnTo>
                <a:lnTo>
                  <a:pt x="3079331" y="1236429"/>
                </a:lnTo>
                <a:lnTo>
                  <a:pt x="3078181" y="1235250"/>
                </a:lnTo>
                <a:close/>
              </a:path>
              <a:path w="6459220" h="5084445">
                <a:moveTo>
                  <a:pt x="14532" y="4473464"/>
                </a:moveTo>
                <a:lnTo>
                  <a:pt x="54219" y="4434837"/>
                </a:lnTo>
                <a:lnTo>
                  <a:pt x="92846" y="4474524"/>
                </a:lnTo>
                <a:lnTo>
                  <a:pt x="53159" y="4513151"/>
                </a:lnTo>
                <a:lnTo>
                  <a:pt x="14532" y="4473464"/>
                </a:lnTo>
                <a:close/>
              </a:path>
              <a:path w="6459220" h="5084445">
                <a:moveTo>
                  <a:pt x="167945" y="4326465"/>
                </a:moveTo>
                <a:lnTo>
                  <a:pt x="205274" y="4290138"/>
                </a:lnTo>
                <a:lnTo>
                  <a:pt x="241600" y="4327459"/>
                </a:lnTo>
                <a:lnTo>
                  <a:pt x="204270" y="4363787"/>
                </a:lnTo>
                <a:lnTo>
                  <a:pt x="167945" y="4326465"/>
                </a:lnTo>
                <a:close/>
              </a:path>
              <a:path w="6459220" h="5084445">
                <a:moveTo>
                  <a:pt x="321951" y="4179469"/>
                </a:moveTo>
                <a:lnTo>
                  <a:pt x="356308" y="4146028"/>
                </a:lnTo>
                <a:lnTo>
                  <a:pt x="389751" y="4180392"/>
                </a:lnTo>
                <a:lnTo>
                  <a:pt x="355394" y="4213833"/>
                </a:lnTo>
                <a:lnTo>
                  <a:pt x="321951" y="4179469"/>
                </a:lnTo>
                <a:close/>
              </a:path>
              <a:path w="6459220" h="5084445">
                <a:moveTo>
                  <a:pt x="474777" y="4032463"/>
                </a:moveTo>
                <a:lnTo>
                  <a:pt x="507362" y="4000751"/>
                </a:lnTo>
                <a:lnTo>
                  <a:pt x="539074" y="4033336"/>
                </a:lnTo>
                <a:lnTo>
                  <a:pt x="506489" y="4065048"/>
                </a:lnTo>
                <a:lnTo>
                  <a:pt x="474777" y="4032463"/>
                </a:lnTo>
                <a:close/>
              </a:path>
              <a:path w="6459220" h="5084445">
                <a:moveTo>
                  <a:pt x="628198" y="3885462"/>
                </a:moveTo>
                <a:lnTo>
                  <a:pt x="658418" y="3856052"/>
                </a:lnTo>
                <a:lnTo>
                  <a:pt x="687827" y="3886271"/>
                </a:lnTo>
                <a:lnTo>
                  <a:pt x="657608" y="3915681"/>
                </a:lnTo>
                <a:lnTo>
                  <a:pt x="628198" y="3885462"/>
                </a:lnTo>
                <a:close/>
              </a:path>
              <a:path w="6459220" h="5084445">
                <a:moveTo>
                  <a:pt x="781621" y="3738468"/>
                </a:moveTo>
                <a:lnTo>
                  <a:pt x="809468" y="3711370"/>
                </a:lnTo>
                <a:lnTo>
                  <a:pt x="836564" y="3739210"/>
                </a:lnTo>
                <a:lnTo>
                  <a:pt x="808716" y="3766308"/>
                </a:lnTo>
                <a:lnTo>
                  <a:pt x="781621" y="3738468"/>
                </a:lnTo>
                <a:close/>
              </a:path>
              <a:path w="6459220" h="5084445">
                <a:moveTo>
                  <a:pt x="935041" y="3591466"/>
                </a:moveTo>
                <a:lnTo>
                  <a:pt x="960507" y="3566674"/>
                </a:lnTo>
                <a:lnTo>
                  <a:pt x="985303" y="3592157"/>
                </a:lnTo>
                <a:lnTo>
                  <a:pt x="959836" y="3616941"/>
                </a:lnTo>
                <a:lnTo>
                  <a:pt x="935041" y="3591466"/>
                </a:lnTo>
                <a:close/>
              </a:path>
              <a:path w="6459220" h="5084445">
                <a:moveTo>
                  <a:pt x="1087867" y="3444460"/>
                </a:moveTo>
                <a:lnTo>
                  <a:pt x="1111563" y="3421398"/>
                </a:lnTo>
                <a:lnTo>
                  <a:pt x="1134627" y="3445101"/>
                </a:lnTo>
                <a:lnTo>
                  <a:pt x="1110932" y="3468164"/>
                </a:lnTo>
                <a:lnTo>
                  <a:pt x="1087867" y="3444460"/>
                </a:lnTo>
                <a:close/>
              </a:path>
              <a:path w="6459220" h="5084445">
                <a:moveTo>
                  <a:pt x="1241280" y="3297461"/>
                </a:moveTo>
                <a:lnTo>
                  <a:pt x="1262618" y="3276698"/>
                </a:lnTo>
                <a:lnTo>
                  <a:pt x="1283370" y="3298029"/>
                </a:lnTo>
                <a:lnTo>
                  <a:pt x="1262041" y="3318790"/>
                </a:lnTo>
                <a:lnTo>
                  <a:pt x="1241280" y="3297461"/>
                </a:lnTo>
                <a:close/>
              </a:path>
              <a:path w="6459220" h="5084445">
                <a:moveTo>
                  <a:pt x="1394123" y="3150450"/>
                </a:moveTo>
                <a:lnTo>
                  <a:pt x="1413673" y="3131422"/>
                </a:lnTo>
                <a:lnTo>
                  <a:pt x="1432703" y="3150981"/>
                </a:lnTo>
                <a:lnTo>
                  <a:pt x="1413153" y="3170009"/>
                </a:lnTo>
                <a:lnTo>
                  <a:pt x="1394123" y="3150450"/>
                </a:lnTo>
                <a:close/>
              </a:path>
              <a:path w="6459220" h="5084445">
                <a:moveTo>
                  <a:pt x="1546957" y="3003442"/>
                </a:moveTo>
                <a:lnTo>
                  <a:pt x="1564728" y="2986146"/>
                </a:lnTo>
                <a:lnTo>
                  <a:pt x="1582027" y="3003925"/>
                </a:lnTo>
                <a:lnTo>
                  <a:pt x="1564256" y="3021222"/>
                </a:lnTo>
                <a:lnTo>
                  <a:pt x="1546957" y="3003442"/>
                </a:lnTo>
                <a:close/>
              </a:path>
              <a:path w="6459220" h="5084445">
                <a:moveTo>
                  <a:pt x="1699794" y="2856442"/>
                </a:moveTo>
                <a:lnTo>
                  <a:pt x="1715792" y="2840867"/>
                </a:lnTo>
                <a:lnTo>
                  <a:pt x="1731357" y="2856860"/>
                </a:lnTo>
                <a:lnTo>
                  <a:pt x="1715359" y="2872435"/>
                </a:lnTo>
                <a:lnTo>
                  <a:pt x="1699794" y="2856442"/>
                </a:lnTo>
                <a:close/>
              </a:path>
              <a:path w="6459220" h="5084445">
                <a:moveTo>
                  <a:pt x="1853207" y="2709443"/>
                </a:moveTo>
                <a:lnTo>
                  <a:pt x="1866833" y="2696180"/>
                </a:lnTo>
                <a:lnTo>
                  <a:pt x="1880096" y="2709806"/>
                </a:lnTo>
                <a:lnTo>
                  <a:pt x="1866470" y="2723069"/>
                </a:lnTo>
                <a:lnTo>
                  <a:pt x="1853207" y="2709443"/>
                </a:lnTo>
                <a:close/>
              </a:path>
              <a:path w="6459220" h="5084445">
                <a:moveTo>
                  <a:pt x="2006041" y="2562435"/>
                </a:moveTo>
                <a:lnTo>
                  <a:pt x="2017896" y="2550902"/>
                </a:lnTo>
                <a:lnTo>
                  <a:pt x="2029427" y="2562749"/>
                </a:lnTo>
                <a:lnTo>
                  <a:pt x="2017572" y="2574282"/>
                </a:lnTo>
                <a:lnTo>
                  <a:pt x="2006041" y="2562435"/>
                </a:lnTo>
                <a:close/>
              </a:path>
              <a:path w="6459220" h="5084445">
                <a:moveTo>
                  <a:pt x="2158875" y="2415427"/>
                </a:moveTo>
                <a:lnTo>
                  <a:pt x="2168951" y="2405626"/>
                </a:lnTo>
                <a:lnTo>
                  <a:pt x="2178751" y="2415694"/>
                </a:lnTo>
                <a:lnTo>
                  <a:pt x="2168674" y="2425495"/>
                </a:lnTo>
                <a:lnTo>
                  <a:pt x="2158875" y="2415427"/>
                </a:lnTo>
                <a:close/>
              </a:path>
              <a:path w="6459220" h="5084445">
                <a:moveTo>
                  <a:pt x="2311123" y="2268412"/>
                </a:moveTo>
                <a:lnTo>
                  <a:pt x="2320013" y="2259763"/>
                </a:lnTo>
                <a:lnTo>
                  <a:pt x="2328662" y="2268652"/>
                </a:lnTo>
                <a:lnTo>
                  <a:pt x="2319773" y="2277302"/>
                </a:lnTo>
                <a:lnTo>
                  <a:pt x="2311123" y="2268412"/>
                </a:lnTo>
                <a:close/>
              </a:path>
              <a:path w="6459220" h="5084445">
                <a:moveTo>
                  <a:pt x="2463372" y="2121398"/>
                </a:moveTo>
                <a:lnTo>
                  <a:pt x="2471075" y="2113901"/>
                </a:lnTo>
                <a:lnTo>
                  <a:pt x="2478572" y="2121603"/>
                </a:lnTo>
                <a:lnTo>
                  <a:pt x="2470869" y="2129101"/>
                </a:lnTo>
                <a:lnTo>
                  <a:pt x="2463372" y="2121398"/>
                </a:lnTo>
                <a:close/>
              </a:path>
              <a:path w="6459220" h="5084445">
                <a:moveTo>
                  <a:pt x="2616206" y="1974390"/>
                </a:moveTo>
                <a:lnTo>
                  <a:pt x="2622138" y="1968622"/>
                </a:lnTo>
                <a:lnTo>
                  <a:pt x="2627903" y="1974546"/>
                </a:lnTo>
                <a:lnTo>
                  <a:pt x="2621971" y="1980314"/>
                </a:lnTo>
                <a:lnTo>
                  <a:pt x="2616206" y="1974390"/>
                </a:lnTo>
                <a:close/>
              </a:path>
              <a:path w="6459220" h="5084445">
                <a:moveTo>
                  <a:pt x="2768462" y="1827374"/>
                </a:moveTo>
                <a:lnTo>
                  <a:pt x="2773199" y="1822760"/>
                </a:lnTo>
                <a:lnTo>
                  <a:pt x="2777813" y="1827497"/>
                </a:lnTo>
                <a:lnTo>
                  <a:pt x="2773076" y="1832111"/>
                </a:lnTo>
                <a:lnTo>
                  <a:pt x="2768462" y="1827374"/>
                </a:lnTo>
                <a:close/>
              </a:path>
              <a:path w="6459220" h="5084445">
                <a:moveTo>
                  <a:pt x="2920709" y="1680352"/>
                </a:moveTo>
                <a:lnTo>
                  <a:pt x="2924261" y="1676898"/>
                </a:lnTo>
                <a:lnTo>
                  <a:pt x="2927715" y="1680451"/>
                </a:lnTo>
                <a:lnTo>
                  <a:pt x="2924165" y="1683913"/>
                </a:lnTo>
                <a:lnTo>
                  <a:pt x="2920709" y="1680352"/>
                </a:lnTo>
                <a:close/>
              </a:path>
              <a:path w="6459220" h="5084445">
                <a:moveTo>
                  <a:pt x="3072957" y="1533337"/>
                </a:moveTo>
                <a:lnTo>
                  <a:pt x="3075330" y="1531033"/>
                </a:lnTo>
                <a:lnTo>
                  <a:pt x="3077632" y="1533398"/>
                </a:lnTo>
                <a:lnTo>
                  <a:pt x="3075261" y="1535711"/>
                </a:lnTo>
                <a:lnTo>
                  <a:pt x="3072957" y="1533337"/>
                </a:lnTo>
                <a:close/>
              </a:path>
              <a:path w="6459220" h="5084445">
                <a:moveTo>
                  <a:pt x="3225207" y="1386331"/>
                </a:moveTo>
                <a:lnTo>
                  <a:pt x="3226394" y="1385179"/>
                </a:lnTo>
                <a:lnTo>
                  <a:pt x="3227544" y="1386358"/>
                </a:lnTo>
                <a:lnTo>
                  <a:pt x="3226357" y="1387510"/>
                </a:lnTo>
                <a:lnTo>
                  <a:pt x="3225207" y="1386331"/>
                </a:lnTo>
                <a:close/>
              </a:path>
              <a:path w="6459220" h="5084445">
                <a:moveTo>
                  <a:pt x="6965" y="4771526"/>
                </a:moveTo>
                <a:lnTo>
                  <a:pt x="50218" y="4729433"/>
                </a:lnTo>
                <a:lnTo>
                  <a:pt x="92311" y="4772687"/>
                </a:lnTo>
                <a:lnTo>
                  <a:pt x="49057" y="4814779"/>
                </a:lnTo>
                <a:lnTo>
                  <a:pt x="6965" y="4771526"/>
                </a:lnTo>
                <a:close/>
              </a:path>
              <a:path w="6459220" h="5084445">
                <a:moveTo>
                  <a:pt x="160971" y="4624531"/>
                </a:moveTo>
                <a:lnTo>
                  <a:pt x="201259" y="4585321"/>
                </a:lnTo>
                <a:lnTo>
                  <a:pt x="240466" y="4625601"/>
                </a:lnTo>
                <a:lnTo>
                  <a:pt x="200179" y="4664810"/>
                </a:lnTo>
                <a:lnTo>
                  <a:pt x="160971" y="4624531"/>
                </a:lnTo>
                <a:close/>
              </a:path>
              <a:path w="6459220" h="5084445">
                <a:moveTo>
                  <a:pt x="314384" y="4477531"/>
                </a:moveTo>
                <a:lnTo>
                  <a:pt x="352308" y="4440632"/>
                </a:lnTo>
                <a:lnTo>
                  <a:pt x="389206" y="4478548"/>
                </a:lnTo>
                <a:lnTo>
                  <a:pt x="351289" y="4515445"/>
                </a:lnTo>
                <a:lnTo>
                  <a:pt x="314384" y="4477531"/>
                </a:lnTo>
                <a:close/>
              </a:path>
              <a:path w="6459220" h="5084445">
                <a:moveTo>
                  <a:pt x="467807" y="4330537"/>
                </a:moveTo>
                <a:lnTo>
                  <a:pt x="503363" y="4295932"/>
                </a:lnTo>
                <a:lnTo>
                  <a:pt x="537958" y="4331483"/>
                </a:lnTo>
                <a:lnTo>
                  <a:pt x="502400" y="4366080"/>
                </a:lnTo>
                <a:lnTo>
                  <a:pt x="467807" y="4330537"/>
                </a:lnTo>
                <a:close/>
              </a:path>
              <a:path w="6459220" h="5084445">
                <a:moveTo>
                  <a:pt x="621225" y="4183528"/>
                </a:moveTo>
                <a:lnTo>
                  <a:pt x="654405" y="4151245"/>
                </a:lnTo>
                <a:lnTo>
                  <a:pt x="686697" y="4184422"/>
                </a:lnTo>
                <a:lnTo>
                  <a:pt x="653517" y="4216705"/>
                </a:lnTo>
                <a:lnTo>
                  <a:pt x="621225" y="4183528"/>
                </a:lnTo>
                <a:close/>
              </a:path>
              <a:path w="6459220" h="5084445">
                <a:moveTo>
                  <a:pt x="774062" y="4036528"/>
                </a:moveTo>
                <a:lnTo>
                  <a:pt x="805460" y="4005969"/>
                </a:lnTo>
                <a:lnTo>
                  <a:pt x="836020" y="4037367"/>
                </a:lnTo>
                <a:lnTo>
                  <a:pt x="804614" y="4067928"/>
                </a:lnTo>
                <a:lnTo>
                  <a:pt x="774062" y="4036528"/>
                </a:lnTo>
                <a:close/>
              </a:path>
              <a:path w="6459220" h="5084445">
                <a:moveTo>
                  <a:pt x="928061" y="3889535"/>
                </a:moveTo>
                <a:lnTo>
                  <a:pt x="956501" y="3861857"/>
                </a:lnTo>
                <a:lnTo>
                  <a:pt x="984177" y="3890290"/>
                </a:lnTo>
                <a:lnTo>
                  <a:pt x="955737" y="3917967"/>
                </a:lnTo>
                <a:lnTo>
                  <a:pt x="928061" y="3889535"/>
                </a:lnTo>
                <a:close/>
              </a:path>
              <a:path w="6459220" h="5084445">
                <a:moveTo>
                  <a:pt x="1081482" y="3742533"/>
                </a:moveTo>
                <a:lnTo>
                  <a:pt x="1107550" y="3717167"/>
                </a:lnTo>
                <a:lnTo>
                  <a:pt x="1132916" y="3743235"/>
                </a:lnTo>
                <a:lnTo>
                  <a:pt x="1106848" y="3768602"/>
                </a:lnTo>
                <a:lnTo>
                  <a:pt x="1081482" y="3742533"/>
                </a:lnTo>
                <a:close/>
              </a:path>
              <a:path w="6459220" h="5084445">
                <a:moveTo>
                  <a:pt x="1234316" y="3595525"/>
                </a:moveTo>
                <a:lnTo>
                  <a:pt x="1258606" y="3571891"/>
                </a:lnTo>
                <a:lnTo>
                  <a:pt x="1282247" y="3596178"/>
                </a:lnTo>
                <a:lnTo>
                  <a:pt x="1257958" y="3619812"/>
                </a:lnTo>
                <a:lnTo>
                  <a:pt x="1234316" y="3595525"/>
                </a:lnTo>
                <a:close/>
              </a:path>
              <a:path w="6459220" h="5084445">
                <a:moveTo>
                  <a:pt x="1387729" y="3448527"/>
                </a:moveTo>
                <a:lnTo>
                  <a:pt x="1409653" y="3427193"/>
                </a:lnTo>
                <a:lnTo>
                  <a:pt x="1430985" y="3449117"/>
                </a:lnTo>
                <a:lnTo>
                  <a:pt x="1409069" y="3470447"/>
                </a:lnTo>
                <a:lnTo>
                  <a:pt x="1387729" y="3448527"/>
                </a:lnTo>
                <a:close/>
              </a:path>
              <a:path w="6459220" h="5084445">
                <a:moveTo>
                  <a:pt x="1540566" y="3301526"/>
                </a:moveTo>
                <a:lnTo>
                  <a:pt x="1560709" y="3281917"/>
                </a:lnTo>
                <a:lnTo>
                  <a:pt x="1580317" y="3302060"/>
                </a:lnTo>
                <a:lnTo>
                  <a:pt x="1560167" y="3321671"/>
                </a:lnTo>
                <a:lnTo>
                  <a:pt x="1540566" y="3301526"/>
                </a:lnTo>
                <a:close/>
              </a:path>
              <a:path w="6459220" h="5084445">
                <a:moveTo>
                  <a:pt x="1693995" y="3154522"/>
                </a:moveTo>
                <a:lnTo>
                  <a:pt x="1711765" y="3137226"/>
                </a:lnTo>
                <a:lnTo>
                  <a:pt x="1729062" y="3154997"/>
                </a:lnTo>
                <a:lnTo>
                  <a:pt x="1711291" y="3172293"/>
                </a:lnTo>
                <a:lnTo>
                  <a:pt x="1693995" y="3154522"/>
                </a:lnTo>
                <a:close/>
              </a:path>
              <a:path w="6459220" h="5084445">
                <a:moveTo>
                  <a:pt x="1846821" y="3007516"/>
                </a:moveTo>
                <a:lnTo>
                  <a:pt x="1862819" y="2991941"/>
                </a:lnTo>
                <a:lnTo>
                  <a:pt x="1878386" y="3007941"/>
                </a:lnTo>
                <a:lnTo>
                  <a:pt x="1862388" y="3023516"/>
                </a:lnTo>
                <a:lnTo>
                  <a:pt x="1846821" y="3007516"/>
                </a:lnTo>
                <a:close/>
              </a:path>
              <a:path w="6459220" h="5084445">
                <a:moveTo>
                  <a:pt x="1999655" y="2860508"/>
                </a:moveTo>
                <a:lnTo>
                  <a:pt x="2013874" y="2846665"/>
                </a:lnTo>
                <a:lnTo>
                  <a:pt x="2027717" y="2860884"/>
                </a:lnTo>
                <a:lnTo>
                  <a:pt x="2013498" y="2874727"/>
                </a:lnTo>
                <a:lnTo>
                  <a:pt x="1999655" y="2860508"/>
                </a:lnTo>
                <a:close/>
              </a:path>
              <a:path w="6459220" h="5084445">
                <a:moveTo>
                  <a:pt x="2153078" y="2713514"/>
                </a:moveTo>
                <a:lnTo>
                  <a:pt x="2164925" y="2701983"/>
                </a:lnTo>
                <a:lnTo>
                  <a:pt x="2176456" y="2713830"/>
                </a:lnTo>
                <a:lnTo>
                  <a:pt x="2164609" y="2725361"/>
                </a:lnTo>
                <a:lnTo>
                  <a:pt x="2153078" y="2713514"/>
                </a:lnTo>
                <a:close/>
              </a:path>
              <a:path w="6459220" h="5084445">
                <a:moveTo>
                  <a:pt x="2305324" y="2566492"/>
                </a:moveTo>
                <a:lnTo>
                  <a:pt x="2315993" y="2556111"/>
                </a:lnTo>
                <a:lnTo>
                  <a:pt x="2326364" y="2566774"/>
                </a:lnTo>
                <a:lnTo>
                  <a:pt x="2315695" y="2577155"/>
                </a:lnTo>
                <a:lnTo>
                  <a:pt x="2305324" y="2566492"/>
                </a:lnTo>
                <a:close/>
              </a:path>
              <a:path w="6459220" h="5084445">
                <a:moveTo>
                  <a:pt x="2457572" y="2419478"/>
                </a:moveTo>
                <a:lnTo>
                  <a:pt x="2467049" y="2410259"/>
                </a:lnTo>
                <a:lnTo>
                  <a:pt x="2476276" y="2419733"/>
                </a:lnTo>
                <a:lnTo>
                  <a:pt x="2466800" y="2428952"/>
                </a:lnTo>
                <a:lnTo>
                  <a:pt x="2457572" y="2419478"/>
                </a:lnTo>
                <a:close/>
              </a:path>
              <a:path w="6459220" h="5084445">
                <a:moveTo>
                  <a:pt x="2609821" y="2272464"/>
                </a:moveTo>
                <a:lnTo>
                  <a:pt x="2618116" y="2264386"/>
                </a:lnTo>
                <a:lnTo>
                  <a:pt x="2626194" y="2272682"/>
                </a:lnTo>
                <a:lnTo>
                  <a:pt x="2617899" y="2280759"/>
                </a:lnTo>
                <a:lnTo>
                  <a:pt x="2609821" y="2272464"/>
                </a:lnTo>
                <a:close/>
              </a:path>
              <a:path w="6459220" h="5084445">
                <a:moveTo>
                  <a:pt x="2762655" y="2125455"/>
                </a:moveTo>
                <a:lnTo>
                  <a:pt x="2769171" y="2119110"/>
                </a:lnTo>
                <a:lnTo>
                  <a:pt x="2775517" y="2125626"/>
                </a:lnTo>
                <a:lnTo>
                  <a:pt x="2768993" y="2131974"/>
                </a:lnTo>
                <a:lnTo>
                  <a:pt x="2762655" y="2125455"/>
                </a:lnTo>
                <a:close/>
              </a:path>
              <a:path w="6459220" h="5084445">
                <a:moveTo>
                  <a:pt x="2914903" y="1978441"/>
                </a:moveTo>
                <a:lnTo>
                  <a:pt x="2920235" y="1973256"/>
                </a:lnTo>
                <a:lnTo>
                  <a:pt x="2925429" y="1978585"/>
                </a:lnTo>
                <a:lnTo>
                  <a:pt x="2920089" y="1983773"/>
                </a:lnTo>
                <a:lnTo>
                  <a:pt x="2914903" y="1978441"/>
                </a:lnTo>
                <a:close/>
              </a:path>
              <a:path w="6459220" h="5084445">
                <a:moveTo>
                  <a:pt x="3067152" y="1831427"/>
                </a:moveTo>
                <a:lnTo>
                  <a:pt x="3071302" y="1827383"/>
                </a:lnTo>
                <a:lnTo>
                  <a:pt x="3075338" y="1831535"/>
                </a:lnTo>
                <a:lnTo>
                  <a:pt x="3071188" y="1835579"/>
                </a:lnTo>
                <a:lnTo>
                  <a:pt x="3067152" y="1831427"/>
                </a:lnTo>
                <a:close/>
              </a:path>
              <a:path w="6459220" h="5084445">
                <a:moveTo>
                  <a:pt x="3219400" y="1684413"/>
                </a:moveTo>
                <a:lnTo>
                  <a:pt x="3222366" y="1681529"/>
                </a:lnTo>
                <a:lnTo>
                  <a:pt x="3225250" y="1684494"/>
                </a:lnTo>
                <a:lnTo>
                  <a:pt x="3222284" y="1687379"/>
                </a:lnTo>
                <a:lnTo>
                  <a:pt x="3219400" y="1684413"/>
                </a:lnTo>
                <a:close/>
              </a:path>
              <a:path w="6459220" h="5084445">
                <a:moveTo>
                  <a:pt x="3371649" y="1537399"/>
                </a:moveTo>
                <a:lnTo>
                  <a:pt x="3373436" y="1535664"/>
                </a:lnTo>
                <a:lnTo>
                  <a:pt x="3375157" y="1537438"/>
                </a:lnTo>
                <a:lnTo>
                  <a:pt x="3373378" y="1539170"/>
                </a:lnTo>
                <a:lnTo>
                  <a:pt x="3371649" y="1537399"/>
                </a:lnTo>
                <a:close/>
              </a:path>
              <a:path w="6459220" h="5084445">
                <a:moveTo>
                  <a:pt x="0" y="5069585"/>
                </a:moveTo>
                <a:lnTo>
                  <a:pt x="46205" y="5024621"/>
                </a:lnTo>
                <a:lnTo>
                  <a:pt x="91180" y="5070832"/>
                </a:lnTo>
                <a:lnTo>
                  <a:pt x="77229" y="5084408"/>
                </a:lnTo>
                <a:lnTo>
                  <a:pt x="14426" y="5084408"/>
                </a:lnTo>
                <a:lnTo>
                  <a:pt x="0" y="5069585"/>
                </a:lnTo>
                <a:close/>
              </a:path>
              <a:path w="6459220" h="5084445">
                <a:moveTo>
                  <a:pt x="153414" y="4922593"/>
                </a:moveTo>
                <a:lnTo>
                  <a:pt x="197260" y="4879921"/>
                </a:lnTo>
                <a:lnTo>
                  <a:pt x="239925" y="4923768"/>
                </a:lnTo>
                <a:lnTo>
                  <a:pt x="196085" y="4966431"/>
                </a:lnTo>
                <a:lnTo>
                  <a:pt x="153414" y="4922593"/>
                </a:lnTo>
                <a:close/>
              </a:path>
              <a:path w="6459220" h="5084445">
                <a:moveTo>
                  <a:pt x="306835" y="4775592"/>
                </a:moveTo>
                <a:lnTo>
                  <a:pt x="348301" y="4735233"/>
                </a:lnTo>
                <a:lnTo>
                  <a:pt x="388662" y="4776707"/>
                </a:lnTo>
                <a:lnTo>
                  <a:pt x="347195" y="4817066"/>
                </a:lnTo>
                <a:lnTo>
                  <a:pt x="306835" y="4775592"/>
                </a:lnTo>
                <a:close/>
              </a:path>
              <a:path w="6459220" h="5084445">
                <a:moveTo>
                  <a:pt x="460834" y="4628598"/>
                </a:moveTo>
                <a:lnTo>
                  <a:pt x="499350" y="4591119"/>
                </a:lnTo>
                <a:lnTo>
                  <a:pt x="536827" y="4629627"/>
                </a:lnTo>
                <a:lnTo>
                  <a:pt x="498311" y="4667106"/>
                </a:lnTo>
                <a:lnTo>
                  <a:pt x="460834" y="4628598"/>
                </a:lnTo>
                <a:close/>
              </a:path>
              <a:path w="6459220" h="5084445">
                <a:moveTo>
                  <a:pt x="614256" y="4481605"/>
                </a:moveTo>
                <a:lnTo>
                  <a:pt x="650399" y="4446429"/>
                </a:lnTo>
                <a:lnTo>
                  <a:pt x="685567" y="4482575"/>
                </a:lnTo>
                <a:lnTo>
                  <a:pt x="649429" y="4517740"/>
                </a:lnTo>
                <a:lnTo>
                  <a:pt x="614256" y="4481605"/>
                </a:lnTo>
                <a:close/>
              </a:path>
              <a:path w="6459220" h="5084445">
                <a:moveTo>
                  <a:pt x="768263" y="4334609"/>
                </a:moveTo>
                <a:lnTo>
                  <a:pt x="801442" y="4302326"/>
                </a:lnTo>
                <a:lnTo>
                  <a:pt x="833723" y="4335497"/>
                </a:lnTo>
                <a:lnTo>
                  <a:pt x="800546" y="4367788"/>
                </a:lnTo>
                <a:lnTo>
                  <a:pt x="768263" y="4334609"/>
                </a:lnTo>
                <a:close/>
              </a:path>
              <a:path w="6459220" h="5084445">
                <a:moveTo>
                  <a:pt x="921089" y="4187603"/>
                </a:moveTo>
                <a:lnTo>
                  <a:pt x="952487" y="4157043"/>
                </a:lnTo>
                <a:lnTo>
                  <a:pt x="983047" y="4188441"/>
                </a:lnTo>
                <a:lnTo>
                  <a:pt x="951649" y="4219001"/>
                </a:lnTo>
                <a:lnTo>
                  <a:pt x="921089" y="4187603"/>
                </a:lnTo>
                <a:close/>
              </a:path>
              <a:path w="6459220" h="5084445">
                <a:moveTo>
                  <a:pt x="1073923" y="4040595"/>
                </a:moveTo>
                <a:lnTo>
                  <a:pt x="1103550" y="4011765"/>
                </a:lnTo>
                <a:lnTo>
                  <a:pt x="1132378" y="4041384"/>
                </a:lnTo>
                <a:lnTo>
                  <a:pt x="1102751" y="4070214"/>
                </a:lnTo>
                <a:lnTo>
                  <a:pt x="1073923" y="4040595"/>
                </a:lnTo>
                <a:close/>
              </a:path>
              <a:path w="6459220" h="5084445">
                <a:moveTo>
                  <a:pt x="1227930" y="3893599"/>
                </a:moveTo>
                <a:lnTo>
                  <a:pt x="1254591" y="3867653"/>
                </a:lnTo>
                <a:lnTo>
                  <a:pt x="1280537" y="3894314"/>
                </a:lnTo>
                <a:lnTo>
                  <a:pt x="1253876" y="3920260"/>
                </a:lnTo>
                <a:lnTo>
                  <a:pt x="1227930" y="3893599"/>
                </a:lnTo>
                <a:close/>
              </a:path>
              <a:path w="6459220" h="5084445">
                <a:moveTo>
                  <a:pt x="1380758" y="3746602"/>
                </a:moveTo>
                <a:lnTo>
                  <a:pt x="1405646" y="3722378"/>
                </a:lnTo>
                <a:lnTo>
                  <a:pt x="1429870" y="3747265"/>
                </a:lnTo>
                <a:lnTo>
                  <a:pt x="1404980" y="3771481"/>
                </a:lnTo>
                <a:lnTo>
                  <a:pt x="1380758" y="3746602"/>
                </a:lnTo>
                <a:close/>
              </a:path>
              <a:path w="6459220" h="5084445">
                <a:moveTo>
                  <a:pt x="1534181" y="3599608"/>
                </a:moveTo>
                <a:lnTo>
                  <a:pt x="1556698" y="3577696"/>
                </a:lnTo>
                <a:lnTo>
                  <a:pt x="1578607" y="3600204"/>
                </a:lnTo>
                <a:lnTo>
                  <a:pt x="1556091" y="3622116"/>
                </a:lnTo>
                <a:lnTo>
                  <a:pt x="1534181" y="3599608"/>
                </a:lnTo>
                <a:close/>
              </a:path>
              <a:path w="6459220" h="5084445">
                <a:moveTo>
                  <a:pt x="1687013" y="3452592"/>
                </a:moveTo>
                <a:lnTo>
                  <a:pt x="1707751" y="3432411"/>
                </a:lnTo>
                <a:lnTo>
                  <a:pt x="1727932" y="3453148"/>
                </a:lnTo>
                <a:lnTo>
                  <a:pt x="1707194" y="3473329"/>
                </a:lnTo>
                <a:lnTo>
                  <a:pt x="1687013" y="3452592"/>
                </a:lnTo>
                <a:close/>
              </a:path>
              <a:path w="6459220" h="5084445">
                <a:moveTo>
                  <a:pt x="1840436" y="3305598"/>
                </a:moveTo>
                <a:lnTo>
                  <a:pt x="1858800" y="3287722"/>
                </a:lnTo>
                <a:lnTo>
                  <a:pt x="1876668" y="3306087"/>
                </a:lnTo>
                <a:lnTo>
                  <a:pt x="1858305" y="3323964"/>
                </a:lnTo>
                <a:lnTo>
                  <a:pt x="1840436" y="3305598"/>
                </a:lnTo>
                <a:close/>
              </a:path>
              <a:path w="6459220" h="5084445">
                <a:moveTo>
                  <a:pt x="1993270" y="3158590"/>
                </a:moveTo>
                <a:lnTo>
                  <a:pt x="2009855" y="3142445"/>
                </a:lnTo>
                <a:lnTo>
                  <a:pt x="2026000" y="3159030"/>
                </a:lnTo>
                <a:lnTo>
                  <a:pt x="2009415" y="3175174"/>
                </a:lnTo>
                <a:lnTo>
                  <a:pt x="1993270" y="3158590"/>
                </a:lnTo>
                <a:close/>
              </a:path>
              <a:path w="6459220" h="5084445">
                <a:moveTo>
                  <a:pt x="2146095" y="3011576"/>
                </a:moveTo>
                <a:lnTo>
                  <a:pt x="2160908" y="2997161"/>
                </a:lnTo>
                <a:lnTo>
                  <a:pt x="2175323" y="3011974"/>
                </a:lnTo>
                <a:lnTo>
                  <a:pt x="2160510" y="3026390"/>
                </a:lnTo>
                <a:lnTo>
                  <a:pt x="2146095" y="3011576"/>
                </a:lnTo>
                <a:close/>
              </a:path>
              <a:path w="6459220" h="5084445">
                <a:moveTo>
                  <a:pt x="2299517" y="2864582"/>
                </a:moveTo>
                <a:lnTo>
                  <a:pt x="2311965" y="2852469"/>
                </a:lnTo>
                <a:lnTo>
                  <a:pt x="2324068" y="2864911"/>
                </a:lnTo>
                <a:lnTo>
                  <a:pt x="2311628" y="2877022"/>
                </a:lnTo>
                <a:lnTo>
                  <a:pt x="2299517" y="2864582"/>
                </a:lnTo>
                <a:close/>
              </a:path>
              <a:path w="6459220" h="5084445">
                <a:moveTo>
                  <a:pt x="2452352" y="2717574"/>
                </a:moveTo>
                <a:lnTo>
                  <a:pt x="2463021" y="2707193"/>
                </a:lnTo>
                <a:lnTo>
                  <a:pt x="2473400" y="2717853"/>
                </a:lnTo>
                <a:lnTo>
                  <a:pt x="2462731" y="2728235"/>
                </a:lnTo>
                <a:lnTo>
                  <a:pt x="2452352" y="2717574"/>
                </a:lnTo>
                <a:close/>
              </a:path>
              <a:path w="6459220" h="5084445">
                <a:moveTo>
                  <a:pt x="2604608" y="2570557"/>
                </a:moveTo>
                <a:lnTo>
                  <a:pt x="2614082" y="2561330"/>
                </a:lnTo>
                <a:lnTo>
                  <a:pt x="2623303" y="2570814"/>
                </a:lnTo>
                <a:lnTo>
                  <a:pt x="2613827" y="2580033"/>
                </a:lnTo>
                <a:lnTo>
                  <a:pt x="2604608" y="2570557"/>
                </a:lnTo>
                <a:close/>
              </a:path>
              <a:path w="6459220" h="5084445">
                <a:moveTo>
                  <a:pt x="2756856" y="2423543"/>
                </a:moveTo>
                <a:lnTo>
                  <a:pt x="2765151" y="2415466"/>
                </a:lnTo>
                <a:lnTo>
                  <a:pt x="2773221" y="2423763"/>
                </a:lnTo>
                <a:lnTo>
                  <a:pt x="2764926" y="2431841"/>
                </a:lnTo>
                <a:lnTo>
                  <a:pt x="2756856" y="2423543"/>
                </a:lnTo>
                <a:close/>
              </a:path>
              <a:path w="6459220" h="5084445">
                <a:moveTo>
                  <a:pt x="2909683" y="2276537"/>
                </a:moveTo>
                <a:lnTo>
                  <a:pt x="2916207" y="2270190"/>
                </a:lnTo>
                <a:lnTo>
                  <a:pt x="2922544" y="2276708"/>
                </a:lnTo>
                <a:lnTo>
                  <a:pt x="2916028" y="2283053"/>
                </a:lnTo>
                <a:lnTo>
                  <a:pt x="2909683" y="2276537"/>
                </a:lnTo>
                <a:close/>
              </a:path>
              <a:path w="6459220" h="5084445">
                <a:moveTo>
                  <a:pt x="3061931" y="2129523"/>
                </a:moveTo>
                <a:lnTo>
                  <a:pt x="3067269" y="2124327"/>
                </a:lnTo>
                <a:lnTo>
                  <a:pt x="3072456" y="2129667"/>
                </a:lnTo>
                <a:lnTo>
                  <a:pt x="3067125" y="2134853"/>
                </a:lnTo>
                <a:lnTo>
                  <a:pt x="3061931" y="2129523"/>
                </a:lnTo>
                <a:close/>
              </a:path>
              <a:path w="6459220" h="5084445">
                <a:moveTo>
                  <a:pt x="3214179" y="1982509"/>
                </a:moveTo>
                <a:lnTo>
                  <a:pt x="3218330" y="1978465"/>
                </a:lnTo>
                <a:lnTo>
                  <a:pt x="3222374" y="1982615"/>
                </a:lnTo>
                <a:lnTo>
                  <a:pt x="3218223" y="1986659"/>
                </a:lnTo>
                <a:lnTo>
                  <a:pt x="3214179" y="1982509"/>
                </a:lnTo>
                <a:close/>
              </a:path>
              <a:path w="6459220" h="5084445">
                <a:moveTo>
                  <a:pt x="3366426" y="1835487"/>
                </a:moveTo>
                <a:lnTo>
                  <a:pt x="3369391" y="1832603"/>
                </a:lnTo>
                <a:lnTo>
                  <a:pt x="3372275" y="1835568"/>
                </a:lnTo>
                <a:lnTo>
                  <a:pt x="3369310" y="1838452"/>
                </a:lnTo>
                <a:lnTo>
                  <a:pt x="3366426" y="1835487"/>
                </a:lnTo>
                <a:close/>
              </a:path>
              <a:path w="6459220" h="5084445">
                <a:moveTo>
                  <a:pt x="3518684" y="1688478"/>
                </a:moveTo>
                <a:lnTo>
                  <a:pt x="3520463" y="1686746"/>
                </a:lnTo>
                <a:lnTo>
                  <a:pt x="3522193" y="1688517"/>
                </a:lnTo>
                <a:lnTo>
                  <a:pt x="3520406" y="1690252"/>
                </a:lnTo>
                <a:lnTo>
                  <a:pt x="3518684" y="1688478"/>
                </a:lnTo>
                <a:close/>
              </a:path>
              <a:path w="6459220" h="5084445">
                <a:moveTo>
                  <a:pt x="299859" y="5073656"/>
                </a:moveTo>
                <a:lnTo>
                  <a:pt x="344291" y="5030414"/>
                </a:lnTo>
                <a:lnTo>
                  <a:pt x="387536" y="5074854"/>
                </a:lnTo>
                <a:lnTo>
                  <a:pt x="377720" y="5084408"/>
                </a:lnTo>
                <a:lnTo>
                  <a:pt x="310322" y="5084408"/>
                </a:lnTo>
                <a:lnTo>
                  <a:pt x="299859" y="5073656"/>
                </a:lnTo>
                <a:close/>
              </a:path>
              <a:path w="6459220" h="5084445">
                <a:moveTo>
                  <a:pt x="453272" y="4926657"/>
                </a:moveTo>
                <a:lnTo>
                  <a:pt x="495339" y="4885716"/>
                </a:lnTo>
                <a:lnTo>
                  <a:pt x="536282" y="4927791"/>
                </a:lnTo>
                <a:lnTo>
                  <a:pt x="494215" y="4968731"/>
                </a:lnTo>
                <a:lnTo>
                  <a:pt x="453272" y="4926657"/>
                </a:lnTo>
                <a:close/>
              </a:path>
              <a:path w="6459220" h="5084445">
                <a:moveTo>
                  <a:pt x="607281" y="4779669"/>
                </a:moveTo>
                <a:lnTo>
                  <a:pt x="646374" y="4741614"/>
                </a:lnTo>
                <a:lnTo>
                  <a:pt x="684433" y="4780723"/>
                </a:lnTo>
                <a:lnTo>
                  <a:pt x="645338" y="4818770"/>
                </a:lnTo>
                <a:lnTo>
                  <a:pt x="607281" y="4779669"/>
                </a:lnTo>
                <a:close/>
              </a:path>
              <a:path w="6459220" h="5084445">
                <a:moveTo>
                  <a:pt x="760694" y="4632670"/>
                </a:moveTo>
                <a:lnTo>
                  <a:pt x="797431" y="4596923"/>
                </a:lnTo>
                <a:lnTo>
                  <a:pt x="833176" y="4633652"/>
                </a:lnTo>
                <a:lnTo>
                  <a:pt x="796441" y="4669407"/>
                </a:lnTo>
                <a:lnTo>
                  <a:pt x="760694" y="4632670"/>
                </a:lnTo>
                <a:close/>
              </a:path>
              <a:path w="6459220" h="5084445">
                <a:moveTo>
                  <a:pt x="914702" y="4485681"/>
                </a:moveTo>
                <a:lnTo>
                  <a:pt x="948471" y="4452810"/>
                </a:lnTo>
                <a:lnTo>
                  <a:pt x="981334" y="4486582"/>
                </a:lnTo>
                <a:lnTo>
                  <a:pt x="947563" y="4519445"/>
                </a:lnTo>
                <a:lnTo>
                  <a:pt x="914702" y="4485681"/>
                </a:lnTo>
                <a:close/>
              </a:path>
              <a:path w="6459220" h="5084445">
                <a:moveTo>
                  <a:pt x="1067538" y="4338674"/>
                </a:moveTo>
                <a:lnTo>
                  <a:pt x="1099535" y="4307532"/>
                </a:lnTo>
                <a:lnTo>
                  <a:pt x="1130669" y="4339533"/>
                </a:lnTo>
                <a:lnTo>
                  <a:pt x="1098677" y="4370664"/>
                </a:lnTo>
                <a:lnTo>
                  <a:pt x="1067538" y="4338674"/>
                </a:lnTo>
                <a:close/>
              </a:path>
              <a:path w="6459220" h="5084445">
                <a:moveTo>
                  <a:pt x="1220957" y="4191672"/>
                </a:moveTo>
                <a:lnTo>
                  <a:pt x="1250576" y="4162845"/>
                </a:lnTo>
                <a:lnTo>
                  <a:pt x="1279404" y="4192464"/>
                </a:lnTo>
                <a:lnTo>
                  <a:pt x="1249785" y="4221291"/>
                </a:lnTo>
                <a:lnTo>
                  <a:pt x="1220957" y="4191672"/>
                </a:lnTo>
                <a:close/>
              </a:path>
              <a:path w="6459220" h="5084445">
                <a:moveTo>
                  <a:pt x="1374956" y="4044679"/>
                </a:moveTo>
                <a:lnTo>
                  <a:pt x="1401617" y="4018732"/>
                </a:lnTo>
                <a:lnTo>
                  <a:pt x="1427563" y="4045393"/>
                </a:lnTo>
                <a:lnTo>
                  <a:pt x="1400902" y="4071340"/>
                </a:lnTo>
                <a:lnTo>
                  <a:pt x="1374956" y="4044679"/>
                </a:lnTo>
                <a:close/>
              </a:path>
              <a:path w="6459220" h="5084445">
                <a:moveTo>
                  <a:pt x="1527793" y="3897679"/>
                </a:moveTo>
                <a:lnTo>
                  <a:pt x="1552681" y="3873455"/>
                </a:lnTo>
                <a:lnTo>
                  <a:pt x="1576895" y="3898337"/>
                </a:lnTo>
                <a:lnTo>
                  <a:pt x="1552005" y="3922553"/>
                </a:lnTo>
                <a:lnTo>
                  <a:pt x="1527793" y="3897679"/>
                </a:lnTo>
                <a:close/>
              </a:path>
              <a:path w="6459220" h="5084445">
                <a:moveTo>
                  <a:pt x="1680628" y="3750671"/>
                </a:moveTo>
                <a:lnTo>
                  <a:pt x="1703736" y="3728179"/>
                </a:lnTo>
                <a:lnTo>
                  <a:pt x="1726220" y="3751289"/>
                </a:lnTo>
                <a:lnTo>
                  <a:pt x="1703118" y="3773771"/>
                </a:lnTo>
                <a:lnTo>
                  <a:pt x="1680628" y="3750671"/>
                </a:lnTo>
                <a:close/>
              </a:path>
              <a:path w="6459220" h="5084445">
                <a:moveTo>
                  <a:pt x="1834048" y="3603669"/>
                </a:moveTo>
                <a:lnTo>
                  <a:pt x="1854777" y="3583491"/>
                </a:lnTo>
                <a:lnTo>
                  <a:pt x="1874955" y="3604219"/>
                </a:lnTo>
                <a:lnTo>
                  <a:pt x="1854227" y="3624398"/>
                </a:lnTo>
                <a:lnTo>
                  <a:pt x="1834048" y="3603669"/>
                </a:lnTo>
                <a:close/>
              </a:path>
              <a:path w="6459220" h="5084445">
                <a:moveTo>
                  <a:pt x="1986875" y="3456663"/>
                </a:moveTo>
                <a:lnTo>
                  <a:pt x="2005841" y="3438212"/>
                </a:lnTo>
                <a:lnTo>
                  <a:pt x="2024287" y="3457163"/>
                </a:lnTo>
                <a:lnTo>
                  <a:pt x="2005323" y="3475621"/>
                </a:lnTo>
                <a:lnTo>
                  <a:pt x="1986875" y="3456663"/>
                </a:lnTo>
                <a:close/>
              </a:path>
              <a:path w="6459220" h="5084445">
                <a:moveTo>
                  <a:pt x="2140295" y="3309661"/>
                </a:moveTo>
                <a:lnTo>
                  <a:pt x="2156880" y="3293517"/>
                </a:lnTo>
                <a:lnTo>
                  <a:pt x="2173027" y="3310109"/>
                </a:lnTo>
                <a:lnTo>
                  <a:pt x="2156440" y="3326246"/>
                </a:lnTo>
                <a:lnTo>
                  <a:pt x="2140295" y="3309661"/>
                </a:lnTo>
                <a:close/>
              </a:path>
              <a:path w="6459220" h="5084445">
                <a:moveTo>
                  <a:pt x="2293130" y="3162653"/>
                </a:moveTo>
                <a:lnTo>
                  <a:pt x="2307943" y="3148238"/>
                </a:lnTo>
                <a:lnTo>
                  <a:pt x="2322358" y="3163052"/>
                </a:lnTo>
                <a:lnTo>
                  <a:pt x="2307544" y="3177467"/>
                </a:lnTo>
                <a:lnTo>
                  <a:pt x="2293130" y="3162653"/>
                </a:lnTo>
                <a:close/>
              </a:path>
              <a:path w="6459220" h="5084445">
                <a:moveTo>
                  <a:pt x="2445964" y="3015645"/>
                </a:moveTo>
                <a:lnTo>
                  <a:pt x="2458998" y="3002962"/>
                </a:lnTo>
                <a:lnTo>
                  <a:pt x="2471681" y="3015996"/>
                </a:lnTo>
                <a:lnTo>
                  <a:pt x="2458647" y="3028680"/>
                </a:lnTo>
                <a:lnTo>
                  <a:pt x="2445964" y="3015645"/>
                </a:lnTo>
                <a:close/>
              </a:path>
              <a:path w="6459220" h="5084445">
                <a:moveTo>
                  <a:pt x="2599376" y="2868645"/>
                </a:moveTo>
                <a:lnTo>
                  <a:pt x="2610045" y="2858264"/>
                </a:lnTo>
                <a:lnTo>
                  <a:pt x="2620426" y="2868933"/>
                </a:lnTo>
                <a:lnTo>
                  <a:pt x="2609757" y="2879314"/>
                </a:lnTo>
                <a:lnTo>
                  <a:pt x="2599376" y="2868645"/>
                </a:lnTo>
                <a:close/>
              </a:path>
              <a:path w="6459220" h="5084445">
                <a:moveTo>
                  <a:pt x="2751632" y="2721628"/>
                </a:moveTo>
                <a:lnTo>
                  <a:pt x="2761106" y="2712402"/>
                </a:lnTo>
                <a:lnTo>
                  <a:pt x="2770338" y="2721891"/>
                </a:lnTo>
                <a:lnTo>
                  <a:pt x="2760861" y="2731111"/>
                </a:lnTo>
                <a:lnTo>
                  <a:pt x="2751632" y="2721628"/>
                </a:lnTo>
                <a:close/>
              </a:path>
              <a:path w="6459220" h="5084445">
                <a:moveTo>
                  <a:pt x="2903883" y="2574624"/>
                </a:moveTo>
                <a:lnTo>
                  <a:pt x="2912178" y="2566545"/>
                </a:lnTo>
                <a:lnTo>
                  <a:pt x="2920255" y="2574841"/>
                </a:lnTo>
                <a:lnTo>
                  <a:pt x="2911958" y="2582910"/>
                </a:lnTo>
                <a:lnTo>
                  <a:pt x="2903883" y="2574624"/>
                </a:lnTo>
                <a:close/>
              </a:path>
              <a:path w="6459220" h="5084445">
                <a:moveTo>
                  <a:pt x="3056129" y="2427601"/>
                </a:moveTo>
                <a:lnTo>
                  <a:pt x="3063240" y="2420683"/>
                </a:lnTo>
                <a:lnTo>
                  <a:pt x="3070157" y="2427793"/>
                </a:lnTo>
                <a:lnTo>
                  <a:pt x="3063047" y="2434711"/>
                </a:lnTo>
                <a:lnTo>
                  <a:pt x="3056129" y="2427601"/>
                </a:lnTo>
                <a:close/>
              </a:path>
              <a:path w="6459220" h="5084445">
                <a:moveTo>
                  <a:pt x="3208966" y="2280601"/>
                </a:moveTo>
                <a:lnTo>
                  <a:pt x="3214295" y="2275408"/>
                </a:lnTo>
                <a:lnTo>
                  <a:pt x="3219491" y="2280745"/>
                </a:lnTo>
                <a:lnTo>
                  <a:pt x="3214151" y="2285933"/>
                </a:lnTo>
                <a:lnTo>
                  <a:pt x="3208966" y="2280601"/>
                </a:lnTo>
                <a:close/>
              </a:path>
              <a:path w="6459220" h="5084445">
                <a:moveTo>
                  <a:pt x="3361214" y="2133587"/>
                </a:moveTo>
                <a:lnTo>
                  <a:pt x="3365365" y="2129543"/>
                </a:lnTo>
                <a:lnTo>
                  <a:pt x="3369398" y="2133687"/>
                </a:lnTo>
                <a:lnTo>
                  <a:pt x="3365248" y="2137731"/>
                </a:lnTo>
                <a:lnTo>
                  <a:pt x="3361214" y="2133587"/>
                </a:lnTo>
                <a:close/>
              </a:path>
              <a:path w="6459220" h="5084445">
                <a:moveTo>
                  <a:pt x="3513460" y="1986565"/>
                </a:moveTo>
                <a:lnTo>
                  <a:pt x="3516418" y="1983683"/>
                </a:lnTo>
                <a:lnTo>
                  <a:pt x="3519302" y="1986649"/>
                </a:lnTo>
                <a:lnTo>
                  <a:pt x="3516344" y="1989531"/>
                </a:lnTo>
                <a:lnTo>
                  <a:pt x="3513460" y="1986565"/>
                </a:lnTo>
                <a:close/>
              </a:path>
              <a:path w="6459220" h="5084445">
                <a:moveTo>
                  <a:pt x="3665709" y="1839551"/>
                </a:moveTo>
                <a:lnTo>
                  <a:pt x="3667488" y="1837819"/>
                </a:lnTo>
                <a:lnTo>
                  <a:pt x="3669220" y="1839598"/>
                </a:lnTo>
                <a:lnTo>
                  <a:pt x="3667441" y="1841330"/>
                </a:lnTo>
                <a:lnTo>
                  <a:pt x="3665709" y="1839551"/>
                </a:lnTo>
                <a:close/>
              </a:path>
              <a:path w="6459220" h="5084445">
                <a:moveTo>
                  <a:pt x="599729" y="5077730"/>
                </a:moveTo>
                <a:lnTo>
                  <a:pt x="642382" y="5036219"/>
                </a:lnTo>
                <a:lnTo>
                  <a:pt x="683892" y="5078872"/>
                </a:lnTo>
                <a:lnTo>
                  <a:pt x="678204" y="5084408"/>
                </a:lnTo>
                <a:lnTo>
                  <a:pt x="606229" y="5084408"/>
                </a:lnTo>
                <a:lnTo>
                  <a:pt x="599729" y="5077730"/>
                </a:lnTo>
                <a:close/>
              </a:path>
              <a:path w="6459220" h="5084445">
                <a:moveTo>
                  <a:pt x="753722" y="4930746"/>
                </a:moveTo>
                <a:lnTo>
                  <a:pt x="793425" y="4892115"/>
                </a:lnTo>
                <a:lnTo>
                  <a:pt x="832053" y="4931801"/>
                </a:lnTo>
                <a:lnTo>
                  <a:pt x="792351" y="4970441"/>
                </a:lnTo>
                <a:lnTo>
                  <a:pt x="753722" y="4930746"/>
                </a:lnTo>
                <a:close/>
              </a:path>
              <a:path w="6459220" h="5084445">
                <a:moveTo>
                  <a:pt x="907143" y="4783744"/>
                </a:moveTo>
                <a:lnTo>
                  <a:pt x="944464" y="4747419"/>
                </a:lnTo>
                <a:lnTo>
                  <a:pt x="980792" y="4784749"/>
                </a:lnTo>
                <a:lnTo>
                  <a:pt x="943468" y="4821066"/>
                </a:lnTo>
                <a:lnTo>
                  <a:pt x="907143" y="4783744"/>
                </a:lnTo>
                <a:close/>
              </a:path>
              <a:path w="6459220" h="5084445">
                <a:moveTo>
                  <a:pt x="1061141" y="4636751"/>
                </a:moveTo>
                <a:lnTo>
                  <a:pt x="1095505" y="4603308"/>
                </a:lnTo>
                <a:lnTo>
                  <a:pt x="1128948" y="4637672"/>
                </a:lnTo>
                <a:lnTo>
                  <a:pt x="1094584" y="4671115"/>
                </a:lnTo>
                <a:lnTo>
                  <a:pt x="1061141" y="4636751"/>
                </a:lnTo>
                <a:close/>
              </a:path>
              <a:path w="6459220" h="5084445">
                <a:moveTo>
                  <a:pt x="1213984" y="4489741"/>
                </a:moveTo>
                <a:lnTo>
                  <a:pt x="1246568" y="4458029"/>
                </a:lnTo>
                <a:lnTo>
                  <a:pt x="1278280" y="4490614"/>
                </a:lnTo>
                <a:lnTo>
                  <a:pt x="1245695" y="4522325"/>
                </a:lnTo>
                <a:lnTo>
                  <a:pt x="1213984" y="4489741"/>
                </a:lnTo>
                <a:close/>
              </a:path>
              <a:path w="6459220" h="5084445">
                <a:moveTo>
                  <a:pt x="1367397" y="4342741"/>
                </a:moveTo>
                <a:lnTo>
                  <a:pt x="1397609" y="4313341"/>
                </a:lnTo>
                <a:lnTo>
                  <a:pt x="1427019" y="4343561"/>
                </a:lnTo>
                <a:lnTo>
                  <a:pt x="1396806" y="4372961"/>
                </a:lnTo>
                <a:lnTo>
                  <a:pt x="1367397" y="4342741"/>
                </a:lnTo>
                <a:close/>
              </a:path>
              <a:path w="6459220" h="5084445">
                <a:moveTo>
                  <a:pt x="1521405" y="4195753"/>
                </a:moveTo>
                <a:lnTo>
                  <a:pt x="1548650" y="4169229"/>
                </a:lnTo>
                <a:lnTo>
                  <a:pt x="1575178" y="4196491"/>
                </a:lnTo>
                <a:lnTo>
                  <a:pt x="1547931" y="4223006"/>
                </a:lnTo>
                <a:lnTo>
                  <a:pt x="1521405" y="4195753"/>
                </a:lnTo>
                <a:close/>
              </a:path>
              <a:path w="6459220" h="5084445">
                <a:moveTo>
                  <a:pt x="1674231" y="4048747"/>
                </a:moveTo>
                <a:lnTo>
                  <a:pt x="1699713" y="4023951"/>
                </a:lnTo>
                <a:lnTo>
                  <a:pt x="1724510" y="4049433"/>
                </a:lnTo>
                <a:lnTo>
                  <a:pt x="1699027" y="4074230"/>
                </a:lnTo>
                <a:lnTo>
                  <a:pt x="1674231" y="4048747"/>
                </a:lnTo>
                <a:close/>
              </a:path>
              <a:path w="6459220" h="5084445">
                <a:moveTo>
                  <a:pt x="1827652" y="3901746"/>
                </a:moveTo>
                <a:lnTo>
                  <a:pt x="1850760" y="3879254"/>
                </a:lnTo>
                <a:lnTo>
                  <a:pt x="1873244" y="3902364"/>
                </a:lnTo>
                <a:lnTo>
                  <a:pt x="1850142" y="3924846"/>
                </a:lnTo>
                <a:lnTo>
                  <a:pt x="1827652" y="3901746"/>
                </a:lnTo>
                <a:close/>
              </a:path>
              <a:path w="6459220" h="5084445">
                <a:moveTo>
                  <a:pt x="1980486" y="3754737"/>
                </a:moveTo>
                <a:lnTo>
                  <a:pt x="2001816" y="3733977"/>
                </a:lnTo>
                <a:lnTo>
                  <a:pt x="2022578" y="3755315"/>
                </a:lnTo>
                <a:lnTo>
                  <a:pt x="2001248" y="3776076"/>
                </a:lnTo>
                <a:lnTo>
                  <a:pt x="1980486" y="3754737"/>
                </a:lnTo>
                <a:close/>
              </a:path>
              <a:path w="6459220" h="5084445">
                <a:moveTo>
                  <a:pt x="2133909" y="3607744"/>
                </a:moveTo>
                <a:lnTo>
                  <a:pt x="2152865" y="3589287"/>
                </a:lnTo>
                <a:lnTo>
                  <a:pt x="2171313" y="3608246"/>
                </a:lnTo>
                <a:lnTo>
                  <a:pt x="2152357" y="3626702"/>
                </a:lnTo>
                <a:lnTo>
                  <a:pt x="2133909" y="3607744"/>
                </a:lnTo>
                <a:close/>
              </a:path>
              <a:path w="6459220" h="5084445">
                <a:moveTo>
                  <a:pt x="2286733" y="3460730"/>
                </a:moveTo>
                <a:lnTo>
                  <a:pt x="2303920" y="3444011"/>
                </a:lnTo>
                <a:lnTo>
                  <a:pt x="2320645" y="3461188"/>
                </a:lnTo>
                <a:lnTo>
                  <a:pt x="2303460" y="3477915"/>
                </a:lnTo>
                <a:lnTo>
                  <a:pt x="2286733" y="3460730"/>
                </a:lnTo>
                <a:close/>
              </a:path>
              <a:path w="6459220" h="5084445">
                <a:moveTo>
                  <a:pt x="2439576" y="3313720"/>
                </a:moveTo>
                <a:lnTo>
                  <a:pt x="2454975" y="3298735"/>
                </a:lnTo>
                <a:lnTo>
                  <a:pt x="2469970" y="3314141"/>
                </a:lnTo>
                <a:lnTo>
                  <a:pt x="2454572" y="3329134"/>
                </a:lnTo>
                <a:lnTo>
                  <a:pt x="2439576" y="3313720"/>
                </a:lnTo>
                <a:close/>
              </a:path>
              <a:path w="6459220" h="5084445">
                <a:moveTo>
                  <a:pt x="2592998" y="3166726"/>
                </a:moveTo>
                <a:lnTo>
                  <a:pt x="2606024" y="3154045"/>
                </a:lnTo>
                <a:lnTo>
                  <a:pt x="2618708" y="3167079"/>
                </a:lnTo>
                <a:lnTo>
                  <a:pt x="2605681" y="3179760"/>
                </a:lnTo>
                <a:lnTo>
                  <a:pt x="2592998" y="3166726"/>
                </a:lnTo>
                <a:close/>
              </a:path>
              <a:path w="6459220" h="5084445">
                <a:moveTo>
                  <a:pt x="2745824" y="3019720"/>
                </a:moveTo>
                <a:lnTo>
                  <a:pt x="2757078" y="3008761"/>
                </a:lnTo>
                <a:lnTo>
                  <a:pt x="2768039" y="3020022"/>
                </a:lnTo>
                <a:lnTo>
                  <a:pt x="2756776" y="3030975"/>
                </a:lnTo>
                <a:lnTo>
                  <a:pt x="2745824" y="3019720"/>
                </a:lnTo>
                <a:close/>
              </a:path>
              <a:path w="6459220" h="5084445">
                <a:moveTo>
                  <a:pt x="2898073" y="2872705"/>
                </a:moveTo>
                <a:lnTo>
                  <a:pt x="2908149" y="2862904"/>
                </a:lnTo>
                <a:lnTo>
                  <a:pt x="2917949" y="2872972"/>
                </a:lnTo>
                <a:lnTo>
                  <a:pt x="2907872" y="2882773"/>
                </a:lnTo>
                <a:lnTo>
                  <a:pt x="2898073" y="2872705"/>
                </a:lnTo>
                <a:close/>
              </a:path>
              <a:path w="6459220" h="5084445">
                <a:moveTo>
                  <a:pt x="3050321" y="2725691"/>
                </a:moveTo>
                <a:lnTo>
                  <a:pt x="3059211" y="2717041"/>
                </a:lnTo>
                <a:lnTo>
                  <a:pt x="3067860" y="2725931"/>
                </a:lnTo>
                <a:lnTo>
                  <a:pt x="3058970" y="2734581"/>
                </a:lnTo>
                <a:lnTo>
                  <a:pt x="3050321" y="2725691"/>
                </a:lnTo>
                <a:close/>
              </a:path>
              <a:path w="6459220" h="5084445">
                <a:moveTo>
                  <a:pt x="3203164" y="2578681"/>
                </a:moveTo>
                <a:lnTo>
                  <a:pt x="3210266" y="2571765"/>
                </a:lnTo>
                <a:lnTo>
                  <a:pt x="3217184" y="2578875"/>
                </a:lnTo>
                <a:lnTo>
                  <a:pt x="3210081" y="2585791"/>
                </a:lnTo>
                <a:lnTo>
                  <a:pt x="3203164" y="2578681"/>
                </a:lnTo>
                <a:close/>
              </a:path>
              <a:path w="6459220" h="5084445">
                <a:moveTo>
                  <a:pt x="3355412" y="2431667"/>
                </a:moveTo>
                <a:lnTo>
                  <a:pt x="3361336" y="2425901"/>
                </a:lnTo>
                <a:lnTo>
                  <a:pt x="3367101" y="2431825"/>
                </a:lnTo>
                <a:lnTo>
                  <a:pt x="3361178" y="2437590"/>
                </a:lnTo>
                <a:lnTo>
                  <a:pt x="3355412" y="2431667"/>
                </a:lnTo>
                <a:close/>
              </a:path>
              <a:path w="6459220" h="5084445">
                <a:moveTo>
                  <a:pt x="3507661" y="2284652"/>
                </a:moveTo>
                <a:lnTo>
                  <a:pt x="3512398" y="2280039"/>
                </a:lnTo>
                <a:lnTo>
                  <a:pt x="3517013" y="2284784"/>
                </a:lnTo>
                <a:lnTo>
                  <a:pt x="3512274" y="2289389"/>
                </a:lnTo>
                <a:lnTo>
                  <a:pt x="3507661" y="2284652"/>
                </a:lnTo>
                <a:close/>
              </a:path>
              <a:path w="6459220" h="5084445">
                <a:moveTo>
                  <a:pt x="3659907" y="2137632"/>
                </a:moveTo>
                <a:lnTo>
                  <a:pt x="3663459" y="2134177"/>
                </a:lnTo>
                <a:lnTo>
                  <a:pt x="3666921" y="2137727"/>
                </a:lnTo>
                <a:lnTo>
                  <a:pt x="3663363" y="2141192"/>
                </a:lnTo>
                <a:lnTo>
                  <a:pt x="3659907" y="2137632"/>
                </a:lnTo>
                <a:close/>
              </a:path>
              <a:path w="6459220" h="5084445">
                <a:moveTo>
                  <a:pt x="3812155" y="1990616"/>
                </a:moveTo>
                <a:lnTo>
                  <a:pt x="3814521" y="1988314"/>
                </a:lnTo>
                <a:lnTo>
                  <a:pt x="3816825" y="1990688"/>
                </a:lnTo>
                <a:lnTo>
                  <a:pt x="3814467" y="1992988"/>
                </a:lnTo>
                <a:lnTo>
                  <a:pt x="3812155" y="1990616"/>
                </a:lnTo>
                <a:close/>
              </a:path>
              <a:path w="6459220" h="5084445">
                <a:moveTo>
                  <a:pt x="900169" y="5081812"/>
                </a:moveTo>
                <a:lnTo>
                  <a:pt x="940465" y="5042601"/>
                </a:lnTo>
                <a:lnTo>
                  <a:pt x="979674" y="5082888"/>
                </a:lnTo>
                <a:lnTo>
                  <a:pt x="978112" y="5084408"/>
                </a:lnTo>
                <a:lnTo>
                  <a:pt x="902696" y="5084408"/>
                </a:lnTo>
                <a:lnTo>
                  <a:pt x="900169" y="5081812"/>
                </a:lnTo>
                <a:close/>
              </a:path>
              <a:path w="6459220" h="5084445">
                <a:moveTo>
                  <a:pt x="1053590" y="4934810"/>
                </a:moveTo>
                <a:lnTo>
                  <a:pt x="1091507" y="4897913"/>
                </a:lnTo>
                <a:lnTo>
                  <a:pt x="1128412" y="4935827"/>
                </a:lnTo>
                <a:lnTo>
                  <a:pt x="1090487" y="4972727"/>
                </a:lnTo>
                <a:lnTo>
                  <a:pt x="1053590" y="4934810"/>
                </a:lnTo>
                <a:close/>
              </a:path>
              <a:path w="6459220" h="5084445">
                <a:moveTo>
                  <a:pt x="1207589" y="4787817"/>
                </a:moveTo>
                <a:lnTo>
                  <a:pt x="1242547" y="4753802"/>
                </a:lnTo>
                <a:lnTo>
                  <a:pt x="1276571" y="4788758"/>
                </a:lnTo>
                <a:lnTo>
                  <a:pt x="1241612" y="4822773"/>
                </a:lnTo>
                <a:lnTo>
                  <a:pt x="1207589" y="4787817"/>
                </a:lnTo>
                <a:close/>
              </a:path>
              <a:path w="6459220" h="5084445">
                <a:moveTo>
                  <a:pt x="1361011" y="4640823"/>
                </a:moveTo>
                <a:lnTo>
                  <a:pt x="1393596" y="4609111"/>
                </a:lnTo>
                <a:lnTo>
                  <a:pt x="1425308" y="4641696"/>
                </a:lnTo>
                <a:lnTo>
                  <a:pt x="1392723" y="4673408"/>
                </a:lnTo>
                <a:lnTo>
                  <a:pt x="1361011" y="4640823"/>
                </a:lnTo>
                <a:close/>
              </a:path>
              <a:path w="6459220" h="5084445">
                <a:moveTo>
                  <a:pt x="1513844" y="4493807"/>
                </a:moveTo>
                <a:lnTo>
                  <a:pt x="1544650" y="4463827"/>
                </a:lnTo>
                <a:lnTo>
                  <a:pt x="1574631" y="4494641"/>
                </a:lnTo>
                <a:lnTo>
                  <a:pt x="1543826" y="4524620"/>
                </a:lnTo>
                <a:lnTo>
                  <a:pt x="1513844" y="4493807"/>
                </a:lnTo>
                <a:close/>
              </a:path>
              <a:path w="6459220" h="5084445">
                <a:moveTo>
                  <a:pt x="1667846" y="4346821"/>
                </a:moveTo>
                <a:lnTo>
                  <a:pt x="1695692" y="4319724"/>
                </a:lnTo>
                <a:lnTo>
                  <a:pt x="1722799" y="4347569"/>
                </a:lnTo>
                <a:lnTo>
                  <a:pt x="1694943" y="4374669"/>
                </a:lnTo>
                <a:lnTo>
                  <a:pt x="1667846" y="4346821"/>
                </a:lnTo>
                <a:close/>
              </a:path>
              <a:path w="6459220" h="5084445">
                <a:moveTo>
                  <a:pt x="1821267" y="4199828"/>
                </a:moveTo>
                <a:lnTo>
                  <a:pt x="1846742" y="4175033"/>
                </a:lnTo>
                <a:lnTo>
                  <a:pt x="1871536" y="4200508"/>
                </a:lnTo>
                <a:lnTo>
                  <a:pt x="1846062" y="4225302"/>
                </a:lnTo>
                <a:lnTo>
                  <a:pt x="1821267" y="4199828"/>
                </a:lnTo>
                <a:close/>
              </a:path>
              <a:path w="6459220" h="5084445">
                <a:moveTo>
                  <a:pt x="1974102" y="4052819"/>
                </a:moveTo>
                <a:lnTo>
                  <a:pt x="1997797" y="4029757"/>
                </a:lnTo>
                <a:lnTo>
                  <a:pt x="2020859" y="4053453"/>
                </a:lnTo>
                <a:lnTo>
                  <a:pt x="1997164" y="4076515"/>
                </a:lnTo>
                <a:lnTo>
                  <a:pt x="1974102" y="4052819"/>
                </a:lnTo>
                <a:close/>
              </a:path>
              <a:path w="6459220" h="5084445">
                <a:moveTo>
                  <a:pt x="2127514" y="3905820"/>
                </a:moveTo>
                <a:lnTo>
                  <a:pt x="2148852" y="3885057"/>
                </a:lnTo>
                <a:lnTo>
                  <a:pt x="2169604" y="3906388"/>
                </a:lnTo>
                <a:lnTo>
                  <a:pt x="2148275" y="3927149"/>
                </a:lnTo>
                <a:lnTo>
                  <a:pt x="2127514" y="3905820"/>
                </a:lnTo>
                <a:close/>
              </a:path>
              <a:path w="6459220" h="5084445">
                <a:moveTo>
                  <a:pt x="2280357" y="3758810"/>
                </a:moveTo>
                <a:lnTo>
                  <a:pt x="2299901" y="3739791"/>
                </a:lnTo>
                <a:lnTo>
                  <a:pt x="2318930" y="3759341"/>
                </a:lnTo>
                <a:lnTo>
                  <a:pt x="2299386" y="3778360"/>
                </a:lnTo>
                <a:lnTo>
                  <a:pt x="2280357" y="3758810"/>
                </a:lnTo>
                <a:close/>
              </a:path>
              <a:path w="6459220" h="5084445">
                <a:moveTo>
                  <a:pt x="2433769" y="3611810"/>
                </a:moveTo>
                <a:lnTo>
                  <a:pt x="2450956" y="3595092"/>
                </a:lnTo>
                <a:lnTo>
                  <a:pt x="2467673" y="3612271"/>
                </a:lnTo>
                <a:lnTo>
                  <a:pt x="2450488" y="3628997"/>
                </a:lnTo>
                <a:lnTo>
                  <a:pt x="2433769" y="3611810"/>
                </a:lnTo>
                <a:close/>
              </a:path>
              <a:path w="6459220" h="5084445">
                <a:moveTo>
                  <a:pt x="2586604" y="3464803"/>
                </a:moveTo>
                <a:lnTo>
                  <a:pt x="2602011" y="3449815"/>
                </a:lnTo>
                <a:lnTo>
                  <a:pt x="2616996" y="3465215"/>
                </a:lnTo>
                <a:lnTo>
                  <a:pt x="2601599" y="3480208"/>
                </a:lnTo>
                <a:lnTo>
                  <a:pt x="2586604" y="3464803"/>
                </a:lnTo>
                <a:close/>
              </a:path>
              <a:path w="6459220" h="5084445">
                <a:moveTo>
                  <a:pt x="2739440" y="3317802"/>
                </a:moveTo>
                <a:lnTo>
                  <a:pt x="2753066" y="3304539"/>
                </a:lnTo>
                <a:lnTo>
                  <a:pt x="2766328" y="3318158"/>
                </a:lnTo>
                <a:lnTo>
                  <a:pt x="2752693" y="3331423"/>
                </a:lnTo>
                <a:lnTo>
                  <a:pt x="2739440" y="3317802"/>
                </a:lnTo>
                <a:close/>
              </a:path>
              <a:path w="6459220" h="5084445">
                <a:moveTo>
                  <a:pt x="2892852" y="3170803"/>
                </a:moveTo>
                <a:lnTo>
                  <a:pt x="2904114" y="3159842"/>
                </a:lnTo>
                <a:lnTo>
                  <a:pt x="2915067" y="3171105"/>
                </a:lnTo>
                <a:lnTo>
                  <a:pt x="2903812" y="3182056"/>
                </a:lnTo>
                <a:lnTo>
                  <a:pt x="2892852" y="3170803"/>
                </a:lnTo>
                <a:close/>
              </a:path>
              <a:path w="6459220" h="5084445">
                <a:moveTo>
                  <a:pt x="3045099" y="3023781"/>
                </a:moveTo>
                <a:lnTo>
                  <a:pt x="3055175" y="3013980"/>
                </a:lnTo>
                <a:lnTo>
                  <a:pt x="3064985" y="3024055"/>
                </a:lnTo>
                <a:lnTo>
                  <a:pt x="3054908" y="3033855"/>
                </a:lnTo>
                <a:lnTo>
                  <a:pt x="3045099" y="3023781"/>
                </a:lnTo>
                <a:close/>
              </a:path>
              <a:path w="6459220" h="5084445">
                <a:moveTo>
                  <a:pt x="3197357" y="2876772"/>
                </a:moveTo>
                <a:lnTo>
                  <a:pt x="3206238" y="2868125"/>
                </a:lnTo>
                <a:lnTo>
                  <a:pt x="3214888" y="2877014"/>
                </a:lnTo>
                <a:lnTo>
                  <a:pt x="3206006" y="2885662"/>
                </a:lnTo>
                <a:lnTo>
                  <a:pt x="3197357" y="2876772"/>
                </a:lnTo>
                <a:close/>
              </a:path>
              <a:path w="6459220" h="5084445">
                <a:moveTo>
                  <a:pt x="3350189" y="2729757"/>
                </a:moveTo>
                <a:lnTo>
                  <a:pt x="3357292" y="2722841"/>
                </a:lnTo>
                <a:lnTo>
                  <a:pt x="3364217" y="2729949"/>
                </a:lnTo>
                <a:lnTo>
                  <a:pt x="3357106" y="2736867"/>
                </a:lnTo>
                <a:lnTo>
                  <a:pt x="3350189" y="2729757"/>
                </a:lnTo>
                <a:close/>
              </a:path>
              <a:path w="6459220" h="5084445">
                <a:moveTo>
                  <a:pt x="3502440" y="2582750"/>
                </a:moveTo>
                <a:lnTo>
                  <a:pt x="3508363" y="2576985"/>
                </a:lnTo>
                <a:lnTo>
                  <a:pt x="3514129" y="2582908"/>
                </a:lnTo>
                <a:lnTo>
                  <a:pt x="3508205" y="2588674"/>
                </a:lnTo>
                <a:lnTo>
                  <a:pt x="3502440" y="2582750"/>
                </a:lnTo>
                <a:close/>
              </a:path>
              <a:path w="6459220" h="5084445">
                <a:moveTo>
                  <a:pt x="3654686" y="2435728"/>
                </a:moveTo>
                <a:lnTo>
                  <a:pt x="3659425" y="2431122"/>
                </a:lnTo>
                <a:lnTo>
                  <a:pt x="3664039" y="2435859"/>
                </a:lnTo>
                <a:lnTo>
                  <a:pt x="3659300" y="2440465"/>
                </a:lnTo>
                <a:lnTo>
                  <a:pt x="3654686" y="2435728"/>
                </a:lnTo>
                <a:close/>
              </a:path>
              <a:path w="6459220" h="5084445">
                <a:moveTo>
                  <a:pt x="3806935" y="2288714"/>
                </a:moveTo>
                <a:lnTo>
                  <a:pt x="3810495" y="2285258"/>
                </a:lnTo>
                <a:lnTo>
                  <a:pt x="3813949" y="2288811"/>
                </a:lnTo>
                <a:lnTo>
                  <a:pt x="3810397" y="2292264"/>
                </a:lnTo>
                <a:lnTo>
                  <a:pt x="3806935" y="2288714"/>
                </a:lnTo>
                <a:close/>
              </a:path>
              <a:path w="6459220" h="5084445">
                <a:moveTo>
                  <a:pt x="3959191" y="2141698"/>
                </a:moveTo>
                <a:lnTo>
                  <a:pt x="3961548" y="2139397"/>
                </a:lnTo>
                <a:lnTo>
                  <a:pt x="3963860" y="2141769"/>
                </a:lnTo>
                <a:lnTo>
                  <a:pt x="3961495" y="2144071"/>
                </a:lnTo>
                <a:lnTo>
                  <a:pt x="3959191" y="2141698"/>
                </a:lnTo>
                <a:close/>
              </a:path>
              <a:path w="6459220" h="5084445">
                <a:moveTo>
                  <a:pt x="1202142" y="5084408"/>
                </a:moveTo>
                <a:lnTo>
                  <a:pt x="1238539" y="5048986"/>
                </a:lnTo>
                <a:lnTo>
                  <a:pt x="1273003" y="5084408"/>
                </a:lnTo>
                <a:lnTo>
                  <a:pt x="1202142" y="5084408"/>
                </a:lnTo>
                <a:close/>
              </a:path>
              <a:path w="6459220" h="5084445">
                <a:moveTo>
                  <a:pt x="1354029" y="4938894"/>
                </a:moveTo>
                <a:lnTo>
                  <a:pt x="1389580" y="4904299"/>
                </a:lnTo>
                <a:lnTo>
                  <a:pt x="1424183" y="4939847"/>
                </a:lnTo>
                <a:lnTo>
                  <a:pt x="1388632" y="4974442"/>
                </a:lnTo>
                <a:lnTo>
                  <a:pt x="1354029" y="4938894"/>
                </a:lnTo>
                <a:close/>
              </a:path>
              <a:path w="6459220" h="5084445">
                <a:moveTo>
                  <a:pt x="1508036" y="4791898"/>
                </a:moveTo>
                <a:lnTo>
                  <a:pt x="1540620" y="4760186"/>
                </a:lnTo>
                <a:lnTo>
                  <a:pt x="1572342" y="4792777"/>
                </a:lnTo>
                <a:lnTo>
                  <a:pt x="1539757" y="4824489"/>
                </a:lnTo>
                <a:lnTo>
                  <a:pt x="1508036" y="4791898"/>
                </a:lnTo>
                <a:close/>
              </a:path>
              <a:path w="6459220" h="5084445">
                <a:moveTo>
                  <a:pt x="1660870" y="4644890"/>
                </a:moveTo>
                <a:lnTo>
                  <a:pt x="1691676" y="4614910"/>
                </a:lnTo>
                <a:lnTo>
                  <a:pt x="1721665" y="4645722"/>
                </a:lnTo>
                <a:lnTo>
                  <a:pt x="1690860" y="4675701"/>
                </a:lnTo>
                <a:lnTo>
                  <a:pt x="1660870" y="4644890"/>
                </a:lnTo>
                <a:close/>
              </a:path>
              <a:path w="6459220" h="5084445">
                <a:moveTo>
                  <a:pt x="1814293" y="4497896"/>
                </a:moveTo>
                <a:lnTo>
                  <a:pt x="1842727" y="4470229"/>
                </a:lnTo>
                <a:lnTo>
                  <a:pt x="1870403" y="4498661"/>
                </a:lnTo>
                <a:lnTo>
                  <a:pt x="1841968" y="4526329"/>
                </a:lnTo>
                <a:lnTo>
                  <a:pt x="1814293" y="4497896"/>
                </a:lnTo>
                <a:close/>
              </a:path>
              <a:path w="6459220" h="5084445">
                <a:moveTo>
                  <a:pt x="1967714" y="4350895"/>
                </a:moveTo>
                <a:lnTo>
                  <a:pt x="1993782" y="4325529"/>
                </a:lnTo>
                <a:lnTo>
                  <a:pt x="2019148" y="4351597"/>
                </a:lnTo>
                <a:lnTo>
                  <a:pt x="1993080" y="4376963"/>
                </a:lnTo>
                <a:lnTo>
                  <a:pt x="1967714" y="4350895"/>
                </a:lnTo>
                <a:close/>
              </a:path>
              <a:path w="6459220" h="5084445">
                <a:moveTo>
                  <a:pt x="2121126" y="4203895"/>
                </a:moveTo>
                <a:lnTo>
                  <a:pt x="2144821" y="4180833"/>
                </a:lnTo>
                <a:lnTo>
                  <a:pt x="2167883" y="4204529"/>
                </a:lnTo>
                <a:lnTo>
                  <a:pt x="2144188" y="4227591"/>
                </a:lnTo>
                <a:lnTo>
                  <a:pt x="2121126" y="4203895"/>
                </a:lnTo>
                <a:close/>
              </a:path>
              <a:path w="6459220" h="5084445">
                <a:moveTo>
                  <a:pt x="2273961" y="4056887"/>
                </a:moveTo>
                <a:lnTo>
                  <a:pt x="2295884" y="4035555"/>
                </a:lnTo>
                <a:lnTo>
                  <a:pt x="2317217" y="4057479"/>
                </a:lnTo>
                <a:lnTo>
                  <a:pt x="2295301" y="4078809"/>
                </a:lnTo>
                <a:lnTo>
                  <a:pt x="2273961" y="4056887"/>
                </a:lnTo>
                <a:close/>
              </a:path>
              <a:path w="6459220" h="5084445">
                <a:moveTo>
                  <a:pt x="2427383" y="3909893"/>
                </a:moveTo>
                <a:lnTo>
                  <a:pt x="2446933" y="3890865"/>
                </a:lnTo>
                <a:lnTo>
                  <a:pt x="2465954" y="3910417"/>
                </a:lnTo>
                <a:lnTo>
                  <a:pt x="2446409" y="3929436"/>
                </a:lnTo>
                <a:lnTo>
                  <a:pt x="2427383" y="3909893"/>
                </a:lnTo>
                <a:close/>
              </a:path>
              <a:path w="6459220" h="5084445">
                <a:moveTo>
                  <a:pt x="2580209" y="3762887"/>
                </a:moveTo>
                <a:lnTo>
                  <a:pt x="2597981" y="3745591"/>
                </a:lnTo>
                <a:lnTo>
                  <a:pt x="2615277" y="3763362"/>
                </a:lnTo>
                <a:lnTo>
                  <a:pt x="2597506" y="3780658"/>
                </a:lnTo>
                <a:lnTo>
                  <a:pt x="2580209" y="3762887"/>
                </a:lnTo>
                <a:close/>
              </a:path>
              <a:path w="6459220" h="5084445">
                <a:moveTo>
                  <a:pt x="2733052" y="3615877"/>
                </a:moveTo>
                <a:lnTo>
                  <a:pt x="2749044" y="3600312"/>
                </a:lnTo>
                <a:lnTo>
                  <a:pt x="2764611" y="3616313"/>
                </a:lnTo>
                <a:lnTo>
                  <a:pt x="2748619" y="3631877"/>
                </a:lnTo>
                <a:lnTo>
                  <a:pt x="2733052" y="3615877"/>
                </a:lnTo>
                <a:close/>
              </a:path>
              <a:path w="6459220" h="5084445">
                <a:moveTo>
                  <a:pt x="2886464" y="3468877"/>
                </a:moveTo>
                <a:lnTo>
                  <a:pt x="2900099" y="3455612"/>
                </a:lnTo>
                <a:lnTo>
                  <a:pt x="2913354" y="3469241"/>
                </a:lnTo>
                <a:lnTo>
                  <a:pt x="2899727" y="3482504"/>
                </a:lnTo>
                <a:lnTo>
                  <a:pt x="2886464" y="3468877"/>
                </a:lnTo>
                <a:close/>
              </a:path>
              <a:path w="6459220" h="5084445">
                <a:moveTo>
                  <a:pt x="3039298" y="3321869"/>
                </a:moveTo>
                <a:lnTo>
                  <a:pt x="3051146" y="3310338"/>
                </a:lnTo>
                <a:lnTo>
                  <a:pt x="3062677" y="3322185"/>
                </a:lnTo>
                <a:lnTo>
                  <a:pt x="3050829" y="3333717"/>
                </a:lnTo>
                <a:lnTo>
                  <a:pt x="3039298" y="3321869"/>
                </a:lnTo>
                <a:close/>
              </a:path>
              <a:path w="6459220" h="5084445">
                <a:moveTo>
                  <a:pt x="3192133" y="3174861"/>
                </a:moveTo>
                <a:lnTo>
                  <a:pt x="3202209" y="3165060"/>
                </a:lnTo>
                <a:lnTo>
                  <a:pt x="3212011" y="3175137"/>
                </a:lnTo>
                <a:lnTo>
                  <a:pt x="3201934" y="3184938"/>
                </a:lnTo>
                <a:lnTo>
                  <a:pt x="3192133" y="3174861"/>
                </a:lnTo>
                <a:close/>
              </a:path>
              <a:path w="6459220" h="5084445">
                <a:moveTo>
                  <a:pt x="3344381" y="3027847"/>
                </a:moveTo>
                <a:lnTo>
                  <a:pt x="3353262" y="3019199"/>
                </a:lnTo>
                <a:lnTo>
                  <a:pt x="3361912" y="3028089"/>
                </a:lnTo>
                <a:lnTo>
                  <a:pt x="3353030" y="3036736"/>
                </a:lnTo>
                <a:lnTo>
                  <a:pt x="3344381" y="3027847"/>
                </a:lnTo>
                <a:close/>
              </a:path>
              <a:path w="6459220" h="5084445">
                <a:moveTo>
                  <a:pt x="3496629" y="2880833"/>
                </a:moveTo>
                <a:lnTo>
                  <a:pt x="3504340" y="2873333"/>
                </a:lnTo>
                <a:lnTo>
                  <a:pt x="3511830" y="2881038"/>
                </a:lnTo>
                <a:lnTo>
                  <a:pt x="3504127" y="2888535"/>
                </a:lnTo>
                <a:lnTo>
                  <a:pt x="3496629" y="2880833"/>
                </a:lnTo>
                <a:close/>
              </a:path>
              <a:path w="6459220" h="5084445">
                <a:moveTo>
                  <a:pt x="3649464" y="2733824"/>
                </a:moveTo>
                <a:lnTo>
                  <a:pt x="3655387" y="2728059"/>
                </a:lnTo>
                <a:lnTo>
                  <a:pt x="3661153" y="2733983"/>
                </a:lnTo>
                <a:lnTo>
                  <a:pt x="3655229" y="2739748"/>
                </a:lnTo>
                <a:lnTo>
                  <a:pt x="3649464" y="2733824"/>
                </a:lnTo>
                <a:close/>
              </a:path>
              <a:path w="6459220" h="5084445">
                <a:moveTo>
                  <a:pt x="3801720" y="2586808"/>
                </a:moveTo>
                <a:lnTo>
                  <a:pt x="3806459" y="2582203"/>
                </a:lnTo>
                <a:lnTo>
                  <a:pt x="3811065" y="2586942"/>
                </a:lnTo>
                <a:lnTo>
                  <a:pt x="3806325" y="2591547"/>
                </a:lnTo>
                <a:lnTo>
                  <a:pt x="3801720" y="2586808"/>
                </a:lnTo>
                <a:close/>
              </a:path>
              <a:path w="6459220" h="5084445">
                <a:moveTo>
                  <a:pt x="3953968" y="2439794"/>
                </a:moveTo>
                <a:lnTo>
                  <a:pt x="3957518" y="2436332"/>
                </a:lnTo>
                <a:lnTo>
                  <a:pt x="3960982" y="2439890"/>
                </a:lnTo>
                <a:lnTo>
                  <a:pt x="3957422" y="2443346"/>
                </a:lnTo>
                <a:lnTo>
                  <a:pt x="3953968" y="2439794"/>
                </a:lnTo>
                <a:close/>
              </a:path>
              <a:path w="6459220" h="5084445">
                <a:moveTo>
                  <a:pt x="4106217" y="2292780"/>
                </a:moveTo>
                <a:lnTo>
                  <a:pt x="4108582" y="2290478"/>
                </a:lnTo>
                <a:lnTo>
                  <a:pt x="4110886" y="2292851"/>
                </a:lnTo>
                <a:lnTo>
                  <a:pt x="4108529" y="2295151"/>
                </a:lnTo>
                <a:lnTo>
                  <a:pt x="4106217" y="2292780"/>
                </a:lnTo>
                <a:close/>
              </a:path>
              <a:path w="6459220" h="5084445">
                <a:moveTo>
                  <a:pt x="4258463" y="2145757"/>
                </a:moveTo>
                <a:lnTo>
                  <a:pt x="4259650" y="2144605"/>
                </a:lnTo>
                <a:lnTo>
                  <a:pt x="4260804" y="2145801"/>
                </a:lnTo>
                <a:lnTo>
                  <a:pt x="4259626" y="2146951"/>
                </a:lnTo>
                <a:lnTo>
                  <a:pt x="4258463" y="2145757"/>
                </a:lnTo>
                <a:close/>
              </a:path>
              <a:path w="6459220" h="5084445">
                <a:moveTo>
                  <a:pt x="1506783" y="5084408"/>
                </a:moveTo>
                <a:lnTo>
                  <a:pt x="1536614" y="5055379"/>
                </a:lnTo>
                <a:lnTo>
                  <a:pt x="1564868" y="5084408"/>
                </a:lnTo>
                <a:lnTo>
                  <a:pt x="1506783" y="5084408"/>
                </a:lnTo>
                <a:close/>
              </a:path>
              <a:path w="6459220" h="5084445">
                <a:moveTo>
                  <a:pt x="1654487" y="4942980"/>
                </a:moveTo>
                <a:lnTo>
                  <a:pt x="1687664" y="4910688"/>
                </a:lnTo>
                <a:lnTo>
                  <a:pt x="1719953" y="4943857"/>
                </a:lnTo>
                <a:lnTo>
                  <a:pt x="1686768" y="4976151"/>
                </a:lnTo>
                <a:lnTo>
                  <a:pt x="1654487" y="4942980"/>
                </a:lnTo>
                <a:close/>
              </a:path>
              <a:path w="6459220" h="5084445">
                <a:moveTo>
                  <a:pt x="1807319" y="4795964"/>
                </a:moveTo>
                <a:lnTo>
                  <a:pt x="1838717" y="4765404"/>
                </a:lnTo>
                <a:lnTo>
                  <a:pt x="1869277" y="4796802"/>
                </a:lnTo>
                <a:lnTo>
                  <a:pt x="1837879" y="4827362"/>
                </a:lnTo>
                <a:lnTo>
                  <a:pt x="1807319" y="4795964"/>
                </a:lnTo>
                <a:close/>
              </a:path>
              <a:path w="6459220" h="5084445">
                <a:moveTo>
                  <a:pt x="1961318" y="4648970"/>
                </a:moveTo>
                <a:lnTo>
                  <a:pt x="1989752" y="4621303"/>
                </a:lnTo>
                <a:lnTo>
                  <a:pt x="2017430" y="4649743"/>
                </a:lnTo>
                <a:lnTo>
                  <a:pt x="1988995" y="4677411"/>
                </a:lnTo>
                <a:lnTo>
                  <a:pt x="1961318" y="4648970"/>
                </a:lnTo>
                <a:close/>
              </a:path>
              <a:path w="6459220" h="5084445">
                <a:moveTo>
                  <a:pt x="2114740" y="4501977"/>
                </a:moveTo>
                <a:lnTo>
                  <a:pt x="2140807" y="4476603"/>
                </a:lnTo>
                <a:lnTo>
                  <a:pt x="2166183" y="4502677"/>
                </a:lnTo>
                <a:lnTo>
                  <a:pt x="2140114" y="4528043"/>
                </a:lnTo>
                <a:lnTo>
                  <a:pt x="2114740" y="4501977"/>
                </a:lnTo>
                <a:close/>
              </a:path>
              <a:path w="6459220" h="5084445">
                <a:moveTo>
                  <a:pt x="2267575" y="4354968"/>
                </a:moveTo>
                <a:lnTo>
                  <a:pt x="2291870" y="4331324"/>
                </a:lnTo>
                <a:lnTo>
                  <a:pt x="2315506" y="4355622"/>
                </a:lnTo>
                <a:lnTo>
                  <a:pt x="2291211" y="4379266"/>
                </a:lnTo>
                <a:lnTo>
                  <a:pt x="2267575" y="4354968"/>
                </a:lnTo>
                <a:close/>
              </a:path>
              <a:path w="6459220" h="5084445">
                <a:moveTo>
                  <a:pt x="2420995" y="4207967"/>
                </a:moveTo>
                <a:lnTo>
                  <a:pt x="2442911" y="4186637"/>
                </a:lnTo>
                <a:lnTo>
                  <a:pt x="2464241" y="4208553"/>
                </a:lnTo>
                <a:lnTo>
                  <a:pt x="2442326" y="4229883"/>
                </a:lnTo>
                <a:lnTo>
                  <a:pt x="2420995" y="4207967"/>
                </a:lnTo>
                <a:close/>
              </a:path>
              <a:path w="6459220" h="5084445">
                <a:moveTo>
                  <a:pt x="2573822" y="4060961"/>
                </a:moveTo>
                <a:lnTo>
                  <a:pt x="2593966" y="4041360"/>
                </a:lnTo>
                <a:lnTo>
                  <a:pt x="2613575" y="4061503"/>
                </a:lnTo>
                <a:lnTo>
                  <a:pt x="2593432" y="4081111"/>
                </a:lnTo>
                <a:lnTo>
                  <a:pt x="2573822" y="4060961"/>
                </a:lnTo>
                <a:close/>
              </a:path>
              <a:path w="6459220" h="5084445">
                <a:moveTo>
                  <a:pt x="2727242" y="3913959"/>
                </a:moveTo>
                <a:lnTo>
                  <a:pt x="2745014" y="3896663"/>
                </a:lnTo>
                <a:lnTo>
                  <a:pt x="2762312" y="3914442"/>
                </a:lnTo>
                <a:lnTo>
                  <a:pt x="2744541" y="3931739"/>
                </a:lnTo>
                <a:lnTo>
                  <a:pt x="2727242" y="3913959"/>
                </a:lnTo>
                <a:close/>
              </a:path>
              <a:path w="6459220" h="5084445">
                <a:moveTo>
                  <a:pt x="2880076" y="3766951"/>
                </a:moveTo>
                <a:lnTo>
                  <a:pt x="2896069" y="3751387"/>
                </a:lnTo>
                <a:lnTo>
                  <a:pt x="2911636" y="3767387"/>
                </a:lnTo>
                <a:lnTo>
                  <a:pt x="2895643" y="3782951"/>
                </a:lnTo>
                <a:lnTo>
                  <a:pt x="2880076" y="3766951"/>
                </a:lnTo>
                <a:close/>
              </a:path>
              <a:path w="6459220" h="5084445">
                <a:moveTo>
                  <a:pt x="3032911" y="3619943"/>
                </a:moveTo>
                <a:lnTo>
                  <a:pt x="3047132" y="3606107"/>
                </a:lnTo>
                <a:lnTo>
                  <a:pt x="3060967" y="3620329"/>
                </a:lnTo>
                <a:lnTo>
                  <a:pt x="3046754" y="3634162"/>
                </a:lnTo>
                <a:lnTo>
                  <a:pt x="3032911" y="3619943"/>
                </a:lnTo>
                <a:close/>
              </a:path>
              <a:path w="6459220" h="5084445">
                <a:moveTo>
                  <a:pt x="3186331" y="3472941"/>
                </a:moveTo>
                <a:lnTo>
                  <a:pt x="3198179" y="3461410"/>
                </a:lnTo>
                <a:lnTo>
                  <a:pt x="3209712" y="3473266"/>
                </a:lnTo>
                <a:lnTo>
                  <a:pt x="3197865" y="3484797"/>
                </a:lnTo>
                <a:lnTo>
                  <a:pt x="3186331" y="3472941"/>
                </a:lnTo>
                <a:close/>
              </a:path>
              <a:path w="6459220" h="5084445">
                <a:moveTo>
                  <a:pt x="3339160" y="3325944"/>
                </a:moveTo>
                <a:lnTo>
                  <a:pt x="3349234" y="3316134"/>
                </a:lnTo>
                <a:lnTo>
                  <a:pt x="3359036" y="3326211"/>
                </a:lnTo>
                <a:lnTo>
                  <a:pt x="3348959" y="3336012"/>
                </a:lnTo>
                <a:lnTo>
                  <a:pt x="3339160" y="3325944"/>
                </a:lnTo>
                <a:close/>
              </a:path>
              <a:path w="6459220" h="5084445">
                <a:moveTo>
                  <a:pt x="3491408" y="3178929"/>
                </a:moveTo>
                <a:lnTo>
                  <a:pt x="3500298" y="3170280"/>
                </a:lnTo>
                <a:lnTo>
                  <a:pt x="3508945" y="3179161"/>
                </a:lnTo>
                <a:lnTo>
                  <a:pt x="3500056" y="3187811"/>
                </a:lnTo>
                <a:lnTo>
                  <a:pt x="3491408" y="3178929"/>
                </a:lnTo>
                <a:close/>
              </a:path>
              <a:path w="6459220" h="5084445">
                <a:moveTo>
                  <a:pt x="3643655" y="3031907"/>
                </a:moveTo>
                <a:lnTo>
                  <a:pt x="3651366" y="3024408"/>
                </a:lnTo>
                <a:lnTo>
                  <a:pt x="3658865" y="3032118"/>
                </a:lnTo>
                <a:lnTo>
                  <a:pt x="3651154" y="3039618"/>
                </a:lnTo>
                <a:lnTo>
                  <a:pt x="3643655" y="3031907"/>
                </a:lnTo>
                <a:close/>
              </a:path>
              <a:path w="6459220" h="5084445">
                <a:moveTo>
                  <a:pt x="3796497" y="2884897"/>
                </a:moveTo>
                <a:lnTo>
                  <a:pt x="3802421" y="2879132"/>
                </a:lnTo>
                <a:lnTo>
                  <a:pt x="3808188" y="2885063"/>
                </a:lnTo>
                <a:lnTo>
                  <a:pt x="3802265" y="2890828"/>
                </a:lnTo>
                <a:lnTo>
                  <a:pt x="3796497" y="2884897"/>
                </a:lnTo>
                <a:close/>
              </a:path>
              <a:path w="6459220" h="5084445">
                <a:moveTo>
                  <a:pt x="3948746" y="2737883"/>
                </a:moveTo>
                <a:lnTo>
                  <a:pt x="3953485" y="2733277"/>
                </a:lnTo>
                <a:lnTo>
                  <a:pt x="3958099" y="2738014"/>
                </a:lnTo>
                <a:lnTo>
                  <a:pt x="3953361" y="2742628"/>
                </a:lnTo>
                <a:lnTo>
                  <a:pt x="3948746" y="2737883"/>
                </a:lnTo>
                <a:close/>
              </a:path>
              <a:path w="6459220" h="5084445">
                <a:moveTo>
                  <a:pt x="4100996" y="2590876"/>
                </a:moveTo>
                <a:lnTo>
                  <a:pt x="4104554" y="2587412"/>
                </a:lnTo>
                <a:lnTo>
                  <a:pt x="4108010" y="2590973"/>
                </a:lnTo>
                <a:lnTo>
                  <a:pt x="4104458" y="2594426"/>
                </a:lnTo>
                <a:lnTo>
                  <a:pt x="4100996" y="2590876"/>
                </a:lnTo>
                <a:close/>
              </a:path>
              <a:path w="6459220" h="5084445">
                <a:moveTo>
                  <a:pt x="4253252" y="2443860"/>
                </a:moveTo>
                <a:lnTo>
                  <a:pt x="4255609" y="2441560"/>
                </a:lnTo>
                <a:lnTo>
                  <a:pt x="4257919" y="2443923"/>
                </a:lnTo>
                <a:lnTo>
                  <a:pt x="4255554" y="2446225"/>
                </a:lnTo>
                <a:lnTo>
                  <a:pt x="4253252" y="2443860"/>
                </a:lnTo>
                <a:close/>
              </a:path>
              <a:path w="6459220" h="5084445">
                <a:moveTo>
                  <a:pt x="4405499" y="2296838"/>
                </a:moveTo>
                <a:lnTo>
                  <a:pt x="4406677" y="2295688"/>
                </a:lnTo>
                <a:lnTo>
                  <a:pt x="4407829" y="2296875"/>
                </a:lnTo>
                <a:lnTo>
                  <a:pt x="4406651" y="2298025"/>
                </a:lnTo>
                <a:lnTo>
                  <a:pt x="4405499" y="2296838"/>
                </a:lnTo>
                <a:close/>
              </a:path>
              <a:path w="6459220" h="5084445">
                <a:moveTo>
                  <a:pt x="1811422" y="5084408"/>
                </a:moveTo>
                <a:lnTo>
                  <a:pt x="1834688" y="5061762"/>
                </a:lnTo>
                <a:lnTo>
                  <a:pt x="1856730" y="5084408"/>
                </a:lnTo>
                <a:lnTo>
                  <a:pt x="1811422" y="5084408"/>
                </a:lnTo>
                <a:close/>
              </a:path>
              <a:path w="6459220" h="5084445">
                <a:moveTo>
                  <a:pt x="1954346" y="4947046"/>
                </a:moveTo>
                <a:lnTo>
                  <a:pt x="1985752" y="4916484"/>
                </a:lnTo>
                <a:lnTo>
                  <a:pt x="2016311" y="4947882"/>
                </a:lnTo>
                <a:lnTo>
                  <a:pt x="1984905" y="4978444"/>
                </a:lnTo>
                <a:lnTo>
                  <a:pt x="1954346" y="4947046"/>
                </a:lnTo>
                <a:close/>
              </a:path>
              <a:path w="6459220" h="5084445">
                <a:moveTo>
                  <a:pt x="2107758" y="4800046"/>
                </a:moveTo>
                <a:lnTo>
                  <a:pt x="2136791" y="4771789"/>
                </a:lnTo>
                <a:lnTo>
                  <a:pt x="2165048" y="4800821"/>
                </a:lnTo>
                <a:lnTo>
                  <a:pt x="2136014" y="4829071"/>
                </a:lnTo>
                <a:lnTo>
                  <a:pt x="2107758" y="4800046"/>
                </a:lnTo>
                <a:close/>
              </a:path>
              <a:path w="6459220" h="5084445">
                <a:moveTo>
                  <a:pt x="2261765" y="4653051"/>
                </a:moveTo>
                <a:lnTo>
                  <a:pt x="2287832" y="4627677"/>
                </a:lnTo>
                <a:lnTo>
                  <a:pt x="2313208" y="4653751"/>
                </a:lnTo>
                <a:lnTo>
                  <a:pt x="2287140" y="4679117"/>
                </a:lnTo>
                <a:lnTo>
                  <a:pt x="2261765" y="4653051"/>
                </a:lnTo>
                <a:close/>
              </a:path>
              <a:path w="6459220" h="5084445">
                <a:moveTo>
                  <a:pt x="2414600" y="4506042"/>
                </a:moveTo>
                <a:lnTo>
                  <a:pt x="2438895" y="4482398"/>
                </a:lnTo>
                <a:lnTo>
                  <a:pt x="2462539" y="4506694"/>
                </a:lnTo>
                <a:lnTo>
                  <a:pt x="2438244" y="4530338"/>
                </a:lnTo>
                <a:lnTo>
                  <a:pt x="2414600" y="4506042"/>
                </a:lnTo>
                <a:close/>
              </a:path>
              <a:path w="6459220" h="5084445">
                <a:moveTo>
                  <a:pt x="2568022" y="4359049"/>
                </a:moveTo>
                <a:lnTo>
                  <a:pt x="2589946" y="4337717"/>
                </a:lnTo>
                <a:lnTo>
                  <a:pt x="2611277" y="4359633"/>
                </a:lnTo>
                <a:lnTo>
                  <a:pt x="2589353" y="4380965"/>
                </a:lnTo>
                <a:lnTo>
                  <a:pt x="2568022" y="4359049"/>
                </a:lnTo>
                <a:close/>
              </a:path>
              <a:path w="6459220" h="5084445">
                <a:moveTo>
                  <a:pt x="2720847" y="4212035"/>
                </a:moveTo>
                <a:lnTo>
                  <a:pt x="2740991" y="4192434"/>
                </a:lnTo>
                <a:lnTo>
                  <a:pt x="2760600" y="4212577"/>
                </a:lnTo>
                <a:lnTo>
                  <a:pt x="2740457" y="4232185"/>
                </a:lnTo>
                <a:lnTo>
                  <a:pt x="2720847" y="4212035"/>
                </a:lnTo>
                <a:close/>
              </a:path>
              <a:path w="6459220" h="5084445">
                <a:moveTo>
                  <a:pt x="2874269" y="4065041"/>
                </a:moveTo>
                <a:lnTo>
                  <a:pt x="2892041" y="4047744"/>
                </a:lnTo>
                <a:lnTo>
                  <a:pt x="2909339" y="4065524"/>
                </a:lnTo>
                <a:lnTo>
                  <a:pt x="2891568" y="4082821"/>
                </a:lnTo>
                <a:lnTo>
                  <a:pt x="2874269" y="4065041"/>
                </a:lnTo>
                <a:close/>
              </a:path>
              <a:path w="6459220" h="5084445">
                <a:moveTo>
                  <a:pt x="3027112" y="3918031"/>
                </a:moveTo>
                <a:lnTo>
                  <a:pt x="3043104" y="3902466"/>
                </a:lnTo>
                <a:lnTo>
                  <a:pt x="3058669" y="3918459"/>
                </a:lnTo>
                <a:lnTo>
                  <a:pt x="3042677" y="3934023"/>
                </a:lnTo>
                <a:lnTo>
                  <a:pt x="3027112" y="3918031"/>
                </a:lnTo>
                <a:close/>
              </a:path>
              <a:path w="6459220" h="5084445">
                <a:moveTo>
                  <a:pt x="3179946" y="3771023"/>
                </a:moveTo>
                <a:lnTo>
                  <a:pt x="3194159" y="3757189"/>
                </a:lnTo>
                <a:lnTo>
                  <a:pt x="3207992" y="3771403"/>
                </a:lnTo>
                <a:lnTo>
                  <a:pt x="3193779" y="3785236"/>
                </a:lnTo>
                <a:lnTo>
                  <a:pt x="3179946" y="3771023"/>
                </a:lnTo>
                <a:close/>
              </a:path>
              <a:path w="6459220" h="5084445">
                <a:moveTo>
                  <a:pt x="3333359" y="3624023"/>
                </a:moveTo>
                <a:lnTo>
                  <a:pt x="3345206" y="3612492"/>
                </a:lnTo>
                <a:lnTo>
                  <a:pt x="3356737" y="3624339"/>
                </a:lnTo>
                <a:lnTo>
                  <a:pt x="3344890" y="3635870"/>
                </a:lnTo>
                <a:lnTo>
                  <a:pt x="3333359" y="3624023"/>
                </a:lnTo>
                <a:close/>
              </a:path>
              <a:path w="6459220" h="5084445">
                <a:moveTo>
                  <a:pt x="3486195" y="3477024"/>
                </a:moveTo>
                <a:lnTo>
                  <a:pt x="3496269" y="3467214"/>
                </a:lnTo>
                <a:lnTo>
                  <a:pt x="3506068" y="3477282"/>
                </a:lnTo>
                <a:lnTo>
                  <a:pt x="3495994" y="3487092"/>
                </a:lnTo>
                <a:lnTo>
                  <a:pt x="3486195" y="3477024"/>
                </a:lnTo>
                <a:close/>
              </a:path>
              <a:path w="6459220" h="5084445">
                <a:moveTo>
                  <a:pt x="3638443" y="3330009"/>
                </a:moveTo>
                <a:lnTo>
                  <a:pt x="3647325" y="3321362"/>
                </a:lnTo>
                <a:lnTo>
                  <a:pt x="3655972" y="3330243"/>
                </a:lnTo>
                <a:lnTo>
                  <a:pt x="3647091" y="3338891"/>
                </a:lnTo>
                <a:lnTo>
                  <a:pt x="3638443" y="3330009"/>
                </a:lnTo>
                <a:close/>
              </a:path>
              <a:path w="6459220" h="5084445">
                <a:moveTo>
                  <a:pt x="3790690" y="3182987"/>
                </a:moveTo>
                <a:lnTo>
                  <a:pt x="3798393" y="3175490"/>
                </a:lnTo>
                <a:lnTo>
                  <a:pt x="3805890" y="3183192"/>
                </a:lnTo>
                <a:lnTo>
                  <a:pt x="3798187" y="3190690"/>
                </a:lnTo>
                <a:lnTo>
                  <a:pt x="3790690" y="3182987"/>
                </a:lnTo>
                <a:close/>
              </a:path>
              <a:path w="6459220" h="5084445">
                <a:moveTo>
                  <a:pt x="3943524" y="3035979"/>
                </a:moveTo>
                <a:lnTo>
                  <a:pt x="3949448" y="3030213"/>
                </a:lnTo>
                <a:lnTo>
                  <a:pt x="3955213" y="3036137"/>
                </a:lnTo>
                <a:lnTo>
                  <a:pt x="3949289" y="3041903"/>
                </a:lnTo>
                <a:lnTo>
                  <a:pt x="3943524" y="3035979"/>
                </a:lnTo>
                <a:close/>
              </a:path>
              <a:path w="6459220" h="5084445">
                <a:moveTo>
                  <a:pt x="4095772" y="2888965"/>
                </a:moveTo>
                <a:lnTo>
                  <a:pt x="4100511" y="2884359"/>
                </a:lnTo>
                <a:lnTo>
                  <a:pt x="4105125" y="2889096"/>
                </a:lnTo>
                <a:lnTo>
                  <a:pt x="4100388" y="2893710"/>
                </a:lnTo>
                <a:lnTo>
                  <a:pt x="4095772" y="2888965"/>
                </a:lnTo>
                <a:close/>
              </a:path>
              <a:path w="6459220" h="5084445">
                <a:moveTo>
                  <a:pt x="4248021" y="2741950"/>
                </a:moveTo>
                <a:lnTo>
                  <a:pt x="4251579" y="2738486"/>
                </a:lnTo>
                <a:lnTo>
                  <a:pt x="4255043" y="2742045"/>
                </a:lnTo>
                <a:lnTo>
                  <a:pt x="4251484" y="2745509"/>
                </a:lnTo>
                <a:lnTo>
                  <a:pt x="4248021" y="2741950"/>
                </a:lnTo>
                <a:close/>
              </a:path>
              <a:path w="6459220" h="5084445">
                <a:moveTo>
                  <a:pt x="4400277" y="2594934"/>
                </a:moveTo>
                <a:lnTo>
                  <a:pt x="4402643" y="2592632"/>
                </a:lnTo>
                <a:lnTo>
                  <a:pt x="4404944" y="2594997"/>
                </a:lnTo>
                <a:lnTo>
                  <a:pt x="4402579" y="2597300"/>
                </a:lnTo>
                <a:lnTo>
                  <a:pt x="4400277" y="2594934"/>
                </a:lnTo>
                <a:close/>
              </a:path>
              <a:path w="6459220" h="5084445">
                <a:moveTo>
                  <a:pt x="4552525" y="2447920"/>
                </a:moveTo>
                <a:lnTo>
                  <a:pt x="4553712" y="2446768"/>
                </a:lnTo>
                <a:lnTo>
                  <a:pt x="4554864" y="2447954"/>
                </a:lnTo>
                <a:lnTo>
                  <a:pt x="4553677" y="2449107"/>
                </a:lnTo>
                <a:lnTo>
                  <a:pt x="4552525" y="2447920"/>
                </a:lnTo>
                <a:close/>
              </a:path>
              <a:path w="6459220" h="5084445">
                <a:moveTo>
                  <a:pt x="2115467" y="5084408"/>
                </a:moveTo>
                <a:lnTo>
                  <a:pt x="2132778" y="5067559"/>
                </a:lnTo>
                <a:lnTo>
                  <a:pt x="2149175" y="5084408"/>
                </a:lnTo>
                <a:lnTo>
                  <a:pt x="2115467" y="5084408"/>
                </a:lnTo>
                <a:close/>
              </a:path>
              <a:path w="6459220" h="5084445">
                <a:moveTo>
                  <a:pt x="2254793" y="4951119"/>
                </a:moveTo>
                <a:lnTo>
                  <a:pt x="2283827" y="4922869"/>
                </a:lnTo>
                <a:lnTo>
                  <a:pt x="2312077" y="4951903"/>
                </a:lnTo>
                <a:lnTo>
                  <a:pt x="2283042" y="4980153"/>
                </a:lnTo>
                <a:lnTo>
                  <a:pt x="2254793" y="4951119"/>
                </a:lnTo>
                <a:close/>
              </a:path>
              <a:path w="6459220" h="5084445">
                <a:moveTo>
                  <a:pt x="2408801" y="4804131"/>
                </a:moveTo>
                <a:lnTo>
                  <a:pt x="2434868" y="4778757"/>
                </a:lnTo>
                <a:lnTo>
                  <a:pt x="2460234" y="4804826"/>
                </a:lnTo>
                <a:lnTo>
                  <a:pt x="2434167" y="4830200"/>
                </a:lnTo>
                <a:lnTo>
                  <a:pt x="2408801" y="4804131"/>
                </a:lnTo>
                <a:close/>
              </a:path>
              <a:path w="6459220" h="5084445">
                <a:moveTo>
                  <a:pt x="2561628" y="4657125"/>
                </a:moveTo>
                <a:lnTo>
                  <a:pt x="2585923" y="4633481"/>
                </a:lnTo>
                <a:lnTo>
                  <a:pt x="2609565" y="4657768"/>
                </a:lnTo>
                <a:lnTo>
                  <a:pt x="2585270" y="4681412"/>
                </a:lnTo>
                <a:lnTo>
                  <a:pt x="2561628" y="4657125"/>
                </a:lnTo>
                <a:close/>
              </a:path>
              <a:path w="6459220" h="5084445">
                <a:moveTo>
                  <a:pt x="2715049" y="4510123"/>
                </a:moveTo>
                <a:lnTo>
                  <a:pt x="2736973" y="4488791"/>
                </a:lnTo>
                <a:lnTo>
                  <a:pt x="2758305" y="4510715"/>
                </a:lnTo>
                <a:lnTo>
                  <a:pt x="2736389" y="4532045"/>
                </a:lnTo>
                <a:lnTo>
                  <a:pt x="2715049" y="4510123"/>
                </a:lnTo>
                <a:close/>
              </a:path>
              <a:path w="6459220" h="5084445">
                <a:moveTo>
                  <a:pt x="2867883" y="4363115"/>
                </a:moveTo>
                <a:lnTo>
                  <a:pt x="2888027" y="4343514"/>
                </a:lnTo>
                <a:lnTo>
                  <a:pt x="2907628" y="4363659"/>
                </a:lnTo>
                <a:lnTo>
                  <a:pt x="2887483" y="4383260"/>
                </a:lnTo>
                <a:lnTo>
                  <a:pt x="2867883" y="4363115"/>
                </a:lnTo>
                <a:close/>
              </a:path>
              <a:path w="6459220" h="5084445">
                <a:moveTo>
                  <a:pt x="3021305" y="4216121"/>
                </a:moveTo>
                <a:lnTo>
                  <a:pt x="3039077" y="4198825"/>
                </a:lnTo>
                <a:lnTo>
                  <a:pt x="3056373" y="4216596"/>
                </a:lnTo>
                <a:lnTo>
                  <a:pt x="3038602" y="4233892"/>
                </a:lnTo>
                <a:lnTo>
                  <a:pt x="3021305" y="4216121"/>
                </a:lnTo>
                <a:close/>
              </a:path>
              <a:path w="6459220" h="5084445">
                <a:moveTo>
                  <a:pt x="3174138" y="4069105"/>
                </a:moveTo>
                <a:lnTo>
                  <a:pt x="3190130" y="4053541"/>
                </a:lnTo>
                <a:lnTo>
                  <a:pt x="3205697" y="4069541"/>
                </a:lnTo>
                <a:lnTo>
                  <a:pt x="3189705" y="4085106"/>
                </a:lnTo>
                <a:lnTo>
                  <a:pt x="3174138" y="4069105"/>
                </a:lnTo>
                <a:close/>
              </a:path>
              <a:path w="6459220" h="5084445">
                <a:moveTo>
                  <a:pt x="3326972" y="3922097"/>
                </a:moveTo>
                <a:lnTo>
                  <a:pt x="3341185" y="3908264"/>
                </a:lnTo>
                <a:lnTo>
                  <a:pt x="3355028" y="3922483"/>
                </a:lnTo>
                <a:lnTo>
                  <a:pt x="3340807" y="3936318"/>
                </a:lnTo>
                <a:lnTo>
                  <a:pt x="3326972" y="3922097"/>
                </a:lnTo>
                <a:close/>
              </a:path>
              <a:path w="6459220" h="5084445">
                <a:moveTo>
                  <a:pt x="3480395" y="3775104"/>
                </a:moveTo>
                <a:lnTo>
                  <a:pt x="3492242" y="3763572"/>
                </a:lnTo>
                <a:lnTo>
                  <a:pt x="3503773" y="3775420"/>
                </a:lnTo>
                <a:lnTo>
                  <a:pt x="3491926" y="3786951"/>
                </a:lnTo>
                <a:lnTo>
                  <a:pt x="3480395" y="3775104"/>
                </a:lnTo>
                <a:close/>
              </a:path>
              <a:path w="6459220" h="5084445">
                <a:moveTo>
                  <a:pt x="3633221" y="3628097"/>
                </a:moveTo>
                <a:lnTo>
                  <a:pt x="3643295" y="3618288"/>
                </a:lnTo>
                <a:lnTo>
                  <a:pt x="3653097" y="3628364"/>
                </a:lnTo>
                <a:lnTo>
                  <a:pt x="3643022" y="3638174"/>
                </a:lnTo>
                <a:lnTo>
                  <a:pt x="3633221" y="3628097"/>
                </a:lnTo>
                <a:close/>
              </a:path>
              <a:path w="6459220" h="5084445">
                <a:moveTo>
                  <a:pt x="3785469" y="3481083"/>
                </a:moveTo>
                <a:lnTo>
                  <a:pt x="3794359" y="3472433"/>
                </a:lnTo>
                <a:lnTo>
                  <a:pt x="3803008" y="3481323"/>
                </a:lnTo>
                <a:lnTo>
                  <a:pt x="3794118" y="3489972"/>
                </a:lnTo>
                <a:lnTo>
                  <a:pt x="3785469" y="3481083"/>
                </a:lnTo>
                <a:close/>
              </a:path>
              <a:path w="6459220" h="5084445">
                <a:moveTo>
                  <a:pt x="3937718" y="3334069"/>
                </a:moveTo>
                <a:lnTo>
                  <a:pt x="3945429" y="3326569"/>
                </a:lnTo>
                <a:lnTo>
                  <a:pt x="3952926" y="3334272"/>
                </a:lnTo>
                <a:lnTo>
                  <a:pt x="3945215" y="3341772"/>
                </a:lnTo>
                <a:lnTo>
                  <a:pt x="3937718" y="3334069"/>
                </a:lnTo>
                <a:close/>
              </a:path>
              <a:path w="6459220" h="5084445">
                <a:moveTo>
                  <a:pt x="4090560" y="3187059"/>
                </a:moveTo>
                <a:lnTo>
                  <a:pt x="4096484" y="3181293"/>
                </a:lnTo>
                <a:lnTo>
                  <a:pt x="4102249" y="3187217"/>
                </a:lnTo>
                <a:lnTo>
                  <a:pt x="4096326" y="3192982"/>
                </a:lnTo>
                <a:lnTo>
                  <a:pt x="4090560" y="3187059"/>
                </a:lnTo>
                <a:close/>
              </a:path>
              <a:path w="6459220" h="5084445">
                <a:moveTo>
                  <a:pt x="4242809" y="3040044"/>
                </a:moveTo>
                <a:lnTo>
                  <a:pt x="4247546" y="3035431"/>
                </a:lnTo>
                <a:lnTo>
                  <a:pt x="4252162" y="3040176"/>
                </a:lnTo>
                <a:lnTo>
                  <a:pt x="4247424" y="3044789"/>
                </a:lnTo>
                <a:lnTo>
                  <a:pt x="4242809" y="3040044"/>
                </a:lnTo>
                <a:close/>
              </a:path>
              <a:path w="6459220" h="5084445">
                <a:moveTo>
                  <a:pt x="4395057" y="2893031"/>
                </a:moveTo>
                <a:lnTo>
                  <a:pt x="4398607" y="2889568"/>
                </a:lnTo>
                <a:lnTo>
                  <a:pt x="4402069" y="2893119"/>
                </a:lnTo>
                <a:lnTo>
                  <a:pt x="4398510" y="2896583"/>
                </a:lnTo>
                <a:lnTo>
                  <a:pt x="4395057" y="2893031"/>
                </a:lnTo>
                <a:close/>
              </a:path>
              <a:path w="6459220" h="5084445">
                <a:moveTo>
                  <a:pt x="4547303" y="2746008"/>
                </a:moveTo>
                <a:lnTo>
                  <a:pt x="4549669" y="2743706"/>
                </a:lnTo>
                <a:lnTo>
                  <a:pt x="4551973" y="2746080"/>
                </a:lnTo>
                <a:lnTo>
                  <a:pt x="4549615" y="2748380"/>
                </a:lnTo>
                <a:lnTo>
                  <a:pt x="4547303" y="2746008"/>
                </a:lnTo>
                <a:close/>
              </a:path>
              <a:path w="6459220" h="5084445">
                <a:moveTo>
                  <a:pt x="4699562" y="2599000"/>
                </a:moveTo>
                <a:lnTo>
                  <a:pt x="4700740" y="2597850"/>
                </a:lnTo>
                <a:lnTo>
                  <a:pt x="4701890" y="2599028"/>
                </a:lnTo>
                <a:lnTo>
                  <a:pt x="4700712" y="2600178"/>
                </a:lnTo>
                <a:lnTo>
                  <a:pt x="4699562" y="2599000"/>
                </a:lnTo>
                <a:close/>
              </a:path>
              <a:path w="6459220" h="5084445">
                <a:moveTo>
                  <a:pt x="2420107" y="5084408"/>
                </a:moveTo>
                <a:lnTo>
                  <a:pt x="2430855" y="5073950"/>
                </a:lnTo>
                <a:lnTo>
                  <a:pt x="2441034" y="5084408"/>
                </a:lnTo>
                <a:lnTo>
                  <a:pt x="2420107" y="5084408"/>
                </a:lnTo>
                <a:close/>
              </a:path>
              <a:path w="6459220" h="5084445">
                <a:moveTo>
                  <a:pt x="2555830" y="4955212"/>
                </a:moveTo>
                <a:lnTo>
                  <a:pt x="2581896" y="4929838"/>
                </a:lnTo>
                <a:lnTo>
                  <a:pt x="2607270" y="4955904"/>
                </a:lnTo>
                <a:lnTo>
                  <a:pt x="2581204" y="4981278"/>
                </a:lnTo>
                <a:lnTo>
                  <a:pt x="2555830" y="4955212"/>
                </a:lnTo>
                <a:close/>
              </a:path>
              <a:path w="6459220" h="5084445">
                <a:moveTo>
                  <a:pt x="2708664" y="4808204"/>
                </a:moveTo>
                <a:lnTo>
                  <a:pt x="2732959" y="4784560"/>
                </a:lnTo>
                <a:lnTo>
                  <a:pt x="2756593" y="4808849"/>
                </a:lnTo>
                <a:lnTo>
                  <a:pt x="2732298" y="4832493"/>
                </a:lnTo>
                <a:lnTo>
                  <a:pt x="2708664" y="4808204"/>
                </a:lnTo>
                <a:close/>
              </a:path>
              <a:path w="6459220" h="5084445">
                <a:moveTo>
                  <a:pt x="2862085" y="4661203"/>
                </a:moveTo>
                <a:lnTo>
                  <a:pt x="2884000" y="4639872"/>
                </a:lnTo>
                <a:lnTo>
                  <a:pt x="2905341" y="4661794"/>
                </a:lnTo>
                <a:lnTo>
                  <a:pt x="2883417" y="4683126"/>
                </a:lnTo>
                <a:lnTo>
                  <a:pt x="2862085" y="4661203"/>
                </a:lnTo>
                <a:close/>
              </a:path>
              <a:path w="6459220" h="5084445">
                <a:moveTo>
                  <a:pt x="3014911" y="4514196"/>
                </a:moveTo>
                <a:lnTo>
                  <a:pt x="3035056" y="4494595"/>
                </a:lnTo>
                <a:lnTo>
                  <a:pt x="3054664" y="4514738"/>
                </a:lnTo>
                <a:lnTo>
                  <a:pt x="3034519" y="4534339"/>
                </a:lnTo>
                <a:lnTo>
                  <a:pt x="3014911" y="4514196"/>
                </a:lnTo>
                <a:close/>
              </a:path>
              <a:path w="6459220" h="5084445">
                <a:moveTo>
                  <a:pt x="3168332" y="4367194"/>
                </a:moveTo>
                <a:lnTo>
                  <a:pt x="3186103" y="4349898"/>
                </a:lnTo>
                <a:lnTo>
                  <a:pt x="3203401" y="4367677"/>
                </a:lnTo>
                <a:lnTo>
                  <a:pt x="3185630" y="4384974"/>
                </a:lnTo>
                <a:lnTo>
                  <a:pt x="3168332" y="4367194"/>
                </a:lnTo>
                <a:close/>
              </a:path>
              <a:path w="6459220" h="5084445">
                <a:moveTo>
                  <a:pt x="3321166" y="4220186"/>
                </a:moveTo>
                <a:lnTo>
                  <a:pt x="3337158" y="4204622"/>
                </a:lnTo>
                <a:lnTo>
                  <a:pt x="3352733" y="4220620"/>
                </a:lnTo>
                <a:lnTo>
                  <a:pt x="3336741" y="4236185"/>
                </a:lnTo>
                <a:lnTo>
                  <a:pt x="3321166" y="4220186"/>
                </a:lnTo>
                <a:close/>
              </a:path>
              <a:path w="6459220" h="5084445">
                <a:moveTo>
                  <a:pt x="3474000" y="4073178"/>
                </a:moveTo>
                <a:lnTo>
                  <a:pt x="3488221" y="4059343"/>
                </a:lnTo>
                <a:lnTo>
                  <a:pt x="3502056" y="4073564"/>
                </a:lnTo>
                <a:lnTo>
                  <a:pt x="3487843" y="4087397"/>
                </a:lnTo>
                <a:lnTo>
                  <a:pt x="3474000" y="4073178"/>
                </a:lnTo>
                <a:close/>
              </a:path>
              <a:path w="6459220" h="5084445">
                <a:moveTo>
                  <a:pt x="3627421" y="3926176"/>
                </a:moveTo>
                <a:lnTo>
                  <a:pt x="3639268" y="3914645"/>
                </a:lnTo>
                <a:lnTo>
                  <a:pt x="3650801" y="3926501"/>
                </a:lnTo>
                <a:lnTo>
                  <a:pt x="3638954" y="3938032"/>
                </a:lnTo>
                <a:lnTo>
                  <a:pt x="3627421" y="3926176"/>
                </a:lnTo>
                <a:close/>
              </a:path>
              <a:path w="6459220" h="5084445">
                <a:moveTo>
                  <a:pt x="3780249" y="3779179"/>
                </a:moveTo>
                <a:lnTo>
                  <a:pt x="3790323" y="3769369"/>
                </a:lnTo>
                <a:lnTo>
                  <a:pt x="3800133" y="3779444"/>
                </a:lnTo>
                <a:lnTo>
                  <a:pt x="3790059" y="3789254"/>
                </a:lnTo>
                <a:lnTo>
                  <a:pt x="3780249" y="3779179"/>
                </a:lnTo>
                <a:close/>
              </a:path>
              <a:path w="6459220" h="5084445">
                <a:moveTo>
                  <a:pt x="3932496" y="3632157"/>
                </a:moveTo>
                <a:lnTo>
                  <a:pt x="3941385" y="3623507"/>
                </a:lnTo>
                <a:lnTo>
                  <a:pt x="3950037" y="3632405"/>
                </a:lnTo>
                <a:lnTo>
                  <a:pt x="3941155" y="3641053"/>
                </a:lnTo>
                <a:lnTo>
                  <a:pt x="3932496" y="3632157"/>
                </a:lnTo>
                <a:close/>
              </a:path>
              <a:path w="6459220" h="5084445">
                <a:moveTo>
                  <a:pt x="4084754" y="3485148"/>
                </a:moveTo>
                <a:lnTo>
                  <a:pt x="4092457" y="3477651"/>
                </a:lnTo>
                <a:lnTo>
                  <a:pt x="4099952" y="3485346"/>
                </a:lnTo>
                <a:lnTo>
                  <a:pt x="4092241" y="3492845"/>
                </a:lnTo>
                <a:lnTo>
                  <a:pt x="4084754" y="3485148"/>
                </a:lnTo>
                <a:close/>
              </a:path>
              <a:path w="6459220" h="5084445">
                <a:moveTo>
                  <a:pt x="4237586" y="3338132"/>
                </a:moveTo>
                <a:lnTo>
                  <a:pt x="4243510" y="3332367"/>
                </a:lnTo>
                <a:lnTo>
                  <a:pt x="4249275" y="3338291"/>
                </a:lnTo>
                <a:lnTo>
                  <a:pt x="4243352" y="3344056"/>
                </a:lnTo>
                <a:lnTo>
                  <a:pt x="4237586" y="3338132"/>
                </a:lnTo>
                <a:close/>
              </a:path>
              <a:path w="6459220" h="5084445">
                <a:moveTo>
                  <a:pt x="4389836" y="3191126"/>
                </a:moveTo>
                <a:lnTo>
                  <a:pt x="4394574" y="3186513"/>
                </a:lnTo>
                <a:lnTo>
                  <a:pt x="4399187" y="3191250"/>
                </a:lnTo>
                <a:lnTo>
                  <a:pt x="4394450" y="3195863"/>
                </a:lnTo>
                <a:lnTo>
                  <a:pt x="4389836" y="3191126"/>
                </a:lnTo>
                <a:close/>
              </a:path>
              <a:path w="6459220" h="5084445">
                <a:moveTo>
                  <a:pt x="4542083" y="3044105"/>
                </a:moveTo>
                <a:lnTo>
                  <a:pt x="4545643" y="3040648"/>
                </a:lnTo>
                <a:lnTo>
                  <a:pt x="4549097" y="3044201"/>
                </a:lnTo>
                <a:lnTo>
                  <a:pt x="4545547" y="3047663"/>
                </a:lnTo>
                <a:lnTo>
                  <a:pt x="4542083" y="3044105"/>
                </a:lnTo>
                <a:close/>
              </a:path>
              <a:path w="6459220" h="5084445">
                <a:moveTo>
                  <a:pt x="4694339" y="2897088"/>
                </a:moveTo>
                <a:lnTo>
                  <a:pt x="4696696" y="2894788"/>
                </a:lnTo>
                <a:lnTo>
                  <a:pt x="4699008" y="2897159"/>
                </a:lnTo>
                <a:lnTo>
                  <a:pt x="4696643" y="2899462"/>
                </a:lnTo>
                <a:lnTo>
                  <a:pt x="4694339" y="2897088"/>
                </a:lnTo>
                <a:close/>
              </a:path>
              <a:path w="6459220" h="5084445">
                <a:moveTo>
                  <a:pt x="4846588" y="2750074"/>
                </a:moveTo>
                <a:lnTo>
                  <a:pt x="4847766" y="2748923"/>
                </a:lnTo>
                <a:lnTo>
                  <a:pt x="4848926" y="2750108"/>
                </a:lnTo>
                <a:lnTo>
                  <a:pt x="4847739" y="2751260"/>
                </a:lnTo>
                <a:lnTo>
                  <a:pt x="4846588" y="2750074"/>
                </a:lnTo>
                <a:close/>
              </a:path>
              <a:path w="6459220" h="5084445">
                <a:moveTo>
                  <a:pt x="2725344" y="5084408"/>
                </a:moveTo>
                <a:lnTo>
                  <a:pt x="2728931" y="5080918"/>
                </a:lnTo>
                <a:lnTo>
                  <a:pt x="2732328" y="5084408"/>
                </a:lnTo>
                <a:lnTo>
                  <a:pt x="2725344" y="5084408"/>
                </a:lnTo>
                <a:close/>
              </a:path>
              <a:path w="6459220" h="5084445">
                <a:moveTo>
                  <a:pt x="2855692" y="4959286"/>
                </a:moveTo>
                <a:lnTo>
                  <a:pt x="2879987" y="4935642"/>
                </a:lnTo>
                <a:lnTo>
                  <a:pt x="2903629" y="4959929"/>
                </a:lnTo>
                <a:lnTo>
                  <a:pt x="2879333" y="4983574"/>
                </a:lnTo>
                <a:lnTo>
                  <a:pt x="2855692" y="4959286"/>
                </a:lnTo>
                <a:close/>
              </a:path>
              <a:path w="6459220" h="5084445">
                <a:moveTo>
                  <a:pt x="3009111" y="4812277"/>
                </a:moveTo>
                <a:lnTo>
                  <a:pt x="3031034" y="4790945"/>
                </a:lnTo>
                <a:lnTo>
                  <a:pt x="3052369" y="4812877"/>
                </a:lnTo>
                <a:lnTo>
                  <a:pt x="3030453" y="4834207"/>
                </a:lnTo>
                <a:lnTo>
                  <a:pt x="3009111" y="4812277"/>
                </a:lnTo>
                <a:close/>
              </a:path>
              <a:path w="6459220" h="5084445">
                <a:moveTo>
                  <a:pt x="3161947" y="4665277"/>
                </a:moveTo>
                <a:lnTo>
                  <a:pt x="3182089" y="4645669"/>
                </a:lnTo>
                <a:lnTo>
                  <a:pt x="3201692" y="4665821"/>
                </a:lnTo>
                <a:lnTo>
                  <a:pt x="3181547" y="4685422"/>
                </a:lnTo>
                <a:lnTo>
                  <a:pt x="3161947" y="4665277"/>
                </a:lnTo>
                <a:close/>
              </a:path>
              <a:path w="6459220" h="5084445">
                <a:moveTo>
                  <a:pt x="3315359" y="4518278"/>
                </a:moveTo>
                <a:lnTo>
                  <a:pt x="3333130" y="4500981"/>
                </a:lnTo>
                <a:lnTo>
                  <a:pt x="3350427" y="4518752"/>
                </a:lnTo>
                <a:lnTo>
                  <a:pt x="3332655" y="4536049"/>
                </a:lnTo>
                <a:lnTo>
                  <a:pt x="3315359" y="4518278"/>
                </a:lnTo>
                <a:close/>
              </a:path>
              <a:path w="6459220" h="5084445">
                <a:moveTo>
                  <a:pt x="3468202" y="4371268"/>
                </a:moveTo>
                <a:lnTo>
                  <a:pt x="3484194" y="4355703"/>
                </a:lnTo>
                <a:lnTo>
                  <a:pt x="3499759" y="4371696"/>
                </a:lnTo>
                <a:lnTo>
                  <a:pt x="3483766" y="4387260"/>
                </a:lnTo>
                <a:lnTo>
                  <a:pt x="3468202" y="4371268"/>
                </a:lnTo>
                <a:close/>
              </a:path>
              <a:path w="6459220" h="5084445">
                <a:moveTo>
                  <a:pt x="3621036" y="4224259"/>
                </a:moveTo>
                <a:lnTo>
                  <a:pt x="3635249" y="4210426"/>
                </a:lnTo>
                <a:lnTo>
                  <a:pt x="3649092" y="4224645"/>
                </a:lnTo>
                <a:lnTo>
                  <a:pt x="3634871" y="4238480"/>
                </a:lnTo>
                <a:lnTo>
                  <a:pt x="3621036" y="4224259"/>
                </a:lnTo>
                <a:close/>
              </a:path>
              <a:path w="6459220" h="5084445">
                <a:moveTo>
                  <a:pt x="3774448" y="4077260"/>
                </a:moveTo>
                <a:lnTo>
                  <a:pt x="3786296" y="4065729"/>
                </a:lnTo>
                <a:lnTo>
                  <a:pt x="3797827" y="4077576"/>
                </a:lnTo>
                <a:lnTo>
                  <a:pt x="3785979" y="4089107"/>
                </a:lnTo>
                <a:lnTo>
                  <a:pt x="3774448" y="4077260"/>
                </a:lnTo>
                <a:close/>
              </a:path>
              <a:path w="6459220" h="5084445">
                <a:moveTo>
                  <a:pt x="3927282" y="3930252"/>
                </a:moveTo>
                <a:lnTo>
                  <a:pt x="3937359" y="3920451"/>
                </a:lnTo>
                <a:lnTo>
                  <a:pt x="3947158" y="3930519"/>
                </a:lnTo>
                <a:lnTo>
                  <a:pt x="3937084" y="3940328"/>
                </a:lnTo>
                <a:lnTo>
                  <a:pt x="3927282" y="3930252"/>
                </a:lnTo>
                <a:close/>
              </a:path>
              <a:path w="6459220" h="5084445">
                <a:moveTo>
                  <a:pt x="4079531" y="3783237"/>
                </a:moveTo>
                <a:lnTo>
                  <a:pt x="4088412" y="3774590"/>
                </a:lnTo>
                <a:lnTo>
                  <a:pt x="4097061" y="3783479"/>
                </a:lnTo>
                <a:lnTo>
                  <a:pt x="4088180" y="3792127"/>
                </a:lnTo>
                <a:lnTo>
                  <a:pt x="4079531" y="3783237"/>
                </a:lnTo>
                <a:close/>
              </a:path>
              <a:path w="6459220" h="5084445">
                <a:moveTo>
                  <a:pt x="4231779" y="3636223"/>
                </a:moveTo>
                <a:lnTo>
                  <a:pt x="4239482" y="3628726"/>
                </a:lnTo>
                <a:lnTo>
                  <a:pt x="4246980" y="3636428"/>
                </a:lnTo>
                <a:lnTo>
                  <a:pt x="4239277" y="3643926"/>
                </a:lnTo>
                <a:lnTo>
                  <a:pt x="4231779" y="3636223"/>
                </a:lnTo>
                <a:close/>
              </a:path>
              <a:path w="6459220" h="5084445">
                <a:moveTo>
                  <a:pt x="4384613" y="3489215"/>
                </a:moveTo>
                <a:lnTo>
                  <a:pt x="4390537" y="3483450"/>
                </a:lnTo>
                <a:lnTo>
                  <a:pt x="4396302" y="3489373"/>
                </a:lnTo>
                <a:lnTo>
                  <a:pt x="4390379" y="3495139"/>
                </a:lnTo>
                <a:lnTo>
                  <a:pt x="4384613" y="3489215"/>
                </a:lnTo>
                <a:close/>
              </a:path>
              <a:path w="6459220" h="5084445">
                <a:moveTo>
                  <a:pt x="4536862" y="3342201"/>
                </a:moveTo>
                <a:lnTo>
                  <a:pt x="4541599" y="3337587"/>
                </a:lnTo>
                <a:lnTo>
                  <a:pt x="4546215" y="3342332"/>
                </a:lnTo>
                <a:lnTo>
                  <a:pt x="4541476" y="3346938"/>
                </a:lnTo>
                <a:lnTo>
                  <a:pt x="4536862" y="3342201"/>
                </a:lnTo>
                <a:close/>
              </a:path>
              <a:path w="6459220" h="5084445">
                <a:moveTo>
                  <a:pt x="4689118" y="3195186"/>
                </a:moveTo>
                <a:lnTo>
                  <a:pt x="4692670" y="3191731"/>
                </a:lnTo>
                <a:lnTo>
                  <a:pt x="4696132" y="3195282"/>
                </a:lnTo>
                <a:lnTo>
                  <a:pt x="4692574" y="3198746"/>
                </a:lnTo>
                <a:lnTo>
                  <a:pt x="4689118" y="3195186"/>
                </a:lnTo>
                <a:close/>
              </a:path>
              <a:path w="6459220" h="5084445">
                <a:moveTo>
                  <a:pt x="4841366" y="3048170"/>
                </a:moveTo>
                <a:lnTo>
                  <a:pt x="4843732" y="3045868"/>
                </a:lnTo>
                <a:lnTo>
                  <a:pt x="4846036" y="3048242"/>
                </a:lnTo>
                <a:lnTo>
                  <a:pt x="4843679" y="3050542"/>
                </a:lnTo>
                <a:lnTo>
                  <a:pt x="4841366" y="3048170"/>
                </a:lnTo>
                <a:close/>
              </a:path>
              <a:path w="6459220" h="5084445">
                <a:moveTo>
                  <a:pt x="4993615" y="2901156"/>
                </a:moveTo>
                <a:lnTo>
                  <a:pt x="4994802" y="2900004"/>
                </a:lnTo>
                <a:lnTo>
                  <a:pt x="4995952" y="2901183"/>
                </a:lnTo>
                <a:lnTo>
                  <a:pt x="4994765" y="2902335"/>
                </a:lnTo>
                <a:lnTo>
                  <a:pt x="4993615" y="2901156"/>
                </a:lnTo>
                <a:close/>
              </a:path>
              <a:path w="6459220" h="5084445">
                <a:moveTo>
                  <a:pt x="3156146" y="4963357"/>
                </a:moveTo>
                <a:lnTo>
                  <a:pt x="3178062" y="4942027"/>
                </a:lnTo>
                <a:lnTo>
                  <a:pt x="3199394" y="4963951"/>
                </a:lnTo>
                <a:lnTo>
                  <a:pt x="3177478" y="4985281"/>
                </a:lnTo>
                <a:lnTo>
                  <a:pt x="3156146" y="4963357"/>
                </a:lnTo>
                <a:close/>
              </a:path>
              <a:path w="6459220" h="5084445">
                <a:moveTo>
                  <a:pt x="3308974" y="4816360"/>
                </a:moveTo>
                <a:lnTo>
                  <a:pt x="3329117" y="4796751"/>
                </a:lnTo>
                <a:lnTo>
                  <a:pt x="3348717" y="4816896"/>
                </a:lnTo>
                <a:lnTo>
                  <a:pt x="3328573" y="4836497"/>
                </a:lnTo>
                <a:lnTo>
                  <a:pt x="3308974" y="4816360"/>
                </a:lnTo>
                <a:close/>
              </a:path>
              <a:path w="6459220" h="5084445">
                <a:moveTo>
                  <a:pt x="3462395" y="4669358"/>
                </a:moveTo>
                <a:lnTo>
                  <a:pt x="3480166" y="4652062"/>
                </a:lnTo>
                <a:lnTo>
                  <a:pt x="3497463" y="4669833"/>
                </a:lnTo>
                <a:lnTo>
                  <a:pt x="3479691" y="4687129"/>
                </a:lnTo>
                <a:lnTo>
                  <a:pt x="3462395" y="4669358"/>
                </a:lnTo>
                <a:close/>
              </a:path>
              <a:path w="6459220" h="5084445">
                <a:moveTo>
                  <a:pt x="3615229" y="4522350"/>
                </a:moveTo>
                <a:lnTo>
                  <a:pt x="3631221" y="4506786"/>
                </a:lnTo>
                <a:lnTo>
                  <a:pt x="3646786" y="4522778"/>
                </a:lnTo>
                <a:lnTo>
                  <a:pt x="3630794" y="4538343"/>
                </a:lnTo>
                <a:lnTo>
                  <a:pt x="3615229" y="4522350"/>
                </a:lnTo>
                <a:close/>
              </a:path>
              <a:path w="6459220" h="5084445">
                <a:moveTo>
                  <a:pt x="3768064" y="4375342"/>
                </a:moveTo>
                <a:lnTo>
                  <a:pt x="3782285" y="4361507"/>
                </a:lnTo>
                <a:lnTo>
                  <a:pt x="3796117" y="4375720"/>
                </a:lnTo>
                <a:lnTo>
                  <a:pt x="3781896" y="4389555"/>
                </a:lnTo>
                <a:lnTo>
                  <a:pt x="3768064" y="4375342"/>
                </a:lnTo>
                <a:close/>
              </a:path>
              <a:path w="6459220" h="5084445">
                <a:moveTo>
                  <a:pt x="3921484" y="4228340"/>
                </a:moveTo>
                <a:lnTo>
                  <a:pt x="3933332" y="4216809"/>
                </a:lnTo>
                <a:lnTo>
                  <a:pt x="3944863" y="4228657"/>
                </a:lnTo>
                <a:lnTo>
                  <a:pt x="3933015" y="4240188"/>
                </a:lnTo>
                <a:lnTo>
                  <a:pt x="3921484" y="4228340"/>
                </a:lnTo>
                <a:close/>
              </a:path>
              <a:path w="6459220" h="5084445">
                <a:moveTo>
                  <a:pt x="4074311" y="4081334"/>
                </a:moveTo>
                <a:lnTo>
                  <a:pt x="4084387" y="4071533"/>
                </a:lnTo>
                <a:lnTo>
                  <a:pt x="4094186" y="4081601"/>
                </a:lnTo>
                <a:lnTo>
                  <a:pt x="4084110" y="4091402"/>
                </a:lnTo>
                <a:lnTo>
                  <a:pt x="4074311" y="4081334"/>
                </a:lnTo>
                <a:close/>
              </a:path>
              <a:path w="6459220" h="5084445">
                <a:moveTo>
                  <a:pt x="4226559" y="3934320"/>
                </a:moveTo>
                <a:lnTo>
                  <a:pt x="4235449" y="3925670"/>
                </a:lnTo>
                <a:lnTo>
                  <a:pt x="4244098" y="3934560"/>
                </a:lnTo>
                <a:lnTo>
                  <a:pt x="4235208" y="3943209"/>
                </a:lnTo>
                <a:lnTo>
                  <a:pt x="4226559" y="3934320"/>
                </a:lnTo>
                <a:close/>
              </a:path>
              <a:path w="6459220" h="5084445">
                <a:moveTo>
                  <a:pt x="4378807" y="3787306"/>
                </a:moveTo>
                <a:lnTo>
                  <a:pt x="4386518" y="3779806"/>
                </a:lnTo>
                <a:lnTo>
                  <a:pt x="4394016" y="3787509"/>
                </a:lnTo>
                <a:lnTo>
                  <a:pt x="4386305" y="3795008"/>
                </a:lnTo>
                <a:lnTo>
                  <a:pt x="4378807" y="3787306"/>
                </a:lnTo>
                <a:close/>
              </a:path>
              <a:path w="6459220" h="5084445">
                <a:moveTo>
                  <a:pt x="4531650" y="3640295"/>
                </a:moveTo>
                <a:lnTo>
                  <a:pt x="4537573" y="3634530"/>
                </a:lnTo>
                <a:lnTo>
                  <a:pt x="4543339" y="3640453"/>
                </a:lnTo>
                <a:lnTo>
                  <a:pt x="4537415" y="3646219"/>
                </a:lnTo>
                <a:lnTo>
                  <a:pt x="4531650" y="3640295"/>
                </a:lnTo>
                <a:close/>
              </a:path>
              <a:path w="6459220" h="5084445">
                <a:moveTo>
                  <a:pt x="4683898" y="3493281"/>
                </a:moveTo>
                <a:lnTo>
                  <a:pt x="4688635" y="3488668"/>
                </a:lnTo>
                <a:lnTo>
                  <a:pt x="4693251" y="3493413"/>
                </a:lnTo>
                <a:lnTo>
                  <a:pt x="4688512" y="3498018"/>
                </a:lnTo>
                <a:lnTo>
                  <a:pt x="4683898" y="3493281"/>
                </a:lnTo>
                <a:close/>
              </a:path>
              <a:path w="6459220" h="5084445">
                <a:moveTo>
                  <a:pt x="4836145" y="3346259"/>
                </a:moveTo>
                <a:lnTo>
                  <a:pt x="4839697" y="3342806"/>
                </a:lnTo>
                <a:lnTo>
                  <a:pt x="4843161" y="3346364"/>
                </a:lnTo>
                <a:lnTo>
                  <a:pt x="4839608" y="3349817"/>
                </a:lnTo>
                <a:lnTo>
                  <a:pt x="4836145" y="3346259"/>
                </a:lnTo>
                <a:close/>
              </a:path>
              <a:path w="6459220" h="5084445">
                <a:moveTo>
                  <a:pt x="4988403" y="3199251"/>
                </a:moveTo>
                <a:lnTo>
                  <a:pt x="4990760" y="3196951"/>
                </a:lnTo>
                <a:lnTo>
                  <a:pt x="4993062" y="3199316"/>
                </a:lnTo>
                <a:lnTo>
                  <a:pt x="4990704" y="3201616"/>
                </a:lnTo>
                <a:lnTo>
                  <a:pt x="4988403" y="3199251"/>
                </a:lnTo>
                <a:close/>
              </a:path>
              <a:path w="6459220" h="5084445">
                <a:moveTo>
                  <a:pt x="5140651" y="3052237"/>
                </a:moveTo>
                <a:lnTo>
                  <a:pt x="5141830" y="3051086"/>
                </a:lnTo>
                <a:lnTo>
                  <a:pt x="5142980" y="3052265"/>
                </a:lnTo>
                <a:lnTo>
                  <a:pt x="5141801" y="3053415"/>
                </a:lnTo>
                <a:lnTo>
                  <a:pt x="5140651" y="3052237"/>
                </a:lnTo>
                <a:close/>
              </a:path>
              <a:path w="6459220" h="5084445">
                <a:moveTo>
                  <a:pt x="3455999" y="4967433"/>
                </a:moveTo>
                <a:lnTo>
                  <a:pt x="3476142" y="4947824"/>
                </a:lnTo>
                <a:lnTo>
                  <a:pt x="3495751" y="4967967"/>
                </a:lnTo>
                <a:lnTo>
                  <a:pt x="3475608" y="4987576"/>
                </a:lnTo>
                <a:lnTo>
                  <a:pt x="3455999" y="4967433"/>
                </a:lnTo>
                <a:close/>
              </a:path>
              <a:path w="6459220" h="5084445">
                <a:moveTo>
                  <a:pt x="3609422" y="4820439"/>
                </a:moveTo>
                <a:lnTo>
                  <a:pt x="3627193" y="4803143"/>
                </a:lnTo>
                <a:lnTo>
                  <a:pt x="3644490" y="4820914"/>
                </a:lnTo>
                <a:lnTo>
                  <a:pt x="3626718" y="4838210"/>
                </a:lnTo>
                <a:lnTo>
                  <a:pt x="3609422" y="4820439"/>
                </a:lnTo>
                <a:close/>
              </a:path>
              <a:path w="6459220" h="5084445">
                <a:moveTo>
                  <a:pt x="3762265" y="4673429"/>
                </a:moveTo>
                <a:lnTo>
                  <a:pt x="3778257" y="4657865"/>
                </a:lnTo>
                <a:lnTo>
                  <a:pt x="3793822" y="4673857"/>
                </a:lnTo>
                <a:lnTo>
                  <a:pt x="3777829" y="4689422"/>
                </a:lnTo>
                <a:lnTo>
                  <a:pt x="3762265" y="4673429"/>
                </a:lnTo>
                <a:close/>
              </a:path>
              <a:path w="6459220" h="5084445">
                <a:moveTo>
                  <a:pt x="3915089" y="4526415"/>
                </a:moveTo>
                <a:lnTo>
                  <a:pt x="3929310" y="4512580"/>
                </a:lnTo>
                <a:lnTo>
                  <a:pt x="3943145" y="4526801"/>
                </a:lnTo>
                <a:lnTo>
                  <a:pt x="3928932" y="4540634"/>
                </a:lnTo>
                <a:lnTo>
                  <a:pt x="3915089" y="4526415"/>
                </a:lnTo>
                <a:close/>
              </a:path>
              <a:path w="6459220" h="5084445">
                <a:moveTo>
                  <a:pt x="4068512" y="4379421"/>
                </a:moveTo>
                <a:lnTo>
                  <a:pt x="4080359" y="4367890"/>
                </a:lnTo>
                <a:lnTo>
                  <a:pt x="4091890" y="4379738"/>
                </a:lnTo>
                <a:lnTo>
                  <a:pt x="4080042" y="4391269"/>
                </a:lnTo>
                <a:lnTo>
                  <a:pt x="4068512" y="4379421"/>
                </a:lnTo>
                <a:close/>
              </a:path>
              <a:path w="6459220" h="5084445">
                <a:moveTo>
                  <a:pt x="4221346" y="4232413"/>
                </a:moveTo>
                <a:lnTo>
                  <a:pt x="4231422" y="4222612"/>
                </a:lnTo>
                <a:lnTo>
                  <a:pt x="4241221" y="4232680"/>
                </a:lnTo>
                <a:lnTo>
                  <a:pt x="4231145" y="4242481"/>
                </a:lnTo>
                <a:lnTo>
                  <a:pt x="4221346" y="4232413"/>
                </a:lnTo>
                <a:close/>
              </a:path>
              <a:path w="6459220" h="5084445">
                <a:moveTo>
                  <a:pt x="4373594" y="4085399"/>
                </a:moveTo>
                <a:lnTo>
                  <a:pt x="4382476" y="4076751"/>
                </a:lnTo>
                <a:lnTo>
                  <a:pt x="4391125" y="4085641"/>
                </a:lnTo>
                <a:lnTo>
                  <a:pt x="4382243" y="4094288"/>
                </a:lnTo>
                <a:lnTo>
                  <a:pt x="4373594" y="4085399"/>
                </a:lnTo>
                <a:close/>
              </a:path>
              <a:path w="6459220" h="5084445">
                <a:moveTo>
                  <a:pt x="4525842" y="3938385"/>
                </a:moveTo>
                <a:lnTo>
                  <a:pt x="4533545" y="3930887"/>
                </a:lnTo>
                <a:lnTo>
                  <a:pt x="4541043" y="3938590"/>
                </a:lnTo>
                <a:lnTo>
                  <a:pt x="4533340" y="3946087"/>
                </a:lnTo>
                <a:lnTo>
                  <a:pt x="4525842" y="3938385"/>
                </a:lnTo>
                <a:close/>
              </a:path>
              <a:path w="6459220" h="5084445">
                <a:moveTo>
                  <a:pt x="4678677" y="3791376"/>
                </a:moveTo>
                <a:lnTo>
                  <a:pt x="4684600" y="3785611"/>
                </a:lnTo>
                <a:lnTo>
                  <a:pt x="4690366" y="3791535"/>
                </a:lnTo>
                <a:lnTo>
                  <a:pt x="4684442" y="3797300"/>
                </a:lnTo>
                <a:lnTo>
                  <a:pt x="4678677" y="3791376"/>
                </a:lnTo>
                <a:close/>
              </a:path>
              <a:path w="6459220" h="5084445">
                <a:moveTo>
                  <a:pt x="4830923" y="3644354"/>
                </a:moveTo>
                <a:lnTo>
                  <a:pt x="4835662" y="3639749"/>
                </a:lnTo>
                <a:lnTo>
                  <a:pt x="4840278" y="3644494"/>
                </a:lnTo>
                <a:lnTo>
                  <a:pt x="4835539" y="3649099"/>
                </a:lnTo>
                <a:lnTo>
                  <a:pt x="4830923" y="3644354"/>
                </a:lnTo>
                <a:close/>
              </a:path>
              <a:path w="6459220" h="5084445">
                <a:moveTo>
                  <a:pt x="4983172" y="3497340"/>
                </a:moveTo>
                <a:lnTo>
                  <a:pt x="4986732" y="3493885"/>
                </a:lnTo>
                <a:lnTo>
                  <a:pt x="4990186" y="3497437"/>
                </a:lnTo>
                <a:lnTo>
                  <a:pt x="4986634" y="3500891"/>
                </a:lnTo>
                <a:lnTo>
                  <a:pt x="4983172" y="3497340"/>
                </a:lnTo>
                <a:close/>
              </a:path>
              <a:path w="6459220" h="5084445">
                <a:moveTo>
                  <a:pt x="5135428" y="3350324"/>
                </a:moveTo>
                <a:lnTo>
                  <a:pt x="5137785" y="3348024"/>
                </a:lnTo>
                <a:lnTo>
                  <a:pt x="5140097" y="3350396"/>
                </a:lnTo>
                <a:lnTo>
                  <a:pt x="5137732" y="3352698"/>
                </a:lnTo>
                <a:lnTo>
                  <a:pt x="5135428" y="3350324"/>
                </a:lnTo>
                <a:close/>
              </a:path>
              <a:path w="6459220" h="5084445">
                <a:moveTo>
                  <a:pt x="5287678" y="3203318"/>
                </a:moveTo>
                <a:lnTo>
                  <a:pt x="5288865" y="3202165"/>
                </a:lnTo>
                <a:lnTo>
                  <a:pt x="5290015" y="3203344"/>
                </a:lnTo>
                <a:lnTo>
                  <a:pt x="5288828" y="3204496"/>
                </a:lnTo>
                <a:lnTo>
                  <a:pt x="5287678" y="3203318"/>
                </a:lnTo>
                <a:close/>
              </a:path>
              <a:path w="6459220" h="5084445">
                <a:moveTo>
                  <a:pt x="3757034" y="4971519"/>
                </a:moveTo>
                <a:lnTo>
                  <a:pt x="3774219" y="4954793"/>
                </a:lnTo>
                <a:lnTo>
                  <a:pt x="3790946" y="4971978"/>
                </a:lnTo>
                <a:lnTo>
                  <a:pt x="3773759" y="4988696"/>
                </a:lnTo>
                <a:lnTo>
                  <a:pt x="3757034" y="4971519"/>
                </a:lnTo>
                <a:close/>
              </a:path>
              <a:path w="6459220" h="5084445">
                <a:moveTo>
                  <a:pt x="3909290" y="4824503"/>
                </a:moveTo>
                <a:lnTo>
                  <a:pt x="3925283" y="4808938"/>
                </a:lnTo>
                <a:lnTo>
                  <a:pt x="3940849" y="4824939"/>
                </a:lnTo>
                <a:lnTo>
                  <a:pt x="3924857" y="4840503"/>
                </a:lnTo>
                <a:lnTo>
                  <a:pt x="3909290" y="4824503"/>
                </a:lnTo>
                <a:close/>
              </a:path>
              <a:path w="6459220" h="5084445">
                <a:moveTo>
                  <a:pt x="4062703" y="4677503"/>
                </a:moveTo>
                <a:lnTo>
                  <a:pt x="4076337" y="4664238"/>
                </a:lnTo>
                <a:lnTo>
                  <a:pt x="4089592" y="4677867"/>
                </a:lnTo>
                <a:lnTo>
                  <a:pt x="4075966" y="4691130"/>
                </a:lnTo>
                <a:lnTo>
                  <a:pt x="4062703" y="4677503"/>
                </a:lnTo>
                <a:close/>
              </a:path>
              <a:path w="6459220" h="5084445">
                <a:moveTo>
                  <a:pt x="4215545" y="4530493"/>
                </a:moveTo>
                <a:lnTo>
                  <a:pt x="4227393" y="4518962"/>
                </a:lnTo>
                <a:lnTo>
                  <a:pt x="4238926" y="4530818"/>
                </a:lnTo>
                <a:lnTo>
                  <a:pt x="4227078" y="4542349"/>
                </a:lnTo>
                <a:lnTo>
                  <a:pt x="4215545" y="4530493"/>
                </a:lnTo>
                <a:close/>
              </a:path>
              <a:path w="6459220" h="5084445">
                <a:moveTo>
                  <a:pt x="4368372" y="4383487"/>
                </a:moveTo>
                <a:lnTo>
                  <a:pt x="4378448" y="4373686"/>
                </a:lnTo>
                <a:lnTo>
                  <a:pt x="4388250" y="4383763"/>
                </a:lnTo>
                <a:lnTo>
                  <a:pt x="4378173" y="4393564"/>
                </a:lnTo>
                <a:lnTo>
                  <a:pt x="4368372" y="4383487"/>
                </a:lnTo>
                <a:close/>
              </a:path>
              <a:path w="6459220" h="5084445">
                <a:moveTo>
                  <a:pt x="4520622" y="4236481"/>
                </a:moveTo>
                <a:lnTo>
                  <a:pt x="4529512" y="4227831"/>
                </a:lnTo>
                <a:lnTo>
                  <a:pt x="4538159" y="4236712"/>
                </a:lnTo>
                <a:lnTo>
                  <a:pt x="4529269" y="4245362"/>
                </a:lnTo>
                <a:lnTo>
                  <a:pt x="4520622" y="4236481"/>
                </a:lnTo>
                <a:close/>
              </a:path>
              <a:path w="6459220" h="5084445">
                <a:moveTo>
                  <a:pt x="4672868" y="4089458"/>
                </a:moveTo>
                <a:lnTo>
                  <a:pt x="4680580" y="4081959"/>
                </a:lnTo>
                <a:lnTo>
                  <a:pt x="4688069" y="4089664"/>
                </a:lnTo>
                <a:lnTo>
                  <a:pt x="4680366" y="4097161"/>
                </a:lnTo>
                <a:lnTo>
                  <a:pt x="4672868" y="4089458"/>
                </a:lnTo>
                <a:close/>
              </a:path>
              <a:path w="6459220" h="5084445">
                <a:moveTo>
                  <a:pt x="4825713" y="3942457"/>
                </a:moveTo>
                <a:lnTo>
                  <a:pt x="4831637" y="3936691"/>
                </a:lnTo>
                <a:lnTo>
                  <a:pt x="4837402" y="3942615"/>
                </a:lnTo>
                <a:lnTo>
                  <a:pt x="4831479" y="3948380"/>
                </a:lnTo>
                <a:lnTo>
                  <a:pt x="4825713" y="3942457"/>
                </a:lnTo>
                <a:close/>
              </a:path>
              <a:path w="6459220" h="5084445">
                <a:moveTo>
                  <a:pt x="4977959" y="3795435"/>
                </a:moveTo>
                <a:lnTo>
                  <a:pt x="4982699" y="3790829"/>
                </a:lnTo>
                <a:lnTo>
                  <a:pt x="4987304" y="3795568"/>
                </a:lnTo>
                <a:lnTo>
                  <a:pt x="4982565" y="3800174"/>
                </a:lnTo>
                <a:lnTo>
                  <a:pt x="4977959" y="3795435"/>
                </a:lnTo>
                <a:close/>
              </a:path>
              <a:path w="6459220" h="5084445">
                <a:moveTo>
                  <a:pt x="5130208" y="3648421"/>
                </a:moveTo>
                <a:lnTo>
                  <a:pt x="5133760" y="3644967"/>
                </a:lnTo>
                <a:lnTo>
                  <a:pt x="5137222" y="3648518"/>
                </a:lnTo>
                <a:lnTo>
                  <a:pt x="5133661" y="3651973"/>
                </a:lnTo>
                <a:lnTo>
                  <a:pt x="5130208" y="3648421"/>
                </a:lnTo>
                <a:close/>
              </a:path>
              <a:path w="6459220" h="5084445">
                <a:moveTo>
                  <a:pt x="5282456" y="3501406"/>
                </a:moveTo>
                <a:lnTo>
                  <a:pt x="5284822" y="3499104"/>
                </a:lnTo>
                <a:lnTo>
                  <a:pt x="5287126" y="3501478"/>
                </a:lnTo>
                <a:lnTo>
                  <a:pt x="5284768" y="3503778"/>
                </a:lnTo>
                <a:lnTo>
                  <a:pt x="5282456" y="3501406"/>
                </a:lnTo>
                <a:close/>
              </a:path>
              <a:path w="6459220" h="5084445">
                <a:moveTo>
                  <a:pt x="5434702" y="3354384"/>
                </a:moveTo>
                <a:lnTo>
                  <a:pt x="5435889" y="3353232"/>
                </a:lnTo>
                <a:lnTo>
                  <a:pt x="5437043" y="3354427"/>
                </a:lnTo>
                <a:lnTo>
                  <a:pt x="5435865" y="3355577"/>
                </a:lnTo>
                <a:lnTo>
                  <a:pt x="5434702" y="3354384"/>
                </a:lnTo>
                <a:close/>
              </a:path>
              <a:path w="6459220" h="5084445">
                <a:moveTo>
                  <a:pt x="4056905" y="4975590"/>
                </a:moveTo>
                <a:lnTo>
                  <a:pt x="4072311" y="4960595"/>
                </a:lnTo>
                <a:lnTo>
                  <a:pt x="4087297" y="4976003"/>
                </a:lnTo>
                <a:lnTo>
                  <a:pt x="4071898" y="4990987"/>
                </a:lnTo>
                <a:lnTo>
                  <a:pt x="4056905" y="4975590"/>
                </a:lnTo>
                <a:close/>
              </a:path>
              <a:path w="6459220" h="5084445">
                <a:moveTo>
                  <a:pt x="4209729" y="4828576"/>
                </a:moveTo>
                <a:lnTo>
                  <a:pt x="4223364" y="4815311"/>
                </a:lnTo>
                <a:lnTo>
                  <a:pt x="4236629" y="4828945"/>
                </a:lnTo>
                <a:lnTo>
                  <a:pt x="4222994" y="4842211"/>
                </a:lnTo>
                <a:lnTo>
                  <a:pt x="4209729" y="4828576"/>
                </a:lnTo>
                <a:close/>
              </a:path>
              <a:path w="6459220" h="5084445">
                <a:moveTo>
                  <a:pt x="4363152" y="4681583"/>
                </a:moveTo>
                <a:lnTo>
                  <a:pt x="4374415" y="4670629"/>
                </a:lnTo>
                <a:lnTo>
                  <a:pt x="4385366" y="4681885"/>
                </a:lnTo>
                <a:lnTo>
                  <a:pt x="4374113" y="4692844"/>
                </a:lnTo>
                <a:lnTo>
                  <a:pt x="4363152" y="4681583"/>
                </a:lnTo>
                <a:close/>
              </a:path>
              <a:path w="6459220" h="5084445">
                <a:moveTo>
                  <a:pt x="4515400" y="4534568"/>
                </a:moveTo>
                <a:lnTo>
                  <a:pt x="4525477" y="4524767"/>
                </a:lnTo>
                <a:lnTo>
                  <a:pt x="4535284" y="4534833"/>
                </a:lnTo>
                <a:lnTo>
                  <a:pt x="4525210" y="4544643"/>
                </a:lnTo>
                <a:lnTo>
                  <a:pt x="4515400" y="4534568"/>
                </a:lnTo>
                <a:close/>
              </a:path>
              <a:path w="6459220" h="5084445">
                <a:moveTo>
                  <a:pt x="4667649" y="4387554"/>
                </a:moveTo>
                <a:lnTo>
                  <a:pt x="4676538" y="4378904"/>
                </a:lnTo>
                <a:lnTo>
                  <a:pt x="4685186" y="4387786"/>
                </a:lnTo>
                <a:lnTo>
                  <a:pt x="4676296" y="4396436"/>
                </a:lnTo>
                <a:lnTo>
                  <a:pt x="4667649" y="4387554"/>
                </a:lnTo>
                <a:close/>
              </a:path>
              <a:path w="6459220" h="5084445">
                <a:moveTo>
                  <a:pt x="4820491" y="4240545"/>
                </a:moveTo>
                <a:lnTo>
                  <a:pt x="4827593" y="4233628"/>
                </a:lnTo>
                <a:lnTo>
                  <a:pt x="4834519" y="4240737"/>
                </a:lnTo>
                <a:lnTo>
                  <a:pt x="4827408" y="4247654"/>
                </a:lnTo>
                <a:lnTo>
                  <a:pt x="4820491" y="4240545"/>
                </a:lnTo>
                <a:close/>
              </a:path>
              <a:path w="6459220" h="5084445">
                <a:moveTo>
                  <a:pt x="4972740" y="4093530"/>
                </a:moveTo>
                <a:lnTo>
                  <a:pt x="4978663" y="4087764"/>
                </a:lnTo>
                <a:lnTo>
                  <a:pt x="4984429" y="4093688"/>
                </a:lnTo>
                <a:lnTo>
                  <a:pt x="4978505" y="4099453"/>
                </a:lnTo>
                <a:lnTo>
                  <a:pt x="4972740" y="4093530"/>
                </a:lnTo>
                <a:close/>
              </a:path>
              <a:path w="6459220" h="5084445">
                <a:moveTo>
                  <a:pt x="5124986" y="3946508"/>
                </a:moveTo>
                <a:lnTo>
                  <a:pt x="5129725" y="3941902"/>
                </a:lnTo>
                <a:lnTo>
                  <a:pt x="5134339" y="3946639"/>
                </a:lnTo>
                <a:lnTo>
                  <a:pt x="5129602" y="3951252"/>
                </a:lnTo>
                <a:lnTo>
                  <a:pt x="5124986" y="3946508"/>
                </a:lnTo>
                <a:close/>
              </a:path>
              <a:path w="6459220" h="5084445">
                <a:moveTo>
                  <a:pt x="5277237" y="3799500"/>
                </a:moveTo>
                <a:lnTo>
                  <a:pt x="5280795" y="3796037"/>
                </a:lnTo>
                <a:lnTo>
                  <a:pt x="5284251" y="3799597"/>
                </a:lnTo>
                <a:lnTo>
                  <a:pt x="5280698" y="3803051"/>
                </a:lnTo>
                <a:lnTo>
                  <a:pt x="5277237" y="3799500"/>
                </a:lnTo>
                <a:close/>
              </a:path>
              <a:path w="6459220" h="5084445">
                <a:moveTo>
                  <a:pt x="5429493" y="3652485"/>
                </a:moveTo>
                <a:lnTo>
                  <a:pt x="5431850" y="3650185"/>
                </a:lnTo>
                <a:lnTo>
                  <a:pt x="5434160" y="3652548"/>
                </a:lnTo>
                <a:lnTo>
                  <a:pt x="5431794" y="3654850"/>
                </a:lnTo>
                <a:lnTo>
                  <a:pt x="5429493" y="3652485"/>
                </a:lnTo>
                <a:close/>
              </a:path>
              <a:path w="6459220" h="5084445">
                <a:moveTo>
                  <a:pt x="4357355" y="4979672"/>
                </a:moveTo>
                <a:lnTo>
                  <a:pt x="4370389" y="4966989"/>
                </a:lnTo>
                <a:lnTo>
                  <a:pt x="4383070" y="4980015"/>
                </a:lnTo>
                <a:lnTo>
                  <a:pt x="4370036" y="4992698"/>
                </a:lnTo>
                <a:lnTo>
                  <a:pt x="4357355" y="4979672"/>
                </a:lnTo>
                <a:close/>
              </a:path>
              <a:path w="6459220" h="5084445">
                <a:moveTo>
                  <a:pt x="4510189" y="4832664"/>
                </a:moveTo>
                <a:lnTo>
                  <a:pt x="4521444" y="4821713"/>
                </a:lnTo>
                <a:lnTo>
                  <a:pt x="4532403" y="4832966"/>
                </a:lnTo>
                <a:lnTo>
                  <a:pt x="4521142" y="4843927"/>
                </a:lnTo>
                <a:lnTo>
                  <a:pt x="4510189" y="4832664"/>
                </a:lnTo>
                <a:close/>
              </a:path>
              <a:path w="6459220" h="5084445">
                <a:moveTo>
                  <a:pt x="4663021" y="4685648"/>
                </a:moveTo>
                <a:lnTo>
                  <a:pt x="4672497" y="4676429"/>
                </a:lnTo>
                <a:lnTo>
                  <a:pt x="4681727" y="4685911"/>
                </a:lnTo>
                <a:lnTo>
                  <a:pt x="4672253" y="4695138"/>
                </a:lnTo>
                <a:lnTo>
                  <a:pt x="4663021" y="4685648"/>
                </a:lnTo>
                <a:close/>
              </a:path>
              <a:path w="6459220" h="5084445">
                <a:moveTo>
                  <a:pt x="4815272" y="4538641"/>
                </a:moveTo>
                <a:lnTo>
                  <a:pt x="4823567" y="4530564"/>
                </a:lnTo>
                <a:lnTo>
                  <a:pt x="4831634" y="4538853"/>
                </a:lnTo>
                <a:lnTo>
                  <a:pt x="4823339" y="4546930"/>
                </a:lnTo>
                <a:lnTo>
                  <a:pt x="4815272" y="4538641"/>
                </a:lnTo>
                <a:close/>
              </a:path>
              <a:path w="6459220" h="5084445">
                <a:moveTo>
                  <a:pt x="4967520" y="4391627"/>
                </a:moveTo>
                <a:lnTo>
                  <a:pt x="4974630" y="4384709"/>
                </a:lnTo>
                <a:lnTo>
                  <a:pt x="4981546" y="4391812"/>
                </a:lnTo>
                <a:lnTo>
                  <a:pt x="4974435" y="4398729"/>
                </a:lnTo>
                <a:lnTo>
                  <a:pt x="4967520" y="4391627"/>
                </a:lnTo>
                <a:close/>
              </a:path>
              <a:path w="6459220" h="5084445">
                <a:moveTo>
                  <a:pt x="5119766" y="4244605"/>
                </a:moveTo>
                <a:lnTo>
                  <a:pt x="5125690" y="4238839"/>
                </a:lnTo>
                <a:lnTo>
                  <a:pt x="5131455" y="4244763"/>
                </a:lnTo>
                <a:lnTo>
                  <a:pt x="5125532" y="4250528"/>
                </a:lnTo>
                <a:lnTo>
                  <a:pt x="5119766" y="4244605"/>
                </a:lnTo>
                <a:close/>
              </a:path>
              <a:path w="6459220" h="5084445">
                <a:moveTo>
                  <a:pt x="5272015" y="4097591"/>
                </a:moveTo>
                <a:lnTo>
                  <a:pt x="5276754" y="4092985"/>
                </a:lnTo>
                <a:lnTo>
                  <a:pt x="5281368" y="4097722"/>
                </a:lnTo>
                <a:lnTo>
                  <a:pt x="5276631" y="4102336"/>
                </a:lnTo>
                <a:lnTo>
                  <a:pt x="5272015" y="4097591"/>
                </a:lnTo>
                <a:close/>
              </a:path>
              <a:path w="6459220" h="5084445">
                <a:moveTo>
                  <a:pt x="5424263" y="3950576"/>
                </a:moveTo>
                <a:lnTo>
                  <a:pt x="5427821" y="3947112"/>
                </a:lnTo>
                <a:lnTo>
                  <a:pt x="5431285" y="3950671"/>
                </a:lnTo>
                <a:lnTo>
                  <a:pt x="5427727" y="3954135"/>
                </a:lnTo>
                <a:lnTo>
                  <a:pt x="5424263" y="3950576"/>
                </a:lnTo>
                <a:close/>
              </a:path>
              <a:path w="6459220" h="5084445">
                <a:moveTo>
                  <a:pt x="5576519" y="3803560"/>
                </a:moveTo>
                <a:lnTo>
                  <a:pt x="5578885" y="3801258"/>
                </a:lnTo>
                <a:lnTo>
                  <a:pt x="5581186" y="3803623"/>
                </a:lnTo>
                <a:lnTo>
                  <a:pt x="5578821" y="3805925"/>
                </a:lnTo>
                <a:lnTo>
                  <a:pt x="5576519" y="3803560"/>
                </a:lnTo>
                <a:close/>
              </a:path>
              <a:path w="6459220" h="5084445">
                <a:moveTo>
                  <a:pt x="4657802" y="4983744"/>
                </a:moveTo>
                <a:lnTo>
                  <a:pt x="4668471" y="4973363"/>
                </a:lnTo>
                <a:lnTo>
                  <a:pt x="4678852" y="4984032"/>
                </a:lnTo>
                <a:lnTo>
                  <a:pt x="4668183" y="4994413"/>
                </a:lnTo>
                <a:lnTo>
                  <a:pt x="4657802" y="4983744"/>
                </a:lnTo>
                <a:close/>
              </a:path>
              <a:path w="6459220" h="5084445">
                <a:moveTo>
                  <a:pt x="4810050" y="4836731"/>
                </a:moveTo>
                <a:lnTo>
                  <a:pt x="4819526" y="4827511"/>
                </a:lnTo>
                <a:lnTo>
                  <a:pt x="4828754" y="4836985"/>
                </a:lnTo>
                <a:lnTo>
                  <a:pt x="4819280" y="4846213"/>
                </a:lnTo>
                <a:lnTo>
                  <a:pt x="4810050" y="4836731"/>
                </a:lnTo>
                <a:close/>
              </a:path>
              <a:path w="6459220" h="5084445">
                <a:moveTo>
                  <a:pt x="4962298" y="4689716"/>
                </a:moveTo>
                <a:lnTo>
                  <a:pt x="4970594" y="4681638"/>
                </a:lnTo>
                <a:lnTo>
                  <a:pt x="4978671" y="4689933"/>
                </a:lnTo>
                <a:lnTo>
                  <a:pt x="4970376" y="4698011"/>
                </a:lnTo>
                <a:lnTo>
                  <a:pt x="4962298" y="4689716"/>
                </a:lnTo>
                <a:close/>
              </a:path>
              <a:path w="6459220" h="5084445">
                <a:moveTo>
                  <a:pt x="5115133" y="4542707"/>
                </a:moveTo>
                <a:lnTo>
                  <a:pt x="5121649" y="4536362"/>
                </a:lnTo>
                <a:lnTo>
                  <a:pt x="5127995" y="4542878"/>
                </a:lnTo>
                <a:lnTo>
                  <a:pt x="5121470" y="4549226"/>
                </a:lnTo>
                <a:lnTo>
                  <a:pt x="5115133" y="4542707"/>
                </a:lnTo>
                <a:close/>
              </a:path>
              <a:path w="6459220" h="5084445">
                <a:moveTo>
                  <a:pt x="5267381" y="4395693"/>
                </a:moveTo>
                <a:lnTo>
                  <a:pt x="5272713" y="4390508"/>
                </a:lnTo>
                <a:lnTo>
                  <a:pt x="5277906" y="4395837"/>
                </a:lnTo>
                <a:lnTo>
                  <a:pt x="5272567" y="4401025"/>
                </a:lnTo>
                <a:lnTo>
                  <a:pt x="5267381" y="4395693"/>
                </a:lnTo>
                <a:close/>
              </a:path>
              <a:path w="6459220" h="5084445">
                <a:moveTo>
                  <a:pt x="5419631" y="4248687"/>
                </a:moveTo>
                <a:lnTo>
                  <a:pt x="5423782" y="4244643"/>
                </a:lnTo>
                <a:lnTo>
                  <a:pt x="5427816" y="4248787"/>
                </a:lnTo>
                <a:lnTo>
                  <a:pt x="5423665" y="4252831"/>
                </a:lnTo>
                <a:lnTo>
                  <a:pt x="5419631" y="4248687"/>
                </a:lnTo>
                <a:close/>
              </a:path>
              <a:path w="6459220" h="5084445">
                <a:moveTo>
                  <a:pt x="5571878" y="4101665"/>
                </a:moveTo>
                <a:lnTo>
                  <a:pt x="5574843" y="4098781"/>
                </a:lnTo>
                <a:lnTo>
                  <a:pt x="5577727" y="4101746"/>
                </a:lnTo>
                <a:lnTo>
                  <a:pt x="5574761" y="4104631"/>
                </a:lnTo>
                <a:lnTo>
                  <a:pt x="5571878" y="4101665"/>
                </a:lnTo>
                <a:close/>
              </a:path>
              <a:path w="6459220" h="5084445">
                <a:moveTo>
                  <a:pt x="5724126" y="3954651"/>
                </a:moveTo>
                <a:lnTo>
                  <a:pt x="5725913" y="3952916"/>
                </a:lnTo>
                <a:lnTo>
                  <a:pt x="5727645" y="3954696"/>
                </a:lnTo>
                <a:lnTo>
                  <a:pt x="5725858" y="3956430"/>
                </a:lnTo>
                <a:lnTo>
                  <a:pt x="5724126" y="3954651"/>
                </a:lnTo>
                <a:close/>
              </a:path>
              <a:path w="6459220" h="5084445">
                <a:moveTo>
                  <a:pt x="4957086" y="4987809"/>
                </a:moveTo>
                <a:lnTo>
                  <a:pt x="4966561" y="4978583"/>
                </a:lnTo>
                <a:lnTo>
                  <a:pt x="4975782" y="4988067"/>
                </a:lnTo>
                <a:lnTo>
                  <a:pt x="4966306" y="4997286"/>
                </a:lnTo>
                <a:lnTo>
                  <a:pt x="4957086" y="4987809"/>
                </a:lnTo>
                <a:close/>
              </a:path>
              <a:path w="6459220" h="5084445">
                <a:moveTo>
                  <a:pt x="5109335" y="4840796"/>
                </a:moveTo>
                <a:lnTo>
                  <a:pt x="5117630" y="4832718"/>
                </a:lnTo>
                <a:lnTo>
                  <a:pt x="5125699" y="4841016"/>
                </a:lnTo>
                <a:lnTo>
                  <a:pt x="5117404" y="4849094"/>
                </a:lnTo>
                <a:lnTo>
                  <a:pt x="5109335" y="4840796"/>
                </a:lnTo>
                <a:close/>
              </a:path>
              <a:path w="6459220" h="5084445">
                <a:moveTo>
                  <a:pt x="5262161" y="4693790"/>
                </a:moveTo>
                <a:lnTo>
                  <a:pt x="5268685" y="4687442"/>
                </a:lnTo>
                <a:lnTo>
                  <a:pt x="5275023" y="4693961"/>
                </a:lnTo>
                <a:lnTo>
                  <a:pt x="5268507" y="4700306"/>
                </a:lnTo>
                <a:lnTo>
                  <a:pt x="5262161" y="4693790"/>
                </a:lnTo>
                <a:close/>
              </a:path>
              <a:path w="6459220" h="5084445">
                <a:moveTo>
                  <a:pt x="5414410" y="4546776"/>
                </a:moveTo>
                <a:lnTo>
                  <a:pt x="5419747" y="4541580"/>
                </a:lnTo>
                <a:lnTo>
                  <a:pt x="5424935" y="4546920"/>
                </a:lnTo>
                <a:lnTo>
                  <a:pt x="5419604" y="4552105"/>
                </a:lnTo>
                <a:lnTo>
                  <a:pt x="5414410" y="4546776"/>
                </a:lnTo>
                <a:close/>
              </a:path>
              <a:path w="6459220" h="5084445">
                <a:moveTo>
                  <a:pt x="5566658" y="4399761"/>
                </a:moveTo>
                <a:lnTo>
                  <a:pt x="5570808" y="4395717"/>
                </a:lnTo>
                <a:lnTo>
                  <a:pt x="5574852" y="4399867"/>
                </a:lnTo>
                <a:lnTo>
                  <a:pt x="5570702" y="4403912"/>
                </a:lnTo>
                <a:lnTo>
                  <a:pt x="5566658" y="4399761"/>
                </a:lnTo>
                <a:close/>
              </a:path>
              <a:path w="6459220" h="5084445">
                <a:moveTo>
                  <a:pt x="5718914" y="4252745"/>
                </a:moveTo>
                <a:lnTo>
                  <a:pt x="5721872" y="4249863"/>
                </a:lnTo>
                <a:lnTo>
                  <a:pt x="5724756" y="4252829"/>
                </a:lnTo>
                <a:lnTo>
                  <a:pt x="5721798" y="4255711"/>
                </a:lnTo>
                <a:lnTo>
                  <a:pt x="5718914" y="4252745"/>
                </a:lnTo>
                <a:close/>
              </a:path>
              <a:path w="6459220" h="5084445">
                <a:moveTo>
                  <a:pt x="5871162" y="4105731"/>
                </a:moveTo>
                <a:lnTo>
                  <a:pt x="5872942" y="4103999"/>
                </a:lnTo>
                <a:lnTo>
                  <a:pt x="5874671" y="4105770"/>
                </a:lnTo>
                <a:lnTo>
                  <a:pt x="5872884" y="4107504"/>
                </a:lnTo>
                <a:lnTo>
                  <a:pt x="5871162" y="4105731"/>
                </a:lnTo>
                <a:close/>
              </a:path>
              <a:path w="6459220" h="5084445">
                <a:moveTo>
                  <a:pt x="5256363" y="4991880"/>
                </a:moveTo>
                <a:lnTo>
                  <a:pt x="5264658" y="4983802"/>
                </a:lnTo>
                <a:lnTo>
                  <a:pt x="5272735" y="4992097"/>
                </a:lnTo>
                <a:lnTo>
                  <a:pt x="5264438" y="5000167"/>
                </a:lnTo>
                <a:lnTo>
                  <a:pt x="5256363" y="4991880"/>
                </a:lnTo>
                <a:close/>
              </a:path>
              <a:path w="6459220" h="5084445">
                <a:moveTo>
                  <a:pt x="5409197" y="4844871"/>
                </a:moveTo>
                <a:lnTo>
                  <a:pt x="5415713" y="4838526"/>
                </a:lnTo>
                <a:lnTo>
                  <a:pt x="5422059" y="4845042"/>
                </a:lnTo>
                <a:lnTo>
                  <a:pt x="5415535" y="4851389"/>
                </a:lnTo>
                <a:lnTo>
                  <a:pt x="5409197" y="4844871"/>
                </a:lnTo>
                <a:close/>
              </a:path>
              <a:path w="6459220" h="5084445">
                <a:moveTo>
                  <a:pt x="5561445" y="4697857"/>
                </a:moveTo>
                <a:lnTo>
                  <a:pt x="5566775" y="4692663"/>
                </a:lnTo>
                <a:lnTo>
                  <a:pt x="5571971" y="4698001"/>
                </a:lnTo>
                <a:lnTo>
                  <a:pt x="5566631" y="4703189"/>
                </a:lnTo>
                <a:lnTo>
                  <a:pt x="5561445" y="4697857"/>
                </a:lnTo>
                <a:close/>
              </a:path>
              <a:path w="6459220" h="5084445">
                <a:moveTo>
                  <a:pt x="5713693" y="4550842"/>
                </a:moveTo>
                <a:lnTo>
                  <a:pt x="5717844" y="4546799"/>
                </a:lnTo>
                <a:lnTo>
                  <a:pt x="5721880" y="4550951"/>
                </a:lnTo>
                <a:lnTo>
                  <a:pt x="5717727" y="4554986"/>
                </a:lnTo>
                <a:lnTo>
                  <a:pt x="5713693" y="4550842"/>
                </a:lnTo>
                <a:close/>
              </a:path>
              <a:path w="6459220" h="5084445">
                <a:moveTo>
                  <a:pt x="5865940" y="4403821"/>
                </a:moveTo>
                <a:lnTo>
                  <a:pt x="5868898" y="4400939"/>
                </a:lnTo>
                <a:lnTo>
                  <a:pt x="5871781" y="4403904"/>
                </a:lnTo>
                <a:lnTo>
                  <a:pt x="5868823" y="4406786"/>
                </a:lnTo>
                <a:lnTo>
                  <a:pt x="5865940" y="4403821"/>
                </a:lnTo>
                <a:close/>
              </a:path>
              <a:path w="6459220" h="5084445">
                <a:moveTo>
                  <a:pt x="6018190" y="4256814"/>
                </a:moveTo>
                <a:lnTo>
                  <a:pt x="6019977" y="4255080"/>
                </a:lnTo>
                <a:lnTo>
                  <a:pt x="6021699" y="4256854"/>
                </a:lnTo>
                <a:lnTo>
                  <a:pt x="6019920" y="4258586"/>
                </a:lnTo>
                <a:lnTo>
                  <a:pt x="6018190" y="4256814"/>
                </a:lnTo>
                <a:close/>
              </a:path>
              <a:path w="6459220" h="5084445">
                <a:moveTo>
                  <a:pt x="5556808" y="4995953"/>
                </a:moveTo>
                <a:lnTo>
                  <a:pt x="5562732" y="4990187"/>
                </a:lnTo>
                <a:lnTo>
                  <a:pt x="5568498" y="4996111"/>
                </a:lnTo>
                <a:lnTo>
                  <a:pt x="5562574" y="5001876"/>
                </a:lnTo>
                <a:lnTo>
                  <a:pt x="5556808" y="4995953"/>
                </a:lnTo>
                <a:close/>
              </a:path>
              <a:path w="6459220" h="5084445">
                <a:moveTo>
                  <a:pt x="5709057" y="4848938"/>
                </a:moveTo>
                <a:lnTo>
                  <a:pt x="5713802" y="4844323"/>
                </a:lnTo>
                <a:lnTo>
                  <a:pt x="5718418" y="4849068"/>
                </a:lnTo>
                <a:lnTo>
                  <a:pt x="5713673" y="4853683"/>
                </a:lnTo>
                <a:lnTo>
                  <a:pt x="5709057" y="4848938"/>
                </a:lnTo>
                <a:close/>
              </a:path>
              <a:path w="6459220" h="5084445">
                <a:moveTo>
                  <a:pt x="5861315" y="4701930"/>
                </a:moveTo>
                <a:lnTo>
                  <a:pt x="5864865" y="4698468"/>
                </a:lnTo>
                <a:lnTo>
                  <a:pt x="5868319" y="4702021"/>
                </a:lnTo>
                <a:lnTo>
                  <a:pt x="5864769" y="4705483"/>
                </a:lnTo>
                <a:lnTo>
                  <a:pt x="5861315" y="4701930"/>
                </a:lnTo>
                <a:close/>
              </a:path>
              <a:path w="6459220" h="5084445">
                <a:moveTo>
                  <a:pt x="6013561" y="4554908"/>
                </a:moveTo>
                <a:lnTo>
                  <a:pt x="6015935" y="4552604"/>
                </a:lnTo>
                <a:lnTo>
                  <a:pt x="6018239" y="4554978"/>
                </a:lnTo>
                <a:lnTo>
                  <a:pt x="6015865" y="4557282"/>
                </a:lnTo>
                <a:lnTo>
                  <a:pt x="6013561" y="4554908"/>
                </a:lnTo>
                <a:close/>
              </a:path>
              <a:path w="6459220" h="5084445">
                <a:moveTo>
                  <a:pt x="6165809" y="4407894"/>
                </a:moveTo>
                <a:lnTo>
                  <a:pt x="6166988" y="4406744"/>
                </a:lnTo>
                <a:lnTo>
                  <a:pt x="6168140" y="4407930"/>
                </a:lnTo>
                <a:lnTo>
                  <a:pt x="6166961" y="4409080"/>
                </a:lnTo>
                <a:lnTo>
                  <a:pt x="6165809" y="4407894"/>
                </a:lnTo>
                <a:close/>
              </a:path>
              <a:path w="6459220" h="5084445">
                <a:moveTo>
                  <a:pt x="5856092" y="5000018"/>
                </a:moveTo>
                <a:lnTo>
                  <a:pt x="5860829" y="4995405"/>
                </a:lnTo>
                <a:lnTo>
                  <a:pt x="5865445" y="5000150"/>
                </a:lnTo>
                <a:lnTo>
                  <a:pt x="5860708" y="5004763"/>
                </a:lnTo>
                <a:lnTo>
                  <a:pt x="5856092" y="5000018"/>
                </a:lnTo>
                <a:close/>
              </a:path>
              <a:path w="6459220" h="5084445">
                <a:moveTo>
                  <a:pt x="6008340" y="4853004"/>
                </a:moveTo>
                <a:lnTo>
                  <a:pt x="6011890" y="4849542"/>
                </a:lnTo>
                <a:lnTo>
                  <a:pt x="6015354" y="4853100"/>
                </a:lnTo>
                <a:lnTo>
                  <a:pt x="6011804" y="4856562"/>
                </a:lnTo>
                <a:lnTo>
                  <a:pt x="6008340" y="4853004"/>
                </a:lnTo>
                <a:close/>
              </a:path>
              <a:path w="6459220" h="5084445">
                <a:moveTo>
                  <a:pt x="6160587" y="4705982"/>
                </a:moveTo>
                <a:lnTo>
                  <a:pt x="6162960" y="4703678"/>
                </a:lnTo>
                <a:lnTo>
                  <a:pt x="6165264" y="4706052"/>
                </a:lnTo>
                <a:lnTo>
                  <a:pt x="6162890" y="4708356"/>
                </a:lnTo>
                <a:lnTo>
                  <a:pt x="6160587" y="4705982"/>
                </a:lnTo>
                <a:close/>
              </a:path>
              <a:path w="6459220" h="5084445">
                <a:moveTo>
                  <a:pt x="6312837" y="4558976"/>
                </a:moveTo>
                <a:lnTo>
                  <a:pt x="6314023" y="4557824"/>
                </a:lnTo>
                <a:lnTo>
                  <a:pt x="6315175" y="4559010"/>
                </a:lnTo>
                <a:lnTo>
                  <a:pt x="6313989" y="4560162"/>
                </a:lnTo>
                <a:lnTo>
                  <a:pt x="6312837" y="4558976"/>
                </a:lnTo>
                <a:close/>
              </a:path>
              <a:path w="6459220" h="5084445">
                <a:moveTo>
                  <a:pt x="6155955" y="5004092"/>
                </a:moveTo>
                <a:lnTo>
                  <a:pt x="6158921" y="5001208"/>
                </a:lnTo>
                <a:lnTo>
                  <a:pt x="6161802" y="5004166"/>
                </a:lnTo>
                <a:lnTo>
                  <a:pt x="6158836" y="5007050"/>
                </a:lnTo>
                <a:lnTo>
                  <a:pt x="6155955" y="5004092"/>
                </a:lnTo>
                <a:close/>
              </a:path>
              <a:path w="6459220" h="5084445">
                <a:moveTo>
                  <a:pt x="6308203" y="4857078"/>
                </a:moveTo>
                <a:lnTo>
                  <a:pt x="6309982" y="4855346"/>
                </a:lnTo>
                <a:lnTo>
                  <a:pt x="6311704" y="4857120"/>
                </a:lnTo>
                <a:lnTo>
                  <a:pt x="6309925" y="4858852"/>
                </a:lnTo>
                <a:lnTo>
                  <a:pt x="6308203" y="4857078"/>
                </a:lnTo>
                <a:close/>
              </a:path>
              <a:path w="6459220" h="5084445">
                <a:moveTo>
                  <a:pt x="6455231" y="5008162"/>
                </a:moveTo>
                <a:lnTo>
                  <a:pt x="6457010" y="5006430"/>
                </a:lnTo>
                <a:lnTo>
                  <a:pt x="6458740" y="5008202"/>
                </a:lnTo>
                <a:lnTo>
                  <a:pt x="6456961" y="5009934"/>
                </a:lnTo>
                <a:lnTo>
                  <a:pt x="6455231" y="5008162"/>
                </a:lnTo>
                <a:close/>
              </a:path>
            </a:pathLst>
          </a:custGeom>
          <a:solidFill>
            <a:srgbClr val="37727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805285" cy="10287000"/>
            <a:chOff x="0" y="0"/>
            <a:chExt cx="11805285" cy="10287000"/>
          </a:xfrm>
        </p:grpSpPr>
        <p:sp>
          <p:nvSpPr>
            <p:cNvPr id="3" name="object 3"/>
            <p:cNvSpPr/>
            <p:nvPr/>
          </p:nvSpPr>
          <p:spPr>
            <a:xfrm>
              <a:off x="877401" y="0"/>
              <a:ext cx="10927715" cy="10287000"/>
            </a:xfrm>
            <a:custGeom>
              <a:avLst/>
              <a:gdLst/>
              <a:ahLst/>
              <a:cxnLst/>
              <a:rect l="l" t="t" r="r" b="b"/>
              <a:pathLst>
                <a:path w="10927715" h="10287000">
                  <a:moveTo>
                    <a:pt x="10927469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10927469" y="0"/>
                  </a:lnTo>
                  <a:lnTo>
                    <a:pt x="10927469" y="10287000"/>
                  </a:lnTo>
                  <a:close/>
                </a:path>
              </a:pathLst>
            </a:custGeom>
            <a:solidFill>
              <a:srgbClr val="40B8D5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563935"/>
              <a:ext cx="4352925" cy="3723640"/>
            </a:xfrm>
            <a:custGeom>
              <a:avLst/>
              <a:gdLst/>
              <a:ahLst/>
              <a:cxnLst/>
              <a:rect l="l" t="t" r="r" b="b"/>
              <a:pathLst>
                <a:path w="4352925" h="3723640">
                  <a:moveTo>
                    <a:pt x="133605" y="1743"/>
                  </a:moveTo>
                  <a:lnTo>
                    <a:pt x="133547" y="286"/>
                  </a:lnTo>
                  <a:lnTo>
                    <a:pt x="134002" y="0"/>
                  </a:lnTo>
                  <a:lnTo>
                    <a:pt x="134061" y="1456"/>
                  </a:lnTo>
                  <a:lnTo>
                    <a:pt x="133605" y="1743"/>
                  </a:lnTo>
                  <a:close/>
                </a:path>
                <a:path w="4352925" h="3723640">
                  <a:moveTo>
                    <a:pt x="81292" y="223505"/>
                  </a:moveTo>
                  <a:lnTo>
                    <a:pt x="83970" y="221812"/>
                  </a:lnTo>
                  <a:lnTo>
                    <a:pt x="85664" y="224489"/>
                  </a:lnTo>
                  <a:lnTo>
                    <a:pt x="82987" y="226183"/>
                  </a:lnTo>
                  <a:lnTo>
                    <a:pt x="81292" y="223505"/>
                  </a:lnTo>
                  <a:close/>
                </a:path>
                <a:path w="4352925" h="3723640">
                  <a:moveTo>
                    <a:pt x="218890" y="137299"/>
                  </a:moveTo>
                  <a:lnTo>
                    <a:pt x="220501" y="136281"/>
                  </a:lnTo>
                  <a:lnTo>
                    <a:pt x="221512" y="137885"/>
                  </a:lnTo>
                  <a:lnTo>
                    <a:pt x="219902" y="138903"/>
                  </a:lnTo>
                  <a:lnTo>
                    <a:pt x="218890" y="137299"/>
                  </a:lnTo>
                  <a:close/>
                </a:path>
                <a:path w="4352925" h="3723640">
                  <a:moveTo>
                    <a:pt x="29649" y="446322"/>
                  </a:moveTo>
                  <a:lnTo>
                    <a:pt x="33937" y="443610"/>
                  </a:lnTo>
                  <a:lnTo>
                    <a:pt x="36649" y="447904"/>
                  </a:lnTo>
                  <a:lnTo>
                    <a:pt x="32361" y="450616"/>
                  </a:lnTo>
                  <a:lnTo>
                    <a:pt x="29649" y="446322"/>
                  </a:lnTo>
                  <a:close/>
                </a:path>
                <a:path w="4352925" h="3723640">
                  <a:moveTo>
                    <a:pt x="167255" y="360128"/>
                  </a:moveTo>
                  <a:lnTo>
                    <a:pt x="170469" y="358093"/>
                  </a:lnTo>
                  <a:lnTo>
                    <a:pt x="172498" y="361307"/>
                  </a:lnTo>
                  <a:lnTo>
                    <a:pt x="169284" y="363342"/>
                  </a:lnTo>
                  <a:lnTo>
                    <a:pt x="167255" y="360128"/>
                  </a:lnTo>
                  <a:close/>
                </a:path>
                <a:path w="4352925" h="3723640">
                  <a:moveTo>
                    <a:pt x="304853" y="273922"/>
                  </a:moveTo>
                  <a:lnTo>
                    <a:pt x="306994" y="272569"/>
                  </a:lnTo>
                  <a:lnTo>
                    <a:pt x="308353" y="274716"/>
                  </a:lnTo>
                  <a:lnTo>
                    <a:pt x="306206" y="276068"/>
                  </a:lnTo>
                  <a:lnTo>
                    <a:pt x="304853" y="273922"/>
                  </a:lnTo>
                  <a:close/>
                </a:path>
                <a:path w="4352925" h="3723640">
                  <a:moveTo>
                    <a:pt x="442006" y="187624"/>
                  </a:moveTo>
                  <a:lnTo>
                    <a:pt x="443623" y="186606"/>
                  </a:lnTo>
                  <a:lnTo>
                    <a:pt x="444641" y="188216"/>
                  </a:lnTo>
                  <a:lnTo>
                    <a:pt x="443024" y="189234"/>
                  </a:lnTo>
                  <a:lnTo>
                    <a:pt x="442006" y="187624"/>
                  </a:lnTo>
                  <a:close/>
                </a:path>
                <a:path w="4352925" h="3723640">
                  <a:moveTo>
                    <a:pt x="115612" y="582951"/>
                  </a:moveTo>
                  <a:lnTo>
                    <a:pt x="120436" y="579904"/>
                  </a:lnTo>
                  <a:lnTo>
                    <a:pt x="123483" y="584723"/>
                  </a:lnTo>
                  <a:lnTo>
                    <a:pt x="118658" y="587776"/>
                  </a:lnTo>
                  <a:lnTo>
                    <a:pt x="115612" y="582951"/>
                  </a:lnTo>
                  <a:close/>
                </a:path>
                <a:path w="4352925" h="3723640">
                  <a:moveTo>
                    <a:pt x="253210" y="496751"/>
                  </a:moveTo>
                  <a:lnTo>
                    <a:pt x="256967" y="494380"/>
                  </a:lnTo>
                  <a:lnTo>
                    <a:pt x="259337" y="498131"/>
                  </a:lnTo>
                  <a:lnTo>
                    <a:pt x="255580" y="500501"/>
                  </a:lnTo>
                  <a:lnTo>
                    <a:pt x="253210" y="496751"/>
                  </a:lnTo>
                  <a:close/>
                </a:path>
                <a:path w="4352925" h="3723640">
                  <a:moveTo>
                    <a:pt x="390369" y="410446"/>
                  </a:moveTo>
                  <a:lnTo>
                    <a:pt x="393590" y="408417"/>
                  </a:lnTo>
                  <a:lnTo>
                    <a:pt x="395626" y="411637"/>
                  </a:lnTo>
                  <a:lnTo>
                    <a:pt x="392405" y="413667"/>
                  </a:lnTo>
                  <a:lnTo>
                    <a:pt x="390369" y="410446"/>
                  </a:lnTo>
                  <a:close/>
                </a:path>
                <a:path w="4352925" h="3723640">
                  <a:moveTo>
                    <a:pt x="527975" y="324252"/>
                  </a:moveTo>
                  <a:lnTo>
                    <a:pt x="530115" y="322900"/>
                  </a:lnTo>
                  <a:lnTo>
                    <a:pt x="531468" y="325041"/>
                  </a:lnTo>
                  <a:lnTo>
                    <a:pt x="529328" y="326393"/>
                  </a:lnTo>
                  <a:lnTo>
                    <a:pt x="527975" y="324252"/>
                  </a:lnTo>
                  <a:close/>
                </a:path>
                <a:path w="4352925" h="3723640">
                  <a:moveTo>
                    <a:pt x="666250" y="239119"/>
                  </a:moveTo>
                  <a:lnTo>
                    <a:pt x="666191" y="237656"/>
                  </a:lnTo>
                  <a:lnTo>
                    <a:pt x="666646" y="237369"/>
                  </a:lnTo>
                  <a:lnTo>
                    <a:pt x="666705" y="238832"/>
                  </a:lnTo>
                  <a:lnTo>
                    <a:pt x="666250" y="239119"/>
                  </a:lnTo>
                  <a:close/>
                </a:path>
                <a:path w="4352925" h="3723640">
                  <a:moveTo>
                    <a:pt x="63975" y="805781"/>
                  </a:moveTo>
                  <a:lnTo>
                    <a:pt x="70403" y="801716"/>
                  </a:lnTo>
                  <a:lnTo>
                    <a:pt x="74467" y="808144"/>
                  </a:lnTo>
                  <a:lnTo>
                    <a:pt x="68039" y="812208"/>
                  </a:lnTo>
                  <a:lnTo>
                    <a:pt x="63975" y="805781"/>
                  </a:lnTo>
                  <a:close/>
                </a:path>
                <a:path w="4352925" h="3723640">
                  <a:moveTo>
                    <a:pt x="201573" y="719574"/>
                  </a:moveTo>
                  <a:lnTo>
                    <a:pt x="206934" y="716186"/>
                  </a:lnTo>
                  <a:lnTo>
                    <a:pt x="210322" y="721553"/>
                  </a:lnTo>
                  <a:lnTo>
                    <a:pt x="204961" y="724941"/>
                  </a:lnTo>
                  <a:lnTo>
                    <a:pt x="201573" y="719574"/>
                  </a:lnTo>
                  <a:close/>
                </a:path>
                <a:path w="4352925" h="3723640">
                  <a:moveTo>
                    <a:pt x="339172" y="633374"/>
                  </a:moveTo>
                  <a:lnTo>
                    <a:pt x="343459" y="630668"/>
                  </a:lnTo>
                  <a:lnTo>
                    <a:pt x="346171" y="634956"/>
                  </a:lnTo>
                  <a:lnTo>
                    <a:pt x="341883" y="637668"/>
                  </a:lnTo>
                  <a:lnTo>
                    <a:pt x="339172" y="633374"/>
                  </a:lnTo>
                  <a:close/>
                </a:path>
                <a:path w="4352925" h="3723640">
                  <a:moveTo>
                    <a:pt x="476331" y="547076"/>
                  </a:moveTo>
                  <a:lnTo>
                    <a:pt x="480082" y="544705"/>
                  </a:lnTo>
                  <a:lnTo>
                    <a:pt x="482452" y="548456"/>
                  </a:lnTo>
                  <a:lnTo>
                    <a:pt x="478701" y="550826"/>
                  </a:lnTo>
                  <a:lnTo>
                    <a:pt x="476331" y="547076"/>
                  </a:lnTo>
                  <a:close/>
                </a:path>
                <a:path w="4352925" h="3723640">
                  <a:moveTo>
                    <a:pt x="613930" y="460875"/>
                  </a:moveTo>
                  <a:lnTo>
                    <a:pt x="616613" y="459181"/>
                  </a:lnTo>
                  <a:lnTo>
                    <a:pt x="618307" y="461865"/>
                  </a:lnTo>
                  <a:lnTo>
                    <a:pt x="615624" y="463559"/>
                  </a:lnTo>
                  <a:lnTo>
                    <a:pt x="613930" y="460875"/>
                  </a:lnTo>
                  <a:close/>
                </a:path>
                <a:path w="4352925" h="3723640">
                  <a:moveTo>
                    <a:pt x="751528" y="374675"/>
                  </a:moveTo>
                  <a:lnTo>
                    <a:pt x="753138" y="373657"/>
                  </a:lnTo>
                  <a:lnTo>
                    <a:pt x="754156" y="375267"/>
                  </a:lnTo>
                  <a:lnTo>
                    <a:pt x="752546" y="376285"/>
                  </a:lnTo>
                  <a:lnTo>
                    <a:pt x="751528" y="374675"/>
                  </a:lnTo>
                  <a:close/>
                </a:path>
                <a:path w="4352925" h="3723640">
                  <a:moveTo>
                    <a:pt x="12331" y="1028603"/>
                  </a:moveTo>
                  <a:lnTo>
                    <a:pt x="20369" y="1023521"/>
                  </a:lnTo>
                  <a:lnTo>
                    <a:pt x="25452" y="1031566"/>
                  </a:lnTo>
                  <a:lnTo>
                    <a:pt x="17414" y="1036648"/>
                  </a:lnTo>
                  <a:lnTo>
                    <a:pt x="12331" y="1028603"/>
                  </a:lnTo>
                  <a:close/>
                </a:path>
                <a:path w="4352925" h="3723640">
                  <a:moveTo>
                    <a:pt x="149491" y="942307"/>
                  </a:moveTo>
                  <a:lnTo>
                    <a:pt x="156992" y="937558"/>
                  </a:lnTo>
                  <a:lnTo>
                    <a:pt x="161739" y="945066"/>
                  </a:lnTo>
                  <a:lnTo>
                    <a:pt x="154231" y="949813"/>
                  </a:lnTo>
                  <a:lnTo>
                    <a:pt x="149491" y="942307"/>
                  </a:lnTo>
                  <a:close/>
                </a:path>
                <a:path w="4352925" h="3723640">
                  <a:moveTo>
                    <a:pt x="287528" y="856203"/>
                  </a:moveTo>
                  <a:lnTo>
                    <a:pt x="293426" y="852474"/>
                  </a:lnTo>
                  <a:lnTo>
                    <a:pt x="297149" y="858371"/>
                  </a:lnTo>
                  <a:lnTo>
                    <a:pt x="291252" y="862101"/>
                  </a:lnTo>
                  <a:lnTo>
                    <a:pt x="287528" y="856203"/>
                  </a:lnTo>
                  <a:close/>
                </a:path>
                <a:path w="4352925" h="3723640">
                  <a:moveTo>
                    <a:pt x="425127" y="770003"/>
                  </a:moveTo>
                  <a:lnTo>
                    <a:pt x="429951" y="766949"/>
                  </a:lnTo>
                  <a:lnTo>
                    <a:pt x="433004" y="771780"/>
                  </a:lnTo>
                  <a:lnTo>
                    <a:pt x="428180" y="774827"/>
                  </a:lnTo>
                  <a:lnTo>
                    <a:pt x="425127" y="770003"/>
                  </a:lnTo>
                  <a:close/>
                </a:path>
                <a:path w="4352925" h="3723640">
                  <a:moveTo>
                    <a:pt x="562286" y="683705"/>
                  </a:moveTo>
                  <a:lnTo>
                    <a:pt x="566580" y="680993"/>
                  </a:lnTo>
                  <a:lnTo>
                    <a:pt x="569286" y="685281"/>
                  </a:lnTo>
                  <a:lnTo>
                    <a:pt x="564998" y="687992"/>
                  </a:lnTo>
                  <a:lnTo>
                    <a:pt x="562286" y="683705"/>
                  </a:lnTo>
                  <a:close/>
                </a:path>
                <a:path w="4352925" h="3723640">
                  <a:moveTo>
                    <a:pt x="699885" y="597506"/>
                  </a:moveTo>
                  <a:lnTo>
                    <a:pt x="703112" y="595469"/>
                  </a:lnTo>
                  <a:lnTo>
                    <a:pt x="705140" y="598683"/>
                  </a:lnTo>
                  <a:lnTo>
                    <a:pt x="701920" y="600718"/>
                  </a:lnTo>
                  <a:lnTo>
                    <a:pt x="699885" y="597506"/>
                  </a:lnTo>
                  <a:close/>
                </a:path>
                <a:path w="4352925" h="3723640">
                  <a:moveTo>
                    <a:pt x="837483" y="511298"/>
                  </a:moveTo>
                  <a:lnTo>
                    <a:pt x="839630" y="509945"/>
                  </a:lnTo>
                  <a:lnTo>
                    <a:pt x="840990" y="512092"/>
                  </a:lnTo>
                  <a:lnTo>
                    <a:pt x="838842" y="513445"/>
                  </a:lnTo>
                  <a:lnTo>
                    <a:pt x="837483" y="511298"/>
                  </a:lnTo>
                  <a:close/>
                </a:path>
                <a:path w="4352925" h="3723640">
                  <a:moveTo>
                    <a:pt x="974655" y="425000"/>
                  </a:moveTo>
                  <a:lnTo>
                    <a:pt x="976259" y="423988"/>
                  </a:lnTo>
                  <a:lnTo>
                    <a:pt x="977271" y="425592"/>
                  </a:lnTo>
                  <a:lnTo>
                    <a:pt x="975667" y="426603"/>
                  </a:lnTo>
                  <a:lnTo>
                    <a:pt x="974655" y="425000"/>
                  </a:lnTo>
                  <a:close/>
                </a:path>
                <a:path w="4352925" h="3723640">
                  <a:moveTo>
                    <a:pt x="97854" y="1165129"/>
                  </a:moveTo>
                  <a:lnTo>
                    <a:pt x="106966" y="1159370"/>
                  </a:lnTo>
                  <a:lnTo>
                    <a:pt x="112724" y="1168488"/>
                  </a:lnTo>
                  <a:lnTo>
                    <a:pt x="103613" y="1174247"/>
                  </a:lnTo>
                  <a:lnTo>
                    <a:pt x="97854" y="1165129"/>
                  </a:lnTo>
                  <a:close/>
                </a:path>
                <a:path w="4352925" h="3723640">
                  <a:moveTo>
                    <a:pt x="235453" y="1078928"/>
                  </a:moveTo>
                  <a:lnTo>
                    <a:pt x="243491" y="1073846"/>
                  </a:lnTo>
                  <a:lnTo>
                    <a:pt x="248573" y="1081891"/>
                  </a:lnTo>
                  <a:lnTo>
                    <a:pt x="240535" y="1086973"/>
                  </a:lnTo>
                  <a:lnTo>
                    <a:pt x="235453" y="1078928"/>
                  </a:lnTo>
                  <a:close/>
                </a:path>
                <a:path w="4352925" h="3723640">
                  <a:moveTo>
                    <a:pt x="373051" y="992735"/>
                  </a:moveTo>
                  <a:lnTo>
                    <a:pt x="380022" y="988329"/>
                  </a:lnTo>
                  <a:lnTo>
                    <a:pt x="384422" y="995294"/>
                  </a:lnTo>
                  <a:lnTo>
                    <a:pt x="377457" y="999699"/>
                  </a:lnTo>
                  <a:lnTo>
                    <a:pt x="373051" y="992735"/>
                  </a:lnTo>
                  <a:close/>
                </a:path>
                <a:path w="4352925" h="3723640">
                  <a:moveTo>
                    <a:pt x="511082" y="906626"/>
                  </a:moveTo>
                  <a:lnTo>
                    <a:pt x="516443" y="903238"/>
                  </a:lnTo>
                  <a:lnTo>
                    <a:pt x="519831" y="908599"/>
                  </a:lnTo>
                  <a:lnTo>
                    <a:pt x="514470" y="911987"/>
                  </a:lnTo>
                  <a:lnTo>
                    <a:pt x="511082" y="906626"/>
                  </a:lnTo>
                  <a:close/>
                </a:path>
                <a:path w="4352925" h="3723640">
                  <a:moveTo>
                    <a:pt x="648248" y="820328"/>
                  </a:moveTo>
                  <a:lnTo>
                    <a:pt x="653079" y="817281"/>
                  </a:lnTo>
                  <a:lnTo>
                    <a:pt x="656125" y="822105"/>
                  </a:lnTo>
                  <a:lnTo>
                    <a:pt x="651301" y="825152"/>
                  </a:lnTo>
                  <a:lnTo>
                    <a:pt x="648248" y="820328"/>
                  </a:lnTo>
                  <a:close/>
                </a:path>
                <a:path w="4352925" h="3723640">
                  <a:moveTo>
                    <a:pt x="785846" y="734127"/>
                  </a:moveTo>
                  <a:lnTo>
                    <a:pt x="789597" y="731757"/>
                  </a:lnTo>
                  <a:lnTo>
                    <a:pt x="791974" y="735514"/>
                  </a:lnTo>
                  <a:lnTo>
                    <a:pt x="788223" y="737884"/>
                  </a:lnTo>
                  <a:lnTo>
                    <a:pt x="785846" y="734127"/>
                  </a:lnTo>
                  <a:close/>
                </a:path>
                <a:path w="4352925" h="3723640">
                  <a:moveTo>
                    <a:pt x="923452" y="647927"/>
                  </a:moveTo>
                  <a:lnTo>
                    <a:pt x="926129" y="646233"/>
                  </a:lnTo>
                  <a:lnTo>
                    <a:pt x="927823" y="648910"/>
                  </a:lnTo>
                  <a:lnTo>
                    <a:pt x="925146" y="650604"/>
                  </a:lnTo>
                  <a:lnTo>
                    <a:pt x="923452" y="647927"/>
                  </a:lnTo>
                  <a:close/>
                </a:path>
                <a:path w="4352925" h="3723640">
                  <a:moveTo>
                    <a:pt x="1060611" y="561629"/>
                  </a:moveTo>
                  <a:lnTo>
                    <a:pt x="1062758" y="560270"/>
                  </a:lnTo>
                  <a:lnTo>
                    <a:pt x="1064111" y="562417"/>
                  </a:lnTo>
                  <a:lnTo>
                    <a:pt x="1061964" y="563776"/>
                  </a:lnTo>
                  <a:lnTo>
                    <a:pt x="1060611" y="561629"/>
                  </a:lnTo>
                  <a:close/>
                </a:path>
                <a:path w="4352925" h="3723640">
                  <a:moveTo>
                    <a:pt x="46213" y="1387958"/>
                  </a:moveTo>
                  <a:lnTo>
                    <a:pt x="56934" y="1381182"/>
                  </a:lnTo>
                  <a:lnTo>
                    <a:pt x="63710" y="1391904"/>
                  </a:lnTo>
                  <a:lnTo>
                    <a:pt x="52989" y="1398680"/>
                  </a:lnTo>
                  <a:lnTo>
                    <a:pt x="46213" y="1387958"/>
                  </a:lnTo>
                  <a:close/>
                </a:path>
                <a:path w="4352925" h="3723640">
                  <a:moveTo>
                    <a:pt x="183811" y="1301757"/>
                  </a:moveTo>
                  <a:lnTo>
                    <a:pt x="193459" y="1295658"/>
                  </a:lnTo>
                  <a:lnTo>
                    <a:pt x="199559" y="1305306"/>
                  </a:lnTo>
                  <a:lnTo>
                    <a:pt x="189910" y="1311406"/>
                  </a:lnTo>
                  <a:lnTo>
                    <a:pt x="183811" y="1301757"/>
                  </a:lnTo>
                  <a:close/>
                </a:path>
                <a:path w="4352925" h="3723640">
                  <a:moveTo>
                    <a:pt x="321409" y="1215557"/>
                  </a:moveTo>
                  <a:lnTo>
                    <a:pt x="329991" y="1210134"/>
                  </a:lnTo>
                  <a:lnTo>
                    <a:pt x="335414" y="1218715"/>
                  </a:lnTo>
                  <a:lnTo>
                    <a:pt x="326833" y="1224138"/>
                  </a:lnTo>
                  <a:lnTo>
                    <a:pt x="321409" y="1215557"/>
                  </a:lnTo>
                  <a:close/>
                </a:path>
                <a:path w="4352925" h="3723640">
                  <a:moveTo>
                    <a:pt x="459008" y="1129357"/>
                  </a:moveTo>
                  <a:lnTo>
                    <a:pt x="466516" y="1124616"/>
                  </a:lnTo>
                  <a:lnTo>
                    <a:pt x="471263" y="1132124"/>
                  </a:lnTo>
                  <a:lnTo>
                    <a:pt x="463755" y="1136864"/>
                  </a:lnTo>
                  <a:lnTo>
                    <a:pt x="459008" y="1129357"/>
                  </a:lnTo>
                  <a:close/>
                </a:path>
                <a:path w="4352925" h="3723640">
                  <a:moveTo>
                    <a:pt x="596613" y="1043156"/>
                  </a:moveTo>
                  <a:lnTo>
                    <a:pt x="603047" y="1039085"/>
                  </a:lnTo>
                  <a:lnTo>
                    <a:pt x="607111" y="1045520"/>
                  </a:lnTo>
                  <a:lnTo>
                    <a:pt x="600677" y="1049584"/>
                  </a:lnTo>
                  <a:lnTo>
                    <a:pt x="596613" y="1043156"/>
                  </a:lnTo>
                  <a:close/>
                </a:path>
                <a:path w="4352925" h="3723640">
                  <a:moveTo>
                    <a:pt x="734211" y="956956"/>
                  </a:moveTo>
                  <a:lnTo>
                    <a:pt x="739572" y="953568"/>
                  </a:lnTo>
                  <a:lnTo>
                    <a:pt x="742960" y="958929"/>
                  </a:lnTo>
                  <a:lnTo>
                    <a:pt x="737599" y="962317"/>
                  </a:lnTo>
                  <a:lnTo>
                    <a:pt x="734211" y="956956"/>
                  </a:lnTo>
                  <a:close/>
                </a:path>
                <a:path w="4352925" h="3723640">
                  <a:moveTo>
                    <a:pt x="871810" y="870749"/>
                  </a:moveTo>
                  <a:lnTo>
                    <a:pt x="876097" y="868037"/>
                  </a:lnTo>
                  <a:lnTo>
                    <a:pt x="878809" y="872331"/>
                  </a:lnTo>
                  <a:lnTo>
                    <a:pt x="874521" y="875043"/>
                  </a:lnTo>
                  <a:lnTo>
                    <a:pt x="871810" y="870749"/>
                  </a:lnTo>
                  <a:close/>
                </a:path>
                <a:path w="4352925" h="3723640">
                  <a:moveTo>
                    <a:pt x="1009408" y="784557"/>
                  </a:moveTo>
                  <a:lnTo>
                    <a:pt x="1012629" y="782520"/>
                  </a:lnTo>
                  <a:lnTo>
                    <a:pt x="1014658" y="785740"/>
                  </a:lnTo>
                  <a:lnTo>
                    <a:pt x="1011443" y="787770"/>
                  </a:lnTo>
                  <a:lnTo>
                    <a:pt x="1009408" y="784557"/>
                  </a:lnTo>
                  <a:close/>
                </a:path>
                <a:path w="4352925" h="3723640">
                  <a:moveTo>
                    <a:pt x="1147007" y="698355"/>
                  </a:moveTo>
                  <a:lnTo>
                    <a:pt x="1149154" y="696996"/>
                  </a:lnTo>
                  <a:lnTo>
                    <a:pt x="1150513" y="699142"/>
                  </a:lnTo>
                  <a:lnTo>
                    <a:pt x="1148366" y="700495"/>
                  </a:lnTo>
                  <a:lnTo>
                    <a:pt x="1147007" y="698355"/>
                  </a:lnTo>
                  <a:close/>
                </a:path>
                <a:path w="4352925" h="3723640">
                  <a:moveTo>
                    <a:pt x="1284166" y="612051"/>
                  </a:moveTo>
                  <a:lnTo>
                    <a:pt x="1285776" y="611033"/>
                  </a:lnTo>
                  <a:lnTo>
                    <a:pt x="1286794" y="612643"/>
                  </a:lnTo>
                  <a:lnTo>
                    <a:pt x="1285184" y="613661"/>
                  </a:lnTo>
                  <a:lnTo>
                    <a:pt x="1284166" y="612051"/>
                  </a:lnTo>
                  <a:close/>
                </a:path>
                <a:path w="4352925" h="3723640">
                  <a:moveTo>
                    <a:pt x="0" y="1620558"/>
                  </a:moveTo>
                  <a:lnTo>
                    <a:pt x="0" y="1606602"/>
                  </a:lnTo>
                  <a:lnTo>
                    <a:pt x="7103" y="1602114"/>
                  </a:lnTo>
                  <a:lnTo>
                    <a:pt x="15574" y="1615520"/>
                  </a:lnTo>
                  <a:lnTo>
                    <a:pt x="2168" y="1623990"/>
                  </a:lnTo>
                  <a:lnTo>
                    <a:pt x="0" y="1620558"/>
                  </a:lnTo>
                  <a:close/>
                </a:path>
                <a:path w="4352925" h="3723640">
                  <a:moveTo>
                    <a:pt x="131735" y="1524488"/>
                  </a:moveTo>
                  <a:lnTo>
                    <a:pt x="143531" y="1517029"/>
                  </a:lnTo>
                  <a:lnTo>
                    <a:pt x="150983" y="1528824"/>
                  </a:lnTo>
                  <a:lnTo>
                    <a:pt x="139188" y="1536277"/>
                  </a:lnTo>
                  <a:lnTo>
                    <a:pt x="131735" y="1524488"/>
                  </a:lnTo>
                  <a:close/>
                </a:path>
                <a:path w="4352925" h="3723640">
                  <a:moveTo>
                    <a:pt x="269773" y="1438379"/>
                  </a:moveTo>
                  <a:lnTo>
                    <a:pt x="279958" y="1431937"/>
                  </a:lnTo>
                  <a:lnTo>
                    <a:pt x="286399" y="1442129"/>
                  </a:lnTo>
                  <a:lnTo>
                    <a:pt x="276208" y="1448564"/>
                  </a:lnTo>
                  <a:lnTo>
                    <a:pt x="269773" y="1438379"/>
                  </a:lnTo>
                  <a:close/>
                </a:path>
                <a:path w="4352925" h="3723640">
                  <a:moveTo>
                    <a:pt x="407371" y="1352178"/>
                  </a:moveTo>
                  <a:lnTo>
                    <a:pt x="416490" y="1346420"/>
                  </a:lnTo>
                  <a:lnTo>
                    <a:pt x="422248" y="1355538"/>
                  </a:lnTo>
                  <a:lnTo>
                    <a:pt x="413130" y="1361296"/>
                  </a:lnTo>
                  <a:lnTo>
                    <a:pt x="407371" y="1352178"/>
                  </a:lnTo>
                  <a:close/>
                </a:path>
                <a:path w="4352925" h="3723640">
                  <a:moveTo>
                    <a:pt x="544970" y="1265978"/>
                  </a:moveTo>
                  <a:lnTo>
                    <a:pt x="553014" y="1260896"/>
                  </a:lnTo>
                  <a:lnTo>
                    <a:pt x="558097" y="1268941"/>
                  </a:lnTo>
                  <a:lnTo>
                    <a:pt x="550052" y="1274023"/>
                  </a:lnTo>
                  <a:lnTo>
                    <a:pt x="544970" y="1265978"/>
                  </a:lnTo>
                  <a:close/>
                </a:path>
                <a:path w="4352925" h="3723640">
                  <a:moveTo>
                    <a:pt x="682575" y="1179777"/>
                  </a:moveTo>
                  <a:lnTo>
                    <a:pt x="689540" y="1175372"/>
                  </a:lnTo>
                  <a:lnTo>
                    <a:pt x="693946" y="1182349"/>
                  </a:lnTo>
                  <a:lnTo>
                    <a:pt x="686981" y="1186748"/>
                  </a:lnTo>
                  <a:lnTo>
                    <a:pt x="682575" y="1179777"/>
                  </a:lnTo>
                  <a:close/>
                </a:path>
                <a:path w="4352925" h="3723640">
                  <a:moveTo>
                    <a:pt x="820173" y="1093577"/>
                  </a:moveTo>
                  <a:lnTo>
                    <a:pt x="826065" y="1089848"/>
                  </a:lnTo>
                  <a:lnTo>
                    <a:pt x="829794" y="1095746"/>
                  </a:lnTo>
                  <a:lnTo>
                    <a:pt x="823896" y="1099469"/>
                  </a:lnTo>
                  <a:lnTo>
                    <a:pt x="820173" y="1093577"/>
                  </a:lnTo>
                  <a:close/>
                </a:path>
                <a:path w="4352925" h="3723640">
                  <a:moveTo>
                    <a:pt x="957772" y="1007372"/>
                  </a:moveTo>
                  <a:lnTo>
                    <a:pt x="962589" y="1004324"/>
                  </a:lnTo>
                  <a:lnTo>
                    <a:pt x="965642" y="1009155"/>
                  </a:lnTo>
                  <a:lnTo>
                    <a:pt x="960818" y="1012201"/>
                  </a:lnTo>
                  <a:lnTo>
                    <a:pt x="957772" y="1007372"/>
                  </a:lnTo>
                  <a:close/>
                </a:path>
                <a:path w="4352925" h="3723640">
                  <a:moveTo>
                    <a:pt x="1095364" y="921177"/>
                  </a:moveTo>
                  <a:lnTo>
                    <a:pt x="1099121" y="918806"/>
                  </a:lnTo>
                  <a:lnTo>
                    <a:pt x="1101491" y="922557"/>
                  </a:lnTo>
                  <a:lnTo>
                    <a:pt x="1097734" y="924928"/>
                  </a:lnTo>
                  <a:lnTo>
                    <a:pt x="1095364" y="921177"/>
                  </a:lnTo>
                  <a:close/>
                </a:path>
                <a:path w="4352925" h="3723640">
                  <a:moveTo>
                    <a:pt x="1232969" y="834976"/>
                  </a:moveTo>
                  <a:lnTo>
                    <a:pt x="1235646" y="833282"/>
                  </a:lnTo>
                  <a:lnTo>
                    <a:pt x="1237341" y="835966"/>
                  </a:lnTo>
                  <a:lnTo>
                    <a:pt x="1234664" y="837660"/>
                  </a:lnTo>
                  <a:lnTo>
                    <a:pt x="1232969" y="834976"/>
                  </a:lnTo>
                  <a:close/>
                </a:path>
                <a:path w="4352925" h="3723640">
                  <a:moveTo>
                    <a:pt x="1370129" y="748672"/>
                  </a:moveTo>
                  <a:lnTo>
                    <a:pt x="1372276" y="747319"/>
                  </a:lnTo>
                  <a:lnTo>
                    <a:pt x="1373629" y="749460"/>
                  </a:lnTo>
                  <a:lnTo>
                    <a:pt x="1371488" y="750819"/>
                  </a:lnTo>
                  <a:lnTo>
                    <a:pt x="1370129" y="748672"/>
                  </a:lnTo>
                  <a:close/>
                </a:path>
                <a:path w="4352925" h="3723640">
                  <a:moveTo>
                    <a:pt x="79215" y="1747107"/>
                  </a:moveTo>
                  <a:lnTo>
                    <a:pt x="93694" y="1737961"/>
                  </a:lnTo>
                  <a:lnTo>
                    <a:pt x="102847" y="1752440"/>
                  </a:lnTo>
                  <a:lnTo>
                    <a:pt x="88368" y="1761586"/>
                  </a:lnTo>
                  <a:lnTo>
                    <a:pt x="79215" y="1747107"/>
                  </a:lnTo>
                  <a:close/>
                </a:path>
                <a:path w="4352925" h="3723640">
                  <a:moveTo>
                    <a:pt x="217259" y="1661004"/>
                  </a:moveTo>
                  <a:lnTo>
                    <a:pt x="230128" y="1652876"/>
                  </a:lnTo>
                  <a:lnTo>
                    <a:pt x="238257" y="1665745"/>
                  </a:lnTo>
                  <a:lnTo>
                    <a:pt x="225388" y="1673874"/>
                  </a:lnTo>
                  <a:lnTo>
                    <a:pt x="217259" y="1661004"/>
                  </a:lnTo>
                  <a:close/>
                </a:path>
                <a:path w="4352925" h="3723640">
                  <a:moveTo>
                    <a:pt x="355290" y="1574908"/>
                  </a:moveTo>
                  <a:lnTo>
                    <a:pt x="366555" y="1567791"/>
                  </a:lnTo>
                  <a:lnTo>
                    <a:pt x="373672" y="1579049"/>
                  </a:lnTo>
                  <a:lnTo>
                    <a:pt x="362407" y="1586167"/>
                  </a:lnTo>
                  <a:lnTo>
                    <a:pt x="355290" y="1574908"/>
                  </a:lnTo>
                  <a:close/>
                </a:path>
                <a:path w="4352925" h="3723640">
                  <a:moveTo>
                    <a:pt x="493334" y="1488805"/>
                  </a:moveTo>
                  <a:lnTo>
                    <a:pt x="502982" y="1482706"/>
                  </a:lnTo>
                  <a:lnTo>
                    <a:pt x="509082" y="1492354"/>
                  </a:lnTo>
                  <a:lnTo>
                    <a:pt x="499427" y="1498454"/>
                  </a:lnTo>
                  <a:lnTo>
                    <a:pt x="493334" y="1488805"/>
                  </a:lnTo>
                  <a:close/>
                </a:path>
                <a:path w="4352925" h="3723640">
                  <a:moveTo>
                    <a:pt x="630933" y="1402605"/>
                  </a:moveTo>
                  <a:lnTo>
                    <a:pt x="639508" y="1397182"/>
                  </a:lnTo>
                  <a:lnTo>
                    <a:pt x="644931" y="1405763"/>
                  </a:lnTo>
                  <a:lnTo>
                    <a:pt x="636350" y="1411180"/>
                  </a:lnTo>
                  <a:lnTo>
                    <a:pt x="630933" y="1402605"/>
                  </a:lnTo>
                  <a:close/>
                </a:path>
                <a:path w="4352925" h="3723640">
                  <a:moveTo>
                    <a:pt x="768531" y="1316399"/>
                  </a:moveTo>
                  <a:lnTo>
                    <a:pt x="776039" y="1311658"/>
                  </a:lnTo>
                  <a:lnTo>
                    <a:pt x="780780" y="1319166"/>
                  </a:lnTo>
                  <a:lnTo>
                    <a:pt x="773272" y="1323906"/>
                  </a:lnTo>
                  <a:lnTo>
                    <a:pt x="768531" y="1316399"/>
                  </a:lnTo>
                  <a:close/>
                </a:path>
                <a:path w="4352925" h="3723640">
                  <a:moveTo>
                    <a:pt x="906129" y="1230198"/>
                  </a:moveTo>
                  <a:lnTo>
                    <a:pt x="912557" y="1226134"/>
                  </a:lnTo>
                  <a:lnTo>
                    <a:pt x="916628" y="1232574"/>
                  </a:lnTo>
                  <a:lnTo>
                    <a:pt x="910194" y="1236639"/>
                  </a:lnTo>
                  <a:lnTo>
                    <a:pt x="906129" y="1230198"/>
                  </a:lnTo>
                  <a:close/>
                </a:path>
                <a:path w="4352925" h="3723640">
                  <a:moveTo>
                    <a:pt x="1043728" y="1144004"/>
                  </a:moveTo>
                  <a:lnTo>
                    <a:pt x="1049095" y="1140616"/>
                  </a:lnTo>
                  <a:lnTo>
                    <a:pt x="1052483" y="1145977"/>
                  </a:lnTo>
                  <a:lnTo>
                    <a:pt x="1047116" y="1149365"/>
                  </a:lnTo>
                  <a:lnTo>
                    <a:pt x="1043728" y="1144004"/>
                  </a:lnTo>
                  <a:close/>
                </a:path>
                <a:path w="4352925" h="3723640">
                  <a:moveTo>
                    <a:pt x="1181333" y="1057804"/>
                  </a:moveTo>
                  <a:lnTo>
                    <a:pt x="1185620" y="1055092"/>
                  </a:lnTo>
                  <a:lnTo>
                    <a:pt x="1188332" y="1059373"/>
                  </a:lnTo>
                  <a:lnTo>
                    <a:pt x="1184038" y="1062085"/>
                  </a:lnTo>
                  <a:lnTo>
                    <a:pt x="1181333" y="1057804"/>
                  </a:lnTo>
                  <a:close/>
                </a:path>
                <a:path w="4352925" h="3723640">
                  <a:moveTo>
                    <a:pt x="1318931" y="971597"/>
                  </a:moveTo>
                  <a:lnTo>
                    <a:pt x="1322145" y="969568"/>
                  </a:lnTo>
                  <a:lnTo>
                    <a:pt x="1324174" y="972782"/>
                  </a:lnTo>
                  <a:lnTo>
                    <a:pt x="1320960" y="974818"/>
                  </a:lnTo>
                  <a:lnTo>
                    <a:pt x="1318931" y="971597"/>
                  </a:lnTo>
                  <a:close/>
                </a:path>
                <a:path w="4352925" h="3723640">
                  <a:moveTo>
                    <a:pt x="1456530" y="885398"/>
                  </a:moveTo>
                  <a:lnTo>
                    <a:pt x="1458670" y="884038"/>
                  </a:lnTo>
                  <a:lnTo>
                    <a:pt x="1460029" y="886185"/>
                  </a:lnTo>
                  <a:lnTo>
                    <a:pt x="1457882" y="887544"/>
                  </a:lnTo>
                  <a:lnTo>
                    <a:pt x="1456530" y="885398"/>
                  </a:lnTo>
                  <a:close/>
                </a:path>
                <a:path w="4352925" h="3723640">
                  <a:moveTo>
                    <a:pt x="1593689" y="799099"/>
                  </a:moveTo>
                  <a:lnTo>
                    <a:pt x="1595299" y="798081"/>
                  </a:lnTo>
                  <a:lnTo>
                    <a:pt x="1596317" y="799685"/>
                  </a:lnTo>
                  <a:lnTo>
                    <a:pt x="1594700" y="800703"/>
                  </a:lnTo>
                  <a:lnTo>
                    <a:pt x="1593689" y="799099"/>
                  </a:lnTo>
                  <a:close/>
                </a:path>
                <a:path w="4352925" h="3723640">
                  <a:moveTo>
                    <a:pt x="27146" y="1969838"/>
                  </a:moveTo>
                  <a:lnTo>
                    <a:pt x="43766" y="1959339"/>
                  </a:lnTo>
                  <a:lnTo>
                    <a:pt x="54265" y="1975959"/>
                  </a:lnTo>
                  <a:lnTo>
                    <a:pt x="37645" y="1986458"/>
                  </a:lnTo>
                  <a:lnTo>
                    <a:pt x="27146" y="1969838"/>
                  </a:lnTo>
                  <a:close/>
                </a:path>
                <a:path w="4352925" h="3723640">
                  <a:moveTo>
                    <a:pt x="165184" y="1883736"/>
                  </a:moveTo>
                  <a:lnTo>
                    <a:pt x="180193" y="1874255"/>
                  </a:lnTo>
                  <a:lnTo>
                    <a:pt x="189675" y="1889264"/>
                  </a:lnTo>
                  <a:lnTo>
                    <a:pt x="174665" y="1898745"/>
                  </a:lnTo>
                  <a:lnTo>
                    <a:pt x="165184" y="1883736"/>
                  </a:lnTo>
                  <a:close/>
                </a:path>
                <a:path w="4352925" h="3723640">
                  <a:moveTo>
                    <a:pt x="302783" y="1797535"/>
                  </a:moveTo>
                  <a:lnTo>
                    <a:pt x="316718" y="1788724"/>
                  </a:lnTo>
                  <a:lnTo>
                    <a:pt x="325530" y="1802666"/>
                  </a:lnTo>
                  <a:lnTo>
                    <a:pt x="311588" y="1811472"/>
                  </a:lnTo>
                  <a:lnTo>
                    <a:pt x="302783" y="1797535"/>
                  </a:lnTo>
                  <a:close/>
                </a:path>
                <a:path w="4352925" h="3723640">
                  <a:moveTo>
                    <a:pt x="440813" y="1711439"/>
                  </a:moveTo>
                  <a:lnTo>
                    <a:pt x="453152" y="1703645"/>
                  </a:lnTo>
                  <a:lnTo>
                    <a:pt x="460939" y="1715971"/>
                  </a:lnTo>
                  <a:lnTo>
                    <a:pt x="448607" y="1723765"/>
                  </a:lnTo>
                  <a:lnTo>
                    <a:pt x="440813" y="1711439"/>
                  </a:lnTo>
                  <a:close/>
                </a:path>
                <a:path w="4352925" h="3723640">
                  <a:moveTo>
                    <a:pt x="578851" y="1625330"/>
                  </a:moveTo>
                  <a:lnTo>
                    <a:pt x="589580" y="1618554"/>
                  </a:lnTo>
                  <a:lnTo>
                    <a:pt x="596356" y="1629276"/>
                  </a:lnTo>
                  <a:lnTo>
                    <a:pt x="585627" y="1636052"/>
                  </a:lnTo>
                  <a:lnTo>
                    <a:pt x="578851" y="1625330"/>
                  </a:lnTo>
                  <a:close/>
                </a:path>
                <a:path w="4352925" h="3723640">
                  <a:moveTo>
                    <a:pt x="716889" y="1539228"/>
                  </a:moveTo>
                  <a:lnTo>
                    <a:pt x="726007" y="1533469"/>
                  </a:lnTo>
                  <a:lnTo>
                    <a:pt x="731766" y="1542587"/>
                  </a:lnTo>
                  <a:lnTo>
                    <a:pt x="722647" y="1548346"/>
                  </a:lnTo>
                  <a:lnTo>
                    <a:pt x="716889" y="1539228"/>
                  </a:lnTo>
                  <a:close/>
                </a:path>
                <a:path w="4352925" h="3723640">
                  <a:moveTo>
                    <a:pt x="854487" y="1453027"/>
                  </a:moveTo>
                  <a:lnTo>
                    <a:pt x="862532" y="1447945"/>
                  </a:lnTo>
                  <a:lnTo>
                    <a:pt x="867614" y="1455990"/>
                  </a:lnTo>
                  <a:lnTo>
                    <a:pt x="859570" y="1461072"/>
                  </a:lnTo>
                  <a:lnTo>
                    <a:pt x="854487" y="1453027"/>
                  </a:lnTo>
                  <a:close/>
                </a:path>
                <a:path w="4352925" h="3723640">
                  <a:moveTo>
                    <a:pt x="991653" y="1366729"/>
                  </a:moveTo>
                  <a:lnTo>
                    <a:pt x="999161" y="1361982"/>
                  </a:lnTo>
                  <a:lnTo>
                    <a:pt x="1003908" y="1369489"/>
                  </a:lnTo>
                  <a:lnTo>
                    <a:pt x="996400" y="1374237"/>
                  </a:lnTo>
                  <a:lnTo>
                    <a:pt x="991653" y="1366729"/>
                  </a:lnTo>
                  <a:close/>
                </a:path>
                <a:path w="4352925" h="3723640">
                  <a:moveTo>
                    <a:pt x="1129691" y="1280627"/>
                  </a:moveTo>
                  <a:lnTo>
                    <a:pt x="1135589" y="1276897"/>
                  </a:lnTo>
                  <a:lnTo>
                    <a:pt x="1139318" y="1282795"/>
                  </a:lnTo>
                  <a:lnTo>
                    <a:pt x="1133414" y="1286524"/>
                  </a:lnTo>
                  <a:lnTo>
                    <a:pt x="1129691" y="1280627"/>
                  </a:lnTo>
                  <a:close/>
                </a:path>
                <a:path w="4352925" h="3723640">
                  <a:moveTo>
                    <a:pt x="1267289" y="1194426"/>
                  </a:moveTo>
                  <a:lnTo>
                    <a:pt x="1272114" y="1191380"/>
                  </a:lnTo>
                  <a:lnTo>
                    <a:pt x="1275167" y="1196204"/>
                  </a:lnTo>
                  <a:lnTo>
                    <a:pt x="1270336" y="1199250"/>
                  </a:lnTo>
                  <a:lnTo>
                    <a:pt x="1267289" y="1194426"/>
                  </a:lnTo>
                  <a:close/>
                </a:path>
                <a:path w="4352925" h="3723640">
                  <a:moveTo>
                    <a:pt x="1404888" y="1108226"/>
                  </a:moveTo>
                  <a:lnTo>
                    <a:pt x="1408644" y="1105849"/>
                  </a:lnTo>
                  <a:lnTo>
                    <a:pt x="1411015" y="1109606"/>
                  </a:lnTo>
                  <a:lnTo>
                    <a:pt x="1407258" y="1111983"/>
                  </a:lnTo>
                  <a:lnTo>
                    <a:pt x="1404888" y="1108226"/>
                  </a:lnTo>
                  <a:close/>
                </a:path>
                <a:path w="4352925" h="3723640">
                  <a:moveTo>
                    <a:pt x="1542486" y="1022025"/>
                  </a:moveTo>
                  <a:lnTo>
                    <a:pt x="1545163" y="1020332"/>
                  </a:lnTo>
                  <a:lnTo>
                    <a:pt x="1546858" y="1023009"/>
                  </a:lnTo>
                  <a:lnTo>
                    <a:pt x="1544180" y="1024703"/>
                  </a:lnTo>
                  <a:lnTo>
                    <a:pt x="1542486" y="1022025"/>
                  </a:lnTo>
                  <a:close/>
                </a:path>
                <a:path w="4352925" h="3723640">
                  <a:moveTo>
                    <a:pt x="1680084" y="935825"/>
                  </a:moveTo>
                  <a:lnTo>
                    <a:pt x="1681701" y="934807"/>
                  </a:lnTo>
                  <a:lnTo>
                    <a:pt x="1682712" y="936411"/>
                  </a:lnTo>
                  <a:lnTo>
                    <a:pt x="1681102" y="937429"/>
                  </a:lnTo>
                  <a:lnTo>
                    <a:pt x="1680084" y="935825"/>
                  </a:lnTo>
                  <a:close/>
                </a:path>
                <a:path w="4352925" h="3723640">
                  <a:moveTo>
                    <a:pt x="0" y="2203442"/>
                  </a:moveTo>
                  <a:lnTo>
                    <a:pt x="0" y="2189872"/>
                  </a:lnTo>
                  <a:lnTo>
                    <a:pt x="6127" y="2199570"/>
                  </a:lnTo>
                  <a:lnTo>
                    <a:pt x="0" y="2203442"/>
                  </a:lnTo>
                  <a:close/>
                </a:path>
                <a:path w="4352925" h="3723640">
                  <a:moveTo>
                    <a:pt x="112662" y="2106363"/>
                  </a:moveTo>
                  <a:lnTo>
                    <a:pt x="130361" y="2095181"/>
                  </a:lnTo>
                  <a:lnTo>
                    <a:pt x="141543" y="2112874"/>
                  </a:lnTo>
                  <a:lnTo>
                    <a:pt x="123844" y="2124056"/>
                  </a:lnTo>
                  <a:lnTo>
                    <a:pt x="112662" y="2106363"/>
                  </a:lnTo>
                  <a:close/>
                </a:path>
                <a:path w="4352925" h="3723640">
                  <a:moveTo>
                    <a:pt x="250706" y="2020260"/>
                  </a:moveTo>
                  <a:lnTo>
                    <a:pt x="266788" y="2010096"/>
                  </a:lnTo>
                  <a:lnTo>
                    <a:pt x="276952" y="2026179"/>
                  </a:lnTo>
                  <a:lnTo>
                    <a:pt x="260870" y="2036343"/>
                  </a:lnTo>
                  <a:lnTo>
                    <a:pt x="250706" y="2020260"/>
                  </a:lnTo>
                  <a:close/>
                </a:path>
                <a:path w="4352925" h="3723640">
                  <a:moveTo>
                    <a:pt x="388737" y="1934164"/>
                  </a:moveTo>
                  <a:lnTo>
                    <a:pt x="403216" y="1925011"/>
                  </a:lnTo>
                  <a:lnTo>
                    <a:pt x="412362" y="1939484"/>
                  </a:lnTo>
                  <a:lnTo>
                    <a:pt x="397883" y="1948637"/>
                  </a:lnTo>
                  <a:lnTo>
                    <a:pt x="388737" y="1934164"/>
                  </a:lnTo>
                  <a:close/>
                </a:path>
                <a:path w="4352925" h="3723640">
                  <a:moveTo>
                    <a:pt x="526335" y="1847958"/>
                  </a:moveTo>
                  <a:lnTo>
                    <a:pt x="539741" y="1839487"/>
                  </a:lnTo>
                  <a:lnTo>
                    <a:pt x="548212" y="1852893"/>
                  </a:lnTo>
                  <a:lnTo>
                    <a:pt x="534806" y="1861363"/>
                  </a:lnTo>
                  <a:lnTo>
                    <a:pt x="526335" y="1847958"/>
                  </a:lnTo>
                  <a:close/>
                </a:path>
                <a:path w="4352925" h="3723640">
                  <a:moveTo>
                    <a:pt x="664812" y="1761959"/>
                  </a:moveTo>
                  <a:lnTo>
                    <a:pt x="676077" y="1754841"/>
                  </a:lnTo>
                  <a:lnTo>
                    <a:pt x="683188" y="1766100"/>
                  </a:lnTo>
                  <a:lnTo>
                    <a:pt x="671929" y="1773218"/>
                  </a:lnTo>
                  <a:lnTo>
                    <a:pt x="664812" y="1761959"/>
                  </a:lnTo>
                  <a:close/>
                </a:path>
                <a:path w="4352925" h="3723640">
                  <a:moveTo>
                    <a:pt x="802850" y="1675850"/>
                  </a:moveTo>
                  <a:lnTo>
                    <a:pt x="812498" y="1669757"/>
                  </a:lnTo>
                  <a:lnTo>
                    <a:pt x="818598" y="1679412"/>
                  </a:lnTo>
                  <a:lnTo>
                    <a:pt x="808949" y="1685505"/>
                  </a:lnTo>
                  <a:lnTo>
                    <a:pt x="802850" y="1675850"/>
                  </a:lnTo>
                  <a:close/>
                </a:path>
                <a:path w="4352925" h="3723640">
                  <a:moveTo>
                    <a:pt x="940455" y="1589656"/>
                  </a:moveTo>
                  <a:lnTo>
                    <a:pt x="949030" y="1584232"/>
                  </a:lnTo>
                  <a:lnTo>
                    <a:pt x="954447" y="1592814"/>
                  </a:lnTo>
                  <a:lnTo>
                    <a:pt x="945872" y="1598231"/>
                  </a:lnTo>
                  <a:lnTo>
                    <a:pt x="940455" y="1589656"/>
                  </a:lnTo>
                  <a:close/>
                </a:path>
                <a:path w="4352925" h="3723640">
                  <a:moveTo>
                    <a:pt x="1078054" y="1503455"/>
                  </a:moveTo>
                  <a:lnTo>
                    <a:pt x="1085561" y="1498708"/>
                  </a:lnTo>
                  <a:lnTo>
                    <a:pt x="1090303" y="1506216"/>
                  </a:lnTo>
                  <a:lnTo>
                    <a:pt x="1082795" y="1510963"/>
                  </a:lnTo>
                  <a:lnTo>
                    <a:pt x="1078054" y="1503455"/>
                  </a:lnTo>
                  <a:close/>
                </a:path>
                <a:path w="4352925" h="3723640">
                  <a:moveTo>
                    <a:pt x="1215652" y="1417249"/>
                  </a:moveTo>
                  <a:lnTo>
                    <a:pt x="1222080" y="1413184"/>
                  </a:lnTo>
                  <a:lnTo>
                    <a:pt x="1226144" y="1419619"/>
                  </a:lnTo>
                  <a:lnTo>
                    <a:pt x="1219716" y="1423683"/>
                  </a:lnTo>
                  <a:lnTo>
                    <a:pt x="1215652" y="1417249"/>
                  </a:lnTo>
                  <a:close/>
                </a:path>
                <a:path w="4352925" h="3723640">
                  <a:moveTo>
                    <a:pt x="1353250" y="1331048"/>
                  </a:moveTo>
                  <a:lnTo>
                    <a:pt x="1358611" y="1327660"/>
                  </a:lnTo>
                  <a:lnTo>
                    <a:pt x="1361999" y="1333021"/>
                  </a:lnTo>
                  <a:lnTo>
                    <a:pt x="1356638" y="1336409"/>
                  </a:lnTo>
                  <a:lnTo>
                    <a:pt x="1353250" y="1331048"/>
                  </a:lnTo>
                  <a:close/>
                </a:path>
                <a:path w="4352925" h="3723640">
                  <a:moveTo>
                    <a:pt x="1490848" y="1244848"/>
                  </a:moveTo>
                  <a:lnTo>
                    <a:pt x="1495136" y="1242136"/>
                  </a:lnTo>
                  <a:lnTo>
                    <a:pt x="1497848" y="1246430"/>
                  </a:lnTo>
                  <a:lnTo>
                    <a:pt x="1493560" y="1249135"/>
                  </a:lnTo>
                  <a:lnTo>
                    <a:pt x="1490848" y="1244848"/>
                  </a:lnTo>
                  <a:close/>
                </a:path>
                <a:path w="4352925" h="3723640">
                  <a:moveTo>
                    <a:pt x="1628447" y="1158649"/>
                  </a:moveTo>
                  <a:lnTo>
                    <a:pt x="1631667" y="1156618"/>
                  </a:lnTo>
                  <a:lnTo>
                    <a:pt x="1633696" y="1159833"/>
                  </a:lnTo>
                  <a:lnTo>
                    <a:pt x="1630482" y="1161868"/>
                  </a:lnTo>
                  <a:lnTo>
                    <a:pt x="1628447" y="1158649"/>
                  </a:lnTo>
                  <a:close/>
                </a:path>
                <a:path w="4352925" h="3723640">
                  <a:moveTo>
                    <a:pt x="1766052" y="1072447"/>
                  </a:moveTo>
                  <a:lnTo>
                    <a:pt x="1768186" y="1071095"/>
                  </a:lnTo>
                  <a:lnTo>
                    <a:pt x="1769545" y="1073242"/>
                  </a:lnTo>
                  <a:lnTo>
                    <a:pt x="1767405" y="1074594"/>
                  </a:lnTo>
                  <a:lnTo>
                    <a:pt x="1766052" y="1072447"/>
                  </a:lnTo>
                  <a:close/>
                </a:path>
                <a:path w="4352925" h="3723640">
                  <a:moveTo>
                    <a:pt x="1904327" y="987314"/>
                  </a:moveTo>
                  <a:lnTo>
                    <a:pt x="1904268" y="985855"/>
                  </a:lnTo>
                  <a:lnTo>
                    <a:pt x="1904718" y="985570"/>
                  </a:lnTo>
                  <a:lnTo>
                    <a:pt x="1904776" y="987029"/>
                  </a:lnTo>
                  <a:lnTo>
                    <a:pt x="1904327" y="987314"/>
                  </a:lnTo>
                  <a:close/>
                </a:path>
                <a:path w="4352925" h="3723640">
                  <a:moveTo>
                    <a:pt x="60149" y="2328997"/>
                  </a:moveTo>
                  <a:lnTo>
                    <a:pt x="80526" y="2316122"/>
                  </a:lnTo>
                  <a:lnTo>
                    <a:pt x="93401" y="2336492"/>
                  </a:lnTo>
                  <a:lnTo>
                    <a:pt x="73024" y="2349368"/>
                  </a:lnTo>
                  <a:lnTo>
                    <a:pt x="60149" y="2328997"/>
                  </a:lnTo>
                  <a:close/>
                </a:path>
                <a:path w="4352925" h="3723640">
                  <a:moveTo>
                    <a:pt x="198193" y="2242895"/>
                  </a:moveTo>
                  <a:lnTo>
                    <a:pt x="216953" y="2231037"/>
                  </a:lnTo>
                  <a:lnTo>
                    <a:pt x="228811" y="2249797"/>
                  </a:lnTo>
                  <a:lnTo>
                    <a:pt x="210051" y="2261655"/>
                  </a:lnTo>
                  <a:lnTo>
                    <a:pt x="198193" y="2242895"/>
                  </a:lnTo>
                  <a:close/>
                </a:path>
                <a:path w="4352925" h="3723640">
                  <a:moveTo>
                    <a:pt x="336224" y="2156792"/>
                  </a:moveTo>
                  <a:lnTo>
                    <a:pt x="353386" y="2145951"/>
                  </a:lnTo>
                  <a:lnTo>
                    <a:pt x="364227" y="2163101"/>
                  </a:lnTo>
                  <a:lnTo>
                    <a:pt x="347064" y="2173948"/>
                  </a:lnTo>
                  <a:lnTo>
                    <a:pt x="336224" y="2156792"/>
                  </a:lnTo>
                  <a:close/>
                </a:path>
                <a:path w="4352925" h="3723640">
                  <a:moveTo>
                    <a:pt x="474261" y="2070683"/>
                  </a:moveTo>
                  <a:lnTo>
                    <a:pt x="489808" y="2060860"/>
                  </a:lnTo>
                  <a:lnTo>
                    <a:pt x="499636" y="2076406"/>
                  </a:lnTo>
                  <a:lnTo>
                    <a:pt x="484084" y="2086236"/>
                  </a:lnTo>
                  <a:lnTo>
                    <a:pt x="474261" y="2070683"/>
                  </a:lnTo>
                  <a:close/>
                </a:path>
                <a:path w="4352925" h="3723640">
                  <a:moveTo>
                    <a:pt x="612292" y="1984587"/>
                  </a:moveTo>
                  <a:lnTo>
                    <a:pt x="626241" y="1975775"/>
                  </a:lnTo>
                  <a:lnTo>
                    <a:pt x="635053" y="1989717"/>
                  </a:lnTo>
                  <a:lnTo>
                    <a:pt x="621104" y="1998529"/>
                  </a:lnTo>
                  <a:lnTo>
                    <a:pt x="612292" y="1984587"/>
                  </a:lnTo>
                  <a:close/>
                </a:path>
                <a:path w="4352925" h="3723640">
                  <a:moveTo>
                    <a:pt x="750336" y="1898484"/>
                  </a:moveTo>
                  <a:lnTo>
                    <a:pt x="762668" y="1890690"/>
                  </a:lnTo>
                  <a:lnTo>
                    <a:pt x="770462" y="1903022"/>
                  </a:lnTo>
                  <a:lnTo>
                    <a:pt x="758130" y="1910816"/>
                  </a:lnTo>
                  <a:lnTo>
                    <a:pt x="750336" y="1898484"/>
                  </a:lnTo>
                  <a:close/>
                </a:path>
                <a:path w="4352925" h="3723640">
                  <a:moveTo>
                    <a:pt x="888374" y="1812381"/>
                  </a:moveTo>
                  <a:lnTo>
                    <a:pt x="899096" y="1805605"/>
                  </a:lnTo>
                  <a:lnTo>
                    <a:pt x="905872" y="1816327"/>
                  </a:lnTo>
                  <a:lnTo>
                    <a:pt x="895150" y="1823103"/>
                  </a:lnTo>
                  <a:lnTo>
                    <a:pt x="888374" y="1812381"/>
                  </a:lnTo>
                  <a:close/>
                </a:path>
                <a:path w="4352925" h="3723640">
                  <a:moveTo>
                    <a:pt x="1026412" y="1726279"/>
                  </a:moveTo>
                  <a:lnTo>
                    <a:pt x="1035531" y="1720520"/>
                  </a:lnTo>
                  <a:lnTo>
                    <a:pt x="1041289" y="1729632"/>
                  </a:lnTo>
                  <a:lnTo>
                    <a:pt x="1032171" y="1735397"/>
                  </a:lnTo>
                  <a:lnTo>
                    <a:pt x="1026412" y="1726279"/>
                  </a:lnTo>
                  <a:close/>
                </a:path>
                <a:path w="4352925" h="3723640">
                  <a:moveTo>
                    <a:pt x="1164011" y="1640078"/>
                  </a:moveTo>
                  <a:lnTo>
                    <a:pt x="1172049" y="1634997"/>
                  </a:lnTo>
                  <a:lnTo>
                    <a:pt x="1177131" y="1643041"/>
                  </a:lnTo>
                  <a:lnTo>
                    <a:pt x="1169093" y="1648123"/>
                  </a:lnTo>
                  <a:lnTo>
                    <a:pt x="1164011" y="1640078"/>
                  </a:lnTo>
                  <a:close/>
                </a:path>
                <a:path w="4352925" h="3723640">
                  <a:moveTo>
                    <a:pt x="1301609" y="1553878"/>
                  </a:moveTo>
                  <a:lnTo>
                    <a:pt x="1308580" y="1549472"/>
                  </a:lnTo>
                  <a:lnTo>
                    <a:pt x="1312986" y="1556443"/>
                  </a:lnTo>
                  <a:lnTo>
                    <a:pt x="1306015" y="1560849"/>
                  </a:lnTo>
                  <a:lnTo>
                    <a:pt x="1301609" y="1553878"/>
                  </a:lnTo>
                  <a:close/>
                </a:path>
                <a:path w="4352925" h="3723640">
                  <a:moveTo>
                    <a:pt x="1439207" y="1467678"/>
                  </a:moveTo>
                  <a:lnTo>
                    <a:pt x="1445105" y="1463948"/>
                  </a:lnTo>
                  <a:lnTo>
                    <a:pt x="1448835" y="1469852"/>
                  </a:lnTo>
                  <a:lnTo>
                    <a:pt x="1442937" y="1473575"/>
                  </a:lnTo>
                  <a:lnTo>
                    <a:pt x="1439207" y="1467678"/>
                  </a:lnTo>
                  <a:close/>
                </a:path>
                <a:path w="4352925" h="3723640">
                  <a:moveTo>
                    <a:pt x="1576813" y="1381477"/>
                  </a:moveTo>
                  <a:lnTo>
                    <a:pt x="1581637" y="1378430"/>
                  </a:lnTo>
                  <a:lnTo>
                    <a:pt x="1584684" y="1383248"/>
                  </a:lnTo>
                  <a:lnTo>
                    <a:pt x="1579859" y="1386302"/>
                  </a:lnTo>
                  <a:lnTo>
                    <a:pt x="1576813" y="1381477"/>
                  </a:lnTo>
                  <a:close/>
                </a:path>
                <a:path w="4352925" h="3723640">
                  <a:moveTo>
                    <a:pt x="1714411" y="1295277"/>
                  </a:moveTo>
                  <a:lnTo>
                    <a:pt x="1718162" y="1292906"/>
                  </a:lnTo>
                  <a:lnTo>
                    <a:pt x="1720532" y="1296657"/>
                  </a:lnTo>
                  <a:lnTo>
                    <a:pt x="1716781" y="1299027"/>
                  </a:lnTo>
                  <a:lnTo>
                    <a:pt x="1714411" y="1295277"/>
                  </a:lnTo>
                  <a:close/>
                </a:path>
                <a:path w="4352925" h="3723640">
                  <a:moveTo>
                    <a:pt x="1852010" y="1209076"/>
                  </a:moveTo>
                  <a:lnTo>
                    <a:pt x="1854687" y="1207382"/>
                  </a:lnTo>
                  <a:lnTo>
                    <a:pt x="1856381" y="1210060"/>
                  </a:lnTo>
                  <a:lnTo>
                    <a:pt x="1853704" y="1211754"/>
                  </a:lnTo>
                  <a:lnTo>
                    <a:pt x="1852010" y="1209076"/>
                  </a:lnTo>
                  <a:close/>
                </a:path>
                <a:path w="4352925" h="3723640">
                  <a:moveTo>
                    <a:pt x="1989608" y="1122870"/>
                  </a:moveTo>
                  <a:lnTo>
                    <a:pt x="1991218" y="1121852"/>
                  </a:lnTo>
                  <a:lnTo>
                    <a:pt x="1992236" y="1123468"/>
                  </a:lnTo>
                  <a:lnTo>
                    <a:pt x="1990626" y="1124486"/>
                  </a:lnTo>
                  <a:lnTo>
                    <a:pt x="1989608" y="1122870"/>
                  </a:lnTo>
                  <a:close/>
                </a:path>
                <a:path w="4352925" h="3723640">
                  <a:moveTo>
                    <a:pt x="7635" y="2551625"/>
                  </a:moveTo>
                  <a:lnTo>
                    <a:pt x="30696" y="2537055"/>
                  </a:lnTo>
                  <a:lnTo>
                    <a:pt x="45266" y="2560116"/>
                  </a:lnTo>
                  <a:lnTo>
                    <a:pt x="22205" y="2574686"/>
                  </a:lnTo>
                  <a:lnTo>
                    <a:pt x="7635" y="2551625"/>
                  </a:lnTo>
                  <a:close/>
                </a:path>
                <a:path w="4352925" h="3723640">
                  <a:moveTo>
                    <a:pt x="145673" y="2465522"/>
                  </a:moveTo>
                  <a:lnTo>
                    <a:pt x="167123" y="2451970"/>
                  </a:lnTo>
                  <a:lnTo>
                    <a:pt x="180676" y="2473421"/>
                  </a:lnTo>
                  <a:lnTo>
                    <a:pt x="159225" y="2486973"/>
                  </a:lnTo>
                  <a:lnTo>
                    <a:pt x="145673" y="2465522"/>
                  </a:lnTo>
                  <a:close/>
                </a:path>
                <a:path w="4352925" h="3723640">
                  <a:moveTo>
                    <a:pt x="284150" y="2379518"/>
                  </a:moveTo>
                  <a:lnTo>
                    <a:pt x="303447" y="2367325"/>
                  </a:lnTo>
                  <a:lnTo>
                    <a:pt x="315646" y="2386622"/>
                  </a:lnTo>
                  <a:lnTo>
                    <a:pt x="296343" y="2398821"/>
                  </a:lnTo>
                  <a:lnTo>
                    <a:pt x="284150" y="2379518"/>
                  </a:lnTo>
                  <a:close/>
                </a:path>
                <a:path w="4352925" h="3723640">
                  <a:moveTo>
                    <a:pt x="422187" y="2293414"/>
                  </a:moveTo>
                  <a:lnTo>
                    <a:pt x="439881" y="2282239"/>
                  </a:lnTo>
                  <a:lnTo>
                    <a:pt x="451063" y="2299932"/>
                  </a:lnTo>
                  <a:lnTo>
                    <a:pt x="433370" y="2311114"/>
                  </a:lnTo>
                  <a:lnTo>
                    <a:pt x="422187" y="2293414"/>
                  </a:lnTo>
                  <a:close/>
                </a:path>
                <a:path w="4352925" h="3723640">
                  <a:moveTo>
                    <a:pt x="560226" y="2207318"/>
                  </a:moveTo>
                  <a:lnTo>
                    <a:pt x="576308" y="2197154"/>
                  </a:lnTo>
                  <a:lnTo>
                    <a:pt x="586472" y="2213237"/>
                  </a:lnTo>
                  <a:lnTo>
                    <a:pt x="570390" y="2223401"/>
                  </a:lnTo>
                  <a:lnTo>
                    <a:pt x="560226" y="2207318"/>
                  </a:lnTo>
                  <a:close/>
                </a:path>
                <a:path w="4352925" h="3723640">
                  <a:moveTo>
                    <a:pt x="698263" y="2121209"/>
                  </a:moveTo>
                  <a:lnTo>
                    <a:pt x="712736" y="2112063"/>
                  </a:lnTo>
                  <a:lnTo>
                    <a:pt x="721883" y="2126542"/>
                  </a:lnTo>
                  <a:lnTo>
                    <a:pt x="707410" y="2135688"/>
                  </a:lnTo>
                  <a:lnTo>
                    <a:pt x="698263" y="2121209"/>
                  </a:lnTo>
                  <a:close/>
                </a:path>
                <a:path w="4352925" h="3723640">
                  <a:moveTo>
                    <a:pt x="835862" y="2035009"/>
                  </a:moveTo>
                  <a:lnTo>
                    <a:pt x="849267" y="2026539"/>
                  </a:lnTo>
                  <a:lnTo>
                    <a:pt x="857738" y="2039944"/>
                  </a:lnTo>
                  <a:lnTo>
                    <a:pt x="844332" y="2048414"/>
                  </a:lnTo>
                  <a:lnTo>
                    <a:pt x="835862" y="2035009"/>
                  </a:lnTo>
                  <a:close/>
                </a:path>
                <a:path w="4352925" h="3723640">
                  <a:moveTo>
                    <a:pt x="974332" y="1949004"/>
                  </a:moveTo>
                  <a:lnTo>
                    <a:pt x="985591" y="1941893"/>
                  </a:lnTo>
                  <a:lnTo>
                    <a:pt x="992708" y="1953151"/>
                  </a:lnTo>
                  <a:lnTo>
                    <a:pt x="981449" y="1960263"/>
                  </a:lnTo>
                  <a:lnTo>
                    <a:pt x="974332" y="1949004"/>
                  </a:lnTo>
                  <a:close/>
                </a:path>
                <a:path w="4352925" h="3723640">
                  <a:moveTo>
                    <a:pt x="1112376" y="1862901"/>
                  </a:moveTo>
                  <a:lnTo>
                    <a:pt x="1122025" y="1856808"/>
                  </a:lnTo>
                  <a:lnTo>
                    <a:pt x="1128124" y="1866463"/>
                  </a:lnTo>
                  <a:lnTo>
                    <a:pt x="1118476" y="1872556"/>
                  </a:lnTo>
                  <a:lnTo>
                    <a:pt x="1112376" y="1862901"/>
                  </a:lnTo>
                  <a:close/>
                </a:path>
                <a:path w="4352925" h="3723640">
                  <a:moveTo>
                    <a:pt x="1249975" y="1776701"/>
                  </a:moveTo>
                  <a:lnTo>
                    <a:pt x="1258550" y="1771284"/>
                  </a:lnTo>
                  <a:lnTo>
                    <a:pt x="1263973" y="1779859"/>
                  </a:lnTo>
                  <a:lnTo>
                    <a:pt x="1255392" y="1785282"/>
                  </a:lnTo>
                  <a:lnTo>
                    <a:pt x="1249975" y="1776701"/>
                  </a:lnTo>
                  <a:close/>
                </a:path>
                <a:path w="4352925" h="3723640">
                  <a:moveTo>
                    <a:pt x="1387573" y="1690502"/>
                  </a:moveTo>
                  <a:lnTo>
                    <a:pt x="1395074" y="1685760"/>
                  </a:lnTo>
                  <a:lnTo>
                    <a:pt x="1399821" y="1693268"/>
                  </a:lnTo>
                  <a:lnTo>
                    <a:pt x="1392313" y="1698008"/>
                  </a:lnTo>
                  <a:lnTo>
                    <a:pt x="1387573" y="1690502"/>
                  </a:lnTo>
                  <a:close/>
                </a:path>
                <a:path w="4352925" h="3723640">
                  <a:moveTo>
                    <a:pt x="1525166" y="1604300"/>
                  </a:moveTo>
                  <a:lnTo>
                    <a:pt x="1531606" y="1600236"/>
                  </a:lnTo>
                  <a:lnTo>
                    <a:pt x="1535671" y="1606670"/>
                  </a:lnTo>
                  <a:lnTo>
                    <a:pt x="1529237" y="1610741"/>
                  </a:lnTo>
                  <a:lnTo>
                    <a:pt x="1525166" y="1604300"/>
                  </a:lnTo>
                  <a:close/>
                </a:path>
                <a:path w="4352925" h="3723640">
                  <a:moveTo>
                    <a:pt x="1663209" y="1518197"/>
                  </a:moveTo>
                  <a:lnTo>
                    <a:pt x="1668034" y="1515151"/>
                  </a:lnTo>
                  <a:lnTo>
                    <a:pt x="1671080" y="1519975"/>
                  </a:lnTo>
                  <a:lnTo>
                    <a:pt x="1666256" y="1523028"/>
                  </a:lnTo>
                  <a:lnTo>
                    <a:pt x="1663209" y="1518197"/>
                  </a:lnTo>
                  <a:close/>
                </a:path>
                <a:path w="4352925" h="3723640">
                  <a:moveTo>
                    <a:pt x="1800369" y="1431906"/>
                  </a:moveTo>
                  <a:lnTo>
                    <a:pt x="1804656" y="1429194"/>
                  </a:lnTo>
                  <a:lnTo>
                    <a:pt x="1807368" y="1433482"/>
                  </a:lnTo>
                  <a:lnTo>
                    <a:pt x="1803081" y="1436193"/>
                  </a:lnTo>
                  <a:lnTo>
                    <a:pt x="1800369" y="1431906"/>
                  </a:lnTo>
                  <a:close/>
                </a:path>
                <a:path w="4352925" h="3723640">
                  <a:moveTo>
                    <a:pt x="1937967" y="1345699"/>
                  </a:moveTo>
                  <a:lnTo>
                    <a:pt x="1941188" y="1343664"/>
                  </a:lnTo>
                  <a:lnTo>
                    <a:pt x="1943223" y="1346884"/>
                  </a:lnTo>
                  <a:lnTo>
                    <a:pt x="1939997" y="1348920"/>
                  </a:lnTo>
                  <a:lnTo>
                    <a:pt x="1937967" y="1345699"/>
                  </a:lnTo>
                  <a:close/>
                </a:path>
                <a:path w="4352925" h="3723640">
                  <a:moveTo>
                    <a:pt x="2075566" y="1259500"/>
                  </a:moveTo>
                  <a:lnTo>
                    <a:pt x="2077713" y="1258140"/>
                  </a:lnTo>
                  <a:lnTo>
                    <a:pt x="2079066" y="1260287"/>
                  </a:lnTo>
                  <a:lnTo>
                    <a:pt x="2076925" y="1261646"/>
                  </a:lnTo>
                  <a:lnTo>
                    <a:pt x="2075566" y="1259500"/>
                  </a:lnTo>
                  <a:close/>
                </a:path>
                <a:path w="4352925" h="3723640">
                  <a:moveTo>
                    <a:pt x="2213848" y="1174372"/>
                  </a:moveTo>
                  <a:lnTo>
                    <a:pt x="2213789" y="1172912"/>
                  </a:lnTo>
                  <a:lnTo>
                    <a:pt x="2214245" y="1172622"/>
                  </a:lnTo>
                  <a:lnTo>
                    <a:pt x="2214303" y="1174085"/>
                  </a:lnTo>
                  <a:lnTo>
                    <a:pt x="2213848" y="1174372"/>
                  </a:lnTo>
                  <a:close/>
                </a:path>
                <a:path w="4352925" h="3723640">
                  <a:moveTo>
                    <a:pt x="93600" y="2688248"/>
                  </a:moveTo>
                  <a:lnTo>
                    <a:pt x="117191" y="2673343"/>
                  </a:lnTo>
                  <a:lnTo>
                    <a:pt x="132102" y="2696933"/>
                  </a:lnTo>
                  <a:lnTo>
                    <a:pt x="108511" y="2711838"/>
                  </a:lnTo>
                  <a:lnTo>
                    <a:pt x="93600" y="2688248"/>
                  </a:lnTo>
                  <a:close/>
                </a:path>
                <a:path w="4352925" h="3723640">
                  <a:moveTo>
                    <a:pt x="231638" y="2602152"/>
                  </a:moveTo>
                  <a:lnTo>
                    <a:pt x="253625" y="2588258"/>
                  </a:lnTo>
                  <a:lnTo>
                    <a:pt x="267512" y="2610239"/>
                  </a:lnTo>
                  <a:lnTo>
                    <a:pt x="245525" y="2624132"/>
                  </a:lnTo>
                  <a:lnTo>
                    <a:pt x="231638" y="2602152"/>
                  </a:lnTo>
                  <a:close/>
                </a:path>
                <a:path w="4352925" h="3723640">
                  <a:moveTo>
                    <a:pt x="369676" y="2516049"/>
                  </a:moveTo>
                  <a:lnTo>
                    <a:pt x="390053" y="2503173"/>
                  </a:lnTo>
                  <a:lnTo>
                    <a:pt x="402922" y="2523543"/>
                  </a:lnTo>
                  <a:lnTo>
                    <a:pt x="382552" y="2536419"/>
                  </a:lnTo>
                  <a:lnTo>
                    <a:pt x="369676" y="2516049"/>
                  </a:lnTo>
                  <a:close/>
                </a:path>
                <a:path w="4352925" h="3723640">
                  <a:moveTo>
                    <a:pt x="507713" y="2429940"/>
                  </a:moveTo>
                  <a:lnTo>
                    <a:pt x="526480" y="2418081"/>
                  </a:lnTo>
                  <a:lnTo>
                    <a:pt x="538339" y="2436854"/>
                  </a:lnTo>
                  <a:lnTo>
                    <a:pt x="519572" y="2448713"/>
                  </a:lnTo>
                  <a:lnTo>
                    <a:pt x="507713" y="2429940"/>
                  </a:lnTo>
                  <a:close/>
                </a:path>
                <a:path w="4352925" h="3723640">
                  <a:moveTo>
                    <a:pt x="645744" y="2343837"/>
                  </a:moveTo>
                  <a:lnTo>
                    <a:pt x="662907" y="2332996"/>
                  </a:lnTo>
                  <a:lnTo>
                    <a:pt x="673754" y="2350159"/>
                  </a:lnTo>
                  <a:lnTo>
                    <a:pt x="656591" y="2360999"/>
                  </a:lnTo>
                  <a:lnTo>
                    <a:pt x="645744" y="2343837"/>
                  </a:lnTo>
                  <a:close/>
                </a:path>
                <a:path w="4352925" h="3723640">
                  <a:moveTo>
                    <a:pt x="784221" y="2257838"/>
                  </a:moveTo>
                  <a:lnTo>
                    <a:pt x="799237" y="2248350"/>
                  </a:lnTo>
                  <a:lnTo>
                    <a:pt x="808724" y="2263360"/>
                  </a:lnTo>
                  <a:lnTo>
                    <a:pt x="793709" y="2272848"/>
                  </a:lnTo>
                  <a:lnTo>
                    <a:pt x="784221" y="2257838"/>
                  </a:lnTo>
                  <a:close/>
                </a:path>
                <a:path w="4352925" h="3723640">
                  <a:moveTo>
                    <a:pt x="921820" y="2171639"/>
                  </a:moveTo>
                  <a:lnTo>
                    <a:pt x="935768" y="2162826"/>
                  </a:lnTo>
                  <a:lnTo>
                    <a:pt x="944573" y="2176762"/>
                  </a:lnTo>
                  <a:lnTo>
                    <a:pt x="930630" y="2185574"/>
                  </a:lnTo>
                  <a:lnTo>
                    <a:pt x="921820" y="2171639"/>
                  </a:lnTo>
                  <a:close/>
                </a:path>
                <a:path w="4352925" h="3723640">
                  <a:moveTo>
                    <a:pt x="1059864" y="2085535"/>
                  </a:moveTo>
                  <a:lnTo>
                    <a:pt x="1072189" y="2077748"/>
                  </a:lnTo>
                  <a:lnTo>
                    <a:pt x="1079983" y="2090074"/>
                  </a:lnTo>
                  <a:lnTo>
                    <a:pt x="1067651" y="2097861"/>
                  </a:lnTo>
                  <a:lnTo>
                    <a:pt x="1059864" y="2085535"/>
                  </a:lnTo>
                  <a:close/>
                </a:path>
                <a:path w="4352925" h="3723640">
                  <a:moveTo>
                    <a:pt x="1198334" y="1999530"/>
                  </a:moveTo>
                  <a:lnTo>
                    <a:pt x="1208519" y="1993096"/>
                  </a:lnTo>
                  <a:lnTo>
                    <a:pt x="1214960" y="2003281"/>
                  </a:lnTo>
                  <a:lnTo>
                    <a:pt x="1204775" y="2009715"/>
                  </a:lnTo>
                  <a:lnTo>
                    <a:pt x="1198334" y="1999530"/>
                  </a:lnTo>
                  <a:close/>
                </a:path>
                <a:path w="4352925" h="3723640">
                  <a:moveTo>
                    <a:pt x="1335932" y="1913330"/>
                  </a:moveTo>
                  <a:lnTo>
                    <a:pt x="1345044" y="1907572"/>
                  </a:lnTo>
                  <a:lnTo>
                    <a:pt x="1350809" y="1916689"/>
                  </a:lnTo>
                  <a:lnTo>
                    <a:pt x="1341698" y="1922448"/>
                  </a:lnTo>
                  <a:lnTo>
                    <a:pt x="1335932" y="1913330"/>
                  </a:lnTo>
                  <a:close/>
                </a:path>
                <a:path w="4352925" h="3723640">
                  <a:moveTo>
                    <a:pt x="1473531" y="1827123"/>
                  </a:moveTo>
                  <a:lnTo>
                    <a:pt x="1481575" y="1822041"/>
                  </a:lnTo>
                  <a:lnTo>
                    <a:pt x="1486657" y="1830086"/>
                  </a:lnTo>
                  <a:lnTo>
                    <a:pt x="1478613" y="1835168"/>
                  </a:lnTo>
                  <a:lnTo>
                    <a:pt x="1473531" y="1827123"/>
                  </a:lnTo>
                  <a:close/>
                </a:path>
                <a:path w="4352925" h="3723640">
                  <a:moveTo>
                    <a:pt x="1611136" y="1740929"/>
                  </a:moveTo>
                  <a:lnTo>
                    <a:pt x="1618107" y="1736523"/>
                  </a:lnTo>
                  <a:lnTo>
                    <a:pt x="1622506" y="1743489"/>
                  </a:lnTo>
                  <a:lnTo>
                    <a:pt x="1615535" y="1747894"/>
                  </a:lnTo>
                  <a:lnTo>
                    <a:pt x="1611136" y="1740929"/>
                  </a:lnTo>
                  <a:close/>
                </a:path>
                <a:path w="4352925" h="3723640">
                  <a:moveTo>
                    <a:pt x="1749167" y="1654827"/>
                  </a:moveTo>
                  <a:lnTo>
                    <a:pt x="1754528" y="1651439"/>
                  </a:lnTo>
                  <a:lnTo>
                    <a:pt x="1757916" y="1656800"/>
                  </a:lnTo>
                  <a:lnTo>
                    <a:pt x="1752555" y="1660188"/>
                  </a:lnTo>
                  <a:lnTo>
                    <a:pt x="1749167" y="1654827"/>
                  </a:lnTo>
                  <a:close/>
                </a:path>
                <a:path w="4352925" h="3723640">
                  <a:moveTo>
                    <a:pt x="1886766" y="1568627"/>
                  </a:moveTo>
                  <a:lnTo>
                    <a:pt x="1891059" y="1565915"/>
                  </a:lnTo>
                  <a:lnTo>
                    <a:pt x="1893765" y="1570202"/>
                  </a:lnTo>
                  <a:lnTo>
                    <a:pt x="1889477" y="1572914"/>
                  </a:lnTo>
                  <a:lnTo>
                    <a:pt x="1886766" y="1568627"/>
                  </a:lnTo>
                  <a:close/>
                </a:path>
                <a:path w="4352925" h="3723640">
                  <a:moveTo>
                    <a:pt x="2024364" y="1482426"/>
                  </a:moveTo>
                  <a:lnTo>
                    <a:pt x="2027591" y="1480391"/>
                  </a:lnTo>
                  <a:lnTo>
                    <a:pt x="2029620" y="1483605"/>
                  </a:lnTo>
                  <a:lnTo>
                    <a:pt x="2026400" y="1485640"/>
                  </a:lnTo>
                  <a:lnTo>
                    <a:pt x="2024364" y="1482426"/>
                  </a:lnTo>
                  <a:close/>
                </a:path>
                <a:path w="4352925" h="3723640">
                  <a:moveTo>
                    <a:pt x="2161530" y="1396122"/>
                  </a:moveTo>
                  <a:lnTo>
                    <a:pt x="2164213" y="1394428"/>
                  </a:lnTo>
                  <a:lnTo>
                    <a:pt x="2165908" y="1397111"/>
                  </a:lnTo>
                  <a:lnTo>
                    <a:pt x="2163224" y="1398805"/>
                  </a:lnTo>
                  <a:lnTo>
                    <a:pt x="2161530" y="1396122"/>
                  </a:lnTo>
                  <a:close/>
                </a:path>
                <a:path w="4352925" h="3723640">
                  <a:moveTo>
                    <a:pt x="2299135" y="1309928"/>
                  </a:moveTo>
                  <a:lnTo>
                    <a:pt x="2300739" y="1308910"/>
                  </a:lnTo>
                  <a:lnTo>
                    <a:pt x="2301750" y="1310514"/>
                  </a:lnTo>
                  <a:lnTo>
                    <a:pt x="2300146" y="1311532"/>
                  </a:lnTo>
                  <a:lnTo>
                    <a:pt x="2299135" y="1309928"/>
                  </a:lnTo>
                  <a:close/>
                </a:path>
                <a:path w="4352925" h="3723640">
                  <a:moveTo>
                    <a:pt x="40648" y="2910778"/>
                  </a:moveTo>
                  <a:lnTo>
                    <a:pt x="67459" y="2893838"/>
                  </a:lnTo>
                  <a:lnTo>
                    <a:pt x="84399" y="2920643"/>
                  </a:lnTo>
                  <a:lnTo>
                    <a:pt x="57588" y="2937590"/>
                  </a:lnTo>
                  <a:lnTo>
                    <a:pt x="40648" y="2910778"/>
                  </a:lnTo>
                  <a:close/>
                </a:path>
                <a:path w="4352925" h="3723640">
                  <a:moveTo>
                    <a:pt x="179124" y="2824779"/>
                  </a:moveTo>
                  <a:lnTo>
                    <a:pt x="203788" y="2809192"/>
                  </a:lnTo>
                  <a:lnTo>
                    <a:pt x="219376" y="2833856"/>
                  </a:lnTo>
                  <a:lnTo>
                    <a:pt x="194712" y="2849437"/>
                  </a:lnTo>
                  <a:lnTo>
                    <a:pt x="179124" y="2824779"/>
                  </a:lnTo>
                  <a:close/>
                </a:path>
                <a:path w="4352925" h="3723640">
                  <a:moveTo>
                    <a:pt x="317155" y="2738671"/>
                  </a:moveTo>
                  <a:lnTo>
                    <a:pt x="340216" y="2724101"/>
                  </a:lnTo>
                  <a:lnTo>
                    <a:pt x="354786" y="2747161"/>
                  </a:lnTo>
                  <a:lnTo>
                    <a:pt x="331725" y="2761731"/>
                  </a:lnTo>
                  <a:lnTo>
                    <a:pt x="317155" y="2738671"/>
                  </a:lnTo>
                  <a:close/>
                </a:path>
                <a:path w="4352925" h="3723640">
                  <a:moveTo>
                    <a:pt x="455632" y="2652672"/>
                  </a:moveTo>
                  <a:lnTo>
                    <a:pt x="476546" y="2639461"/>
                  </a:lnTo>
                  <a:lnTo>
                    <a:pt x="489756" y="2660368"/>
                  </a:lnTo>
                  <a:lnTo>
                    <a:pt x="468849" y="2673585"/>
                  </a:lnTo>
                  <a:lnTo>
                    <a:pt x="455632" y="2652672"/>
                  </a:lnTo>
                  <a:close/>
                </a:path>
                <a:path w="4352925" h="3723640">
                  <a:moveTo>
                    <a:pt x="593677" y="2566570"/>
                  </a:moveTo>
                  <a:lnTo>
                    <a:pt x="612973" y="2554376"/>
                  </a:lnTo>
                  <a:lnTo>
                    <a:pt x="625173" y="2573673"/>
                  </a:lnTo>
                  <a:lnTo>
                    <a:pt x="605870" y="2585873"/>
                  </a:lnTo>
                  <a:lnTo>
                    <a:pt x="593677" y="2566570"/>
                  </a:lnTo>
                  <a:close/>
                </a:path>
                <a:path w="4352925" h="3723640">
                  <a:moveTo>
                    <a:pt x="731707" y="2480466"/>
                  </a:moveTo>
                  <a:lnTo>
                    <a:pt x="749400" y="2469284"/>
                  </a:lnTo>
                  <a:lnTo>
                    <a:pt x="760582" y="2486977"/>
                  </a:lnTo>
                  <a:lnTo>
                    <a:pt x="742889" y="2498159"/>
                  </a:lnTo>
                  <a:lnTo>
                    <a:pt x="731707" y="2480466"/>
                  </a:lnTo>
                  <a:close/>
                </a:path>
                <a:path w="4352925" h="3723640">
                  <a:moveTo>
                    <a:pt x="869745" y="2394363"/>
                  </a:moveTo>
                  <a:lnTo>
                    <a:pt x="885827" y="2384199"/>
                  </a:lnTo>
                  <a:lnTo>
                    <a:pt x="895992" y="2400282"/>
                  </a:lnTo>
                  <a:lnTo>
                    <a:pt x="879909" y="2410446"/>
                  </a:lnTo>
                  <a:lnTo>
                    <a:pt x="869745" y="2394363"/>
                  </a:lnTo>
                  <a:close/>
                </a:path>
                <a:path w="4352925" h="3723640">
                  <a:moveTo>
                    <a:pt x="1007783" y="2308260"/>
                  </a:moveTo>
                  <a:lnTo>
                    <a:pt x="1022262" y="2299114"/>
                  </a:lnTo>
                  <a:lnTo>
                    <a:pt x="1031408" y="2313587"/>
                  </a:lnTo>
                  <a:lnTo>
                    <a:pt x="1016929" y="2322733"/>
                  </a:lnTo>
                  <a:lnTo>
                    <a:pt x="1007783" y="2308260"/>
                  </a:lnTo>
                  <a:close/>
                </a:path>
                <a:path w="4352925" h="3723640">
                  <a:moveTo>
                    <a:pt x="1145821" y="2222164"/>
                  </a:moveTo>
                  <a:lnTo>
                    <a:pt x="1158690" y="2214029"/>
                  </a:lnTo>
                  <a:lnTo>
                    <a:pt x="1166819" y="2226898"/>
                  </a:lnTo>
                  <a:lnTo>
                    <a:pt x="1153950" y="2235033"/>
                  </a:lnTo>
                  <a:lnTo>
                    <a:pt x="1145821" y="2222164"/>
                  </a:lnTo>
                  <a:close/>
                </a:path>
                <a:path w="4352925" h="3723640">
                  <a:moveTo>
                    <a:pt x="1284291" y="2136159"/>
                  </a:moveTo>
                  <a:lnTo>
                    <a:pt x="1295013" y="2129383"/>
                  </a:lnTo>
                  <a:lnTo>
                    <a:pt x="1301789" y="2140105"/>
                  </a:lnTo>
                  <a:lnTo>
                    <a:pt x="1291067" y="2146881"/>
                  </a:lnTo>
                  <a:lnTo>
                    <a:pt x="1284291" y="2136159"/>
                  </a:lnTo>
                  <a:close/>
                </a:path>
                <a:path w="4352925" h="3723640">
                  <a:moveTo>
                    <a:pt x="1421889" y="2049953"/>
                  </a:moveTo>
                  <a:lnTo>
                    <a:pt x="1431544" y="2043853"/>
                  </a:lnTo>
                  <a:lnTo>
                    <a:pt x="1437644" y="2053508"/>
                  </a:lnTo>
                  <a:lnTo>
                    <a:pt x="1427989" y="2059608"/>
                  </a:lnTo>
                  <a:lnTo>
                    <a:pt x="1421889" y="2049953"/>
                  </a:lnTo>
                  <a:close/>
                </a:path>
                <a:path w="4352925" h="3723640">
                  <a:moveTo>
                    <a:pt x="1559496" y="1963759"/>
                  </a:moveTo>
                  <a:lnTo>
                    <a:pt x="1568076" y="1958335"/>
                  </a:lnTo>
                  <a:lnTo>
                    <a:pt x="1573500" y="1966910"/>
                  </a:lnTo>
                  <a:lnTo>
                    <a:pt x="1564912" y="1972334"/>
                  </a:lnTo>
                  <a:lnTo>
                    <a:pt x="1559496" y="1963759"/>
                  </a:lnTo>
                  <a:close/>
                </a:path>
                <a:path w="4352925" h="3723640">
                  <a:moveTo>
                    <a:pt x="1697093" y="1877558"/>
                  </a:moveTo>
                  <a:lnTo>
                    <a:pt x="1704601" y="1872811"/>
                  </a:lnTo>
                  <a:lnTo>
                    <a:pt x="1709342" y="1880319"/>
                  </a:lnTo>
                  <a:lnTo>
                    <a:pt x="1701834" y="1885066"/>
                  </a:lnTo>
                  <a:lnTo>
                    <a:pt x="1697093" y="1877558"/>
                  </a:lnTo>
                  <a:close/>
                </a:path>
                <a:path w="4352925" h="3723640">
                  <a:moveTo>
                    <a:pt x="1835131" y="1791456"/>
                  </a:moveTo>
                  <a:lnTo>
                    <a:pt x="1841028" y="1787726"/>
                  </a:lnTo>
                  <a:lnTo>
                    <a:pt x="1844758" y="1793624"/>
                  </a:lnTo>
                  <a:lnTo>
                    <a:pt x="1838860" y="1797353"/>
                  </a:lnTo>
                  <a:lnTo>
                    <a:pt x="1835131" y="1791456"/>
                  </a:lnTo>
                  <a:close/>
                </a:path>
                <a:path w="4352925" h="3723640">
                  <a:moveTo>
                    <a:pt x="1972729" y="1705249"/>
                  </a:moveTo>
                  <a:lnTo>
                    <a:pt x="1977560" y="1702202"/>
                  </a:lnTo>
                  <a:lnTo>
                    <a:pt x="1980607" y="1707027"/>
                  </a:lnTo>
                  <a:lnTo>
                    <a:pt x="1975783" y="1710080"/>
                  </a:lnTo>
                  <a:lnTo>
                    <a:pt x="1972729" y="1705249"/>
                  </a:lnTo>
                  <a:close/>
                </a:path>
                <a:path w="4352925" h="3723640">
                  <a:moveTo>
                    <a:pt x="2110328" y="1619049"/>
                  </a:moveTo>
                  <a:lnTo>
                    <a:pt x="2114085" y="1616678"/>
                  </a:lnTo>
                  <a:lnTo>
                    <a:pt x="2116456" y="1620429"/>
                  </a:lnTo>
                  <a:lnTo>
                    <a:pt x="2112698" y="1622799"/>
                  </a:lnTo>
                  <a:lnTo>
                    <a:pt x="2110328" y="1619049"/>
                  </a:lnTo>
                  <a:close/>
                </a:path>
                <a:path w="4352925" h="3723640">
                  <a:moveTo>
                    <a:pt x="2247933" y="1532848"/>
                  </a:moveTo>
                  <a:lnTo>
                    <a:pt x="2250610" y="1531154"/>
                  </a:lnTo>
                  <a:lnTo>
                    <a:pt x="2252304" y="1533832"/>
                  </a:lnTo>
                  <a:lnTo>
                    <a:pt x="2249627" y="1535525"/>
                  </a:lnTo>
                  <a:lnTo>
                    <a:pt x="2247933" y="1532848"/>
                  </a:lnTo>
                  <a:close/>
                </a:path>
                <a:path w="4352925" h="3723640">
                  <a:moveTo>
                    <a:pt x="2385532" y="1446648"/>
                  </a:moveTo>
                  <a:lnTo>
                    <a:pt x="2387135" y="1445630"/>
                  </a:lnTo>
                  <a:lnTo>
                    <a:pt x="2388153" y="1447240"/>
                  </a:lnTo>
                  <a:lnTo>
                    <a:pt x="2386549" y="1448258"/>
                  </a:lnTo>
                  <a:lnTo>
                    <a:pt x="2385532" y="1446648"/>
                  </a:lnTo>
                  <a:close/>
                </a:path>
                <a:path w="4352925" h="3723640">
                  <a:moveTo>
                    <a:pt x="0" y="3152184"/>
                  </a:moveTo>
                  <a:lnTo>
                    <a:pt x="0" y="3125907"/>
                  </a:lnTo>
                  <a:lnTo>
                    <a:pt x="17623" y="3114771"/>
                  </a:lnTo>
                  <a:lnTo>
                    <a:pt x="36258" y="3144265"/>
                  </a:lnTo>
                  <a:lnTo>
                    <a:pt x="6770" y="3162900"/>
                  </a:lnTo>
                  <a:lnTo>
                    <a:pt x="0" y="3152184"/>
                  </a:lnTo>
                  <a:close/>
                </a:path>
                <a:path w="4352925" h="3723640">
                  <a:moveTo>
                    <a:pt x="126173" y="3047309"/>
                  </a:moveTo>
                  <a:lnTo>
                    <a:pt x="154057" y="3029692"/>
                  </a:lnTo>
                  <a:lnTo>
                    <a:pt x="171674" y="3057564"/>
                  </a:lnTo>
                  <a:lnTo>
                    <a:pt x="143789" y="3075187"/>
                  </a:lnTo>
                  <a:lnTo>
                    <a:pt x="126173" y="3047309"/>
                  </a:lnTo>
                  <a:close/>
                </a:path>
                <a:path w="4352925" h="3723640">
                  <a:moveTo>
                    <a:pt x="264643" y="2961304"/>
                  </a:moveTo>
                  <a:lnTo>
                    <a:pt x="290381" y="2945041"/>
                  </a:lnTo>
                  <a:lnTo>
                    <a:pt x="306645" y="2970778"/>
                  </a:lnTo>
                  <a:lnTo>
                    <a:pt x="280907" y="2987042"/>
                  </a:lnTo>
                  <a:lnTo>
                    <a:pt x="264643" y="2961304"/>
                  </a:lnTo>
                  <a:close/>
                </a:path>
                <a:path w="4352925" h="3723640">
                  <a:moveTo>
                    <a:pt x="403126" y="2875299"/>
                  </a:moveTo>
                  <a:lnTo>
                    <a:pt x="426717" y="2860394"/>
                  </a:lnTo>
                  <a:lnTo>
                    <a:pt x="441622" y="2883979"/>
                  </a:lnTo>
                  <a:lnTo>
                    <a:pt x="418031" y="2898890"/>
                  </a:lnTo>
                  <a:lnTo>
                    <a:pt x="403126" y="2875299"/>
                  </a:lnTo>
                  <a:close/>
                </a:path>
                <a:path w="4352925" h="3723640">
                  <a:moveTo>
                    <a:pt x="541157" y="2789196"/>
                  </a:moveTo>
                  <a:lnTo>
                    <a:pt x="563138" y="2775309"/>
                  </a:lnTo>
                  <a:lnTo>
                    <a:pt x="577031" y="2797290"/>
                  </a:lnTo>
                  <a:lnTo>
                    <a:pt x="555051" y="2811183"/>
                  </a:lnTo>
                  <a:lnTo>
                    <a:pt x="541157" y="2789196"/>
                  </a:lnTo>
                  <a:close/>
                </a:path>
                <a:path w="4352925" h="3723640">
                  <a:moveTo>
                    <a:pt x="679634" y="2703197"/>
                  </a:moveTo>
                  <a:lnTo>
                    <a:pt x="699474" y="2690657"/>
                  </a:lnTo>
                  <a:lnTo>
                    <a:pt x="712008" y="2710497"/>
                  </a:lnTo>
                  <a:lnTo>
                    <a:pt x="692168" y="2723031"/>
                  </a:lnTo>
                  <a:lnTo>
                    <a:pt x="679634" y="2703197"/>
                  </a:lnTo>
                  <a:close/>
                </a:path>
                <a:path w="4352925" h="3723640">
                  <a:moveTo>
                    <a:pt x="817232" y="2616997"/>
                  </a:moveTo>
                  <a:lnTo>
                    <a:pt x="835999" y="2605139"/>
                  </a:lnTo>
                  <a:lnTo>
                    <a:pt x="847857" y="2623899"/>
                  </a:lnTo>
                  <a:lnTo>
                    <a:pt x="829091" y="2635757"/>
                  </a:lnTo>
                  <a:lnTo>
                    <a:pt x="817232" y="2616997"/>
                  </a:lnTo>
                  <a:close/>
                </a:path>
                <a:path w="4352925" h="3723640">
                  <a:moveTo>
                    <a:pt x="955703" y="2530993"/>
                  </a:moveTo>
                  <a:lnTo>
                    <a:pt x="972329" y="2520487"/>
                  </a:lnTo>
                  <a:lnTo>
                    <a:pt x="982834" y="2537107"/>
                  </a:lnTo>
                  <a:lnTo>
                    <a:pt x="966208" y="2547612"/>
                  </a:lnTo>
                  <a:lnTo>
                    <a:pt x="955703" y="2530993"/>
                  </a:lnTo>
                  <a:close/>
                </a:path>
                <a:path w="4352925" h="3723640">
                  <a:moveTo>
                    <a:pt x="1093747" y="2444890"/>
                  </a:moveTo>
                  <a:lnTo>
                    <a:pt x="1108756" y="2435402"/>
                  </a:lnTo>
                  <a:lnTo>
                    <a:pt x="1118244" y="2450411"/>
                  </a:lnTo>
                  <a:lnTo>
                    <a:pt x="1103234" y="2459899"/>
                  </a:lnTo>
                  <a:lnTo>
                    <a:pt x="1093747" y="2444890"/>
                  </a:lnTo>
                  <a:close/>
                </a:path>
                <a:path w="4352925" h="3723640">
                  <a:moveTo>
                    <a:pt x="1231785" y="2358787"/>
                  </a:moveTo>
                  <a:lnTo>
                    <a:pt x="1245191" y="2350316"/>
                  </a:lnTo>
                  <a:lnTo>
                    <a:pt x="1253661" y="2363715"/>
                  </a:lnTo>
                  <a:lnTo>
                    <a:pt x="1240255" y="2372186"/>
                  </a:lnTo>
                  <a:lnTo>
                    <a:pt x="1231785" y="2358787"/>
                  </a:lnTo>
                  <a:close/>
                </a:path>
                <a:path w="4352925" h="3723640">
                  <a:moveTo>
                    <a:pt x="1369816" y="2272683"/>
                  </a:moveTo>
                  <a:lnTo>
                    <a:pt x="1381618" y="2265231"/>
                  </a:lnTo>
                  <a:lnTo>
                    <a:pt x="1389070" y="2277020"/>
                  </a:lnTo>
                  <a:lnTo>
                    <a:pt x="1377268" y="2284479"/>
                  </a:lnTo>
                  <a:lnTo>
                    <a:pt x="1369816" y="2272683"/>
                  </a:lnTo>
                  <a:close/>
                </a:path>
                <a:path w="4352925" h="3723640">
                  <a:moveTo>
                    <a:pt x="1508292" y="2186679"/>
                  </a:moveTo>
                  <a:lnTo>
                    <a:pt x="1517947" y="2180579"/>
                  </a:lnTo>
                  <a:lnTo>
                    <a:pt x="1524047" y="2190234"/>
                  </a:lnTo>
                  <a:lnTo>
                    <a:pt x="1514392" y="2196334"/>
                  </a:lnTo>
                  <a:lnTo>
                    <a:pt x="1508292" y="2186679"/>
                  </a:lnTo>
                  <a:close/>
                </a:path>
                <a:path w="4352925" h="3723640">
                  <a:moveTo>
                    <a:pt x="1645891" y="2100479"/>
                  </a:moveTo>
                  <a:lnTo>
                    <a:pt x="1654472" y="2095055"/>
                  </a:lnTo>
                  <a:lnTo>
                    <a:pt x="1659896" y="2103637"/>
                  </a:lnTo>
                  <a:lnTo>
                    <a:pt x="1651315" y="2109060"/>
                  </a:lnTo>
                  <a:lnTo>
                    <a:pt x="1645891" y="2100479"/>
                  </a:lnTo>
                  <a:close/>
                </a:path>
                <a:path w="4352925" h="3723640">
                  <a:moveTo>
                    <a:pt x="1783489" y="2014279"/>
                  </a:moveTo>
                  <a:lnTo>
                    <a:pt x="1790997" y="2009538"/>
                  </a:lnTo>
                  <a:lnTo>
                    <a:pt x="1795738" y="2017039"/>
                  </a:lnTo>
                  <a:lnTo>
                    <a:pt x="1788230" y="2021787"/>
                  </a:lnTo>
                  <a:lnTo>
                    <a:pt x="1783489" y="2014279"/>
                  </a:lnTo>
                  <a:close/>
                </a:path>
                <a:path w="4352925" h="3723640">
                  <a:moveTo>
                    <a:pt x="1921094" y="1928078"/>
                  </a:moveTo>
                  <a:lnTo>
                    <a:pt x="1927529" y="1924013"/>
                  </a:lnTo>
                  <a:lnTo>
                    <a:pt x="1931593" y="1930441"/>
                  </a:lnTo>
                  <a:lnTo>
                    <a:pt x="1925159" y="1934512"/>
                  </a:lnTo>
                  <a:lnTo>
                    <a:pt x="1921094" y="1928078"/>
                  </a:lnTo>
                  <a:close/>
                </a:path>
                <a:path w="4352925" h="3723640">
                  <a:moveTo>
                    <a:pt x="2058693" y="1841878"/>
                  </a:moveTo>
                  <a:lnTo>
                    <a:pt x="2064054" y="1838489"/>
                  </a:lnTo>
                  <a:lnTo>
                    <a:pt x="2067442" y="1843850"/>
                  </a:lnTo>
                  <a:lnTo>
                    <a:pt x="2062081" y="1847238"/>
                  </a:lnTo>
                  <a:lnTo>
                    <a:pt x="2058693" y="1841878"/>
                  </a:lnTo>
                  <a:close/>
                </a:path>
                <a:path w="4352925" h="3723640">
                  <a:moveTo>
                    <a:pt x="2196292" y="1755677"/>
                  </a:moveTo>
                  <a:lnTo>
                    <a:pt x="2200579" y="1752965"/>
                  </a:lnTo>
                  <a:lnTo>
                    <a:pt x="2203291" y="1757253"/>
                  </a:lnTo>
                  <a:lnTo>
                    <a:pt x="2199004" y="1759965"/>
                  </a:lnTo>
                  <a:lnTo>
                    <a:pt x="2196292" y="1755677"/>
                  </a:lnTo>
                  <a:close/>
                </a:path>
                <a:path w="4352925" h="3723640">
                  <a:moveTo>
                    <a:pt x="2333890" y="1669471"/>
                  </a:moveTo>
                  <a:lnTo>
                    <a:pt x="2337104" y="1667441"/>
                  </a:lnTo>
                  <a:lnTo>
                    <a:pt x="2339140" y="1670662"/>
                  </a:lnTo>
                  <a:lnTo>
                    <a:pt x="2335926" y="1672697"/>
                  </a:lnTo>
                  <a:lnTo>
                    <a:pt x="2333890" y="1669471"/>
                  </a:lnTo>
                  <a:close/>
                </a:path>
                <a:path w="4352925" h="3723640">
                  <a:moveTo>
                    <a:pt x="2471489" y="1583277"/>
                  </a:moveTo>
                  <a:lnTo>
                    <a:pt x="2473636" y="1581924"/>
                  </a:lnTo>
                  <a:lnTo>
                    <a:pt x="2474988" y="1584058"/>
                  </a:lnTo>
                  <a:lnTo>
                    <a:pt x="2472842" y="1585418"/>
                  </a:lnTo>
                  <a:lnTo>
                    <a:pt x="2471489" y="1583277"/>
                  </a:lnTo>
                  <a:close/>
                </a:path>
                <a:path w="4352925" h="3723640">
                  <a:moveTo>
                    <a:pt x="2609764" y="1498143"/>
                  </a:moveTo>
                  <a:lnTo>
                    <a:pt x="2609706" y="1496687"/>
                  </a:lnTo>
                  <a:lnTo>
                    <a:pt x="2610162" y="1496400"/>
                  </a:lnTo>
                  <a:lnTo>
                    <a:pt x="2610220" y="1497856"/>
                  </a:lnTo>
                  <a:lnTo>
                    <a:pt x="2609764" y="1498143"/>
                  </a:lnTo>
                  <a:close/>
                </a:path>
                <a:path w="4352925" h="3723640">
                  <a:moveTo>
                    <a:pt x="74099" y="3270034"/>
                  </a:moveTo>
                  <a:lnTo>
                    <a:pt x="104118" y="3251065"/>
                  </a:lnTo>
                  <a:lnTo>
                    <a:pt x="123093" y="3281083"/>
                  </a:lnTo>
                  <a:lnTo>
                    <a:pt x="93068" y="3300059"/>
                  </a:lnTo>
                  <a:lnTo>
                    <a:pt x="74099" y="3270034"/>
                  </a:lnTo>
                  <a:close/>
                </a:path>
                <a:path w="4352925" h="3723640">
                  <a:moveTo>
                    <a:pt x="211697" y="3183835"/>
                  </a:moveTo>
                  <a:lnTo>
                    <a:pt x="240649" y="3165534"/>
                  </a:lnTo>
                  <a:lnTo>
                    <a:pt x="258948" y="3194492"/>
                  </a:lnTo>
                  <a:lnTo>
                    <a:pt x="229990" y="3212786"/>
                  </a:lnTo>
                  <a:lnTo>
                    <a:pt x="211697" y="3183835"/>
                  </a:lnTo>
                  <a:close/>
                </a:path>
                <a:path w="4352925" h="3723640">
                  <a:moveTo>
                    <a:pt x="350174" y="3097835"/>
                  </a:moveTo>
                  <a:lnTo>
                    <a:pt x="376979" y="3080895"/>
                  </a:lnTo>
                  <a:lnTo>
                    <a:pt x="393919" y="3107700"/>
                  </a:lnTo>
                  <a:lnTo>
                    <a:pt x="367114" y="3124640"/>
                  </a:lnTo>
                  <a:lnTo>
                    <a:pt x="350174" y="3097835"/>
                  </a:lnTo>
                  <a:close/>
                </a:path>
                <a:path w="4352925" h="3723640">
                  <a:moveTo>
                    <a:pt x="489083" y="3011927"/>
                  </a:moveTo>
                  <a:lnTo>
                    <a:pt x="513211" y="2996681"/>
                  </a:lnTo>
                  <a:lnTo>
                    <a:pt x="528458" y="3020809"/>
                  </a:lnTo>
                  <a:lnTo>
                    <a:pt x="504330" y="3036055"/>
                  </a:lnTo>
                  <a:lnTo>
                    <a:pt x="489083" y="3011927"/>
                  </a:lnTo>
                  <a:close/>
                </a:path>
                <a:path w="4352925" h="3723640">
                  <a:moveTo>
                    <a:pt x="627127" y="2925824"/>
                  </a:moveTo>
                  <a:lnTo>
                    <a:pt x="649639" y="2911596"/>
                  </a:lnTo>
                  <a:lnTo>
                    <a:pt x="663867" y="2934113"/>
                  </a:lnTo>
                  <a:lnTo>
                    <a:pt x="641356" y="2948342"/>
                  </a:lnTo>
                  <a:lnTo>
                    <a:pt x="627127" y="2925824"/>
                  </a:lnTo>
                  <a:close/>
                </a:path>
                <a:path w="4352925" h="3723640">
                  <a:moveTo>
                    <a:pt x="765158" y="2839722"/>
                  </a:moveTo>
                  <a:lnTo>
                    <a:pt x="786065" y="2826505"/>
                  </a:lnTo>
                  <a:lnTo>
                    <a:pt x="799283" y="2847418"/>
                  </a:lnTo>
                  <a:lnTo>
                    <a:pt x="778369" y="2860629"/>
                  </a:lnTo>
                  <a:lnTo>
                    <a:pt x="765158" y="2839722"/>
                  </a:lnTo>
                  <a:close/>
                </a:path>
                <a:path w="4352925" h="3723640">
                  <a:moveTo>
                    <a:pt x="903196" y="2753618"/>
                  </a:moveTo>
                  <a:lnTo>
                    <a:pt x="922499" y="2741419"/>
                  </a:lnTo>
                  <a:lnTo>
                    <a:pt x="934692" y="2760722"/>
                  </a:lnTo>
                  <a:lnTo>
                    <a:pt x="915389" y="2772915"/>
                  </a:lnTo>
                  <a:lnTo>
                    <a:pt x="903196" y="2753618"/>
                  </a:lnTo>
                  <a:close/>
                </a:path>
                <a:path w="4352925" h="3723640">
                  <a:moveTo>
                    <a:pt x="1041673" y="2667614"/>
                  </a:moveTo>
                  <a:lnTo>
                    <a:pt x="1058829" y="2656773"/>
                  </a:lnTo>
                  <a:lnTo>
                    <a:pt x="1069670" y="2673930"/>
                  </a:lnTo>
                  <a:lnTo>
                    <a:pt x="1052513" y="2684770"/>
                  </a:lnTo>
                  <a:lnTo>
                    <a:pt x="1041673" y="2667614"/>
                  </a:lnTo>
                  <a:close/>
                </a:path>
                <a:path w="4352925" h="3723640">
                  <a:moveTo>
                    <a:pt x="1179704" y="2581511"/>
                  </a:moveTo>
                  <a:lnTo>
                    <a:pt x="1195250" y="2571689"/>
                  </a:lnTo>
                  <a:lnTo>
                    <a:pt x="1205079" y="2587235"/>
                  </a:lnTo>
                  <a:lnTo>
                    <a:pt x="1189527" y="2597064"/>
                  </a:lnTo>
                  <a:lnTo>
                    <a:pt x="1179704" y="2581511"/>
                  </a:lnTo>
                  <a:close/>
                </a:path>
                <a:path w="4352925" h="3723640">
                  <a:moveTo>
                    <a:pt x="1317742" y="2495410"/>
                  </a:moveTo>
                  <a:lnTo>
                    <a:pt x="1331684" y="2486603"/>
                  </a:lnTo>
                  <a:lnTo>
                    <a:pt x="1340489" y="2500539"/>
                  </a:lnTo>
                  <a:lnTo>
                    <a:pt x="1326553" y="2509351"/>
                  </a:lnTo>
                  <a:lnTo>
                    <a:pt x="1317742" y="2495410"/>
                  </a:lnTo>
                  <a:close/>
                </a:path>
                <a:path w="4352925" h="3723640">
                  <a:moveTo>
                    <a:pt x="1455786" y="2409305"/>
                  </a:moveTo>
                  <a:lnTo>
                    <a:pt x="1468112" y="2401518"/>
                  </a:lnTo>
                  <a:lnTo>
                    <a:pt x="1475906" y="2413850"/>
                  </a:lnTo>
                  <a:lnTo>
                    <a:pt x="1463580" y="2421637"/>
                  </a:lnTo>
                  <a:lnTo>
                    <a:pt x="1455786" y="2409305"/>
                  </a:lnTo>
                  <a:close/>
                </a:path>
                <a:path w="4352925" h="3723640">
                  <a:moveTo>
                    <a:pt x="1594256" y="2323300"/>
                  </a:moveTo>
                  <a:lnTo>
                    <a:pt x="1604442" y="2316866"/>
                  </a:lnTo>
                  <a:lnTo>
                    <a:pt x="1610883" y="2327051"/>
                  </a:lnTo>
                  <a:lnTo>
                    <a:pt x="1600691" y="2333492"/>
                  </a:lnTo>
                  <a:lnTo>
                    <a:pt x="1594256" y="2323300"/>
                  </a:lnTo>
                  <a:close/>
                </a:path>
                <a:path w="4352925" h="3723640">
                  <a:moveTo>
                    <a:pt x="1731855" y="2237106"/>
                  </a:moveTo>
                  <a:lnTo>
                    <a:pt x="1740973" y="2231348"/>
                  </a:lnTo>
                  <a:lnTo>
                    <a:pt x="1746731" y="2240459"/>
                  </a:lnTo>
                  <a:lnTo>
                    <a:pt x="1737613" y="2246218"/>
                  </a:lnTo>
                  <a:lnTo>
                    <a:pt x="1731855" y="2237106"/>
                  </a:lnTo>
                  <a:close/>
                </a:path>
                <a:path w="4352925" h="3723640">
                  <a:moveTo>
                    <a:pt x="1869460" y="2150906"/>
                  </a:moveTo>
                  <a:lnTo>
                    <a:pt x="1877498" y="2145824"/>
                  </a:lnTo>
                  <a:lnTo>
                    <a:pt x="1882580" y="2153862"/>
                  </a:lnTo>
                  <a:lnTo>
                    <a:pt x="1874542" y="2158944"/>
                  </a:lnTo>
                  <a:lnTo>
                    <a:pt x="1869460" y="2150906"/>
                  </a:lnTo>
                  <a:close/>
                </a:path>
                <a:path w="4352925" h="3723640">
                  <a:moveTo>
                    <a:pt x="2007058" y="2064699"/>
                  </a:moveTo>
                  <a:lnTo>
                    <a:pt x="2014023" y="2060300"/>
                  </a:lnTo>
                  <a:lnTo>
                    <a:pt x="2018429" y="2067271"/>
                  </a:lnTo>
                  <a:lnTo>
                    <a:pt x="2011464" y="2071670"/>
                  </a:lnTo>
                  <a:lnTo>
                    <a:pt x="2007058" y="2064699"/>
                  </a:lnTo>
                  <a:close/>
                </a:path>
                <a:path w="4352925" h="3723640">
                  <a:moveTo>
                    <a:pt x="2145090" y="1978603"/>
                  </a:moveTo>
                  <a:lnTo>
                    <a:pt x="2150451" y="1975215"/>
                  </a:lnTo>
                  <a:lnTo>
                    <a:pt x="2153839" y="1980576"/>
                  </a:lnTo>
                  <a:lnTo>
                    <a:pt x="2148478" y="1983964"/>
                  </a:lnTo>
                  <a:lnTo>
                    <a:pt x="2145090" y="1978603"/>
                  </a:lnTo>
                  <a:close/>
                </a:path>
                <a:path w="4352925" h="3723640">
                  <a:moveTo>
                    <a:pt x="2282688" y="1892403"/>
                  </a:moveTo>
                  <a:lnTo>
                    <a:pt x="2286982" y="1889691"/>
                  </a:lnTo>
                  <a:lnTo>
                    <a:pt x="2289694" y="1893978"/>
                  </a:lnTo>
                  <a:lnTo>
                    <a:pt x="2285400" y="1896690"/>
                  </a:lnTo>
                  <a:lnTo>
                    <a:pt x="2282688" y="1892403"/>
                  </a:lnTo>
                  <a:close/>
                </a:path>
                <a:path w="4352925" h="3723640">
                  <a:moveTo>
                    <a:pt x="2420287" y="1806196"/>
                  </a:moveTo>
                  <a:lnTo>
                    <a:pt x="2423508" y="1804167"/>
                  </a:lnTo>
                  <a:lnTo>
                    <a:pt x="2425537" y="1807381"/>
                  </a:lnTo>
                  <a:lnTo>
                    <a:pt x="2422323" y="1809416"/>
                  </a:lnTo>
                  <a:lnTo>
                    <a:pt x="2420287" y="1806196"/>
                  </a:lnTo>
                  <a:close/>
                </a:path>
                <a:path w="4352925" h="3723640">
                  <a:moveTo>
                    <a:pt x="2557886" y="1719996"/>
                  </a:moveTo>
                  <a:lnTo>
                    <a:pt x="2560033" y="1718643"/>
                  </a:lnTo>
                  <a:lnTo>
                    <a:pt x="2561392" y="1720783"/>
                  </a:lnTo>
                  <a:lnTo>
                    <a:pt x="2559245" y="1722143"/>
                  </a:lnTo>
                  <a:lnTo>
                    <a:pt x="2557886" y="1719996"/>
                  </a:lnTo>
                  <a:close/>
                </a:path>
                <a:path w="4352925" h="3723640">
                  <a:moveTo>
                    <a:pt x="2695051" y="1633698"/>
                  </a:moveTo>
                  <a:lnTo>
                    <a:pt x="2696662" y="1632680"/>
                  </a:lnTo>
                  <a:lnTo>
                    <a:pt x="2697679" y="1634290"/>
                  </a:lnTo>
                  <a:lnTo>
                    <a:pt x="2696069" y="1635308"/>
                  </a:lnTo>
                  <a:lnTo>
                    <a:pt x="2695051" y="1633698"/>
                  </a:lnTo>
                  <a:close/>
                </a:path>
                <a:path w="4352925" h="3723640">
                  <a:moveTo>
                    <a:pt x="20707" y="3492463"/>
                  </a:moveTo>
                  <a:lnTo>
                    <a:pt x="54489" y="3471117"/>
                  </a:lnTo>
                  <a:lnTo>
                    <a:pt x="75829" y="3504893"/>
                  </a:lnTo>
                  <a:lnTo>
                    <a:pt x="42053" y="3526239"/>
                  </a:lnTo>
                  <a:lnTo>
                    <a:pt x="20707" y="3492463"/>
                  </a:lnTo>
                  <a:close/>
                </a:path>
                <a:path w="4352925" h="3723640">
                  <a:moveTo>
                    <a:pt x="159622" y="3406562"/>
                  </a:moveTo>
                  <a:lnTo>
                    <a:pt x="190721" y="3386910"/>
                  </a:lnTo>
                  <a:lnTo>
                    <a:pt x="210372" y="3418003"/>
                  </a:lnTo>
                  <a:lnTo>
                    <a:pt x="179268" y="3437655"/>
                  </a:lnTo>
                  <a:lnTo>
                    <a:pt x="159622" y="3406562"/>
                  </a:lnTo>
                  <a:close/>
                </a:path>
                <a:path w="4352925" h="3723640">
                  <a:moveTo>
                    <a:pt x="297653" y="3320453"/>
                  </a:moveTo>
                  <a:lnTo>
                    <a:pt x="327148" y="3301818"/>
                  </a:lnTo>
                  <a:lnTo>
                    <a:pt x="345782" y="3331313"/>
                  </a:lnTo>
                  <a:lnTo>
                    <a:pt x="316288" y="3349948"/>
                  </a:lnTo>
                  <a:lnTo>
                    <a:pt x="297653" y="3320453"/>
                  </a:lnTo>
                  <a:close/>
                </a:path>
                <a:path w="4352925" h="3723640">
                  <a:moveTo>
                    <a:pt x="436136" y="3234454"/>
                  </a:moveTo>
                  <a:lnTo>
                    <a:pt x="463477" y="3217173"/>
                  </a:lnTo>
                  <a:lnTo>
                    <a:pt x="480752" y="3244514"/>
                  </a:lnTo>
                  <a:lnTo>
                    <a:pt x="453411" y="3261796"/>
                  </a:lnTo>
                  <a:lnTo>
                    <a:pt x="436136" y="3234454"/>
                  </a:lnTo>
                  <a:close/>
                </a:path>
                <a:path w="4352925" h="3723640">
                  <a:moveTo>
                    <a:pt x="574607" y="3148449"/>
                  </a:moveTo>
                  <a:lnTo>
                    <a:pt x="599801" y="3132527"/>
                  </a:lnTo>
                  <a:lnTo>
                    <a:pt x="615730" y="3157728"/>
                  </a:lnTo>
                  <a:lnTo>
                    <a:pt x="590530" y="3173650"/>
                  </a:lnTo>
                  <a:lnTo>
                    <a:pt x="574607" y="3148449"/>
                  </a:lnTo>
                  <a:close/>
                </a:path>
                <a:path w="4352925" h="3723640">
                  <a:moveTo>
                    <a:pt x="713083" y="3062445"/>
                  </a:moveTo>
                  <a:lnTo>
                    <a:pt x="736137" y="3047875"/>
                  </a:lnTo>
                  <a:lnTo>
                    <a:pt x="750707" y="3070929"/>
                  </a:lnTo>
                  <a:lnTo>
                    <a:pt x="727647" y="3085499"/>
                  </a:lnTo>
                  <a:lnTo>
                    <a:pt x="713083" y="3062445"/>
                  </a:lnTo>
                  <a:close/>
                </a:path>
                <a:path w="4352925" h="3723640">
                  <a:moveTo>
                    <a:pt x="851121" y="2976342"/>
                  </a:moveTo>
                  <a:lnTo>
                    <a:pt x="872565" y="2962790"/>
                  </a:lnTo>
                  <a:lnTo>
                    <a:pt x="886124" y="2984240"/>
                  </a:lnTo>
                  <a:lnTo>
                    <a:pt x="864673" y="2997792"/>
                  </a:lnTo>
                  <a:lnTo>
                    <a:pt x="851121" y="2976342"/>
                  </a:lnTo>
                  <a:close/>
                </a:path>
                <a:path w="4352925" h="3723640">
                  <a:moveTo>
                    <a:pt x="989152" y="2890239"/>
                  </a:moveTo>
                  <a:lnTo>
                    <a:pt x="1008992" y="2877705"/>
                  </a:lnTo>
                  <a:lnTo>
                    <a:pt x="1021533" y="2897544"/>
                  </a:lnTo>
                  <a:lnTo>
                    <a:pt x="1001693" y="2910079"/>
                  </a:lnTo>
                  <a:lnTo>
                    <a:pt x="989152" y="2890239"/>
                  </a:lnTo>
                  <a:close/>
                </a:path>
                <a:path w="4352925" h="3723640">
                  <a:moveTo>
                    <a:pt x="1127196" y="2804136"/>
                  </a:moveTo>
                  <a:lnTo>
                    <a:pt x="1145426" y="2792619"/>
                  </a:lnTo>
                  <a:lnTo>
                    <a:pt x="1156943" y="2810849"/>
                  </a:lnTo>
                  <a:lnTo>
                    <a:pt x="1138713" y="2822366"/>
                  </a:lnTo>
                  <a:lnTo>
                    <a:pt x="1127196" y="2804136"/>
                  </a:lnTo>
                  <a:close/>
                </a:path>
                <a:path w="4352925" h="3723640">
                  <a:moveTo>
                    <a:pt x="1265666" y="2718132"/>
                  </a:moveTo>
                  <a:lnTo>
                    <a:pt x="1281749" y="2707967"/>
                  </a:lnTo>
                  <a:lnTo>
                    <a:pt x="1291919" y="2724056"/>
                  </a:lnTo>
                  <a:lnTo>
                    <a:pt x="1275830" y="2734221"/>
                  </a:lnTo>
                  <a:lnTo>
                    <a:pt x="1265666" y="2718132"/>
                  </a:lnTo>
                  <a:close/>
                </a:path>
                <a:path w="4352925" h="3723640">
                  <a:moveTo>
                    <a:pt x="1403698" y="2632035"/>
                  </a:moveTo>
                  <a:lnTo>
                    <a:pt x="1418177" y="2622882"/>
                  </a:lnTo>
                  <a:lnTo>
                    <a:pt x="1427330" y="2637361"/>
                  </a:lnTo>
                  <a:lnTo>
                    <a:pt x="1412851" y="2646514"/>
                  </a:lnTo>
                  <a:lnTo>
                    <a:pt x="1403698" y="2632035"/>
                  </a:lnTo>
                  <a:close/>
                </a:path>
                <a:path w="4352925" h="3723640">
                  <a:moveTo>
                    <a:pt x="1541742" y="2545932"/>
                  </a:moveTo>
                  <a:lnTo>
                    <a:pt x="1554610" y="2537797"/>
                  </a:lnTo>
                  <a:lnTo>
                    <a:pt x="1562739" y="2550666"/>
                  </a:lnTo>
                  <a:lnTo>
                    <a:pt x="1549871" y="2558801"/>
                  </a:lnTo>
                  <a:lnTo>
                    <a:pt x="1541742" y="2545932"/>
                  </a:lnTo>
                  <a:close/>
                </a:path>
                <a:path w="4352925" h="3723640">
                  <a:moveTo>
                    <a:pt x="1680219" y="2459934"/>
                  </a:moveTo>
                  <a:lnTo>
                    <a:pt x="1690940" y="2453157"/>
                  </a:lnTo>
                  <a:lnTo>
                    <a:pt x="1697716" y="2463879"/>
                  </a:lnTo>
                  <a:lnTo>
                    <a:pt x="1686995" y="2470655"/>
                  </a:lnTo>
                  <a:lnTo>
                    <a:pt x="1680219" y="2459934"/>
                  </a:lnTo>
                  <a:close/>
                </a:path>
                <a:path w="4352925" h="3723640">
                  <a:moveTo>
                    <a:pt x="1817817" y="2373727"/>
                  </a:moveTo>
                  <a:lnTo>
                    <a:pt x="1827465" y="2367627"/>
                  </a:lnTo>
                  <a:lnTo>
                    <a:pt x="1833565" y="2377276"/>
                  </a:lnTo>
                  <a:lnTo>
                    <a:pt x="1823910" y="2383375"/>
                  </a:lnTo>
                  <a:lnTo>
                    <a:pt x="1817817" y="2373727"/>
                  </a:lnTo>
                  <a:close/>
                </a:path>
                <a:path w="4352925" h="3723640">
                  <a:moveTo>
                    <a:pt x="1955416" y="2287527"/>
                  </a:moveTo>
                  <a:lnTo>
                    <a:pt x="1963991" y="2282110"/>
                  </a:lnTo>
                  <a:lnTo>
                    <a:pt x="1969414" y="2290685"/>
                  </a:lnTo>
                  <a:lnTo>
                    <a:pt x="1960833" y="2296102"/>
                  </a:lnTo>
                  <a:lnTo>
                    <a:pt x="1955416" y="2287527"/>
                  </a:lnTo>
                  <a:close/>
                </a:path>
                <a:path w="4352925" h="3723640">
                  <a:moveTo>
                    <a:pt x="2093014" y="2201326"/>
                  </a:moveTo>
                  <a:lnTo>
                    <a:pt x="2100522" y="2196579"/>
                  </a:lnTo>
                  <a:lnTo>
                    <a:pt x="2105263" y="2204087"/>
                  </a:lnTo>
                  <a:lnTo>
                    <a:pt x="2097755" y="2208834"/>
                  </a:lnTo>
                  <a:lnTo>
                    <a:pt x="2093014" y="2201326"/>
                  </a:lnTo>
                  <a:close/>
                </a:path>
                <a:path w="4352925" h="3723640">
                  <a:moveTo>
                    <a:pt x="2231052" y="2115224"/>
                  </a:moveTo>
                  <a:lnTo>
                    <a:pt x="2236950" y="2111494"/>
                  </a:lnTo>
                  <a:lnTo>
                    <a:pt x="2240679" y="2117392"/>
                  </a:lnTo>
                  <a:lnTo>
                    <a:pt x="2234781" y="2121121"/>
                  </a:lnTo>
                  <a:lnTo>
                    <a:pt x="2231052" y="2115224"/>
                  </a:lnTo>
                  <a:close/>
                </a:path>
                <a:path w="4352925" h="3723640">
                  <a:moveTo>
                    <a:pt x="2368651" y="2029024"/>
                  </a:moveTo>
                  <a:lnTo>
                    <a:pt x="2373475" y="2025977"/>
                  </a:lnTo>
                  <a:lnTo>
                    <a:pt x="2376522" y="2030801"/>
                  </a:lnTo>
                  <a:lnTo>
                    <a:pt x="2371704" y="2033847"/>
                  </a:lnTo>
                  <a:lnTo>
                    <a:pt x="2368651" y="2029024"/>
                  </a:lnTo>
                  <a:close/>
                </a:path>
                <a:path w="4352925" h="3723640">
                  <a:moveTo>
                    <a:pt x="2506249" y="1942817"/>
                  </a:moveTo>
                  <a:lnTo>
                    <a:pt x="2510000" y="1940446"/>
                  </a:lnTo>
                  <a:lnTo>
                    <a:pt x="2512377" y="1944203"/>
                  </a:lnTo>
                  <a:lnTo>
                    <a:pt x="2508626" y="1946574"/>
                  </a:lnTo>
                  <a:lnTo>
                    <a:pt x="2506249" y="1942817"/>
                  </a:lnTo>
                  <a:close/>
                </a:path>
                <a:path w="4352925" h="3723640">
                  <a:moveTo>
                    <a:pt x="2643854" y="1856622"/>
                  </a:moveTo>
                  <a:lnTo>
                    <a:pt x="2646532" y="1854929"/>
                  </a:lnTo>
                  <a:lnTo>
                    <a:pt x="2648225" y="1857606"/>
                  </a:lnTo>
                  <a:lnTo>
                    <a:pt x="2645548" y="1859300"/>
                  </a:lnTo>
                  <a:lnTo>
                    <a:pt x="2643854" y="1856622"/>
                  </a:lnTo>
                  <a:close/>
                </a:path>
                <a:path w="4352925" h="3723640">
                  <a:moveTo>
                    <a:pt x="2781446" y="1770422"/>
                  </a:moveTo>
                  <a:lnTo>
                    <a:pt x="2783057" y="1769404"/>
                  </a:lnTo>
                  <a:lnTo>
                    <a:pt x="2784074" y="1771008"/>
                  </a:lnTo>
                  <a:lnTo>
                    <a:pt x="2782464" y="1772026"/>
                  </a:lnTo>
                  <a:lnTo>
                    <a:pt x="2781446" y="1770422"/>
                  </a:lnTo>
                  <a:close/>
                </a:path>
                <a:path w="4352925" h="3723640">
                  <a:moveTo>
                    <a:pt x="0" y="3723064"/>
                  </a:moveTo>
                  <a:lnTo>
                    <a:pt x="0" y="3694991"/>
                  </a:lnTo>
                  <a:lnTo>
                    <a:pt x="4653" y="3692051"/>
                  </a:lnTo>
                  <a:lnTo>
                    <a:pt x="24252" y="3723064"/>
                  </a:lnTo>
                  <a:lnTo>
                    <a:pt x="1122" y="3723064"/>
                  </a:lnTo>
                  <a:lnTo>
                    <a:pt x="0" y="3723064"/>
                  </a:lnTo>
                  <a:close/>
                </a:path>
                <a:path w="4352925" h="3723640">
                  <a:moveTo>
                    <a:pt x="106664" y="3629093"/>
                  </a:moveTo>
                  <a:lnTo>
                    <a:pt x="140983" y="3607405"/>
                  </a:lnTo>
                  <a:lnTo>
                    <a:pt x="162664" y="3641724"/>
                  </a:lnTo>
                  <a:lnTo>
                    <a:pt x="128351" y="3663406"/>
                  </a:lnTo>
                  <a:lnTo>
                    <a:pt x="106664" y="3629093"/>
                  </a:lnTo>
                  <a:close/>
                </a:path>
                <a:path w="4352925" h="3723640">
                  <a:moveTo>
                    <a:pt x="245146" y="3543081"/>
                  </a:moveTo>
                  <a:lnTo>
                    <a:pt x="277312" y="3522753"/>
                  </a:lnTo>
                  <a:lnTo>
                    <a:pt x="297641" y="3554925"/>
                  </a:lnTo>
                  <a:lnTo>
                    <a:pt x="265475" y="3575253"/>
                  </a:lnTo>
                  <a:lnTo>
                    <a:pt x="245146" y="3543081"/>
                  </a:lnTo>
                  <a:close/>
                </a:path>
                <a:path w="4352925" h="3723640">
                  <a:moveTo>
                    <a:pt x="383617" y="3457083"/>
                  </a:moveTo>
                  <a:lnTo>
                    <a:pt x="413643" y="3438114"/>
                  </a:lnTo>
                  <a:lnTo>
                    <a:pt x="432618" y="3468132"/>
                  </a:lnTo>
                  <a:lnTo>
                    <a:pt x="402593" y="3487108"/>
                  </a:lnTo>
                  <a:lnTo>
                    <a:pt x="383617" y="3457083"/>
                  </a:lnTo>
                  <a:close/>
                </a:path>
                <a:path w="4352925" h="3723640">
                  <a:moveTo>
                    <a:pt x="521648" y="3370980"/>
                  </a:moveTo>
                  <a:lnTo>
                    <a:pt x="550069" y="3353022"/>
                  </a:lnTo>
                  <a:lnTo>
                    <a:pt x="568027" y="3381437"/>
                  </a:lnTo>
                  <a:lnTo>
                    <a:pt x="539606" y="3399395"/>
                  </a:lnTo>
                  <a:lnTo>
                    <a:pt x="521648" y="3370980"/>
                  </a:lnTo>
                  <a:close/>
                </a:path>
                <a:path w="4352925" h="3723640">
                  <a:moveTo>
                    <a:pt x="660131" y="3284975"/>
                  </a:moveTo>
                  <a:lnTo>
                    <a:pt x="686405" y="3268376"/>
                  </a:lnTo>
                  <a:lnTo>
                    <a:pt x="703004" y="3294644"/>
                  </a:lnTo>
                  <a:lnTo>
                    <a:pt x="676736" y="3311249"/>
                  </a:lnTo>
                  <a:lnTo>
                    <a:pt x="660131" y="3284975"/>
                  </a:lnTo>
                  <a:close/>
                </a:path>
                <a:path w="4352925" h="3723640">
                  <a:moveTo>
                    <a:pt x="799040" y="3199074"/>
                  </a:moveTo>
                  <a:lnTo>
                    <a:pt x="822631" y="3184169"/>
                  </a:lnTo>
                  <a:lnTo>
                    <a:pt x="837543" y="3207760"/>
                  </a:lnTo>
                  <a:lnTo>
                    <a:pt x="813946" y="3222665"/>
                  </a:lnTo>
                  <a:lnTo>
                    <a:pt x="799040" y="3199074"/>
                  </a:lnTo>
                  <a:close/>
                </a:path>
                <a:path w="4352925" h="3723640">
                  <a:moveTo>
                    <a:pt x="937078" y="3112971"/>
                  </a:moveTo>
                  <a:lnTo>
                    <a:pt x="959059" y="3099084"/>
                  </a:lnTo>
                  <a:lnTo>
                    <a:pt x="972952" y="3121064"/>
                  </a:lnTo>
                  <a:lnTo>
                    <a:pt x="950972" y="3134952"/>
                  </a:lnTo>
                  <a:lnTo>
                    <a:pt x="937078" y="3112971"/>
                  </a:lnTo>
                  <a:close/>
                </a:path>
                <a:path w="4352925" h="3723640">
                  <a:moveTo>
                    <a:pt x="1075109" y="3026869"/>
                  </a:moveTo>
                  <a:lnTo>
                    <a:pt x="1095486" y="3013993"/>
                  </a:lnTo>
                  <a:lnTo>
                    <a:pt x="1108362" y="3034370"/>
                  </a:lnTo>
                  <a:lnTo>
                    <a:pt x="1087985" y="3047246"/>
                  </a:lnTo>
                  <a:lnTo>
                    <a:pt x="1075109" y="3026869"/>
                  </a:lnTo>
                  <a:close/>
                </a:path>
                <a:path w="4352925" h="3723640">
                  <a:moveTo>
                    <a:pt x="1213153" y="2940765"/>
                  </a:moveTo>
                  <a:lnTo>
                    <a:pt x="1231920" y="2928907"/>
                  </a:lnTo>
                  <a:lnTo>
                    <a:pt x="1243779" y="2947674"/>
                  </a:lnTo>
                  <a:lnTo>
                    <a:pt x="1225012" y="2959532"/>
                  </a:lnTo>
                  <a:lnTo>
                    <a:pt x="1213153" y="2940765"/>
                  </a:lnTo>
                  <a:close/>
                </a:path>
                <a:path w="4352925" h="3723640">
                  <a:moveTo>
                    <a:pt x="1351630" y="2854767"/>
                  </a:moveTo>
                  <a:lnTo>
                    <a:pt x="1368250" y="2844261"/>
                  </a:lnTo>
                  <a:lnTo>
                    <a:pt x="1378755" y="2860881"/>
                  </a:lnTo>
                  <a:lnTo>
                    <a:pt x="1362129" y="2871386"/>
                  </a:lnTo>
                  <a:lnTo>
                    <a:pt x="1351630" y="2854767"/>
                  </a:lnTo>
                  <a:close/>
                </a:path>
                <a:path w="4352925" h="3723640">
                  <a:moveTo>
                    <a:pt x="1489661" y="2768658"/>
                  </a:moveTo>
                  <a:lnTo>
                    <a:pt x="1504670" y="2759170"/>
                  </a:lnTo>
                  <a:lnTo>
                    <a:pt x="1514158" y="2774186"/>
                  </a:lnTo>
                  <a:lnTo>
                    <a:pt x="1499149" y="2783673"/>
                  </a:lnTo>
                  <a:lnTo>
                    <a:pt x="1489661" y="2768658"/>
                  </a:lnTo>
                  <a:close/>
                </a:path>
                <a:path w="4352925" h="3723640">
                  <a:moveTo>
                    <a:pt x="1627699" y="2682555"/>
                  </a:moveTo>
                  <a:lnTo>
                    <a:pt x="1641105" y="2674084"/>
                  </a:lnTo>
                  <a:lnTo>
                    <a:pt x="1649575" y="2687490"/>
                  </a:lnTo>
                  <a:lnTo>
                    <a:pt x="1636169" y="2695961"/>
                  </a:lnTo>
                  <a:lnTo>
                    <a:pt x="1627699" y="2682555"/>
                  </a:lnTo>
                  <a:close/>
                </a:path>
                <a:path w="4352925" h="3723640">
                  <a:moveTo>
                    <a:pt x="1765737" y="2596452"/>
                  </a:moveTo>
                  <a:lnTo>
                    <a:pt x="1777532" y="2588999"/>
                  </a:lnTo>
                  <a:lnTo>
                    <a:pt x="1784985" y="2600801"/>
                  </a:lnTo>
                  <a:lnTo>
                    <a:pt x="1773196" y="2608254"/>
                  </a:lnTo>
                  <a:lnTo>
                    <a:pt x="1765737" y="2596452"/>
                  </a:lnTo>
                  <a:close/>
                </a:path>
                <a:path w="4352925" h="3723640">
                  <a:moveTo>
                    <a:pt x="1904213" y="2510447"/>
                  </a:moveTo>
                  <a:lnTo>
                    <a:pt x="1913862" y="2504348"/>
                  </a:lnTo>
                  <a:lnTo>
                    <a:pt x="1919962" y="2514002"/>
                  </a:lnTo>
                  <a:lnTo>
                    <a:pt x="1910313" y="2520102"/>
                  </a:lnTo>
                  <a:lnTo>
                    <a:pt x="1904213" y="2510447"/>
                  </a:lnTo>
                  <a:close/>
                </a:path>
                <a:path w="4352925" h="3723640">
                  <a:moveTo>
                    <a:pt x="2041812" y="2424252"/>
                  </a:moveTo>
                  <a:lnTo>
                    <a:pt x="2050393" y="2418829"/>
                  </a:lnTo>
                  <a:lnTo>
                    <a:pt x="2055811" y="2427411"/>
                  </a:lnTo>
                  <a:lnTo>
                    <a:pt x="2047235" y="2432827"/>
                  </a:lnTo>
                  <a:lnTo>
                    <a:pt x="2041812" y="2424252"/>
                  </a:lnTo>
                  <a:close/>
                </a:path>
                <a:path w="4352925" h="3723640">
                  <a:moveTo>
                    <a:pt x="2179411" y="2338053"/>
                  </a:moveTo>
                  <a:lnTo>
                    <a:pt x="2186918" y="2333305"/>
                  </a:lnTo>
                  <a:lnTo>
                    <a:pt x="2191666" y="2340813"/>
                  </a:lnTo>
                  <a:lnTo>
                    <a:pt x="2184158" y="2345560"/>
                  </a:lnTo>
                  <a:lnTo>
                    <a:pt x="2179411" y="2338053"/>
                  </a:lnTo>
                  <a:close/>
                </a:path>
                <a:path w="4352925" h="3723640">
                  <a:moveTo>
                    <a:pt x="2317010" y="2251846"/>
                  </a:moveTo>
                  <a:lnTo>
                    <a:pt x="2323444" y="2247781"/>
                  </a:lnTo>
                  <a:lnTo>
                    <a:pt x="2327509" y="2254222"/>
                  </a:lnTo>
                  <a:lnTo>
                    <a:pt x="2321081" y="2258287"/>
                  </a:lnTo>
                  <a:lnTo>
                    <a:pt x="2317010" y="2251846"/>
                  </a:lnTo>
                  <a:close/>
                </a:path>
                <a:path w="4352925" h="3723640">
                  <a:moveTo>
                    <a:pt x="2455054" y="2165743"/>
                  </a:moveTo>
                  <a:lnTo>
                    <a:pt x="2459871" y="2162697"/>
                  </a:lnTo>
                  <a:lnTo>
                    <a:pt x="2462925" y="2167527"/>
                  </a:lnTo>
                  <a:lnTo>
                    <a:pt x="2458101" y="2170574"/>
                  </a:lnTo>
                  <a:lnTo>
                    <a:pt x="2455054" y="2165743"/>
                  </a:lnTo>
                  <a:close/>
                </a:path>
                <a:path w="4352925" h="3723640">
                  <a:moveTo>
                    <a:pt x="2592652" y="2079543"/>
                  </a:moveTo>
                  <a:lnTo>
                    <a:pt x="2596403" y="2077172"/>
                  </a:lnTo>
                  <a:lnTo>
                    <a:pt x="2598773" y="2080929"/>
                  </a:lnTo>
                  <a:lnTo>
                    <a:pt x="2595023" y="2083300"/>
                  </a:lnTo>
                  <a:lnTo>
                    <a:pt x="2592652" y="2079543"/>
                  </a:lnTo>
                  <a:close/>
                </a:path>
                <a:path w="4352925" h="3723640">
                  <a:moveTo>
                    <a:pt x="2730251" y="1993342"/>
                  </a:moveTo>
                  <a:lnTo>
                    <a:pt x="2732928" y="1991648"/>
                  </a:lnTo>
                  <a:lnTo>
                    <a:pt x="2734622" y="1994326"/>
                  </a:lnTo>
                  <a:lnTo>
                    <a:pt x="2731945" y="1996020"/>
                  </a:lnTo>
                  <a:lnTo>
                    <a:pt x="2730251" y="1993342"/>
                  </a:lnTo>
                  <a:close/>
                </a:path>
                <a:path w="4352925" h="3723640">
                  <a:moveTo>
                    <a:pt x="2867843" y="1907142"/>
                  </a:moveTo>
                  <a:lnTo>
                    <a:pt x="2869453" y="1906124"/>
                  </a:lnTo>
                  <a:lnTo>
                    <a:pt x="2870471" y="1907734"/>
                  </a:lnTo>
                  <a:lnTo>
                    <a:pt x="2868861" y="1908752"/>
                  </a:lnTo>
                  <a:lnTo>
                    <a:pt x="2867843" y="1907142"/>
                  </a:lnTo>
                  <a:close/>
                </a:path>
                <a:path w="4352925" h="3723640">
                  <a:moveTo>
                    <a:pt x="330665" y="3679611"/>
                  </a:moveTo>
                  <a:lnTo>
                    <a:pt x="363910" y="3658606"/>
                  </a:lnTo>
                  <a:lnTo>
                    <a:pt x="384915" y="3691845"/>
                  </a:lnTo>
                  <a:lnTo>
                    <a:pt x="351670" y="3712856"/>
                  </a:lnTo>
                  <a:lnTo>
                    <a:pt x="330665" y="3679611"/>
                  </a:lnTo>
                  <a:close/>
                </a:path>
                <a:path w="4352925" h="3723640">
                  <a:moveTo>
                    <a:pt x="469581" y="3593709"/>
                  </a:moveTo>
                  <a:lnTo>
                    <a:pt x="500142" y="3574392"/>
                  </a:lnTo>
                  <a:lnTo>
                    <a:pt x="519453" y="3604954"/>
                  </a:lnTo>
                  <a:lnTo>
                    <a:pt x="488891" y="3624265"/>
                  </a:lnTo>
                  <a:lnTo>
                    <a:pt x="469581" y="3593709"/>
                  </a:lnTo>
                  <a:close/>
                </a:path>
                <a:path w="4352925" h="3723640">
                  <a:moveTo>
                    <a:pt x="607618" y="3507607"/>
                  </a:moveTo>
                  <a:lnTo>
                    <a:pt x="636570" y="3489307"/>
                  </a:lnTo>
                  <a:lnTo>
                    <a:pt x="654869" y="3518266"/>
                  </a:lnTo>
                  <a:lnTo>
                    <a:pt x="625918" y="3536559"/>
                  </a:lnTo>
                  <a:lnTo>
                    <a:pt x="607618" y="3507607"/>
                  </a:lnTo>
                  <a:close/>
                </a:path>
                <a:path w="4352925" h="3723640">
                  <a:moveTo>
                    <a:pt x="746089" y="3421602"/>
                  </a:moveTo>
                  <a:lnTo>
                    <a:pt x="772900" y="3404662"/>
                  </a:lnTo>
                  <a:lnTo>
                    <a:pt x="789840" y="3431467"/>
                  </a:lnTo>
                  <a:lnTo>
                    <a:pt x="763029" y="3448407"/>
                  </a:lnTo>
                  <a:lnTo>
                    <a:pt x="746089" y="3421602"/>
                  </a:lnTo>
                  <a:close/>
                </a:path>
                <a:path w="4352925" h="3723640">
                  <a:moveTo>
                    <a:pt x="884565" y="3335597"/>
                  </a:moveTo>
                  <a:lnTo>
                    <a:pt x="909223" y="3320010"/>
                  </a:lnTo>
                  <a:lnTo>
                    <a:pt x="924811" y="3344680"/>
                  </a:lnTo>
                  <a:lnTo>
                    <a:pt x="900153" y="3360261"/>
                  </a:lnTo>
                  <a:lnTo>
                    <a:pt x="884565" y="3335597"/>
                  </a:lnTo>
                  <a:close/>
                </a:path>
                <a:path w="4352925" h="3723640">
                  <a:moveTo>
                    <a:pt x="1023042" y="3249599"/>
                  </a:moveTo>
                  <a:lnTo>
                    <a:pt x="1045559" y="3235364"/>
                  </a:lnTo>
                  <a:lnTo>
                    <a:pt x="1059788" y="3257881"/>
                  </a:lnTo>
                  <a:lnTo>
                    <a:pt x="1037271" y="3272110"/>
                  </a:lnTo>
                  <a:lnTo>
                    <a:pt x="1023042" y="3249599"/>
                  </a:lnTo>
                  <a:close/>
                </a:path>
                <a:path w="4352925" h="3723640">
                  <a:moveTo>
                    <a:pt x="1161080" y="3163496"/>
                  </a:moveTo>
                  <a:lnTo>
                    <a:pt x="1181993" y="3150279"/>
                  </a:lnTo>
                  <a:lnTo>
                    <a:pt x="1195204" y="3171192"/>
                  </a:lnTo>
                  <a:lnTo>
                    <a:pt x="1174291" y="3184403"/>
                  </a:lnTo>
                  <a:lnTo>
                    <a:pt x="1161080" y="3163496"/>
                  </a:lnTo>
                  <a:close/>
                </a:path>
                <a:path w="4352925" h="3723640">
                  <a:moveTo>
                    <a:pt x="1299111" y="3077387"/>
                  </a:moveTo>
                  <a:lnTo>
                    <a:pt x="1318414" y="3065187"/>
                  </a:lnTo>
                  <a:lnTo>
                    <a:pt x="1330614" y="3084497"/>
                  </a:lnTo>
                  <a:lnTo>
                    <a:pt x="1311311" y="3096697"/>
                  </a:lnTo>
                  <a:lnTo>
                    <a:pt x="1299111" y="3077387"/>
                  </a:lnTo>
                  <a:close/>
                </a:path>
                <a:path w="4352925" h="3723640">
                  <a:moveTo>
                    <a:pt x="1437594" y="2991388"/>
                  </a:moveTo>
                  <a:lnTo>
                    <a:pt x="1454744" y="2980548"/>
                  </a:lnTo>
                  <a:lnTo>
                    <a:pt x="1465585" y="2997698"/>
                  </a:lnTo>
                  <a:lnTo>
                    <a:pt x="1448434" y="3008538"/>
                  </a:lnTo>
                  <a:lnTo>
                    <a:pt x="1437594" y="2991388"/>
                  </a:lnTo>
                  <a:close/>
                </a:path>
                <a:path w="4352925" h="3723640">
                  <a:moveTo>
                    <a:pt x="1575625" y="2905285"/>
                  </a:moveTo>
                  <a:lnTo>
                    <a:pt x="1591178" y="2895462"/>
                  </a:lnTo>
                  <a:lnTo>
                    <a:pt x="1601000" y="2911009"/>
                  </a:lnTo>
                  <a:lnTo>
                    <a:pt x="1585454" y="2920838"/>
                  </a:lnTo>
                  <a:lnTo>
                    <a:pt x="1575625" y="2905285"/>
                  </a:lnTo>
                  <a:close/>
                </a:path>
                <a:path w="4352925" h="3723640">
                  <a:moveTo>
                    <a:pt x="1713662" y="2819177"/>
                  </a:moveTo>
                  <a:lnTo>
                    <a:pt x="1727599" y="2810371"/>
                  </a:lnTo>
                  <a:lnTo>
                    <a:pt x="1736410" y="2824313"/>
                  </a:lnTo>
                  <a:lnTo>
                    <a:pt x="1722475" y="2833125"/>
                  </a:lnTo>
                  <a:lnTo>
                    <a:pt x="1713662" y="2819177"/>
                  </a:lnTo>
                  <a:close/>
                </a:path>
                <a:path w="4352925" h="3723640">
                  <a:moveTo>
                    <a:pt x="1851700" y="2733080"/>
                  </a:moveTo>
                  <a:lnTo>
                    <a:pt x="1864032" y="2725286"/>
                  </a:lnTo>
                  <a:lnTo>
                    <a:pt x="1871826" y="2737618"/>
                  </a:lnTo>
                  <a:lnTo>
                    <a:pt x="1859494" y="2745412"/>
                  </a:lnTo>
                  <a:lnTo>
                    <a:pt x="1851700" y="2733080"/>
                  </a:lnTo>
                  <a:close/>
                </a:path>
                <a:path w="4352925" h="3723640">
                  <a:moveTo>
                    <a:pt x="1990177" y="2647075"/>
                  </a:moveTo>
                  <a:lnTo>
                    <a:pt x="2000362" y="2640640"/>
                  </a:lnTo>
                  <a:lnTo>
                    <a:pt x="2006797" y="2650826"/>
                  </a:lnTo>
                  <a:lnTo>
                    <a:pt x="1996612" y="2657261"/>
                  </a:lnTo>
                  <a:lnTo>
                    <a:pt x="1990177" y="2647075"/>
                  </a:lnTo>
                  <a:close/>
                </a:path>
                <a:path w="4352925" h="3723640">
                  <a:moveTo>
                    <a:pt x="2127769" y="2560875"/>
                  </a:moveTo>
                  <a:lnTo>
                    <a:pt x="2136887" y="2555117"/>
                  </a:lnTo>
                  <a:lnTo>
                    <a:pt x="2142646" y="2564228"/>
                  </a:lnTo>
                  <a:lnTo>
                    <a:pt x="2133528" y="2569993"/>
                  </a:lnTo>
                  <a:lnTo>
                    <a:pt x="2127769" y="2560875"/>
                  </a:lnTo>
                  <a:close/>
                </a:path>
                <a:path w="4352925" h="3723640">
                  <a:moveTo>
                    <a:pt x="2265368" y="2474675"/>
                  </a:moveTo>
                  <a:lnTo>
                    <a:pt x="2273413" y="2469592"/>
                  </a:lnTo>
                  <a:lnTo>
                    <a:pt x="2278495" y="2477637"/>
                  </a:lnTo>
                  <a:lnTo>
                    <a:pt x="2270450" y="2482719"/>
                  </a:lnTo>
                  <a:lnTo>
                    <a:pt x="2265368" y="2474675"/>
                  </a:lnTo>
                  <a:close/>
                </a:path>
                <a:path w="4352925" h="3723640">
                  <a:moveTo>
                    <a:pt x="2403412" y="2388571"/>
                  </a:moveTo>
                  <a:lnTo>
                    <a:pt x="2409840" y="2384507"/>
                  </a:lnTo>
                  <a:lnTo>
                    <a:pt x="2413904" y="2390941"/>
                  </a:lnTo>
                  <a:lnTo>
                    <a:pt x="2407476" y="2395006"/>
                  </a:lnTo>
                  <a:lnTo>
                    <a:pt x="2403412" y="2388571"/>
                  </a:lnTo>
                  <a:close/>
                </a:path>
                <a:path w="4352925" h="3723640">
                  <a:moveTo>
                    <a:pt x="2541011" y="2302371"/>
                  </a:moveTo>
                  <a:lnTo>
                    <a:pt x="2546371" y="2298983"/>
                  </a:lnTo>
                  <a:lnTo>
                    <a:pt x="2549759" y="2304344"/>
                  </a:lnTo>
                  <a:lnTo>
                    <a:pt x="2544399" y="2307732"/>
                  </a:lnTo>
                  <a:lnTo>
                    <a:pt x="2541011" y="2302371"/>
                  </a:lnTo>
                  <a:close/>
                </a:path>
                <a:path w="4352925" h="3723640">
                  <a:moveTo>
                    <a:pt x="2678609" y="2216171"/>
                  </a:moveTo>
                  <a:lnTo>
                    <a:pt x="2682903" y="2213459"/>
                  </a:lnTo>
                  <a:lnTo>
                    <a:pt x="2685615" y="2217747"/>
                  </a:lnTo>
                  <a:lnTo>
                    <a:pt x="2681321" y="2220458"/>
                  </a:lnTo>
                  <a:lnTo>
                    <a:pt x="2678609" y="2216171"/>
                  </a:lnTo>
                  <a:close/>
                </a:path>
                <a:path w="4352925" h="3723640">
                  <a:moveTo>
                    <a:pt x="2816208" y="2129964"/>
                  </a:moveTo>
                  <a:lnTo>
                    <a:pt x="2819422" y="2127935"/>
                  </a:lnTo>
                  <a:lnTo>
                    <a:pt x="2821457" y="2131155"/>
                  </a:lnTo>
                  <a:lnTo>
                    <a:pt x="2818243" y="2133191"/>
                  </a:lnTo>
                  <a:lnTo>
                    <a:pt x="2816208" y="2129964"/>
                  </a:lnTo>
                  <a:close/>
                </a:path>
                <a:path w="4352925" h="3723640">
                  <a:moveTo>
                    <a:pt x="2953813" y="2043770"/>
                  </a:moveTo>
                  <a:lnTo>
                    <a:pt x="2955960" y="2042417"/>
                  </a:lnTo>
                  <a:lnTo>
                    <a:pt x="2957312" y="2044552"/>
                  </a:lnTo>
                  <a:lnTo>
                    <a:pt x="2955165" y="2045911"/>
                  </a:lnTo>
                  <a:lnTo>
                    <a:pt x="2953813" y="2043770"/>
                  </a:lnTo>
                  <a:close/>
                </a:path>
                <a:path w="4352925" h="3723640">
                  <a:moveTo>
                    <a:pt x="3092088" y="1958637"/>
                  </a:moveTo>
                  <a:lnTo>
                    <a:pt x="3092030" y="1957178"/>
                  </a:lnTo>
                  <a:lnTo>
                    <a:pt x="3092479" y="1956893"/>
                  </a:lnTo>
                  <a:lnTo>
                    <a:pt x="3092537" y="1958352"/>
                  </a:lnTo>
                  <a:lnTo>
                    <a:pt x="3092088" y="1958637"/>
                  </a:lnTo>
                  <a:close/>
                </a:path>
                <a:path w="4352925" h="3723640">
                  <a:moveTo>
                    <a:pt x="567040" y="3723064"/>
                  </a:moveTo>
                  <a:lnTo>
                    <a:pt x="586636" y="3710679"/>
                  </a:lnTo>
                  <a:lnTo>
                    <a:pt x="594462" y="3723064"/>
                  </a:lnTo>
                  <a:lnTo>
                    <a:pt x="567040" y="3723064"/>
                  </a:lnTo>
                  <a:close/>
                </a:path>
                <a:path w="4352925" h="3723640">
                  <a:moveTo>
                    <a:pt x="693574" y="3644228"/>
                  </a:moveTo>
                  <a:lnTo>
                    <a:pt x="723063" y="3625593"/>
                  </a:lnTo>
                  <a:lnTo>
                    <a:pt x="741697" y="3655082"/>
                  </a:lnTo>
                  <a:lnTo>
                    <a:pt x="712209" y="3673716"/>
                  </a:lnTo>
                  <a:lnTo>
                    <a:pt x="693574" y="3644228"/>
                  </a:lnTo>
                  <a:close/>
                </a:path>
                <a:path w="4352925" h="3723640">
                  <a:moveTo>
                    <a:pt x="832051" y="3558223"/>
                  </a:moveTo>
                  <a:lnTo>
                    <a:pt x="859399" y="3540941"/>
                  </a:lnTo>
                  <a:lnTo>
                    <a:pt x="876680" y="3568289"/>
                  </a:lnTo>
                  <a:lnTo>
                    <a:pt x="849332" y="3585571"/>
                  </a:lnTo>
                  <a:lnTo>
                    <a:pt x="832051" y="3558223"/>
                  </a:lnTo>
                  <a:close/>
                </a:path>
                <a:path w="4352925" h="3723640">
                  <a:moveTo>
                    <a:pt x="970528" y="3472224"/>
                  </a:moveTo>
                  <a:lnTo>
                    <a:pt x="995729" y="3456302"/>
                  </a:lnTo>
                  <a:lnTo>
                    <a:pt x="1011651" y="3481497"/>
                  </a:lnTo>
                  <a:lnTo>
                    <a:pt x="986450" y="3497419"/>
                  </a:lnTo>
                  <a:lnTo>
                    <a:pt x="970528" y="3472224"/>
                  </a:lnTo>
                  <a:close/>
                </a:path>
                <a:path w="4352925" h="3723640">
                  <a:moveTo>
                    <a:pt x="1109004" y="3386219"/>
                  </a:moveTo>
                  <a:lnTo>
                    <a:pt x="1132052" y="3371650"/>
                  </a:lnTo>
                  <a:lnTo>
                    <a:pt x="1146622" y="3394710"/>
                  </a:lnTo>
                  <a:lnTo>
                    <a:pt x="1123574" y="3409274"/>
                  </a:lnTo>
                  <a:lnTo>
                    <a:pt x="1109004" y="3386219"/>
                  </a:lnTo>
                  <a:close/>
                </a:path>
                <a:path w="4352925" h="3723640">
                  <a:moveTo>
                    <a:pt x="1247035" y="3300117"/>
                  </a:moveTo>
                  <a:lnTo>
                    <a:pt x="1268479" y="3286565"/>
                  </a:lnTo>
                  <a:lnTo>
                    <a:pt x="1282032" y="3308015"/>
                  </a:lnTo>
                  <a:lnTo>
                    <a:pt x="1260588" y="3321567"/>
                  </a:lnTo>
                  <a:lnTo>
                    <a:pt x="1247035" y="3300117"/>
                  </a:lnTo>
                  <a:close/>
                </a:path>
                <a:path w="4352925" h="3723640">
                  <a:moveTo>
                    <a:pt x="1385506" y="3214112"/>
                  </a:moveTo>
                  <a:lnTo>
                    <a:pt x="1404815" y="3201912"/>
                  </a:lnTo>
                  <a:lnTo>
                    <a:pt x="1417008" y="3221215"/>
                  </a:lnTo>
                  <a:lnTo>
                    <a:pt x="1397705" y="3233415"/>
                  </a:lnTo>
                  <a:lnTo>
                    <a:pt x="1385506" y="3214112"/>
                  </a:lnTo>
                  <a:close/>
                </a:path>
                <a:path w="4352925" h="3723640">
                  <a:moveTo>
                    <a:pt x="1523550" y="3128009"/>
                  </a:moveTo>
                  <a:lnTo>
                    <a:pt x="1541242" y="3116827"/>
                  </a:lnTo>
                  <a:lnTo>
                    <a:pt x="1552425" y="3134527"/>
                  </a:lnTo>
                  <a:lnTo>
                    <a:pt x="1534732" y="3145708"/>
                  </a:lnTo>
                  <a:lnTo>
                    <a:pt x="1523550" y="3128009"/>
                  </a:lnTo>
                  <a:close/>
                </a:path>
                <a:path w="4352925" h="3723640">
                  <a:moveTo>
                    <a:pt x="1661588" y="3041906"/>
                  </a:moveTo>
                  <a:lnTo>
                    <a:pt x="1677670" y="3031742"/>
                  </a:lnTo>
                  <a:lnTo>
                    <a:pt x="1687834" y="3047831"/>
                  </a:lnTo>
                  <a:lnTo>
                    <a:pt x="1671752" y="3057995"/>
                  </a:lnTo>
                  <a:lnTo>
                    <a:pt x="1661588" y="3041906"/>
                  </a:lnTo>
                  <a:close/>
                </a:path>
                <a:path w="4352925" h="3723640">
                  <a:moveTo>
                    <a:pt x="1799626" y="2955810"/>
                  </a:moveTo>
                  <a:lnTo>
                    <a:pt x="1814105" y="2946656"/>
                  </a:lnTo>
                  <a:lnTo>
                    <a:pt x="1823251" y="2961130"/>
                  </a:lnTo>
                  <a:lnTo>
                    <a:pt x="1808772" y="2970283"/>
                  </a:lnTo>
                  <a:lnTo>
                    <a:pt x="1799626" y="2955810"/>
                  </a:lnTo>
                  <a:close/>
                </a:path>
                <a:path w="4352925" h="3723640">
                  <a:moveTo>
                    <a:pt x="1938096" y="2869805"/>
                  </a:moveTo>
                  <a:lnTo>
                    <a:pt x="1950428" y="2862011"/>
                  </a:lnTo>
                  <a:lnTo>
                    <a:pt x="1958222" y="2874343"/>
                  </a:lnTo>
                  <a:lnTo>
                    <a:pt x="1945890" y="2882137"/>
                  </a:lnTo>
                  <a:lnTo>
                    <a:pt x="1938096" y="2869805"/>
                  </a:lnTo>
                  <a:close/>
                </a:path>
                <a:path w="4352925" h="3723640">
                  <a:moveTo>
                    <a:pt x="2076133" y="2783702"/>
                  </a:moveTo>
                  <a:lnTo>
                    <a:pt x="2086861" y="2776926"/>
                  </a:lnTo>
                  <a:lnTo>
                    <a:pt x="2093637" y="2787648"/>
                  </a:lnTo>
                  <a:lnTo>
                    <a:pt x="2082909" y="2794424"/>
                  </a:lnTo>
                  <a:lnTo>
                    <a:pt x="2076133" y="2783702"/>
                  </a:lnTo>
                  <a:close/>
                </a:path>
                <a:path w="4352925" h="3723640">
                  <a:moveTo>
                    <a:pt x="2214171" y="2697599"/>
                  </a:moveTo>
                  <a:lnTo>
                    <a:pt x="2223289" y="2691841"/>
                  </a:lnTo>
                  <a:lnTo>
                    <a:pt x="2229047" y="2700952"/>
                  </a:lnTo>
                  <a:lnTo>
                    <a:pt x="2219929" y="2706711"/>
                  </a:lnTo>
                  <a:lnTo>
                    <a:pt x="2214171" y="2697599"/>
                  </a:lnTo>
                  <a:close/>
                </a:path>
                <a:path w="4352925" h="3723640">
                  <a:moveTo>
                    <a:pt x="2351769" y="2611399"/>
                  </a:moveTo>
                  <a:lnTo>
                    <a:pt x="2359814" y="2606316"/>
                  </a:lnTo>
                  <a:lnTo>
                    <a:pt x="2364896" y="2614361"/>
                  </a:lnTo>
                  <a:lnTo>
                    <a:pt x="2356851" y="2619443"/>
                  </a:lnTo>
                  <a:lnTo>
                    <a:pt x="2351769" y="2611399"/>
                  </a:lnTo>
                  <a:close/>
                </a:path>
                <a:path w="4352925" h="3723640">
                  <a:moveTo>
                    <a:pt x="2489368" y="2525199"/>
                  </a:moveTo>
                  <a:lnTo>
                    <a:pt x="2496339" y="2520793"/>
                  </a:lnTo>
                  <a:lnTo>
                    <a:pt x="2500745" y="2527764"/>
                  </a:lnTo>
                  <a:lnTo>
                    <a:pt x="2493774" y="2532170"/>
                  </a:lnTo>
                  <a:lnTo>
                    <a:pt x="2489368" y="2525199"/>
                  </a:lnTo>
                  <a:close/>
                </a:path>
                <a:path w="4352925" h="3723640">
                  <a:moveTo>
                    <a:pt x="2627406" y="2439096"/>
                  </a:moveTo>
                  <a:lnTo>
                    <a:pt x="2632773" y="2435707"/>
                  </a:lnTo>
                  <a:lnTo>
                    <a:pt x="2636161" y="2441068"/>
                  </a:lnTo>
                  <a:lnTo>
                    <a:pt x="2630794" y="2444456"/>
                  </a:lnTo>
                  <a:lnTo>
                    <a:pt x="2627406" y="2439096"/>
                  </a:lnTo>
                  <a:close/>
                </a:path>
                <a:path w="4352925" h="3723640">
                  <a:moveTo>
                    <a:pt x="2765011" y="2352895"/>
                  </a:moveTo>
                  <a:lnTo>
                    <a:pt x="2769298" y="2350184"/>
                  </a:lnTo>
                  <a:lnTo>
                    <a:pt x="2772010" y="2354471"/>
                  </a:lnTo>
                  <a:lnTo>
                    <a:pt x="2767722" y="2357182"/>
                  </a:lnTo>
                  <a:lnTo>
                    <a:pt x="2765011" y="2352895"/>
                  </a:lnTo>
                  <a:close/>
                </a:path>
                <a:path w="4352925" h="3723640">
                  <a:moveTo>
                    <a:pt x="2902609" y="2266689"/>
                  </a:moveTo>
                  <a:lnTo>
                    <a:pt x="2905823" y="2264660"/>
                  </a:lnTo>
                  <a:lnTo>
                    <a:pt x="2907852" y="2267874"/>
                  </a:lnTo>
                  <a:lnTo>
                    <a:pt x="2904638" y="2269910"/>
                  </a:lnTo>
                  <a:lnTo>
                    <a:pt x="2902609" y="2266689"/>
                  </a:lnTo>
                  <a:close/>
                </a:path>
                <a:path w="4352925" h="3723640">
                  <a:moveTo>
                    <a:pt x="3040208" y="2180487"/>
                  </a:moveTo>
                  <a:lnTo>
                    <a:pt x="3042355" y="2179135"/>
                  </a:lnTo>
                  <a:lnTo>
                    <a:pt x="3043707" y="2181275"/>
                  </a:lnTo>
                  <a:lnTo>
                    <a:pt x="3041560" y="2182635"/>
                  </a:lnTo>
                  <a:lnTo>
                    <a:pt x="3040208" y="2180487"/>
                  </a:lnTo>
                  <a:close/>
                </a:path>
                <a:path w="4352925" h="3723640">
                  <a:moveTo>
                    <a:pt x="3178483" y="2095361"/>
                  </a:moveTo>
                  <a:lnTo>
                    <a:pt x="3178425" y="2093905"/>
                  </a:lnTo>
                  <a:lnTo>
                    <a:pt x="3178880" y="2093618"/>
                  </a:lnTo>
                  <a:lnTo>
                    <a:pt x="3178939" y="2095074"/>
                  </a:lnTo>
                  <a:lnTo>
                    <a:pt x="3178483" y="2095361"/>
                  </a:lnTo>
                  <a:close/>
                </a:path>
                <a:path w="4352925" h="3723640">
                  <a:moveTo>
                    <a:pt x="917575" y="3694752"/>
                  </a:moveTo>
                  <a:lnTo>
                    <a:pt x="945991" y="3676794"/>
                  </a:lnTo>
                  <a:lnTo>
                    <a:pt x="963948" y="3705209"/>
                  </a:lnTo>
                  <a:lnTo>
                    <a:pt x="935527" y="3723064"/>
                  </a:lnTo>
                  <a:lnTo>
                    <a:pt x="917575" y="3694752"/>
                  </a:lnTo>
                  <a:close/>
                </a:path>
                <a:path w="4352925" h="3723640">
                  <a:moveTo>
                    <a:pt x="1056485" y="3608845"/>
                  </a:moveTo>
                  <a:lnTo>
                    <a:pt x="1082222" y="3592581"/>
                  </a:lnTo>
                  <a:lnTo>
                    <a:pt x="1098486" y="3618313"/>
                  </a:lnTo>
                  <a:lnTo>
                    <a:pt x="1072748" y="3634577"/>
                  </a:lnTo>
                  <a:lnTo>
                    <a:pt x="1056485" y="3608845"/>
                  </a:lnTo>
                  <a:close/>
                </a:path>
                <a:path w="4352925" h="3723640">
                  <a:moveTo>
                    <a:pt x="1194961" y="3522840"/>
                  </a:moveTo>
                  <a:lnTo>
                    <a:pt x="1218552" y="3507935"/>
                  </a:lnTo>
                  <a:lnTo>
                    <a:pt x="1233457" y="3531526"/>
                  </a:lnTo>
                  <a:lnTo>
                    <a:pt x="1209866" y="3546431"/>
                  </a:lnTo>
                  <a:lnTo>
                    <a:pt x="1194961" y="3522840"/>
                  </a:lnTo>
                  <a:close/>
                </a:path>
                <a:path w="4352925" h="3723640">
                  <a:moveTo>
                    <a:pt x="1332999" y="3436737"/>
                  </a:moveTo>
                  <a:lnTo>
                    <a:pt x="1354980" y="3422850"/>
                  </a:lnTo>
                  <a:lnTo>
                    <a:pt x="1368873" y="3444830"/>
                  </a:lnTo>
                  <a:lnTo>
                    <a:pt x="1346892" y="3458717"/>
                  </a:lnTo>
                  <a:lnTo>
                    <a:pt x="1332999" y="3436737"/>
                  </a:lnTo>
                  <a:close/>
                </a:path>
                <a:path w="4352925" h="3723640">
                  <a:moveTo>
                    <a:pt x="1471469" y="3350734"/>
                  </a:moveTo>
                  <a:lnTo>
                    <a:pt x="1491310" y="3338198"/>
                  </a:lnTo>
                  <a:lnTo>
                    <a:pt x="1503844" y="3358038"/>
                  </a:lnTo>
                  <a:lnTo>
                    <a:pt x="1484010" y="3370572"/>
                  </a:lnTo>
                  <a:lnTo>
                    <a:pt x="1471469" y="3350734"/>
                  </a:lnTo>
                  <a:close/>
                </a:path>
                <a:path w="4352925" h="3723640">
                  <a:moveTo>
                    <a:pt x="1609508" y="3264636"/>
                  </a:moveTo>
                  <a:lnTo>
                    <a:pt x="1627737" y="3253113"/>
                  </a:lnTo>
                  <a:lnTo>
                    <a:pt x="1639260" y="3271343"/>
                  </a:lnTo>
                  <a:lnTo>
                    <a:pt x="1621025" y="3282866"/>
                  </a:lnTo>
                  <a:lnTo>
                    <a:pt x="1609508" y="3264636"/>
                  </a:lnTo>
                  <a:close/>
                </a:path>
                <a:path w="4352925" h="3723640">
                  <a:moveTo>
                    <a:pt x="1747990" y="3178631"/>
                  </a:moveTo>
                  <a:lnTo>
                    <a:pt x="1764073" y="3168467"/>
                  </a:lnTo>
                  <a:lnTo>
                    <a:pt x="1774237" y="3184550"/>
                  </a:lnTo>
                  <a:lnTo>
                    <a:pt x="1758154" y="3194714"/>
                  </a:lnTo>
                  <a:lnTo>
                    <a:pt x="1747990" y="3178631"/>
                  </a:lnTo>
                  <a:close/>
                </a:path>
                <a:path w="4352925" h="3723640">
                  <a:moveTo>
                    <a:pt x="1886022" y="3092529"/>
                  </a:moveTo>
                  <a:lnTo>
                    <a:pt x="1900501" y="3083375"/>
                  </a:lnTo>
                  <a:lnTo>
                    <a:pt x="1909647" y="3097855"/>
                  </a:lnTo>
                  <a:lnTo>
                    <a:pt x="1895168" y="3107008"/>
                  </a:lnTo>
                  <a:lnTo>
                    <a:pt x="1886022" y="3092529"/>
                  </a:lnTo>
                  <a:close/>
                </a:path>
                <a:path w="4352925" h="3723640">
                  <a:moveTo>
                    <a:pt x="2024059" y="3006426"/>
                  </a:moveTo>
                  <a:lnTo>
                    <a:pt x="2036928" y="2998290"/>
                  </a:lnTo>
                  <a:lnTo>
                    <a:pt x="2045063" y="3011159"/>
                  </a:lnTo>
                  <a:lnTo>
                    <a:pt x="2032194" y="3019294"/>
                  </a:lnTo>
                  <a:lnTo>
                    <a:pt x="2024059" y="3006426"/>
                  </a:lnTo>
                  <a:close/>
                </a:path>
                <a:path w="4352925" h="3723640">
                  <a:moveTo>
                    <a:pt x="2162536" y="2920427"/>
                  </a:moveTo>
                  <a:lnTo>
                    <a:pt x="2173258" y="2913651"/>
                  </a:lnTo>
                  <a:lnTo>
                    <a:pt x="2180034" y="2924373"/>
                  </a:lnTo>
                  <a:lnTo>
                    <a:pt x="2169312" y="2931149"/>
                  </a:lnTo>
                  <a:lnTo>
                    <a:pt x="2162536" y="2920427"/>
                  </a:lnTo>
                  <a:close/>
                </a:path>
                <a:path w="4352925" h="3723640">
                  <a:moveTo>
                    <a:pt x="2300134" y="2834220"/>
                  </a:moveTo>
                  <a:lnTo>
                    <a:pt x="2309789" y="2828121"/>
                  </a:lnTo>
                  <a:lnTo>
                    <a:pt x="2315883" y="2837769"/>
                  </a:lnTo>
                  <a:lnTo>
                    <a:pt x="2306228" y="2843869"/>
                  </a:lnTo>
                  <a:lnTo>
                    <a:pt x="2300134" y="2834220"/>
                  </a:lnTo>
                  <a:close/>
                </a:path>
                <a:path w="4352925" h="3723640">
                  <a:moveTo>
                    <a:pt x="2437733" y="2748020"/>
                  </a:moveTo>
                  <a:lnTo>
                    <a:pt x="2446309" y="2742603"/>
                  </a:lnTo>
                  <a:lnTo>
                    <a:pt x="2451732" y="2751178"/>
                  </a:lnTo>
                  <a:lnTo>
                    <a:pt x="2443157" y="2756595"/>
                  </a:lnTo>
                  <a:lnTo>
                    <a:pt x="2437733" y="2748020"/>
                  </a:lnTo>
                  <a:close/>
                </a:path>
                <a:path w="4352925" h="3723640">
                  <a:moveTo>
                    <a:pt x="2575332" y="2661820"/>
                  </a:moveTo>
                  <a:lnTo>
                    <a:pt x="2582840" y="2657072"/>
                  </a:lnTo>
                  <a:lnTo>
                    <a:pt x="2587587" y="2664580"/>
                  </a:lnTo>
                  <a:lnTo>
                    <a:pt x="2580079" y="2669328"/>
                  </a:lnTo>
                  <a:lnTo>
                    <a:pt x="2575332" y="2661820"/>
                  </a:lnTo>
                  <a:close/>
                </a:path>
                <a:path w="4352925" h="3723640">
                  <a:moveTo>
                    <a:pt x="2713369" y="2575717"/>
                  </a:moveTo>
                  <a:lnTo>
                    <a:pt x="2719267" y="2571987"/>
                  </a:lnTo>
                  <a:lnTo>
                    <a:pt x="2722997" y="2577885"/>
                  </a:lnTo>
                  <a:lnTo>
                    <a:pt x="2717093" y="2581615"/>
                  </a:lnTo>
                  <a:lnTo>
                    <a:pt x="2713369" y="2575717"/>
                  </a:lnTo>
                  <a:close/>
                </a:path>
                <a:path w="4352925" h="3723640">
                  <a:moveTo>
                    <a:pt x="2850968" y="2489516"/>
                  </a:moveTo>
                  <a:lnTo>
                    <a:pt x="2855792" y="2486470"/>
                  </a:lnTo>
                  <a:lnTo>
                    <a:pt x="2858846" y="2491294"/>
                  </a:lnTo>
                  <a:lnTo>
                    <a:pt x="2854015" y="2494341"/>
                  </a:lnTo>
                  <a:lnTo>
                    <a:pt x="2850968" y="2489516"/>
                  </a:lnTo>
                  <a:close/>
                </a:path>
                <a:path w="4352925" h="3723640">
                  <a:moveTo>
                    <a:pt x="2988567" y="2403316"/>
                  </a:moveTo>
                  <a:lnTo>
                    <a:pt x="2992324" y="2400939"/>
                  </a:lnTo>
                  <a:lnTo>
                    <a:pt x="2994694" y="2404696"/>
                  </a:lnTo>
                  <a:lnTo>
                    <a:pt x="2990937" y="2407073"/>
                  </a:lnTo>
                  <a:lnTo>
                    <a:pt x="2988567" y="2403316"/>
                  </a:lnTo>
                  <a:close/>
                </a:path>
                <a:path w="4352925" h="3723640">
                  <a:moveTo>
                    <a:pt x="3126166" y="2317116"/>
                  </a:moveTo>
                  <a:lnTo>
                    <a:pt x="3128849" y="2315421"/>
                  </a:lnTo>
                  <a:lnTo>
                    <a:pt x="3130543" y="2318105"/>
                  </a:lnTo>
                  <a:lnTo>
                    <a:pt x="3127860" y="2319799"/>
                  </a:lnTo>
                  <a:lnTo>
                    <a:pt x="3126166" y="2317116"/>
                  </a:lnTo>
                  <a:close/>
                </a:path>
                <a:path w="4352925" h="3723640">
                  <a:moveTo>
                    <a:pt x="3263764" y="2230916"/>
                  </a:moveTo>
                  <a:lnTo>
                    <a:pt x="3265381" y="2229897"/>
                  </a:lnTo>
                  <a:lnTo>
                    <a:pt x="3266392" y="2231501"/>
                  </a:lnTo>
                  <a:lnTo>
                    <a:pt x="3264782" y="2232519"/>
                  </a:lnTo>
                  <a:lnTo>
                    <a:pt x="3263764" y="2230916"/>
                  </a:lnTo>
                  <a:close/>
                </a:path>
                <a:path w="4352925" h="3723640">
                  <a:moveTo>
                    <a:pt x="1280924" y="3659461"/>
                  </a:moveTo>
                  <a:lnTo>
                    <a:pt x="1305052" y="3644215"/>
                  </a:lnTo>
                  <a:lnTo>
                    <a:pt x="1320298" y="3668342"/>
                  </a:lnTo>
                  <a:lnTo>
                    <a:pt x="1296171" y="3683589"/>
                  </a:lnTo>
                  <a:lnTo>
                    <a:pt x="1280924" y="3659461"/>
                  </a:lnTo>
                  <a:close/>
                </a:path>
                <a:path w="4352925" h="3723640">
                  <a:moveTo>
                    <a:pt x="1418956" y="3573366"/>
                  </a:moveTo>
                  <a:lnTo>
                    <a:pt x="1441479" y="3559130"/>
                  </a:lnTo>
                  <a:lnTo>
                    <a:pt x="1455714" y="3581654"/>
                  </a:lnTo>
                  <a:lnTo>
                    <a:pt x="1433190" y="3595883"/>
                  </a:lnTo>
                  <a:lnTo>
                    <a:pt x="1418956" y="3573366"/>
                  </a:lnTo>
                  <a:close/>
                </a:path>
                <a:path w="4352925" h="3723640">
                  <a:moveTo>
                    <a:pt x="1557433" y="3487367"/>
                  </a:moveTo>
                  <a:lnTo>
                    <a:pt x="1577810" y="3474491"/>
                  </a:lnTo>
                  <a:lnTo>
                    <a:pt x="1590685" y="3494861"/>
                  </a:lnTo>
                  <a:lnTo>
                    <a:pt x="1570308" y="3507737"/>
                  </a:lnTo>
                  <a:lnTo>
                    <a:pt x="1557433" y="3487367"/>
                  </a:lnTo>
                  <a:close/>
                </a:path>
                <a:path w="4352925" h="3723640">
                  <a:moveTo>
                    <a:pt x="1695470" y="3401258"/>
                  </a:moveTo>
                  <a:lnTo>
                    <a:pt x="1714237" y="3389399"/>
                  </a:lnTo>
                  <a:lnTo>
                    <a:pt x="1726095" y="3408166"/>
                  </a:lnTo>
                  <a:lnTo>
                    <a:pt x="1707329" y="3420024"/>
                  </a:lnTo>
                  <a:lnTo>
                    <a:pt x="1695470" y="3401258"/>
                  </a:lnTo>
                  <a:close/>
                </a:path>
                <a:path w="4352925" h="3723640">
                  <a:moveTo>
                    <a:pt x="1833947" y="3315259"/>
                  </a:moveTo>
                  <a:lnTo>
                    <a:pt x="1850566" y="3304754"/>
                  </a:lnTo>
                  <a:lnTo>
                    <a:pt x="1861066" y="3321373"/>
                  </a:lnTo>
                  <a:lnTo>
                    <a:pt x="1844446" y="3331879"/>
                  </a:lnTo>
                  <a:lnTo>
                    <a:pt x="1833947" y="3315259"/>
                  </a:lnTo>
                  <a:close/>
                </a:path>
                <a:path w="4352925" h="3723640">
                  <a:moveTo>
                    <a:pt x="1971984" y="3229156"/>
                  </a:moveTo>
                  <a:lnTo>
                    <a:pt x="1986994" y="3219669"/>
                  </a:lnTo>
                  <a:lnTo>
                    <a:pt x="1996482" y="3234678"/>
                  </a:lnTo>
                  <a:lnTo>
                    <a:pt x="1981472" y="3244165"/>
                  </a:lnTo>
                  <a:lnTo>
                    <a:pt x="1971984" y="3229156"/>
                  </a:lnTo>
                  <a:close/>
                </a:path>
                <a:path w="4352925" h="3723640">
                  <a:moveTo>
                    <a:pt x="2110015" y="3143047"/>
                  </a:moveTo>
                  <a:lnTo>
                    <a:pt x="2123421" y="3134577"/>
                  </a:lnTo>
                  <a:lnTo>
                    <a:pt x="2131891" y="3147983"/>
                  </a:lnTo>
                  <a:lnTo>
                    <a:pt x="2118486" y="3156453"/>
                  </a:lnTo>
                  <a:lnTo>
                    <a:pt x="2110015" y="3143047"/>
                  </a:lnTo>
                  <a:close/>
                </a:path>
                <a:path w="4352925" h="3723640">
                  <a:moveTo>
                    <a:pt x="2248492" y="3057049"/>
                  </a:moveTo>
                  <a:lnTo>
                    <a:pt x="2259757" y="3049931"/>
                  </a:lnTo>
                  <a:lnTo>
                    <a:pt x="2266868" y="3061190"/>
                  </a:lnTo>
                  <a:lnTo>
                    <a:pt x="2255610" y="3068307"/>
                  </a:lnTo>
                  <a:lnTo>
                    <a:pt x="2248492" y="3057049"/>
                  </a:lnTo>
                  <a:close/>
                </a:path>
                <a:path w="4352925" h="3723640">
                  <a:moveTo>
                    <a:pt x="2386530" y="2970946"/>
                  </a:moveTo>
                  <a:lnTo>
                    <a:pt x="2396185" y="2964846"/>
                  </a:lnTo>
                  <a:lnTo>
                    <a:pt x="2402285" y="2974494"/>
                  </a:lnTo>
                  <a:lnTo>
                    <a:pt x="2392630" y="2980594"/>
                  </a:lnTo>
                  <a:lnTo>
                    <a:pt x="2386530" y="2970946"/>
                  </a:lnTo>
                  <a:close/>
                </a:path>
                <a:path w="4352925" h="3723640">
                  <a:moveTo>
                    <a:pt x="2524135" y="2884744"/>
                  </a:moveTo>
                  <a:lnTo>
                    <a:pt x="2532710" y="2879321"/>
                  </a:lnTo>
                  <a:lnTo>
                    <a:pt x="2538127" y="2887903"/>
                  </a:lnTo>
                  <a:lnTo>
                    <a:pt x="2529552" y="2893320"/>
                  </a:lnTo>
                  <a:lnTo>
                    <a:pt x="2524135" y="2884744"/>
                  </a:lnTo>
                  <a:close/>
                </a:path>
                <a:path w="4352925" h="3723640">
                  <a:moveTo>
                    <a:pt x="2661734" y="2798545"/>
                  </a:moveTo>
                  <a:lnTo>
                    <a:pt x="2669241" y="2793797"/>
                  </a:lnTo>
                  <a:lnTo>
                    <a:pt x="2673982" y="2801306"/>
                  </a:lnTo>
                  <a:lnTo>
                    <a:pt x="2666474" y="2806053"/>
                  </a:lnTo>
                  <a:lnTo>
                    <a:pt x="2661734" y="2798545"/>
                  </a:lnTo>
                  <a:close/>
                </a:path>
                <a:path w="4352925" h="3723640">
                  <a:moveTo>
                    <a:pt x="2799765" y="2712442"/>
                  </a:moveTo>
                  <a:lnTo>
                    <a:pt x="2805669" y="2708712"/>
                  </a:lnTo>
                  <a:lnTo>
                    <a:pt x="2809392" y="2714610"/>
                  </a:lnTo>
                  <a:lnTo>
                    <a:pt x="2803494" y="2718340"/>
                  </a:lnTo>
                  <a:lnTo>
                    <a:pt x="2799765" y="2712442"/>
                  </a:lnTo>
                  <a:close/>
                </a:path>
                <a:path w="4352925" h="3723640">
                  <a:moveTo>
                    <a:pt x="2937363" y="2626242"/>
                  </a:moveTo>
                  <a:lnTo>
                    <a:pt x="2942194" y="2623188"/>
                  </a:lnTo>
                  <a:lnTo>
                    <a:pt x="2945241" y="2628019"/>
                  </a:lnTo>
                  <a:lnTo>
                    <a:pt x="2940417" y="2631066"/>
                  </a:lnTo>
                  <a:lnTo>
                    <a:pt x="2937363" y="2626242"/>
                  </a:lnTo>
                  <a:close/>
                </a:path>
                <a:path w="4352925" h="3723640">
                  <a:moveTo>
                    <a:pt x="3074962" y="2540041"/>
                  </a:moveTo>
                  <a:lnTo>
                    <a:pt x="3078719" y="2537664"/>
                  </a:lnTo>
                  <a:lnTo>
                    <a:pt x="3081096" y="2541421"/>
                  </a:lnTo>
                  <a:lnTo>
                    <a:pt x="3077339" y="2543798"/>
                  </a:lnTo>
                  <a:lnTo>
                    <a:pt x="3074962" y="2540041"/>
                  </a:lnTo>
                  <a:close/>
                </a:path>
                <a:path w="4352925" h="3723640">
                  <a:moveTo>
                    <a:pt x="3212561" y="2453835"/>
                  </a:moveTo>
                  <a:lnTo>
                    <a:pt x="3215244" y="2452140"/>
                  </a:lnTo>
                  <a:lnTo>
                    <a:pt x="3216938" y="2454824"/>
                  </a:lnTo>
                  <a:lnTo>
                    <a:pt x="3214255" y="2456518"/>
                  </a:lnTo>
                  <a:lnTo>
                    <a:pt x="3212561" y="2453835"/>
                  </a:lnTo>
                  <a:close/>
                </a:path>
                <a:path w="4352925" h="3723640">
                  <a:moveTo>
                    <a:pt x="3350166" y="2367640"/>
                  </a:moveTo>
                  <a:lnTo>
                    <a:pt x="3351776" y="2366622"/>
                  </a:lnTo>
                  <a:lnTo>
                    <a:pt x="3352794" y="2368226"/>
                  </a:lnTo>
                  <a:lnTo>
                    <a:pt x="3351177" y="2369244"/>
                  </a:lnTo>
                  <a:lnTo>
                    <a:pt x="3350166" y="2367640"/>
                  </a:lnTo>
                  <a:close/>
                </a:path>
                <a:path w="4352925" h="3723640">
                  <a:moveTo>
                    <a:pt x="1505357" y="3710089"/>
                  </a:moveTo>
                  <a:lnTo>
                    <a:pt x="1527881" y="3695854"/>
                  </a:lnTo>
                  <a:lnTo>
                    <a:pt x="1542109" y="3718371"/>
                  </a:lnTo>
                  <a:lnTo>
                    <a:pt x="1534680" y="3723064"/>
                  </a:lnTo>
                  <a:lnTo>
                    <a:pt x="1513558" y="3723064"/>
                  </a:lnTo>
                  <a:lnTo>
                    <a:pt x="1505357" y="3710089"/>
                  </a:lnTo>
                  <a:close/>
                </a:path>
                <a:path w="4352925" h="3723640">
                  <a:moveTo>
                    <a:pt x="1643395" y="3623986"/>
                  </a:moveTo>
                  <a:lnTo>
                    <a:pt x="1664308" y="3610768"/>
                  </a:lnTo>
                  <a:lnTo>
                    <a:pt x="1677519" y="3631682"/>
                  </a:lnTo>
                  <a:lnTo>
                    <a:pt x="1656612" y="3644893"/>
                  </a:lnTo>
                  <a:lnTo>
                    <a:pt x="1643395" y="3623986"/>
                  </a:lnTo>
                  <a:close/>
                </a:path>
                <a:path w="4352925" h="3723640">
                  <a:moveTo>
                    <a:pt x="1781872" y="3537981"/>
                  </a:moveTo>
                  <a:lnTo>
                    <a:pt x="1800632" y="3526123"/>
                  </a:lnTo>
                  <a:lnTo>
                    <a:pt x="1812490" y="3544882"/>
                  </a:lnTo>
                  <a:lnTo>
                    <a:pt x="1793730" y="3556741"/>
                  </a:lnTo>
                  <a:lnTo>
                    <a:pt x="1781872" y="3537981"/>
                  </a:lnTo>
                  <a:close/>
                </a:path>
                <a:path w="4352925" h="3723640">
                  <a:moveTo>
                    <a:pt x="1919903" y="3451878"/>
                  </a:moveTo>
                  <a:lnTo>
                    <a:pt x="1937066" y="3441037"/>
                  </a:lnTo>
                  <a:lnTo>
                    <a:pt x="1947906" y="3458188"/>
                  </a:lnTo>
                  <a:lnTo>
                    <a:pt x="1930743" y="3469035"/>
                  </a:lnTo>
                  <a:lnTo>
                    <a:pt x="1919903" y="3451878"/>
                  </a:lnTo>
                  <a:close/>
                </a:path>
                <a:path w="4352925" h="3723640">
                  <a:moveTo>
                    <a:pt x="2058380" y="3365873"/>
                  </a:moveTo>
                  <a:lnTo>
                    <a:pt x="2073389" y="3356386"/>
                  </a:lnTo>
                  <a:lnTo>
                    <a:pt x="2082877" y="3371401"/>
                  </a:lnTo>
                  <a:lnTo>
                    <a:pt x="2067867" y="3380882"/>
                  </a:lnTo>
                  <a:lnTo>
                    <a:pt x="2058380" y="3365873"/>
                  </a:lnTo>
                  <a:close/>
                </a:path>
                <a:path w="4352925" h="3723640">
                  <a:moveTo>
                    <a:pt x="2196417" y="3279770"/>
                  </a:moveTo>
                  <a:lnTo>
                    <a:pt x="2209823" y="3271300"/>
                  </a:lnTo>
                  <a:lnTo>
                    <a:pt x="2218293" y="3284706"/>
                  </a:lnTo>
                  <a:lnTo>
                    <a:pt x="2204887" y="3293176"/>
                  </a:lnTo>
                  <a:lnTo>
                    <a:pt x="2196417" y="3279770"/>
                  </a:lnTo>
                  <a:close/>
                </a:path>
                <a:path w="4352925" h="3723640">
                  <a:moveTo>
                    <a:pt x="2334455" y="3193667"/>
                  </a:moveTo>
                  <a:lnTo>
                    <a:pt x="2346250" y="3186215"/>
                  </a:lnTo>
                  <a:lnTo>
                    <a:pt x="2353702" y="3198010"/>
                  </a:lnTo>
                  <a:lnTo>
                    <a:pt x="2341907" y="3205463"/>
                  </a:lnTo>
                  <a:lnTo>
                    <a:pt x="2334455" y="3193667"/>
                  </a:lnTo>
                  <a:close/>
                </a:path>
                <a:path w="4352925" h="3723640">
                  <a:moveTo>
                    <a:pt x="2472925" y="3107663"/>
                  </a:moveTo>
                  <a:lnTo>
                    <a:pt x="2482580" y="3101563"/>
                  </a:lnTo>
                  <a:lnTo>
                    <a:pt x="2488680" y="3111218"/>
                  </a:lnTo>
                  <a:lnTo>
                    <a:pt x="2479025" y="3117317"/>
                  </a:lnTo>
                  <a:lnTo>
                    <a:pt x="2472925" y="3107663"/>
                  </a:lnTo>
                  <a:close/>
                </a:path>
                <a:path w="4352925" h="3723640">
                  <a:moveTo>
                    <a:pt x="2610530" y="3021461"/>
                  </a:moveTo>
                  <a:lnTo>
                    <a:pt x="2619105" y="3016038"/>
                  </a:lnTo>
                  <a:lnTo>
                    <a:pt x="2624528" y="3024626"/>
                  </a:lnTo>
                  <a:lnTo>
                    <a:pt x="2615953" y="3030043"/>
                  </a:lnTo>
                  <a:lnTo>
                    <a:pt x="2610530" y="3021461"/>
                  </a:lnTo>
                  <a:close/>
                </a:path>
                <a:path w="4352925" h="3723640">
                  <a:moveTo>
                    <a:pt x="2748129" y="2935269"/>
                  </a:moveTo>
                  <a:lnTo>
                    <a:pt x="2755636" y="2930521"/>
                  </a:lnTo>
                  <a:lnTo>
                    <a:pt x="2760383" y="2938029"/>
                  </a:lnTo>
                  <a:lnTo>
                    <a:pt x="2752876" y="2942770"/>
                  </a:lnTo>
                  <a:lnTo>
                    <a:pt x="2748129" y="2935269"/>
                  </a:lnTo>
                  <a:close/>
                </a:path>
                <a:path w="4352925" h="3723640">
                  <a:moveTo>
                    <a:pt x="2885727" y="2849061"/>
                  </a:moveTo>
                  <a:lnTo>
                    <a:pt x="2892162" y="2844997"/>
                  </a:lnTo>
                  <a:lnTo>
                    <a:pt x="2896226" y="2851431"/>
                  </a:lnTo>
                  <a:lnTo>
                    <a:pt x="2889792" y="2855496"/>
                  </a:lnTo>
                  <a:lnTo>
                    <a:pt x="2885727" y="2849061"/>
                  </a:lnTo>
                  <a:close/>
                </a:path>
                <a:path w="4352925" h="3723640">
                  <a:moveTo>
                    <a:pt x="3023765" y="2762965"/>
                  </a:moveTo>
                  <a:lnTo>
                    <a:pt x="3028589" y="2759912"/>
                  </a:lnTo>
                  <a:lnTo>
                    <a:pt x="3031642" y="2764743"/>
                  </a:lnTo>
                  <a:lnTo>
                    <a:pt x="3026811" y="2767790"/>
                  </a:lnTo>
                  <a:lnTo>
                    <a:pt x="3023765" y="2762965"/>
                  </a:lnTo>
                  <a:close/>
                </a:path>
                <a:path w="4352925" h="3723640">
                  <a:moveTo>
                    <a:pt x="3161364" y="2676765"/>
                  </a:moveTo>
                  <a:lnTo>
                    <a:pt x="3165120" y="2674388"/>
                  </a:lnTo>
                  <a:lnTo>
                    <a:pt x="3167491" y="2678138"/>
                  </a:lnTo>
                  <a:lnTo>
                    <a:pt x="3163734" y="2680516"/>
                  </a:lnTo>
                  <a:lnTo>
                    <a:pt x="3161364" y="2676765"/>
                  </a:lnTo>
                  <a:close/>
                </a:path>
                <a:path w="4352925" h="3723640">
                  <a:moveTo>
                    <a:pt x="3298962" y="2590558"/>
                  </a:moveTo>
                  <a:lnTo>
                    <a:pt x="3301639" y="2588864"/>
                  </a:lnTo>
                  <a:lnTo>
                    <a:pt x="3303333" y="2591548"/>
                  </a:lnTo>
                  <a:lnTo>
                    <a:pt x="3300656" y="2593242"/>
                  </a:lnTo>
                  <a:lnTo>
                    <a:pt x="3298962" y="2590558"/>
                  </a:lnTo>
                  <a:close/>
                </a:path>
                <a:path w="4352925" h="3723640">
                  <a:moveTo>
                    <a:pt x="3436561" y="2504358"/>
                  </a:moveTo>
                  <a:lnTo>
                    <a:pt x="3438171" y="2503340"/>
                  </a:lnTo>
                  <a:lnTo>
                    <a:pt x="3439189" y="2504950"/>
                  </a:lnTo>
                  <a:lnTo>
                    <a:pt x="3437579" y="2505968"/>
                  </a:lnTo>
                  <a:lnTo>
                    <a:pt x="3436561" y="2504358"/>
                  </a:lnTo>
                  <a:close/>
                </a:path>
                <a:path w="4352925" h="3723640">
                  <a:moveTo>
                    <a:pt x="1867826" y="3674602"/>
                  </a:moveTo>
                  <a:lnTo>
                    <a:pt x="1887130" y="3662402"/>
                  </a:lnTo>
                  <a:lnTo>
                    <a:pt x="1899330" y="3681712"/>
                  </a:lnTo>
                  <a:lnTo>
                    <a:pt x="1880026" y="3693912"/>
                  </a:lnTo>
                  <a:lnTo>
                    <a:pt x="1867826" y="3674602"/>
                  </a:lnTo>
                  <a:close/>
                </a:path>
                <a:path w="4352925" h="3723640">
                  <a:moveTo>
                    <a:pt x="2006303" y="3588604"/>
                  </a:moveTo>
                  <a:lnTo>
                    <a:pt x="2023460" y="3577757"/>
                  </a:lnTo>
                  <a:lnTo>
                    <a:pt x="2034300" y="3594913"/>
                  </a:lnTo>
                  <a:lnTo>
                    <a:pt x="2017144" y="3605760"/>
                  </a:lnTo>
                  <a:lnTo>
                    <a:pt x="2006303" y="3588604"/>
                  </a:lnTo>
                  <a:close/>
                </a:path>
                <a:path w="4352925" h="3723640">
                  <a:moveTo>
                    <a:pt x="2144334" y="3502495"/>
                  </a:moveTo>
                  <a:lnTo>
                    <a:pt x="2159887" y="3492672"/>
                  </a:lnTo>
                  <a:lnTo>
                    <a:pt x="2169716" y="3508218"/>
                  </a:lnTo>
                  <a:lnTo>
                    <a:pt x="2154164" y="3518047"/>
                  </a:lnTo>
                  <a:lnTo>
                    <a:pt x="2144334" y="3502495"/>
                  </a:lnTo>
                  <a:close/>
                </a:path>
                <a:path w="4352925" h="3723640">
                  <a:moveTo>
                    <a:pt x="2282378" y="3416392"/>
                  </a:moveTo>
                  <a:lnTo>
                    <a:pt x="2296315" y="3407587"/>
                  </a:lnTo>
                  <a:lnTo>
                    <a:pt x="2305126" y="3421529"/>
                  </a:lnTo>
                  <a:lnTo>
                    <a:pt x="2291190" y="3430341"/>
                  </a:lnTo>
                  <a:lnTo>
                    <a:pt x="2282378" y="3416392"/>
                  </a:lnTo>
                  <a:close/>
                </a:path>
                <a:path w="4352925" h="3723640">
                  <a:moveTo>
                    <a:pt x="2420855" y="3330393"/>
                  </a:moveTo>
                  <a:lnTo>
                    <a:pt x="2432644" y="3322941"/>
                  </a:lnTo>
                  <a:lnTo>
                    <a:pt x="2440097" y="3334736"/>
                  </a:lnTo>
                  <a:lnTo>
                    <a:pt x="2428308" y="3342189"/>
                  </a:lnTo>
                  <a:lnTo>
                    <a:pt x="2420855" y="3330393"/>
                  </a:lnTo>
                  <a:close/>
                </a:path>
                <a:path w="4352925" h="3723640">
                  <a:moveTo>
                    <a:pt x="2558887" y="3244290"/>
                  </a:moveTo>
                  <a:lnTo>
                    <a:pt x="2569071" y="3237849"/>
                  </a:lnTo>
                  <a:lnTo>
                    <a:pt x="2575513" y="3248041"/>
                  </a:lnTo>
                  <a:lnTo>
                    <a:pt x="2565321" y="3254476"/>
                  </a:lnTo>
                  <a:lnTo>
                    <a:pt x="2558887" y="3244290"/>
                  </a:lnTo>
                  <a:close/>
                </a:path>
                <a:path w="4352925" h="3723640">
                  <a:moveTo>
                    <a:pt x="2696485" y="3158090"/>
                  </a:moveTo>
                  <a:lnTo>
                    <a:pt x="2705603" y="3152331"/>
                  </a:lnTo>
                  <a:lnTo>
                    <a:pt x="2711362" y="3161443"/>
                  </a:lnTo>
                  <a:lnTo>
                    <a:pt x="2702244" y="3167201"/>
                  </a:lnTo>
                  <a:lnTo>
                    <a:pt x="2696485" y="3158090"/>
                  </a:lnTo>
                  <a:close/>
                </a:path>
                <a:path w="4352925" h="3723640">
                  <a:moveTo>
                    <a:pt x="2834084" y="3071889"/>
                  </a:moveTo>
                  <a:lnTo>
                    <a:pt x="2842129" y="3066807"/>
                  </a:lnTo>
                  <a:lnTo>
                    <a:pt x="2847211" y="3074851"/>
                  </a:lnTo>
                  <a:lnTo>
                    <a:pt x="2839166" y="3079934"/>
                  </a:lnTo>
                  <a:lnTo>
                    <a:pt x="2834084" y="3071889"/>
                  </a:lnTo>
                  <a:close/>
                </a:path>
                <a:path w="4352925" h="3723640">
                  <a:moveTo>
                    <a:pt x="2972128" y="2985786"/>
                  </a:moveTo>
                  <a:lnTo>
                    <a:pt x="2978556" y="2981722"/>
                  </a:lnTo>
                  <a:lnTo>
                    <a:pt x="2982620" y="2988156"/>
                  </a:lnTo>
                  <a:lnTo>
                    <a:pt x="2976193" y="2992220"/>
                  </a:lnTo>
                  <a:lnTo>
                    <a:pt x="2972128" y="2985786"/>
                  </a:lnTo>
                  <a:close/>
                </a:path>
                <a:path w="4352925" h="3723640">
                  <a:moveTo>
                    <a:pt x="3109727" y="2899586"/>
                  </a:moveTo>
                  <a:lnTo>
                    <a:pt x="3115088" y="2896198"/>
                  </a:lnTo>
                  <a:lnTo>
                    <a:pt x="3118476" y="2901559"/>
                  </a:lnTo>
                  <a:lnTo>
                    <a:pt x="3113115" y="2904947"/>
                  </a:lnTo>
                  <a:lnTo>
                    <a:pt x="3109727" y="2899586"/>
                  </a:lnTo>
                  <a:close/>
                </a:path>
                <a:path w="4352925" h="3723640">
                  <a:moveTo>
                    <a:pt x="3247325" y="2813386"/>
                  </a:moveTo>
                  <a:lnTo>
                    <a:pt x="3251613" y="2810674"/>
                  </a:lnTo>
                  <a:lnTo>
                    <a:pt x="3254325" y="2814968"/>
                  </a:lnTo>
                  <a:lnTo>
                    <a:pt x="3250037" y="2817673"/>
                  </a:lnTo>
                  <a:lnTo>
                    <a:pt x="3247325" y="2813386"/>
                  </a:lnTo>
                  <a:close/>
                </a:path>
                <a:path w="4352925" h="3723640">
                  <a:moveTo>
                    <a:pt x="3384924" y="2727180"/>
                  </a:moveTo>
                  <a:lnTo>
                    <a:pt x="3388138" y="2725150"/>
                  </a:lnTo>
                  <a:lnTo>
                    <a:pt x="3390173" y="2728364"/>
                  </a:lnTo>
                  <a:lnTo>
                    <a:pt x="3386953" y="2730400"/>
                  </a:lnTo>
                  <a:lnTo>
                    <a:pt x="3384924" y="2727180"/>
                  </a:lnTo>
                  <a:close/>
                </a:path>
                <a:path w="4352925" h="3723640">
                  <a:moveTo>
                    <a:pt x="3522523" y="2640979"/>
                  </a:moveTo>
                  <a:lnTo>
                    <a:pt x="3524663" y="2639626"/>
                  </a:lnTo>
                  <a:lnTo>
                    <a:pt x="3526016" y="2641773"/>
                  </a:lnTo>
                  <a:lnTo>
                    <a:pt x="3523882" y="2643126"/>
                  </a:lnTo>
                  <a:lnTo>
                    <a:pt x="3522523" y="2640979"/>
                  </a:lnTo>
                  <a:close/>
                </a:path>
                <a:path w="4352925" h="3723640">
                  <a:moveTo>
                    <a:pt x="2095686" y="3723064"/>
                  </a:moveTo>
                  <a:lnTo>
                    <a:pt x="2109953" y="3714049"/>
                  </a:lnTo>
                  <a:lnTo>
                    <a:pt x="2115651" y="3723064"/>
                  </a:lnTo>
                  <a:lnTo>
                    <a:pt x="2095686" y="3723064"/>
                  </a:lnTo>
                  <a:close/>
                </a:path>
                <a:path w="4352925" h="3723640">
                  <a:moveTo>
                    <a:pt x="2230737" y="3639220"/>
                  </a:moveTo>
                  <a:lnTo>
                    <a:pt x="2246289" y="3629397"/>
                  </a:lnTo>
                  <a:lnTo>
                    <a:pt x="2256112" y="3644944"/>
                  </a:lnTo>
                  <a:lnTo>
                    <a:pt x="2240559" y="3654773"/>
                  </a:lnTo>
                  <a:lnTo>
                    <a:pt x="2230737" y="3639220"/>
                  </a:lnTo>
                  <a:close/>
                </a:path>
                <a:path w="4352925" h="3723640">
                  <a:moveTo>
                    <a:pt x="2368774" y="3553118"/>
                  </a:moveTo>
                  <a:lnTo>
                    <a:pt x="2382716" y="3544312"/>
                  </a:lnTo>
                  <a:lnTo>
                    <a:pt x="2391522" y="3558248"/>
                  </a:lnTo>
                  <a:lnTo>
                    <a:pt x="2377586" y="3567060"/>
                  </a:lnTo>
                  <a:lnTo>
                    <a:pt x="2368774" y="3553118"/>
                  </a:lnTo>
                  <a:close/>
                </a:path>
                <a:path w="4352925" h="3723640">
                  <a:moveTo>
                    <a:pt x="2506812" y="3467021"/>
                  </a:moveTo>
                  <a:lnTo>
                    <a:pt x="2519144" y="3459227"/>
                  </a:lnTo>
                  <a:lnTo>
                    <a:pt x="2526938" y="3471553"/>
                  </a:lnTo>
                  <a:lnTo>
                    <a:pt x="2514599" y="3479347"/>
                  </a:lnTo>
                  <a:lnTo>
                    <a:pt x="2506812" y="3467021"/>
                  </a:lnTo>
                  <a:close/>
                </a:path>
                <a:path w="4352925" h="3723640">
                  <a:moveTo>
                    <a:pt x="2645282" y="3381017"/>
                  </a:moveTo>
                  <a:lnTo>
                    <a:pt x="2655473" y="3374575"/>
                  </a:lnTo>
                  <a:lnTo>
                    <a:pt x="2661908" y="3384767"/>
                  </a:lnTo>
                  <a:lnTo>
                    <a:pt x="2651723" y="3391202"/>
                  </a:lnTo>
                  <a:lnTo>
                    <a:pt x="2645282" y="3381017"/>
                  </a:lnTo>
                  <a:close/>
                </a:path>
                <a:path w="4352925" h="3723640">
                  <a:moveTo>
                    <a:pt x="2782880" y="3294810"/>
                  </a:moveTo>
                  <a:lnTo>
                    <a:pt x="2791999" y="3289052"/>
                  </a:lnTo>
                  <a:lnTo>
                    <a:pt x="2797763" y="3298170"/>
                  </a:lnTo>
                  <a:lnTo>
                    <a:pt x="2788645" y="3303928"/>
                  </a:lnTo>
                  <a:lnTo>
                    <a:pt x="2782880" y="3294810"/>
                  </a:lnTo>
                  <a:close/>
                </a:path>
                <a:path w="4352925" h="3723640">
                  <a:moveTo>
                    <a:pt x="2920486" y="3208616"/>
                  </a:moveTo>
                  <a:lnTo>
                    <a:pt x="2928524" y="3203533"/>
                  </a:lnTo>
                  <a:lnTo>
                    <a:pt x="2933606" y="3211578"/>
                  </a:lnTo>
                  <a:lnTo>
                    <a:pt x="2925568" y="3216660"/>
                  </a:lnTo>
                  <a:lnTo>
                    <a:pt x="2920486" y="3208616"/>
                  </a:lnTo>
                  <a:close/>
                </a:path>
                <a:path w="4352925" h="3723640">
                  <a:moveTo>
                    <a:pt x="3058523" y="3122507"/>
                  </a:moveTo>
                  <a:lnTo>
                    <a:pt x="3064951" y="3118442"/>
                  </a:lnTo>
                  <a:lnTo>
                    <a:pt x="3069022" y="3124876"/>
                  </a:lnTo>
                  <a:lnTo>
                    <a:pt x="3062587" y="3128941"/>
                  </a:lnTo>
                  <a:lnTo>
                    <a:pt x="3058523" y="3122507"/>
                  </a:lnTo>
                  <a:close/>
                </a:path>
                <a:path w="4352925" h="3723640">
                  <a:moveTo>
                    <a:pt x="3196122" y="3036312"/>
                  </a:moveTo>
                  <a:lnTo>
                    <a:pt x="3201483" y="3032924"/>
                  </a:lnTo>
                  <a:lnTo>
                    <a:pt x="3204871" y="3038285"/>
                  </a:lnTo>
                  <a:lnTo>
                    <a:pt x="3199510" y="3041673"/>
                  </a:lnTo>
                  <a:lnTo>
                    <a:pt x="3196122" y="3036312"/>
                  </a:lnTo>
                  <a:close/>
                </a:path>
                <a:path w="4352925" h="3723640">
                  <a:moveTo>
                    <a:pt x="3333720" y="2950106"/>
                  </a:moveTo>
                  <a:lnTo>
                    <a:pt x="3338008" y="2947400"/>
                  </a:lnTo>
                  <a:lnTo>
                    <a:pt x="3340720" y="2951688"/>
                  </a:lnTo>
                  <a:lnTo>
                    <a:pt x="3336432" y="2954393"/>
                  </a:lnTo>
                  <a:lnTo>
                    <a:pt x="3333720" y="2950106"/>
                  </a:lnTo>
                  <a:close/>
                </a:path>
                <a:path w="4352925" h="3723640">
                  <a:moveTo>
                    <a:pt x="3471319" y="2863905"/>
                  </a:moveTo>
                  <a:lnTo>
                    <a:pt x="3474540" y="2861876"/>
                  </a:lnTo>
                  <a:lnTo>
                    <a:pt x="3476569" y="2865091"/>
                  </a:lnTo>
                  <a:lnTo>
                    <a:pt x="3473355" y="2867120"/>
                  </a:lnTo>
                  <a:lnTo>
                    <a:pt x="3471319" y="2863905"/>
                  </a:lnTo>
                  <a:close/>
                </a:path>
                <a:path w="4352925" h="3723640">
                  <a:moveTo>
                    <a:pt x="3608924" y="2777705"/>
                  </a:moveTo>
                  <a:lnTo>
                    <a:pt x="3611058" y="2776352"/>
                  </a:lnTo>
                  <a:lnTo>
                    <a:pt x="3612417" y="2778499"/>
                  </a:lnTo>
                  <a:lnTo>
                    <a:pt x="3610277" y="2779852"/>
                  </a:lnTo>
                  <a:lnTo>
                    <a:pt x="3608924" y="2777705"/>
                  </a:lnTo>
                  <a:close/>
                </a:path>
                <a:path w="4352925" h="3723640">
                  <a:moveTo>
                    <a:pt x="2454736" y="3689745"/>
                  </a:moveTo>
                  <a:lnTo>
                    <a:pt x="2469208" y="3680599"/>
                  </a:lnTo>
                  <a:lnTo>
                    <a:pt x="2478355" y="3695079"/>
                  </a:lnTo>
                  <a:lnTo>
                    <a:pt x="2463882" y="3704225"/>
                  </a:lnTo>
                  <a:lnTo>
                    <a:pt x="2454736" y="3689745"/>
                  </a:lnTo>
                  <a:close/>
                </a:path>
                <a:path w="4352925" h="3723640">
                  <a:moveTo>
                    <a:pt x="2593206" y="3603741"/>
                  </a:moveTo>
                  <a:lnTo>
                    <a:pt x="2605544" y="3595947"/>
                  </a:lnTo>
                  <a:lnTo>
                    <a:pt x="2613332" y="3608279"/>
                  </a:lnTo>
                  <a:lnTo>
                    <a:pt x="2601000" y="3616073"/>
                  </a:lnTo>
                  <a:lnTo>
                    <a:pt x="2593206" y="3603741"/>
                  </a:lnTo>
                  <a:close/>
                </a:path>
                <a:path w="4352925" h="3723640">
                  <a:moveTo>
                    <a:pt x="2731243" y="3517638"/>
                  </a:moveTo>
                  <a:lnTo>
                    <a:pt x="2741965" y="3510862"/>
                  </a:lnTo>
                  <a:lnTo>
                    <a:pt x="2748741" y="3521584"/>
                  </a:lnTo>
                  <a:lnTo>
                    <a:pt x="2738019" y="3528360"/>
                  </a:lnTo>
                  <a:lnTo>
                    <a:pt x="2731243" y="3517638"/>
                  </a:lnTo>
                  <a:close/>
                </a:path>
                <a:path w="4352925" h="3723640">
                  <a:moveTo>
                    <a:pt x="2869281" y="3431535"/>
                  </a:moveTo>
                  <a:lnTo>
                    <a:pt x="2878399" y="3425777"/>
                  </a:lnTo>
                  <a:lnTo>
                    <a:pt x="2884158" y="3434895"/>
                  </a:lnTo>
                  <a:lnTo>
                    <a:pt x="2875040" y="3440653"/>
                  </a:lnTo>
                  <a:lnTo>
                    <a:pt x="2869281" y="3431535"/>
                  </a:lnTo>
                  <a:close/>
                </a:path>
                <a:path w="4352925" h="3723640">
                  <a:moveTo>
                    <a:pt x="3006880" y="3345335"/>
                  </a:moveTo>
                  <a:lnTo>
                    <a:pt x="3014918" y="3340252"/>
                  </a:lnTo>
                  <a:lnTo>
                    <a:pt x="3020000" y="3348297"/>
                  </a:lnTo>
                  <a:lnTo>
                    <a:pt x="3011962" y="3353379"/>
                  </a:lnTo>
                  <a:lnTo>
                    <a:pt x="3006880" y="3345335"/>
                  </a:lnTo>
                  <a:close/>
                </a:path>
                <a:path w="4352925" h="3723640">
                  <a:moveTo>
                    <a:pt x="3144478" y="3259134"/>
                  </a:moveTo>
                  <a:lnTo>
                    <a:pt x="3151456" y="3254728"/>
                  </a:lnTo>
                  <a:lnTo>
                    <a:pt x="3155855" y="3261699"/>
                  </a:lnTo>
                  <a:lnTo>
                    <a:pt x="3148884" y="3266105"/>
                  </a:lnTo>
                  <a:lnTo>
                    <a:pt x="3144478" y="3259134"/>
                  </a:lnTo>
                  <a:close/>
                </a:path>
                <a:path w="4352925" h="3723640">
                  <a:moveTo>
                    <a:pt x="3282516" y="3173031"/>
                  </a:moveTo>
                  <a:lnTo>
                    <a:pt x="3287877" y="3169643"/>
                  </a:lnTo>
                  <a:lnTo>
                    <a:pt x="3291265" y="3175004"/>
                  </a:lnTo>
                  <a:lnTo>
                    <a:pt x="3285904" y="3178392"/>
                  </a:lnTo>
                  <a:lnTo>
                    <a:pt x="3282516" y="3173031"/>
                  </a:lnTo>
                  <a:close/>
                </a:path>
                <a:path w="4352925" h="3723640">
                  <a:moveTo>
                    <a:pt x="3420121" y="3086831"/>
                  </a:moveTo>
                  <a:lnTo>
                    <a:pt x="3424408" y="3084125"/>
                  </a:lnTo>
                  <a:lnTo>
                    <a:pt x="3427114" y="3088413"/>
                  </a:lnTo>
                  <a:lnTo>
                    <a:pt x="3422826" y="3091118"/>
                  </a:lnTo>
                  <a:lnTo>
                    <a:pt x="3420121" y="3086831"/>
                  </a:lnTo>
                  <a:close/>
                </a:path>
                <a:path w="4352925" h="3723640">
                  <a:moveTo>
                    <a:pt x="3557719" y="3000630"/>
                  </a:moveTo>
                  <a:lnTo>
                    <a:pt x="3560933" y="2998595"/>
                  </a:lnTo>
                  <a:lnTo>
                    <a:pt x="3562969" y="3001815"/>
                  </a:lnTo>
                  <a:lnTo>
                    <a:pt x="3559748" y="3003844"/>
                  </a:lnTo>
                  <a:lnTo>
                    <a:pt x="3557719" y="3000630"/>
                  </a:lnTo>
                  <a:close/>
                </a:path>
                <a:path w="4352925" h="3723640">
                  <a:moveTo>
                    <a:pt x="3695318" y="2914430"/>
                  </a:moveTo>
                  <a:lnTo>
                    <a:pt x="3697459" y="2913077"/>
                  </a:lnTo>
                  <a:lnTo>
                    <a:pt x="3698812" y="2915224"/>
                  </a:lnTo>
                  <a:lnTo>
                    <a:pt x="3696677" y="2916577"/>
                  </a:lnTo>
                  <a:lnTo>
                    <a:pt x="3695318" y="2914430"/>
                  </a:lnTo>
                  <a:close/>
                </a:path>
                <a:path w="4352925" h="3723640">
                  <a:moveTo>
                    <a:pt x="3833600" y="2829303"/>
                  </a:moveTo>
                  <a:lnTo>
                    <a:pt x="3833541" y="2827830"/>
                  </a:lnTo>
                  <a:lnTo>
                    <a:pt x="3833990" y="2827547"/>
                  </a:lnTo>
                  <a:lnTo>
                    <a:pt x="3834049" y="2829019"/>
                  </a:lnTo>
                  <a:lnTo>
                    <a:pt x="3833600" y="2829303"/>
                  </a:lnTo>
                  <a:close/>
                </a:path>
                <a:path w="4352925" h="3723640">
                  <a:moveTo>
                    <a:pt x="2817644" y="3654357"/>
                  </a:moveTo>
                  <a:lnTo>
                    <a:pt x="2828366" y="3647581"/>
                  </a:lnTo>
                  <a:lnTo>
                    <a:pt x="2835143" y="3658309"/>
                  </a:lnTo>
                  <a:lnTo>
                    <a:pt x="2824421" y="3665085"/>
                  </a:lnTo>
                  <a:lnTo>
                    <a:pt x="2817644" y="3654357"/>
                  </a:lnTo>
                  <a:close/>
                </a:path>
                <a:path w="4352925" h="3723640">
                  <a:moveTo>
                    <a:pt x="2955676" y="3568261"/>
                  </a:moveTo>
                  <a:lnTo>
                    <a:pt x="2964794" y="3562495"/>
                  </a:lnTo>
                  <a:lnTo>
                    <a:pt x="2970552" y="3571614"/>
                  </a:lnTo>
                  <a:lnTo>
                    <a:pt x="2961434" y="3577372"/>
                  </a:lnTo>
                  <a:lnTo>
                    <a:pt x="2955676" y="3568261"/>
                  </a:lnTo>
                  <a:close/>
                </a:path>
                <a:path w="4352925" h="3723640">
                  <a:moveTo>
                    <a:pt x="3093275" y="3482060"/>
                  </a:moveTo>
                  <a:lnTo>
                    <a:pt x="3101319" y="3476978"/>
                  </a:lnTo>
                  <a:lnTo>
                    <a:pt x="3106401" y="3485016"/>
                  </a:lnTo>
                  <a:lnTo>
                    <a:pt x="3098356" y="3490099"/>
                  </a:lnTo>
                  <a:lnTo>
                    <a:pt x="3093275" y="3482060"/>
                  </a:lnTo>
                  <a:close/>
                </a:path>
                <a:path w="4352925" h="3723640">
                  <a:moveTo>
                    <a:pt x="3230873" y="3395854"/>
                  </a:moveTo>
                  <a:lnTo>
                    <a:pt x="3237851" y="3391448"/>
                  </a:lnTo>
                  <a:lnTo>
                    <a:pt x="3242257" y="3398425"/>
                  </a:lnTo>
                  <a:lnTo>
                    <a:pt x="3235279" y="3402831"/>
                  </a:lnTo>
                  <a:lnTo>
                    <a:pt x="3230873" y="3395854"/>
                  </a:lnTo>
                  <a:close/>
                </a:path>
                <a:path w="4352925" h="3723640">
                  <a:moveTo>
                    <a:pt x="3368917" y="3309751"/>
                  </a:moveTo>
                  <a:lnTo>
                    <a:pt x="3374278" y="3306363"/>
                  </a:lnTo>
                  <a:lnTo>
                    <a:pt x="3377666" y="3311730"/>
                  </a:lnTo>
                  <a:lnTo>
                    <a:pt x="3372305" y="3315118"/>
                  </a:lnTo>
                  <a:lnTo>
                    <a:pt x="3368917" y="3309751"/>
                  </a:lnTo>
                  <a:close/>
                </a:path>
                <a:path w="4352925" h="3723640">
                  <a:moveTo>
                    <a:pt x="3506516" y="3223550"/>
                  </a:moveTo>
                  <a:lnTo>
                    <a:pt x="3510804" y="3220845"/>
                  </a:lnTo>
                  <a:lnTo>
                    <a:pt x="3513515" y="3225132"/>
                  </a:lnTo>
                  <a:lnTo>
                    <a:pt x="3509228" y="3227844"/>
                  </a:lnTo>
                  <a:lnTo>
                    <a:pt x="3506516" y="3223550"/>
                  </a:lnTo>
                  <a:close/>
                </a:path>
                <a:path w="4352925" h="3723640">
                  <a:moveTo>
                    <a:pt x="3644115" y="3137355"/>
                  </a:moveTo>
                  <a:lnTo>
                    <a:pt x="3647335" y="3135320"/>
                  </a:lnTo>
                  <a:lnTo>
                    <a:pt x="3649364" y="3138541"/>
                  </a:lnTo>
                  <a:lnTo>
                    <a:pt x="3646150" y="3140570"/>
                  </a:lnTo>
                  <a:lnTo>
                    <a:pt x="3644115" y="3137355"/>
                  </a:lnTo>
                  <a:close/>
                </a:path>
                <a:path w="4352925" h="3723640">
                  <a:moveTo>
                    <a:pt x="3781720" y="3051155"/>
                  </a:moveTo>
                  <a:lnTo>
                    <a:pt x="3783854" y="3049803"/>
                  </a:lnTo>
                  <a:lnTo>
                    <a:pt x="3785213" y="3051943"/>
                  </a:lnTo>
                  <a:lnTo>
                    <a:pt x="3783072" y="3053296"/>
                  </a:lnTo>
                  <a:lnTo>
                    <a:pt x="3781720" y="3051155"/>
                  </a:lnTo>
                  <a:close/>
                </a:path>
                <a:path w="4352925" h="3723640">
                  <a:moveTo>
                    <a:pt x="3919995" y="2966022"/>
                  </a:moveTo>
                  <a:lnTo>
                    <a:pt x="3919936" y="2964557"/>
                  </a:lnTo>
                  <a:lnTo>
                    <a:pt x="3920385" y="2964273"/>
                  </a:lnTo>
                  <a:lnTo>
                    <a:pt x="3920444" y="2965738"/>
                  </a:lnTo>
                  <a:lnTo>
                    <a:pt x="3919995" y="2966022"/>
                  </a:lnTo>
                  <a:close/>
                </a:path>
                <a:path w="4352925" h="3723640">
                  <a:moveTo>
                    <a:pt x="3042077" y="3704986"/>
                  </a:moveTo>
                  <a:lnTo>
                    <a:pt x="3051195" y="3699220"/>
                  </a:lnTo>
                  <a:lnTo>
                    <a:pt x="3056953" y="3708332"/>
                  </a:lnTo>
                  <a:lnTo>
                    <a:pt x="3047836" y="3714097"/>
                  </a:lnTo>
                  <a:lnTo>
                    <a:pt x="3042077" y="3704986"/>
                  </a:lnTo>
                  <a:close/>
                </a:path>
                <a:path w="4352925" h="3723640">
                  <a:moveTo>
                    <a:pt x="3179676" y="3618785"/>
                  </a:moveTo>
                  <a:lnTo>
                    <a:pt x="3187714" y="3613703"/>
                  </a:lnTo>
                  <a:lnTo>
                    <a:pt x="3192796" y="3621741"/>
                  </a:lnTo>
                  <a:lnTo>
                    <a:pt x="3184758" y="3626823"/>
                  </a:lnTo>
                  <a:lnTo>
                    <a:pt x="3179676" y="3618785"/>
                  </a:lnTo>
                  <a:close/>
                </a:path>
                <a:path w="4352925" h="3723640">
                  <a:moveTo>
                    <a:pt x="3317274" y="3532579"/>
                  </a:moveTo>
                  <a:lnTo>
                    <a:pt x="3324245" y="3528173"/>
                  </a:lnTo>
                  <a:lnTo>
                    <a:pt x="3328651" y="3535144"/>
                  </a:lnTo>
                  <a:lnTo>
                    <a:pt x="3321680" y="3539550"/>
                  </a:lnTo>
                  <a:lnTo>
                    <a:pt x="3317274" y="3532579"/>
                  </a:lnTo>
                  <a:close/>
                </a:path>
                <a:path w="4352925" h="3723640">
                  <a:moveTo>
                    <a:pt x="3455312" y="3446476"/>
                  </a:moveTo>
                  <a:lnTo>
                    <a:pt x="3460673" y="3443088"/>
                  </a:lnTo>
                  <a:lnTo>
                    <a:pt x="3464061" y="3448449"/>
                  </a:lnTo>
                  <a:lnTo>
                    <a:pt x="3458700" y="3451837"/>
                  </a:lnTo>
                  <a:lnTo>
                    <a:pt x="3455312" y="3446476"/>
                  </a:lnTo>
                  <a:close/>
                </a:path>
                <a:path w="4352925" h="3723640">
                  <a:moveTo>
                    <a:pt x="3592911" y="3360275"/>
                  </a:moveTo>
                  <a:lnTo>
                    <a:pt x="3597198" y="3357570"/>
                  </a:lnTo>
                  <a:lnTo>
                    <a:pt x="3599910" y="3361858"/>
                  </a:lnTo>
                  <a:lnTo>
                    <a:pt x="3595623" y="3364569"/>
                  </a:lnTo>
                  <a:lnTo>
                    <a:pt x="3592911" y="3360275"/>
                  </a:lnTo>
                  <a:close/>
                </a:path>
                <a:path w="4352925" h="3723640">
                  <a:moveTo>
                    <a:pt x="3730509" y="3274075"/>
                  </a:moveTo>
                  <a:lnTo>
                    <a:pt x="3733730" y="3272039"/>
                  </a:lnTo>
                  <a:lnTo>
                    <a:pt x="3735765" y="3275260"/>
                  </a:lnTo>
                  <a:lnTo>
                    <a:pt x="3732545" y="3277295"/>
                  </a:lnTo>
                  <a:lnTo>
                    <a:pt x="3730509" y="3274075"/>
                  </a:lnTo>
                  <a:close/>
                </a:path>
                <a:path w="4352925" h="3723640">
                  <a:moveTo>
                    <a:pt x="3868114" y="3187874"/>
                  </a:moveTo>
                  <a:lnTo>
                    <a:pt x="3870255" y="3186522"/>
                  </a:lnTo>
                  <a:lnTo>
                    <a:pt x="3871608" y="3188662"/>
                  </a:lnTo>
                  <a:lnTo>
                    <a:pt x="3869467" y="3190015"/>
                  </a:lnTo>
                  <a:lnTo>
                    <a:pt x="3868114" y="3187874"/>
                  </a:lnTo>
                  <a:close/>
                </a:path>
                <a:path w="4352925" h="3723640">
                  <a:moveTo>
                    <a:pt x="4006389" y="3102747"/>
                  </a:moveTo>
                  <a:lnTo>
                    <a:pt x="4006331" y="3101285"/>
                  </a:lnTo>
                  <a:lnTo>
                    <a:pt x="4006787" y="3100998"/>
                  </a:lnTo>
                  <a:lnTo>
                    <a:pt x="4006845" y="3102460"/>
                  </a:lnTo>
                  <a:lnTo>
                    <a:pt x="4006389" y="3102747"/>
                  </a:lnTo>
                  <a:close/>
                </a:path>
                <a:path w="4352925" h="3723640">
                  <a:moveTo>
                    <a:pt x="3403670" y="3669304"/>
                  </a:moveTo>
                  <a:lnTo>
                    <a:pt x="3410648" y="3664898"/>
                  </a:lnTo>
                  <a:lnTo>
                    <a:pt x="3415054" y="3671869"/>
                  </a:lnTo>
                  <a:lnTo>
                    <a:pt x="3408076" y="3676275"/>
                  </a:lnTo>
                  <a:lnTo>
                    <a:pt x="3403670" y="3669304"/>
                  </a:lnTo>
                  <a:close/>
                </a:path>
                <a:path w="4352925" h="3723640">
                  <a:moveTo>
                    <a:pt x="3541714" y="3583201"/>
                  </a:moveTo>
                  <a:lnTo>
                    <a:pt x="3547075" y="3579813"/>
                  </a:lnTo>
                  <a:lnTo>
                    <a:pt x="3550463" y="3585173"/>
                  </a:lnTo>
                  <a:lnTo>
                    <a:pt x="3545102" y="3588562"/>
                  </a:lnTo>
                  <a:lnTo>
                    <a:pt x="3541714" y="3583201"/>
                  </a:lnTo>
                  <a:close/>
                </a:path>
                <a:path w="4352925" h="3723640">
                  <a:moveTo>
                    <a:pt x="3679313" y="3497000"/>
                  </a:moveTo>
                  <a:lnTo>
                    <a:pt x="3683600" y="3494289"/>
                  </a:lnTo>
                  <a:lnTo>
                    <a:pt x="3686312" y="3498583"/>
                  </a:lnTo>
                  <a:lnTo>
                    <a:pt x="3682025" y="3501294"/>
                  </a:lnTo>
                  <a:lnTo>
                    <a:pt x="3679313" y="3497000"/>
                  </a:lnTo>
                  <a:close/>
                </a:path>
                <a:path w="4352925" h="3723640">
                  <a:moveTo>
                    <a:pt x="3816912" y="3410800"/>
                  </a:moveTo>
                  <a:lnTo>
                    <a:pt x="3820125" y="3408764"/>
                  </a:lnTo>
                  <a:lnTo>
                    <a:pt x="3822161" y="3411978"/>
                  </a:lnTo>
                  <a:lnTo>
                    <a:pt x="3818940" y="3414014"/>
                  </a:lnTo>
                  <a:lnTo>
                    <a:pt x="3816912" y="3410800"/>
                  </a:lnTo>
                  <a:close/>
                </a:path>
                <a:path w="4352925" h="3723640">
                  <a:moveTo>
                    <a:pt x="3954510" y="3324593"/>
                  </a:moveTo>
                  <a:lnTo>
                    <a:pt x="3956651" y="3323240"/>
                  </a:lnTo>
                  <a:lnTo>
                    <a:pt x="3958004" y="3325388"/>
                  </a:lnTo>
                  <a:lnTo>
                    <a:pt x="3955869" y="3326740"/>
                  </a:lnTo>
                  <a:lnTo>
                    <a:pt x="3954510" y="3324593"/>
                  </a:lnTo>
                  <a:close/>
                </a:path>
                <a:path w="4352925" h="3723640">
                  <a:moveTo>
                    <a:pt x="4092791" y="3239466"/>
                  </a:moveTo>
                  <a:lnTo>
                    <a:pt x="4092733" y="3238007"/>
                  </a:lnTo>
                  <a:lnTo>
                    <a:pt x="4093182" y="3237723"/>
                  </a:lnTo>
                  <a:lnTo>
                    <a:pt x="4093241" y="3239181"/>
                  </a:lnTo>
                  <a:lnTo>
                    <a:pt x="4092791" y="3239466"/>
                  </a:lnTo>
                  <a:close/>
                </a:path>
                <a:path w="4352925" h="3723640">
                  <a:moveTo>
                    <a:pt x="3628110" y="3719920"/>
                  </a:moveTo>
                  <a:lnTo>
                    <a:pt x="3633471" y="3716532"/>
                  </a:lnTo>
                  <a:lnTo>
                    <a:pt x="3636858" y="3721892"/>
                  </a:lnTo>
                  <a:lnTo>
                    <a:pt x="3635004" y="3723064"/>
                  </a:lnTo>
                  <a:lnTo>
                    <a:pt x="3630097" y="3723064"/>
                  </a:lnTo>
                  <a:lnTo>
                    <a:pt x="3628110" y="3719920"/>
                  </a:lnTo>
                  <a:close/>
                </a:path>
                <a:path w="4352925" h="3723640">
                  <a:moveTo>
                    <a:pt x="3765709" y="3633725"/>
                  </a:moveTo>
                  <a:lnTo>
                    <a:pt x="3769996" y="3631014"/>
                  </a:lnTo>
                  <a:lnTo>
                    <a:pt x="3772708" y="3635301"/>
                  </a:lnTo>
                  <a:lnTo>
                    <a:pt x="3768420" y="3638013"/>
                  </a:lnTo>
                  <a:lnTo>
                    <a:pt x="3765709" y="3633725"/>
                  </a:lnTo>
                  <a:close/>
                </a:path>
                <a:path w="4352925" h="3723640">
                  <a:moveTo>
                    <a:pt x="3903307" y="3547519"/>
                  </a:moveTo>
                  <a:lnTo>
                    <a:pt x="3906528" y="3545490"/>
                  </a:lnTo>
                  <a:lnTo>
                    <a:pt x="3908557" y="3548704"/>
                  </a:lnTo>
                  <a:lnTo>
                    <a:pt x="3905343" y="3550740"/>
                  </a:lnTo>
                  <a:lnTo>
                    <a:pt x="3903307" y="3547519"/>
                  </a:lnTo>
                  <a:close/>
                </a:path>
                <a:path w="4352925" h="3723640">
                  <a:moveTo>
                    <a:pt x="4040912" y="3461318"/>
                  </a:moveTo>
                  <a:lnTo>
                    <a:pt x="4043046" y="3459966"/>
                  </a:lnTo>
                  <a:lnTo>
                    <a:pt x="4044406" y="3462113"/>
                  </a:lnTo>
                  <a:lnTo>
                    <a:pt x="4042265" y="3463466"/>
                  </a:lnTo>
                  <a:lnTo>
                    <a:pt x="4040912" y="3461318"/>
                  </a:lnTo>
                  <a:close/>
                </a:path>
                <a:path w="4352925" h="3723640">
                  <a:moveTo>
                    <a:pt x="4179187" y="3376191"/>
                  </a:moveTo>
                  <a:lnTo>
                    <a:pt x="4179128" y="3374726"/>
                  </a:lnTo>
                  <a:lnTo>
                    <a:pt x="4179578" y="3374442"/>
                  </a:lnTo>
                  <a:lnTo>
                    <a:pt x="4179636" y="3375908"/>
                  </a:lnTo>
                  <a:lnTo>
                    <a:pt x="4179187" y="3376191"/>
                  </a:lnTo>
                  <a:close/>
                </a:path>
                <a:path w="4352925" h="3723640">
                  <a:moveTo>
                    <a:pt x="3989708" y="3684245"/>
                  </a:moveTo>
                  <a:lnTo>
                    <a:pt x="3992922" y="3682216"/>
                  </a:lnTo>
                  <a:lnTo>
                    <a:pt x="3994958" y="3685430"/>
                  </a:lnTo>
                  <a:lnTo>
                    <a:pt x="3991737" y="3687466"/>
                  </a:lnTo>
                  <a:lnTo>
                    <a:pt x="3989708" y="3684245"/>
                  </a:lnTo>
                  <a:close/>
                </a:path>
                <a:path w="4352925" h="3723640">
                  <a:moveTo>
                    <a:pt x="4127307" y="3598044"/>
                  </a:moveTo>
                  <a:lnTo>
                    <a:pt x="4129448" y="3596691"/>
                  </a:lnTo>
                  <a:lnTo>
                    <a:pt x="4130801" y="3598838"/>
                  </a:lnTo>
                  <a:lnTo>
                    <a:pt x="4128666" y="3600191"/>
                  </a:lnTo>
                  <a:lnTo>
                    <a:pt x="4127307" y="3598044"/>
                  </a:lnTo>
                  <a:close/>
                </a:path>
                <a:path w="4352925" h="3723640">
                  <a:moveTo>
                    <a:pt x="4265582" y="3512911"/>
                  </a:moveTo>
                  <a:lnTo>
                    <a:pt x="4265524" y="3511454"/>
                  </a:lnTo>
                  <a:lnTo>
                    <a:pt x="4265979" y="3511167"/>
                  </a:lnTo>
                  <a:lnTo>
                    <a:pt x="4266038" y="3512624"/>
                  </a:lnTo>
                  <a:lnTo>
                    <a:pt x="4265582" y="3512911"/>
                  </a:lnTo>
                  <a:close/>
                </a:path>
                <a:path w="4352925" h="3723640">
                  <a:moveTo>
                    <a:pt x="4351984" y="3649636"/>
                  </a:moveTo>
                  <a:lnTo>
                    <a:pt x="4351926" y="3648178"/>
                  </a:lnTo>
                  <a:lnTo>
                    <a:pt x="4352375" y="3647893"/>
                  </a:lnTo>
                  <a:lnTo>
                    <a:pt x="4352433" y="3649352"/>
                  </a:lnTo>
                  <a:lnTo>
                    <a:pt x="4351984" y="3649636"/>
                  </a:lnTo>
                  <a:close/>
                </a:path>
              </a:pathLst>
            </a:custGeom>
            <a:solidFill>
              <a:srgbClr val="37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646175" y="1642221"/>
            <a:ext cx="9486265" cy="6805295"/>
          </a:xfrm>
          <a:prstGeom prst="rect">
            <a:avLst/>
          </a:prstGeom>
        </p:spPr>
        <p:txBody>
          <a:bodyPr vert="horz" wrap="square" lIns="0" tIns="982980" rIns="0" bIns="0" rtlCol="0">
            <a:spAutoFit/>
          </a:bodyPr>
          <a:lstStyle/>
          <a:p>
            <a:pPr marL="12700" marR="5080">
              <a:lnSpc>
                <a:spcPct val="75000"/>
              </a:lnSpc>
              <a:spcBef>
                <a:spcPts val="7740"/>
              </a:spcBef>
            </a:pPr>
            <a:r>
              <a:rPr sz="25400" b="1" spc="180" dirty="0">
                <a:solidFill>
                  <a:srgbClr val="2E6D6D"/>
                </a:solidFill>
                <a:latin typeface="Trebuchet MS"/>
                <a:cs typeface="Trebuchet MS"/>
              </a:rPr>
              <a:t>Thank </a:t>
            </a:r>
            <a:r>
              <a:rPr sz="25400" b="1" spc="-1270" dirty="0">
                <a:solidFill>
                  <a:srgbClr val="2E6D6D"/>
                </a:solidFill>
                <a:latin typeface="Trebuchet MS"/>
                <a:cs typeface="Trebuchet MS"/>
              </a:rPr>
              <a:t>Y</a:t>
            </a:r>
            <a:r>
              <a:rPr sz="25400" b="1" spc="440" dirty="0">
                <a:solidFill>
                  <a:srgbClr val="2E6D6D"/>
                </a:solidFill>
                <a:latin typeface="Trebuchet MS"/>
                <a:cs typeface="Trebuchet MS"/>
              </a:rPr>
              <a:t>o</a:t>
            </a:r>
            <a:r>
              <a:rPr sz="25400" b="1" spc="755" dirty="0">
                <a:solidFill>
                  <a:srgbClr val="2E6D6D"/>
                </a:solidFill>
                <a:latin typeface="Trebuchet MS"/>
                <a:cs typeface="Trebuchet MS"/>
              </a:rPr>
              <a:t>u</a:t>
            </a:r>
            <a:endParaRPr sz="254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12657"/>
            <a:ext cx="18275300" cy="10165080"/>
            <a:chOff x="0" y="12657"/>
            <a:chExt cx="18275300" cy="101650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47712"/>
              <a:ext cx="18274699" cy="90297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275928" y="12657"/>
              <a:ext cx="4959350" cy="9350375"/>
            </a:xfrm>
            <a:custGeom>
              <a:avLst/>
              <a:gdLst/>
              <a:ahLst/>
              <a:cxnLst/>
              <a:rect l="l" t="t" r="r" b="b"/>
              <a:pathLst>
                <a:path w="4959350" h="9350375">
                  <a:moveTo>
                    <a:pt x="4959256" y="9350292"/>
                  </a:moveTo>
                  <a:lnTo>
                    <a:pt x="4956120" y="9350347"/>
                  </a:lnTo>
                  <a:lnTo>
                    <a:pt x="4956065" y="9347212"/>
                  </a:lnTo>
                  <a:lnTo>
                    <a:pt x="4959200" y="9347156"/>
                  </a:lnTo>
                  <a:lnTo>
                    <a:pt x="4959256" y="9350292"/>
                  </a:lnTo>
                  <a:close/>
                </a:path>
                <a:path w="4959350" h="9350375">
                  <a:moveTo>
                    <a:pt x="4955643" y="9085098"/>
                  </a:moveTo>
                  <a:lnTo>
                    <a:pt x="4950419" y="9085187"/>
                  </a:lnTo>
                  <a:lnTo>
                    <a:pt x="4950324" y="9079972"/>
                  </a:lnTo>
                  <a:lnTo>
                    <a:pt x="4955548" y="9079883"/>
                  </a:lnTo>
                  <a:lnTo>
                    <a:pt x="4955643" y="9085098"/>
                  </a:lnTo>
                  <a:close/>
                </a:path>
                <a:path w="4959350" h="9350375">
                  <a:moveTo>
                    <a:pt x="4688364" y="9088759"/>
                  </a:moveTo>
                  <a:lnTo>
                    <a:pt x="4685229" y="9088814"/>
                  </a:lnTo>
                  <a:lnTo>
                    <a:pt x="4685173" y="9085679"/>
                  </a:lnTo>
                  <a:lnTo>
                    <a:pt x="4688309" y="9085623"/>
                  </a:lnTo>
                  <a:lnTo>
                    <a:pt x="4688364" y="9088759"/>
                  </a:lnTo>
                  <a:close/>
                </a:path>
                <a:path w="4959350" h="9350375">
                  <a:moveTo>
                    <a:pt x="4421611" y="9092927"/>
                  </a:moveTo>
                  <a:lnTo>
                    <a:pt x="4419532" y="9092966"/>
                  </a:lnTo>
                  <a:lnTo>
                    <a:pt x="4419494" y="9090864"/>
                  </a:lnTo>
                  <a:lnTo>
                    <a:pt x="4421582" y="9090829"/>
                  </a:lnTo>
                  <a:lnTo>
                    <a:pt x="4421611" y="9092927"/>
                  </a:lnTo>
                  <a:close/>
                </a:path>
                <a:path w="4959350" h="9350375">
                  <a:moveTo>
                    <a:pt x="4951491" y="8819399"/>
                  </a:moveTo>
                  <a:lnTo>
                    <a:pt x="4945229" y="8819515"/>
                  </a:lnTo>
                  <a:lnTo>
                    <a:pt x="4945112" y="8813253"/>
                  </a:lnTo>
                  <a:lnTo>
                    <a:pt x="4951374" y="8813137"/>
                  </a:lnTo>
                  <a:lnTo>
                    <a:pt x="4951491" y="8819399"/>
                  </a:lnTo>
                  <a:close/>
                </a:path>
                <a:path w="4959350" h="9350375">
                  <a:moveTo>
                    <a:pt x="4684746" y="8823573"/>
                  </a:moveTo>
                  <a:lnTo>
                    <a:pt x="4679531" y="8823667"/>
                  </a:lnTo>
                  <a:lnTo>
                    <a:pt x="4679441" y="8818443"/>
                  </a:lnTo>
                  <a:lnTo>
                    <a:pt x="4684656" y="8818349"/>
                  </a:lnTo>
                  <a:lnTo>
                    <a:pt x="4684746" y="8823573"/>
                  </a:lnTo>
                  <a:close/>
                </a:path>
                <a:path w="4959350" h="9350375">
                  <a:moveTo>
                    <a:pt x="4417478" y="8827215"/>
                  </a:moveTo>
                  <a:lnTo>
                    <a:pt x="4414333" y="8827266"/>
                  </a:lnTo>
                  <a:lnTo>
                    <a:pt x="4414281" y="8824144"/>
                  </a:lnTo>
                  <a:lnTo>
                    <a:pt x="4417417" y="8824089"/>
                  </a:lnTo>
                  <a:lnTo>
                    <a:pt x="4417478" y="8827215"/>
                  </a:lnTo>
                  <a:close/>
                </a:path>
                <a:path w="4959350" h="9350375">
                  <a:moveTo>
                    <a:pt x="4150732" y="8831389"/>
                  </a:moveTo>
                  <a:lnTo>
                    <a:pt x="4148635" y="8831418"/>
                  </a:lnTo>
                  <a:lnTo>
                    <a:pt x="4148601" y="8829329"/>
                  </a:lnTo>
                  <a:lnTo>
                    <a:pt x="4150694" y="8829286"/>
                  </a:lnTo>
                  <a:lnTo>
                    <a:pt x="4150732" y="8831389"/>
                  </a:lnTo>
                  <a:close/>
                </a:path>
                <a:path w="4959350" h="9350375">
                  <a:moveTo>
                    <a:pt x="4947883" y="8554219"/>
                  </a:moveTo>
                  <a:lnTo>
                    <a:pt x="4939524" y="8554364"/>
                  </a:lnTo>
                  <a:lnTo>
                    <a:pt x="4939379" y="8546005"/>
                  </a:lnTo>
                  <a:lnTo>
                    <a:pt x="4947738" y="8545860"/>
                  </a:lnTo>
                  <a:lnTo>
                    <a:pt x="4947883" y="8554219"/>
                  </a:lnTo>
                  <a:close/>
                </a:path>
                <a:path w="4959350" h="9350375">
                  <a:moveTo>
                    <a:pt x="4680605" y="8557856"/>
                  </a:moveTo>
                  <a:lnTo>
                    <a:pt x="4674334" y="8557967"/>
                  </a:lnTo>
                  <a:lnTo>
                    <a:pt x="4674227" y="8551711"/>
                  </a:lnTo>
                  <a:lnTo>
                    <a:pt x="4680498" y="8551600"/>
                  </a:lnTo>
                  <a:lnTo>
                    <a:pt x="4680605" y="8557856"/>
                  </a:lnTo>
                  <a:close/>
                </a:path>
                <a:path w="4959350" h="9350375">
                  <a:moveTo>
                    <a:pt x="4413855" y="8562039"/>
                  </a:moveTo>
                  <a:lnTo>
                    <a:pt x="4408631" y="8562129"/>
                  </a:lnTo>
                  <a:lnTo>
                    <a:pt x="4408541" y="8556905"/>
                  </a:lnTo>
                  <a:lnTo>
                    <a:pt x="4413765" y="8556815"/>
                  </a:lnTo>
                  <a:lnTo>
                    <a:pt x="4413855" y="8562039"/>
                  </a:lnTo>
                  <a:close/>
                </a:path>
                <a:path w="4959350" h="9350375">
                  <a:moveTo>
                    <a:pt x="4146581" y="8565691"/>
                  </a:moveTo>
                  <a:lnTo>
                    <a:pt x="4143460" y="8565742"/>
                  </a:lnTo>
                  <a:lnTo>
                    <a:pt x="4143404" y="8562607"/>
                  </a:lnTo>
                  <a:lnTo>
                    <a:pt x="4146526" y="8562556"/>
                  </a:lnTo>
                  <a:lnTo>
                    <a:pt x="4146581" y="8565691"/>
                  </a:lnTo>
                  <a:close/>
                </a:path>
                <a:path w="4959350" h="9350375">
                  <a:moveTo>
                    <a:pt x="3879838" y="8569841"/>
                  </a:moveTo>
                  <a:lnTo>
                    <a:pt x="3877745" y="8569885"/>
                  </a:lnTo>
                  <a:lnTo>
                    <a:pt x="3877705" y="8567805"/>
                  </a:lnTo>
                  <a:lnTo>
                    <a:pt x="3879799" y="8567762"/>
                  </a:lnTo>
                  <a:lnTo>
                    <a:pt x="3879838" y="8569841"/>
                  </a:lnTo>
                  <a:close/>
                </a:path>
                <a:path w="4959350" h="9350375">
                  <a:moveTo>
                    <a:pt x="4943727" y="8288508"/>
                  </a:moveTo>
                  <a:lnTo>
                    <a:pt x="4934330" y="8288679"/>
                  </a:lnTo>
                  <a:lnTo>
                    <a:pt x="4934168" y="8279287"/>
                  </a:lnTo>
                  <a:lnTo>
                    <a:pt x="4943560" y="8279125"/>
                  </a:lnTo>
                  <a:lnTo>
                    <a:pt x="4943727" y="8288508"/>
                  </a:lnTo>
                  <a:close/>
                </a:path>
                <a:path w="4959350" h="9350375">
                  <a:moveTo>
                    <a:pt x="4676992" y="8292686"/>
                  </a:moveTo>
                  <a:lnTo>
                    <a:pt x="4668633" y="8292831"/>
                  </a:lnTo>
                  <a:lnTo>
                    <a:pt x="4668488" y="8284472"/>
                  </a:lnTo>
                  <a:lnTo>
                    <a:pt x="4676847" y="8284327"/>
                  </a:lnTo>
                  <a:lnTo>
                    <a:pt x="4676992" y="8292686"/>
                  </a:lnTo>
                  <a:close/>
                </a:path>
                <a:path w="4959350" h="9350375">
                  <a:moveTo>
                    <a:pt x="4409718" y="8296338"/>
                  </a:moveTo>
                  <a:lnTo>
                    <a:pt x="4403452" y="8296440"/>
                  </a:lnTo>
                  <a:lnTo>
                    <a:pt x="4403341" y="8290169"/>
                  </a:lnTo>
                  <a:lnTo>
                    <a:pt x="4409607" y="8290067"/>
                  </a:lnTo>
                  <a:lnTo>
                    <a:pt x="4409718" y="8296338"/>
                  </a:lnTo>
                  <a:close/>
                </a:path>
                <a:path w="4959350" h="9350375">
                  <a:moveTo>
                    <a:pt x="4142961" y="8300492"/>
                  </a:moveTo>
                  <a:lnTo>
                    <a:pt x="4137746" y="8300587"/>
                  </a:lnTo>
                  <a:lnTo>
                    <a:pt x="4137651" y="8295372"/>
                  </a:lnTo>
                  <a:lnTo>
                    <a:pt x="4142866" y="8295277"/>
                  </a:lnTo>
                  <a:lnTo>
                    <a:pt x="4142961" y="8300492"/>
                  </a:lnTo>
                  <a:close/>
                </a:path>
                <a:path w="4959350" h="9350375">
                  <a:moveTo>
                    <a:pt x="3875687" y="8304144"/>
                  </a:moveTo>
                  <a:lnTo>
                    <a:pt x="3872561" y="8304205"/>
                  </a:lnTo>
                  <a:lnTo>
                    <a:pt x="3872505" y="8301069"/>
                  </a:lnTo>
                  <a:lnTo>
                    <a:pt x="3875632" y="8301009"/>
                  </a:lnTo>
                  <a:lnTo>
                    <a:pt x="3875687" y="8304144"/>
                  </a:lnTo>
                  <a:close/>
                </a:path>
                <a:path w="4959350" h="9350375">
                  <a:moveTo>
                    <a:pt x="3608948" y="8308309"/>
                  </a:moveTo>
                  <a:lnTo>
                    <a:pt x="3606869" y="8308348"/>
                  </a:lnTo>
                  <a:lnTo>
                    <a:pt x="3606829" y="8306268"/>
                  </a:lnTo>
                  <a:lnTo>
                    <a:pt x="3608909" y="8306229"/>
                  </a:lnTo>
                  <a:lnTo>
                    <a:pt x="3608948" y="8308309"/>
                  </a:lnTo>
                  <a:close/>
                </a:path>
                <a:path w="4959350" h="9350375">
                  <a:moveTo>
                    <a:pt x="4940121" y="8023328"/>
                  </a:moveTo>
                  <a:lnTo>
                    <a:pt x="4928635" y="8023533"/>
                  </a:lnTo>
                  <a:lnTo>
                    <a:pt x="4928430" y="8012048"/>
                  </a:lnTo>
                  <a:lnTo>
                    <a:pt x="4939910" y="8011851"/>
                  </a:lnTo>
                  <a:lnTo>
                    <a:pt x="4940121" y="8023328"/>
                  </a:lnTo>
                  <a:close/>
                </a:path>
                <a:path w="4959350" h="9350375">
                  <a:moveTo>
                    <a:pt x="4672841" y="8026989"/>
                  </a:moveTo>
                  <a:lnTo>
                    <a:pt x="4663450" y="8027151"/>
                  </a:lnTo>
                  <a:lnTo>
                    <a:pt x="4663293" y="8017750"/>
                  </a:lnTo>
                  <a:lnTo>
                    <a:pt x="4672675" y="8017582"/>
                  </a:lnTo>
                  <a:lnTo>
                    <a:pt x="4672841" y="8026989"/>
                  </a:lnTo>
                  <a:close/>
                </a:path>
                <a:path w="4959350" h="9350375">
                  <a:moveTo>
                    <a:pt x="4406099" y="8031139"/>
                  </a:moveTo>
                  <a:lnTo>
                    <a:pt x="4397748" y="8031289"/>
                  </a:lnTo>
                  <a:lnTo>
                    <a:pt x="4397599" y="8022940"/>
                  </a:lnTo>
                  <a:lnTo>
                    <a:pt x="4405949" y="8022789"/>
                  </a:lnTo>
                  <a:lnTo>
                    <a:pt x="4406099" y="8031139"/>
                  </a:lnTo>
                  <a:close/>
                </a:path>
                <a:path w="4959350" h="9350375">
                  <a:moveTo>
                    <a:pt x="4138819" y="8034800"/>
                  </a:moveTo>
                  <a:lnTo>
                    <a:pt x="4132563" y="8034907"/>
                  </a:lnTo>
                  <a:lnTo>
                    <a:pt x="4132447" y="8028646"/>
                  </a:lnTo>
                  <a:lnTo>
                    <a:pt x="4138717" y="8028535"/>
                  </a:lnTo>
                  <a:lnTo>
                    <a:pt x="4138819" y="8034800"/>
                  </a:lnTo>
                  <a:close/>
                </a:path>
                <a:path w="4959350" h="9350375">
                  <a:moveTo>
                    <a:pt x="3872086" y="8038956"/>
                  </a:moveTo>
                  <a:lnTo>
                    <a:pt x="3866862" y="8039045"/>
                  </a:lnTo>
                  <a:lnTo>
                    <a:pt x="3866767" y="8033830"/>
                  </a:lnTo>
                  <a:lnTo>
                    <a:pt x="3871991" y="8033741"/>
                  </a:lnTo>
                  <a:lnTo>
                    <a:pt x="3872086" y="8038956"/>
                  </a:lnTo>
                  <a:close/>
                </a:path>
                <a:path w="4959350" h="9350375">
                  <a:moveTo>
                    <a:pt x="3604807" y="8042617"/>
                  </a:moveTo>
                  <a:lnTo>
                    <a:pt x="3601672" y="8042672"/>
                  </a:lnTo>
                  <a:lnTo>
                    <a:pt x="3601616" y="8039537"/>
                  </a:lnTo>
                  <a:lnTo>
                    <a:pt x="3604751" y="8039481"/>
                  </a:lnTo>
                  <a:lnTo>
                    <a:pt x="3604807" y="8042617"/>
                  </a:lnTo>
                  <a:close/>
                </a:path>
                <a:path w="4959350" h="9350375">
                  <a:moveTo>
                    <a:pt x="4936509" y="7758134"/>
                  </a:moveTo>
                  <a:lnTo>
                    <a:pt x="4922935" y="7758374"/>
                  </a:lnTo>
                  <a:lnTo>
                    <a:pt x="4922699" y="7744814"/>
                  </a:lnTo>
                  <a:lnTo>
                    <a:pt x="4936273" y="7744574"/>
                  </a:lnTo>
                  <a:lnTo>
                    <a:pt x="4936509" y="7758134"/>
                  </a:lnTo>
                  <a:close/>
                </a:path>
                <a:path w="4959350" h="9350375">
                  <a:moveTo>
                    <a:pt x="4669230" y="7761795"/>
                  </a:moveTo>
                  <a:lnTo>
                    <a:pt x="4657745" y="7762000"/>
                  </a:lnTo>
                  <a:lnTo>
                    <a:pt x="4657539" y="7750515"/>
                  </a:lnTo>
                  <a:lnTo>
                    <a:pt x="4669034" y="7750314"/>
                  </a:lnTo>
                  <a:lnTo>
                    <a:pt x="4669230" y="7761795"/>
                  </a:lnTo>
                  <a:close/>
                </a:path>
                <a:path w="4959350" h="9350375">
                  <a:moveTo>
                    <a:pt x="4401957" y="7765447"/>
                  </a:moveTo>
                  <a:lnTo>
                    <a:pt x="4392565" y="7765609"/>
                  </a:lnTo>
                  <a:lnTo>
                    <a:pt x="4392393" y="7756212"/>
                  </a:lnTo>
                  <a:lnTo>
                    <a:pt x="4401800" y="7756046"/>
                  </a:lnTo>
                  <a:lnTo>
                    <a:pt x="4401957" y="7765447"/>
                  </a:lnTo>
                  <a:close/>
                </a:path>
                <a:path w="4959350" h="9350375">
                  <a:moveTo>
                    <a:pt x="4135208" y="7769606"/>
                  </a:moveTo>
                  <a:lnTo>
                    <a:pt x="4126858" y="7769756"/>
                  </a:lnTo>
                  <a:lnTo>
                    <a:pt x="4126718" y="7761411"/>
                  </a:lnTo>
                  <a:lnTo>
                    <a:pt x="4135068" y="7761261"/>
                  </a:lnTo>
                  <a:lnTo>
                    <a:pt x="4135208" y="7769606"/>
                  </a:lnTo>
                  <a:close/>
                </a:path>
                <a:path w="4959350" h="9350375">
                  <a:moveTo>
                    <a:pt x="3867935" y="7773258"/>
                  </a:moveTo>
                  <a:lnTo>
                    <a:pt x="3861673" y="7773374"/>
                  </a:lnTo>
                  <a:lnTo>
                    <a:pt x="3861557" y="7767113"/>
                  </a:lnTo>
                  <a:lnTo>
                    <a:pt x="3867818" y="7766997"/>
                  </a:lnTo>
                  <a:lnTo>
                    <a:pt x="3867935" y="7773258"/>
                  </a:lnTo>
                  <a:close/>
                </a:path>
                <a:path w="4959350" h="9350375">
                  <a:moveTo>
                    <a:pt x="3601190" y="7777432"/>
                  </a:moveTo>
                  <a:lnTo>
                    <a:pt x="3595975" y="7777527"/>
                  </a:lnTo>
                  <a:lnTo>
                    <a:pt x="3595886" y="7772303"/>
                  </a:lnTo>
                  <a:lnTo>
                    <a:pt x="3601100" y="7772208"/>
                  </a:lnTo>
                  <a:lnTo>
                    <a:pt x="3601190" y="7777432"/>
                  </a:lnTo>
                  <a:close/>
                </a:path>
                <a:path w="4959350" h="9350375">
                  <a:moveTo>
                    <a:pt x="3333922" y="7781075"/>
                  </a:moveTo>
                  <a:lnTo>
                    <a:pt x="3330777" y="7781125"/>
                  </a:lnTo>
                  <a:lnTo>
                    <a:pt x="3330726" y="7778004"/>
                  </a:lnTo>
                  <a:lnTo>
                    <a:pt x="3333861" y="7777949"/>
                  </a:lnTo>
                  <a:lnTo>
                    <a:pt x="3333922" y="7781075"/>
                  </a:lnTo>
                  <a:close/>
                </a:path>
                <a:path w="4959350" h="9350375">
                  <a:moveTo>
                    <a:pt x="4932358" y="7492438"/>
                  </a:moveTo>
                  <a:lnTo>
                    <a:pt x="4917737" y="7492699"/>
                  </a:lnTo>
                  <a:lnTo>
                    <a:pt x="4917485" y="7478084"/>
                  </a:lnTo>
                  <a:lnTo>
                    <a:pt x="4932106" y="7477823"/>
                  </a:lnTo>
                  <a:lnTo>
                    <a:pt x="4932358" y="7492438"/>
                  </a:lnTo>
                  <a:close/>
                </a:path>
                <a:path w="4959350" h="9350375">
                  <a:moveTo>
                    <a:pt x="4665614" y="7496612"/>
                  </a:moveTo>
                  <a:lnTo>
                    <a:pt x="4652040" y="7496851"/>
                  </a:lnTo>
                  <a:lnTo>
                    <a:pt x="4651800" y="7483278"/>
                  </a:lnTo>
                  <a:lnTo>
                    <a:pt x="4665374" y="7483038"/>
                  </a:lnTo>
                  <a:lnTo>
                    <a:pt x="4665614" y="7496612"/>
                  </a:lnTo>
                  <a:close/>
                </a:path>
                <a:path w="4959350" h="9350375">
                  <a:moveTo>
                    <a:pt x="4397806" y="7499751"/>
                  </a:moveTo>
                  <a:lnTo>
                    <a:pt x="4387367" y="7499935"/>
                  </a:lnTo>
                  <a:lnTo>
                    <a:pt x="4387183" y="7489496"/>
                  </a:lnTo>
                  <a:lnTo>
                    <a:pt x="4397622" y="7489312"/>
                  </a:lnTo>
                  <a:lnTo>
                    <a:pt x="4397806" y="7499751"/>
                  </a:lnTo>
                  <a:close/>
                </a:path>
                <a:path w="4959350" h="9350375">
                  <a:moveTo>
                    <a:pt x="4131071" y="7503906"/>
                  </a:moveTo>
                  <a:lnTo>
                    <a:pt x="4121665" y="7504073"/>
                  </a:lnTo>
                  <a:lnTo>
                    <a:pt x="4121502" y="7494681"/>
                  </a:lnTo>
                  <a:lnTo>
                    <a:pt x="4130900" y="7494509"/>
                  </a:lnTo>
                  <a:lnTo>
                    <a:pt x="4131071" y="7503906"/>
                  </a:lnTo>
                  <a:close/>
                </a:path>
                <a:path w="4959350" h="9350375">
                  <a:moveTo>
                    <a:pt x="3864313" y="7508084"/>
                  </a:moveTo>
                  <a:lnTo>
                    <a:pt x="3855967" y="7508224"/>
                  </a:lnTo>
                  <a:lnTo>
                    <a:pt x="3855823" y="7499865"/>
                  </a:lnTo>
                  <a:lnTo>
                    <a:pt x="3864168" y="7499725"/>
                  </a:lnTo>
                  <a:lnTo>
                    <a:pt x="3864313" y="7508084"/>
                  </a:lnTo>
                  <a:close/>
                </a:path>
                <a:path w="4959350" h="9350375">
                  <a:moveTo>
                    <a:pt x="3597045" y="7511725"/>
                  </a:moveTo>
                  <a:lnTo>
                    <a:pt x="3590778" y="7511828"/>
                  </a:lnTo>
                  <a:lnTo>
                    <a:pt x="3590672" y="7505572"/>
                  </a:lnTo>
                  <a:lnTo>
                    <a:pt x="3596929" y="7505465"/>
                  </a:lnTo>
                  <a:lnTo>
                    <a:pt x="3597045" y="7511725"/>
                  </a:lnTo>
                  <a:close/>
                </a:path>
                <a:path w="4959350" h="9350375">
                  <a:moveTo>
                    <a:pt x="3329772" y="7515377"/>
                  </a:moveTo>
                  <a:lnTo>
                    <a:pt x="3325603" y="7515451"/>
                  </a:lnTo>
                  <a:lnTo>
                    <a:pt x="3325526" y="7511269"/>
                  </a:lnTo>
                  <a:lnTo>
                    <a:pt x="3329703" y="7511202"/>
                  </a:lnTo>
                  <a:lnTo>
                    <a:pt x="3329772" y="7515377"/>
                  </a:lnTo>
                  <a:close/>
                </a:path>
                <a:path w="4959350" h="9350375">
                  <a:moveTo>
                    <a:pt x="3063026" y="7519552"/>
                  </a:moveTo>
                  <a:lnTo>
                    <a:pt x="3059905" y="7519603"/>
                  </a:lnTo>
                  <a:lnTo>
                    <a:pt x="3059849" y="7516468"/>
                  </a:lnTo>
                  <a:lnTo>
                    <a:pt x="3062970" y="7516417"/>
                  </a:lnTo>
                  <a:lnTo>
                    <a:pt x="3063026" y="7519552"/>
                  </a:lnTo>
                  <a:close/>
                </a:path>
                <a:path w="4959350" h="9350375">
                  <a:moveTo>
                    <a:pt x="4928737" y="7227263"/>
                  </a:moveTo>
                  <a:lnTo>
                    <a:pt x="4912041" y="7227553"/>
                  </a:lnTo>
                  <a:lnTo>
                    <a:pt x="4911746" y="7210844"/>
                  </a:lnTo>
                  <a:lnTo>
                    <a:pt x="4928446" y="7210544"/>
                  </a:lnTo>
                  <a:lnTo>
                    <a:pt x="4928737" y="7227263"/>
                  </a:lnTo>
                  <a:close/>
                </a:path>
                <a:path w="4959350" h="9350375">
                  <a:moveTo>
                    <a:pt x="4661468" y="7230905"/>
                  </a:moveTo>
                  <a:lnTo>
                    <a:pt x="4646862" y="7231162"/>
                  </a:lnTo>
                  <a:lnTo>
                    <a:pt x="4646605" y="7216556"/>
                  </a:lnTo>
                  <a:lnTo>
                    <a:pt x="4661211" y="7216299"/>
                  </a:lnTo>
                  <a:lnTo>
                    <a:pt x="4661468" y="7230905"/>
                  </a:lnTo>
                  <a:close/>
                </a:path>
                <a:path w="4959350" h="9350375">
                  <a:moveTo>
                    <a:pt x="4394195" y="7234557"/>
                  </a:moveTo>
                  <a:lnTo>
                    <a:pt x="4381668" y="7234775"/>
                  </a:lnTo>
                  <a:lnTo>
                    <a:pt x="4381445" y="7222258"/>
                  </a:lnTo>
                  <a:lnTo>
                    <a:pt x="4393972" y="7222039"/>
                  </a:lnTo>
                  <a:lnTo>
                    <a:pt x="4394195" y="7234557"/>
                  </a:lnTo>
                  <a:close/>
                </a:path>
                <a:path w="4959350" h="9350375">
                  <a:moveTo>
                    <a:pt x="4126921" y="7238209"/>
                  </a:moveTo>
                  <a:lnTo>
                    <a:pt x="4116483" y="7238393"/>
                  </a:lnTo>
                  <a:lnTo>
                    <a:pt x="4116299" y="7227955"/>
                  </a:lnTo>
                  <a:lnTo>
                    <a:pt x="4126737" y="7227771"/>
                  </a:lnTo>
                  <a:lnTo>
                    <a:pt x="4126921" y="7238209"/>
                  </a:lnTo>
                  <a:close/>
                </a:path>
                <a:path w="4959350" h="9350375">
                  <a:moveTo>
                    <a:pt x="3860173" y="7242369"/>
                  </a:moveTo>
                  <a:lnTo>
                    <a:pt x="3850776" y="7242540"/>
                  </a:lnTo>
                  <a:lnTo>
                    <a:pt x="3850613" y="7233148"/>
                  </a:lnTo>
                  <a:lnTo>
                    <a:pt x="3860005" y="7232986"/>
                  </a:lnTo>
                  <a:lnTo>
                    <a:pt x="3860173" y="7242369"/>
                  </a:lnTo>
                  <a:close/>
                </a:path>
                <a:path w="4959350" h="9350375">
                  <a:moveTo>
                    <a:pt x="3592899" y="7246021"/>
                  </a:moveTo>
                  <a:lnTo>
                    <a:pt x="3585596" y="7246149"/>
                  </a:lnTo>
                  <a:lnTo>
                    <a:pt x="3585468" y="7238846"/>
                  </a:lnTo>
                  <a:lnTo>
                    <a:pt x="3592771" y="7238718"/>
                  </a:lnTo>
                  <a:lnTo>
                    <a:pt x="3592899" y="7246021"/>
                  </a:lnTo>
                  <a:close/>
                </a:path>
                <a:path w="4959350" h="9350375">
                  <a:moveTo>
                    <a:pt x="3326164" y="7250199"/>
                  </a:moveTo>
                  <a:lnTo>
                    <a:pt x="3319898" y="7250301"/>
                  </a:lnTo>
                  <a:lnTo>
                    <a:pt x="3319787" y="7244030"/>
                  </a:lnTo>
                  <a:lnTo>
                    <a:pt x="3326052" y="7243928"/>
                  </a:lnTo>
                  <a:lnTo>
                    <a:pt x="3326164" y="7250199"/>
                  </a:lnTo>
                  <a:close/>
                </a:path>
                <a:path w="4959350" h="9350375">
                  <a:moveTo>
                    <a:pt x="3058886" y="7253836"/>
                  </a:moveTo>
                  <a:lnTo>
                    <a:pt x="3054703" y="7253913"/>
                  </a:lnTo>
                  <a:lnTo>
                    <a:pt x="3054630" y="7249745"/>
                  </a:lnTo>
                  <a:lnTo>
                    <a:pt x="3058812" y="7249668"/>
                  </a:lnTo>
                  <a:lnTo>
                    <a:pt x="3058886" y="7253836"/>
                  </a:lnTo>
                  <a:close/>
                </a:path>
                <a:path w="4959350" h="9350375">
                  <a:moveTo>
                    <a:pt x="2792132" y="7258005"/>
                  </a:moveTo>
                  <a:lnTo>
                    <a:pt x="2789005" y="7258066"/>
                  </a:lnTo>
                  <a:lnTo>
                    <a:pt x="2788950" y="7254930"/>
                  </a:lnTo>
                  <a:lnTo>
                    <a:pt x="2792076" y="7254870"/>
                  </a:lnTo>
                  <a:lnTo>
                    <a:pt x="2792132" y="7258005"/>
                  </a:lnTo>
                  <a:close/>
                </a:path>
                <a:path w="4959350" h="9350375">
                  <a:moveTo>
                    <a:pt x="4924607" y="6961553"/>
                  </a:moveTo>
                  <a:lnTo>
                    <a:pt x="4906850" y="6961869"/>
                  </a:lnTo>
                  <a:lnTo>
                    <a:pt x="4906543" y="6944119"/>
                  </a:lnTo>
                  <a:lnTo>
                    <a:pt x="4924295" y="6943812"/>
                  </a:lnTo>
                  <a:lnTo>
                    <a:pt x="4924607" y="6961553"/>
                  </a:lnTo>
                  <a:close/>
                </a:path>
                <a:path w="4959350" h="9350375">
                  <a:moveTo>
                    <a:pt x="4657861" y="6965726"/>
                  </a:moveTo>
                  <a:lnTo>
                    <a:pt x="4641153" y="6966022"/>
                  </a:lnTo>
                  <a:lnTo>
                    <a:pt x="4640858" y="6949312"/>
                  </a:lnTo>
                  <a:lnTo>
                    <a:pt x="4657576" y="6949023"/>
                  </a:lnTo>
                  <a:lnTo>
                    <a:pt x="4657861" y="6965726"/>
                  </a:lnTo>
                  <a:close/>
                </a:path>
                <a:path w="4959350" h="9350375">
                  <a:moveTo>
                    <a:pt x="4390588" y="6969378"/>
                  </a:moveTo>
                  <a:lnTo>
                    <a:pt x="4375973" y="6969631"/>
                  </a:lnTo>
                  <a:lnTo>
                    <a:pt x="4375715" y="6955024"/>
                  </a:lnTo>
                  <a:lnTo>
                    <a:pt x="4390327" y="6954757"/>
                  </a:lnTo>
                  <a:lnTo>
                    <a:pt x="4390588" y="6969378"/>
                  </a:lnTo>
                  <a:close/>
                </a:path>
                <a:path w="4959350" h="9350375">
                  <a:moveTo>
                    <a:pt x="4123311" y="6973016"/>
                  </a:moveTo>
                  <a:lnTo>
                    <a:pt x="4110779" y="6973243"/>
                  </a:lnTo>
                  <a:lnTo>
                    <a:pt x="4110561" y="6960716"/>
                  </a:lnTo>
                  <a:lnTo>
                    <a:pt x="4123087" y="6960498"/>
                  </a:lnTo>
                  <a:lnTo>
                    <a:pt x="4123311" y="6973016"/>
                  </a:lnTo>
                  <a:close/>
                </a:path>
                <a:path w="4959350" h="9350375">
                  <a:moveTo>
                    <a:pt x="3856032" y="6976677"/>
                  </a:moveTo>
                  <a:lnTo>
                    <a:pt x="3845594" y="6976861"/>
                  </a:lnTo>
                  <a:lnTo>
                    <a:pt x="3845410" y="6966423"/>
                  </a:lnTo>
                  <a:lnTo>
                    <a:pt x="3855848" y="6966239"/>
                  </a:lnTo>
                  <a:lnTo>
                    <a:pt x="3856032" y="6976677"/>
                  </a:lnTo>
                  <a:close/>
                </a:path>
                <a:path w="4959350" h="9350375">
                  <a:moveTo>
                    <a:pt x="3589287" y="6980851"/>
                  </a:moveTo>
                  <a:lnTo>
                    <a:pt x="3579886" y="6981008"/>
                  </a:lnTo>
                  <a:lnTo>
                    <a:pt x="3579724" y="6971616"/>
                  </a:lnTo>
                  <a:lnTo>
                    <a:pt x="3589121" y="6971445"/>
                  </a:lnTo>
                  <a:lnTo>
                    <a:pt x="3589287" y="6980851"/>
                  </a:lnTo>
                  <a:close/>
                </a:path>
                <a:path w="4959350" h="9350375">
                  <a:moveTo>
                    <a:pt x="3322009" y="6984488"/>
                  </a:moveTo>
                  <a:lnTo>
                    <a:pt x="3314706" y="6984617"/>
                  </a:lnTo>
                  <a:lnTo>
                    <a:pt x="3314578" y="6977314"/>
                  </a:lnTo>
                  <a:lnTo>
                    <a:pt x="3321881" y="6977185"/>
                  </a:lnTo>
                  <a:lnTo>
                    <a:pt x="3322009" y="6984488"/>
                  </a:lnTo>
                  <a:close/>
                </a:path>
                <a:path w="4959350" h="9350375">
                  <a:moveTo>
                    <a:pt x="3054736" y="6988140"/>
                  </a:moveTo>
                  <a:lnTo>
                    <a:pt x="3049512" y="6988230"/>
                  </a:lnTo>
                  <a:lnTo>
                    <a:pt x="3049417" y="6983015"/>
                  </a:lnTo>
                  <a:lnTo>
                    <a:pt x="3054641" y="6982925"/>
                  </a:lnTo>
                  <a:lnTo>
                    <a:pt x="3054736" y="6988140"/>
                  </a:lnTo>
                  <a:close/>
                </a:path>
                <a:path w="4959350" h="9350375">
                  <a:moveTo>
                    <a:pt x="2787991" y="6992313"/>
                  </a:moveTo>
                  <a:lnTo>
                    <a:pt x="2783813" y="6992381"/>
                  </a:lnTo>
                  <a:lnTo>
                    <a:pt x="2783740" y="6988213"/>
                  </a:lnTo>
                  <a:lnTo>
                    <a:pt x="2787923" y="6988136"/>
                  </a:lnTo>
                  <a:lnTo>
                    <a:pt x="2787991" y="6992313"/>
                  </a:lnTo>
                  <a:close/>
                </a:path>
                <a:path w="4959350" h="9350375">
                  <a:moveTo>
                    <a:pt x="2520723" y="6995956"/>
                  </a:moveTo>
                  <a:lnTo>
                    <a:pt x="2518634" y="6995991"/>
                  </a:lnTo>
                  <a:lnTo>
                    <a:pt x="2518595" y="6993911"/>
                  </a:lnTo>
                  <a:lnTo>
                    <a:pt x="2520683" y="6993877"/>
                  </a:lnTo>
                  <a:lnTo>
                    <a:pt x="2520723" y="6995956"/>
                  </a:lnTo>
                  <a:close/>
                </a:path>
                <a:path w="4959350" h="9350375">
                  <a:moveTo>
                    <a:pt x="4920990" y="6696370"/>
                  </a:moveTo>
                  <a:lnTo>
                    <a:pt x="4901155" y="6696725"/>
                  </a:lnTo>
                  <a:lnTo>
                    <a:pt x="4900805" y="6676881"/>
                  </a:lnTo>
                  <a:lnTo>
                    <a:pt x="4920644" y="6676540"/>
                  </a:lnTo>
                  <a:lnTo>
                    <a:pt x="4920990" y="6696370"/>
                  </a:lnTo>
                  <a:close/>
                </a:path>
                <a:path w="4959350" h="9350375">
                  <a:moveTo>
                    <a:pt x="4653712" y="6700031"/>
                  </a:moveTo>
                  <a:lnTo>
                    <a:pt x="4635971" y="6700343"/>
                  </a:lnTo>
                  <a:lnTo>
                    <a:pt x="4635654" y="6682587"/>
                  </a:lnTo>
                  <a:lnTo>
                    <a:pt x="4653395" y="6682275"/>
                  </a:lnTo>
                  <a:lnTo>
                    <a:pt x="4653712" y="6700031"/>
                  </a:lnTo>
                  <a:close/>
                </a:path>
                <a:path w="4959350" h="9350375">
                  <a:moveTo>
                    <a:pt x="4386438" y="6703683"/>
                  </a:moveTo>
                  <a:lnTo>
                    <a:pt x="4370776" y="6703956"/>
                  </a:lnTo>
                  <a:lnTo>
                    <a:pt x="4370508" y="6688284"/>
                  </a:lnTo>
                  <a:lnTo>
                    <a:pt x="4386161" y="6688006"/>
                  </a:lnTo>
                  <a:lnTo>
                    <a:pt x="4386438" y="6703683"/>
                  </a:lnTo>
                  <a:close/>
                </a:path>
                <a:path w="4959350" h="9350375">
                  <a:moveTo>
                    <a:pt x="4119699" y="6707847"/>
                  </a:moveTo>
                  <a:lnTo>
                    <a:pt x="4105083" y="6708099"/>
                  </a:lnTo>
                  <a:lnTo>
                    <a:pt x="4104822" y="6693478"/>
                  </a:lnTo>
                  <a:lnTo>
                    <a:pt x="4119438" y="6693226"/>
                  </a:lnTo>
                  <a:lnTo>
                    <a:pt x="4119699" y="6707847"/>
                  </a:lnTo>
                  <a:close/>
                </a:path>
                <a:path w="4959350" h="9350375">
                  <a:moveTo>
                    <a:pt x="3852416" y="6711494"/>
                  </a:moveTo>
                  <a:lnTo>
                    <a:pt x="3839889" y="6711712"/>
                  </a:lnTo>
                  <a:lnTo>
                    <a:pt x="3839671" y="6699185"/>
                  </a:lnTo>
                  <a:lnTo>
                    <a:pt x="3852203" y="6698957"/>
                  </a:lnTo>
                  <a:lnTo>
                    <a:pt x="3852416" y="6711494"/>
                  </a:lnTo>
                  <a:close/>
                </a:path>
                <a:path w="4959350" h="9350375">
                  <a:moveTo>
                    <a:pt x="3585147" y="6715136"/>
                  </a:moveTo>
                  <a:lnTo>
                    <a:pt x="3574709" y="6715320"/>
                  </a:lnTo>
                  <a:lnTo>
                    <a:pt x="3574525" y="6704882"/>
                  </a:lnTo>
                  <a:lnTo>
                    <a:pt x="3584963" y="6704698"/>
                  </a:lnTo>
                  <a:lnTo>
                    <a:pt x="3585147" y="6715136"/>
                  </a:lnTo>
                  <a:close/>
                </a:path>
                <a:path w="4959350" h="9350375">
                  <a:moveTo>
                    <a:pt x="3317869" y="6718797"/>
                  </a:moveTo>
                  <a:lnTo>
                    <a:pt x="3309510" y="6718942"/>
                  </a:lnTo>
                  <a:lnTo>
                    <a:pt x="3309369" y="6710597"/>
                  </a:lnTo>
                  <a:lnTo>
                    <a:pt x="3317719" y="6710447"/>
                  </a:lnTo>
                  <a:lnTo>
                    <a:pt x="3317869" y="6718797"/>
                  </a:lnTo>
                  <a:close/>
                </a:path>
                <a:path w="4959350" h="9350375">
                  <a:moveTo>
                    <a:pt x="3051129" y="6722961"/>
                  </a:moveTo>
                  <a:lnTo>
                    <a:pt x="3043812" y="6723094"/>
                  </a:lnTo>
                  <a:lnTo>
                    <a:pt x="3043689" y="6715782"/>
                  </a:lnTo>
                  <a:lnTo>
                    <a:pt x="3051006" y="6715649"/>
                  </a:lnTo>
                  <a:lnTo>
                    <a:pt x="3051129" y="6722961"/>
                  </a:lnTo>
                  <a:close/>
                </a:path>
                <a:path w="4959350" h="9350375">
                  <a:moveTo>
                    <a:pt x="2783851" y="6726599"/>
                  </a:moveTo>
                  <a:lnTo>
                    <a:pt x="2778637" y="6726693"/>
                  </a:lnTo>
                  <a:lnTo>
                    <a:pt x="2778542" y="6721478"/>
                  </a:lnTo>
                  <a:lnTo>
                    <a:pt x="2783756" y="6721384"/>
                  </a:lnTo>
                  <a:lnTo>
                    <a:pt x="2783851" y="6726599"/>
                  </a:lnTo>
                  <a:close/>
                </a:path>
                <a:path w="4959350" h="9350375">
                  <a:moveTo>
                    <a:pt x="2516573" y="6730260"/>
                  </a:moveTo>
                  <a:lnTo>
                    <a:pt x="2513437" y="6730315"/>
                  </a:lnTo>
                  <a:lnTo>
                    <a:pt x="2513385" y="6727194"/>
                  </a:lnTo>
                  <a:lnTo>
                    <a:pt x="2516521" y="6727139"/>
                  </a:lnTo>
                  <a:lnTo>
                    <a:pt x="2516573" y="6730260"/>
                  </a:lnTo>
                  <a:close/>
                </a:path>
                <a:path w="4959350" h="9350375">
                  <a:moveTo>
                    <a:pt x="4917372" y="6431184"/>
                  </a:moveTo>
                  <a:lnTo>
                    <a:pt x="4895453" y="6431564"/>
                  </a:lnTo>
                  <a:lnTo>
                    <a:pt x="4895064" y="6409640"/>
                  </a:lnTo>
                  <a:lnTo>
                    <a:pt x="4916983" y="6409260"/>
                  </a:lnTo>
                  <a:lnTo>
                    <a:pt x="4917372" y="6431184"/>
                  </a:lnTo>
                  <a:close/>
                </a:path>
                <a:path w="4959350" h="9350375">
                  <a:moveTo>
                    <a:pt x="4650098" y="6434835"/>
                  </a:moveTo>
                  <a:lnTo>
                    <a:pt x="4630268" y="6435182"/>
                  </a:lnTo>
                  <a:lnTo>
                    <a:pt x="4629922" y="6415352"/>
                  </a:lnTo>
                  <a:lnTo>
                    <a:pt x="4649742" y="6415000"/>
                  </a:lnTo>
                  <a:lnTo>
                    <a:pt x="4650098" y="6434835"/>
                  </a:lnTo>
                  <a:close/>
                </a:path>
                <a:path w="4959350" h="9350375">
                  <a:moveTo>
                    <a:pt x="4382825" y="6438488"/>
                  </a:moveTo>
                  <a:lnTo>
                    <a:pt x="4365074" y="6438795"/>
                  </a:lnTo>
                  <a:lnTo>
                    <a:pt x="4364767" y="6421044"/>
                  </a:lnTo>
                  <a:lnTo>
                    <a:pt x="4382508" y="6420732"/>
                  </a:lnTo>
                  <a:lnTo>
                    <a:pt x="4382825" y="6438488"/>
                  </a:lnTo>
                  <a:close/>
                </a:path>
                <a:path w="4959350" h="9350375">
                  <a:moveTo>
                    <a:pt x="4115546" y="6442149"/>
                  </a:moveTo>
                  <a:lnTo>
                    <a:pt x="4099885" y="6442422"/>
                  </a:lnTo>
                  <a:lnTo>
                    <a:pt x="4099611" y="6426759"/>
                  </a:lnTo>
                  <a:lnTo>
                    <a:pt x="4115273" y="6426486"/>
                  </a:lnTo>
                  <a:lnTo>
                    <a:pt x="4115546" y="6442149"/>
                  </a:lnTo>
                  <a:close/>
                </a:path>
                <a:path w="4959350" h="9350375">
                  <a:moveTo>
                    <a:pt x="3848803" y="6446299"/>
                  </a:moveTo>
                  <a:lnTo>
                    <a:pt x="3834182" y="6446560"/>
                  </a:lnTo>
                  <a:lnTo>
                    <a:pt x="3833930" y="6431944"/>
                  </a:lnTo>
                  <a:lnTo>
                    <a:pt x="3848551" y="6431683"/>
                  </a:lnTo>
                  <a:lnTo>
                    <a:pt x="3848803" y="6446299"/>
                  </a:lnTo>
                  <a:close/>
                </a:path>
                <a:path w="4959350" h="9350375">
                  <a:moveTo>
                    <a:pt x="3581005" y="6449443"/>
                  </a:moveTo>
                  <a:lnTo>
                    <a:pt x="3569510" y="6449644"/>
                  </a:lnTo>
                  <a:lnTo>
                    <a:pt x="3569314" y="6438163"/>
                  </a:lnTo>
                  <a:lnTo>
                    <a:pt x="3580799" y="6437958"/>
                  </a:lnTo>
                  <a:lnTo>
                    <a:pt x="3581005" y="6449443"/>
                  </a:lnTo>
                  <a:close/>
                </a:path>
                <a:path w="4959350" h="9350375">
                  <a:moveTo>
                    <a:pt x="3313731" y="6453096"/>
                  </a:moveTo>
                  <a:lnTo>
                    <a:pt x="3304330" y="6453253"/>
                  </a:lnTo>
                  <a:lnTo>
                    <a:pt x="3304168" y="6443861"/>
                  </a:lnTo>
                  <a:lnTo>
                    <a:pt x="3313560" y="6443699"/>
                  </a:lnTo>
                  <a:lnTo>
                    <a:pt x="3313731" y="6453096"/>
                  </a:lnTo>
                  <a:close/>
                </a:path>
                <a:path w="4959350" h="9350375">
                  <a:moveTo>
                    <a:pt x="3046978" y="6457264"/>
                  </a:moveTo>
                  <a:lnTo>
                    <a:pt x="3038627" y="6457414"/>
                  </a:lnTo>
                  <a:lnTo>
                    <a:pt x="3038483" y="6449055"/>
                  </a:lnTo>
                  <a:lnTo>
                    <a:pt x="3046833" y="6448905"/>
                  </a:lnTo>
                  <a:lnTo>
                    <a:pt x="3046978" y="6457264"/>
                  </a:lnTo>
                  <a:close/>
                </a:path>
                <a:path w="4959350" h="9350375">
                  <a:moveTo>
                    <a:pt x="2779699" y="6460901"/>
                  </a:moveTo>
                  <a:lnTo>
                    <a:pt x="2773438" y="6461017"/>
                  </a:lnTo>
                  <a:lnTo>
                    <a:pt x="2773331" y="6454761"/>
                  </a:lnTo>
                  <a:lnTo>
                    <a:pt x="2779593" y="6454645"/>
                  </a:lnTo>
                  <a:lnTo>
                    <a:pt x="2779699" y="6460901"/>
                  </a:lnTo>
                  <a:close/>
                </a:path>
                <a:path w="4959350" h="9350375">
                  <a:moveTo>
                    <a:pt x="2512422" y="6464561"/>
                  </a:moveTo>
                  <a:lnTo>
                    <a:pt x="2508253" y="6464635"/>
                  </a:lnTo>
                  <a:lnTo>
                    <a:pt x="2508176" y="6460453"/>
                  </a:lnTo>
                  <a:lnTo>
                    <a:pt x="2512354" y="6460386"/>
                  </a:lnTo>
                  <a:lnTo>
                    <a:pt x="2512422" y="6464561"/>
                  </a:lnTo>
                  <a:close/>
                </a:path>
                <a:path w="4959350" h="9350375">
                  <a:moveTo>
                    <a:pt x="2245691" y="6468732"/>
                  </a:moveTo>
                  <a:lnTo>
                    <a:pt x="2242546" y="6468782"/>
                  </a:lnTo>
                  <a:lnTo>
                    <a:pt x="2242490" y="6465647"/>
                  </a:lnTo>
                  <a:lnTo>
                    <a:pt x="2245635" y="6465596"/>
                  </a:lnTo>
                  <a:lnTo>
                    <a:pt x="2245691" y="6468732"/>
                  </a:lnTo>
                  <a:close/>
                </a:path>
                <a:path w="4959350" h="9350375">
                  <a:moveTo>
                    <a:pt x="4914296" y="6166503"/>
                  </a:moveTo>
                  <a:lnTo>
                    <a:pt x="4889237" y="6166948"/>
                  </a:lnTo>
                  <a:lnTo>
                    <a:pt x="4888795" y="6141903"/>
                  </a:lnTo>
                  <a:lnTo>
                    <a:pt x="4913855" y="6141458"/>
                  </a:lnTo>
                  <a:lnTo>
                    <a:pt x="4914296" y="6166503"/>
                  </a:lnTo>
                  <a:close/>
                </a:path>
                <a:path w="4959350" h="9350375">
                  <a:moveTo>
                    <a:pt x="4646492" y="6169657"/>
                  </a:moveTo>
                  <a:lnTo>
                    <a:pt x="4624559" y="6170041"/>
                  </a:lnTo>
                  <a:lnTo>
                    <a:pt x="4624175" y="6148109"/>
                  </a:lnTo>
                  <a:lnTo>
                    <a:pt x="4646108" y="6147724"/>
                  </a:lnTo>
                  <a:lnTo>
                    <a:pt x="4646492" y="6169657"/>
                  </a:lnTo>
                  <a:close/>
                </a:path>
                <a:path w="4959350" h="9350375">
                  <a:moveTo>
                    <a:pt x="4378675" y="6172791"/>
                  </a:moveTo>
                  <a:lnTo>
                    <a:pt x="4359887" y="6173125"/>
                  </a:lnTo>
                  <a:lnTo>
                    <a:pt x="4359558" y="6154327"/>
                  </a:lnTo>
                  <a:lnTo>
                    <a:pt x="4378347" y="6153993"/>
                  </a:lnTo>
                  <a:lnTo>
                    <a:pt x="4378675" y="6172791"/>
                  </a:lnTo>
                  <a:close/>
                </a:path>
                <a:path w="4959350" h="9350375">
                  <a:moveTo>
                    <a:pt x="4111402" y="6176443"/>
                  </a:moveTo>
                  <a:lnTo>
                    <a:pt x="4094702" y="6176743"/>
                  </a:lnTo>
                  <a:lnTo>
                    <a:pt x="4094411" y="6160024"/>
                  </a:lnTo>
                  <a:lnTo>
                    <a:pt x="4111106" y="6159734"/>
                  </a:lnTo>
                  <a:lnTo>
                    <a:pt x="4111402" y="6176443"/>
                  </a:lnTo>
                  <a:close/>
                </a:path>
                <a:path w="4959350" h="9350375">
                  <a:moveTo>
                    <a:pt x="3844662" y="6180607"/>
                  </a:moveTo>
                  <a:lnTo>
                    <a:pt x="3829000" y="6180881"/>
                  </a:lnTo>
                  <a:lnTo>
                    <a:pt x="3828727" y="6165218"/>
                  </a:lnTo>
                  <a:lnTo>
                    <a:pt x="3844389" y="6164945"/>
                  </a:lnTo>
                  <a:lnTo>
                    <a:pt x="3844662" y="6180607"/>
                  </a:lnTo>
                  <a:close/>
                </a:path>
                <a:path w="4959350" h="9350375">
                  <a:moveTo>
                    <a:pt x="3577389" y="6184259"/>
                  </a:moveTo>
                  <a:lnTo>
                    <a:pt x="3563815" y="6184499"/>
                  </a:lnTo>
                  <a:lnTo>
                    <a:pt x="3563575" y="6170925"/>
                  </a:lnTo>
                  <a:lnTo>
                    <a:pt x="3577149" y="6170685"/>
                  </a:lnTo>
                  <a:lnTo>
                    <a:pt x="3577389" y="6184259"/>
                  </a:lnTo>
                  <a:close/>
                </a:path>
                <a:path w="4959350" h="9350375">
                  <a:moveTo>
                    <a:pt x="3310115" y="6187911"/>
                  </a:moveTo>
                  <a:lnTo>
                    <a:pt x="3298630" y="6188117"/>
                  </a:lnTo>
                  <a:lnTo>
                    <a:pt x="3298429" y="6176622"/>
                  </a:lnTo>
                  <a:lnTo>
                    <a:pt x="3309910" y="6176426"/>
                  </a:lnTo>
                  <a:lnTo>
                    <a:pt x="3310115" y="6187911"/>
                  </a:lnTo>
                  <a:close/>
                </a:path>
                <a:path w="4959350" h="9350375">
                  <a:moveTo>
                    <a:pt x="3042832" y="6191558"/>
                  </a:moveTo>
                  <a:lnTo>
                    <a:pt x="3033440" y="6191720"/>
                  </a:lnTo>
                  <a:lnTo>
                    <a:pt x="3033272" y="6182337"/>
                  </a:lnTo>
                  <a:lnTo>
                    <a:pt x="3042670" y="6182166"/>
                  </a:lnTo>
                  <a:lnTo>
                    <a:pt x="3042832" y="6191558"/>
                  </a:lnTo>
                  <a:close/>
                </a:path>
                <a:path w="4959350" h="9350375">
                  <a:moveTo>
                    <a:pt x="2775558" y="6195210"/>
                  </a:moveTo>
                  <a:lnTo>
                    <a:pt x="2768246" y="6195334"/>
                  </a:lnTo>
                  <a:lnTo>
                    <a:pt x="2768118" y="6188031"/>
                  </a:lnTo>
                  <a:lnTo>
                    <a:pt x="2775430" y="6187907"/>
                  </a:lnTo>
                  <a:lnTo>
                    <a:pt x="2775558" y="6195210"/>
                  </a:lnTo>
                  <a:close/>
                </a:path>
                <a:path w="4959350" h="9350375">
                  <a:moveTo>
                    <a:pt x="2508814" y="6199384"/>
                  </a:moveTo>
                  <a:lnTo>
                    <a:pt x="2502548" y="6199486"/>
                  </a:lnTo>
                  <a:lnTo>
                    <a:pt x="2502437" y="6193215"/>
                  </a:lnTo>
                  <a:lnTo>
                    <a:pt x="2508702" y="6193113"/>
                  </a:lnTo>
                  <a:lnTo>
                    <a:pt x="2508814" y="6199384"/>
                  </a:lnTo>
                  <a:close/>
                </a:path>
                <a:path w="4959350" h="9350375">
                  <a:moveTo>
                    <a:pt x="2241536" y="6203021"/>
                  </a:moveTo>
                  <a:lnTo>
                    <a:pt x="2237368" y="6203094"/>
                  </a:lnTo>
                  <a:lnTo>
                    <a:pt x="2237295" y="6198926"/>
                  </a:lnTo>
                  <a:lnTo>
                    <a:pt x="2241462" y="6198853"/>
                  </a:lnTo>
                  <a:lnTo>
                    <a:pt x="2241536" y="6203021"/>
                  </a:lnTo>
                  <a:close/>
                </a:path>
                <a:path w="4959350" h="9350375">
                  <a:moveTo>
                    <a:pt x="1974257" y="6206682"/>
                  </a:moveTo>
                  <a:lnTo>
                    <a:pt x="1972169" y="6206716"/>
                  </a:lnTo>
                  <a:lnTo>
                    <a:pt x="1972135" y="6204627"/>
                  </a:lnTo>
                  <a:lnTo>
                    <a:pt x="1974223" y="6204593"/>
                  </a:lnTo>
                  <a:lnTo>
                    <a:pt x="1974257" y="6206682"/>
                  </a:lnTo>
                  <a:close/>
                </a:path>
                <a:path w="4959350" h="9350375">
                  <a:moveTo>
                    <a:pt x="4910674" y="5901328"/>
                  </a:moveTo>
                  <a:lnTo>
                    <a:pt x="4883541" y="5901803"/>
                  </a:lnTo>
                  <a:lnTo>
                    <a:pt x="4883057" y="5874664"/>
                  </a:lnTo>
                  <a:lnTo>
                    <a:pt x="4910204" y="5874186"/>
                  </a:lnTo>
                  <a:lnTo>
                    <a:pt x="4910674" y="5901328"/>
                  </a:lnTo>
                  <a:close/>
                </a:path>
                <a:path w="4959350" h="9350375">
                  <a:moveTo>
                    <a:pt x="4642881" y="5904464"/>
                  </a:moveTo>
                  <a:lnTo>
                    <a:pt x="4618860" y="5904883"/>
                  </a:lnTo>
                  <a:lnTo>
                    <a:pt x="4618437" y="5880870"/>
                  </a:lnTo>
                  <a:lnTo>
                    <a:pt x="4642458" y="5880452"/>
                  </a:lnTo>
                  <a:lnTo>
                    <a:pt x="4642881" y="5904464"/>
                  </a:lnTo>
                  <a:close/>
                </a:path>
                <a:path w="4959350" h="9350375">
                  <a:moveTo>
                    <a:pt x="4375064" y="5907598"/>
                  </a:moveTo>
                  <a:lnTo>
                    <a:pt x="4354187" y="5907966"/>
                  </a:lnTo>
                  <a:lnTo>
                    <a:pt x="4353820" y="5887089"/>
                  </a:lnTo>
                  <a:lnTo>
                    <a:pt x="4374697" y="5886721"/>
                  </a:lnTo>
                  <a:lnTo>
                    <a:pt x="4375064" y="5907598"/>
                  </a:lnTo>
                  <a:close/>
                </a:path>
                <a:path w="4959350" h="9350375">
                  <a:moveTo>
                    <a:pt x="4107791" y="5911250"/>
                  </a:moveTo>
                  <a:lnTo>
                    <a:pt x="4089002" y="5911584"/>
                  </a:lnTo>
                  <a:lnTo>
                    <a:pt x="4088674" y="5892786"/>
                  </a:lnTo>
                  <a:lnTo>
                    <a:pt x="4107457" y="5892462"/>
                  </a:lnTo>
                  <a:lnTo>
                    <a:pt x="4107791" y="5911250"/>
                  </a:lnTo>
                  <a:close/>
                </a:path>
                <a:path w="4959350" h="9350375">
                  <a:moveTo>
                    <a:pt x="3840512" y="5914911"/>
                  </a:moveTo>
                  <a:lnTo>
                    <a:pt x="3823817" y="5915202"/>
                  </a:lnTo>
                  <a:lnTo>
                    <a:pt x="3823517" y="5898501"/>
                  </a:lnTo>
                  <a:lnTo>
                    <a:pt x="3840217" y="5898202"/>
                  </a:lnTo>
                  <a:lnTo>
                    <a:pt x="3840512" y="5914911"/>
                  </a:lnTo>
                  <a:close/>
                </a:path>
                <a:path w="4959350" h="9350375">
                  <a:moveTo>
                    <a:pt x="3573239" y="5918563"/>
                  </a:moveTo>
                  <a:lnTo>
                    <a:pt x="3558623" y="5918815"/>
                  </a:lnTo>
                  <a:lnTo>
                    <a:pt x="3558357" y="5904203"/>
                  </a:lnTo>
                  <a:lnTo>
                    <a:pt x="3572978" y="5903942"/>
                  </a:lnTo>
                  <a:lnTo>
                    <a:pt x="3573239" y="5918563"/>
                  </a:lnTo>
                  <a:close/>
                </a:path>
                <a:path w="4959350" h="9350375">
                  <a:moveTo>
                    <a:pt x="3305961" y="5922200"/>
                  </a:moveTo>
                  <a:lnTo>
                    <a:pt x="3293443" y="5922423"/>
                  </a:lnTo>
                  <a:lnTo>
                    <a:pt x="3293220" y="5909906"/>
                  </a:lnTo>
                  <a:lnTo>
                    <a:pt x="3305737" y="5909682"/>
                  </a:lnTo>
                  <a:lnTo>
                    <a:pt x="3305961" y="5922200"/>
                  </a:lnTo>
                  <a:close/>
                </a:path>
                <a:path w="4959350" h="9350375">
                  <a:moveTo>
                    <a:pt x="3038682" y="5925861"/>
                  </a:moveTo>
                  <a:lnTo>
                    <a:pt x="3028244" y="5926045"/>
                  </a:lnTo>
                  <a:lnTo>
                    <a:pt x="3028065" y="5915597"/>
                  </a:lnTo>
                  <a:lnTo>
                    <a:pt x="3038503" y="5915413"/>
                  </a:lnTo>
                  <a:lnTo>
                    <a:pt x="3038682" y="5925861"/>
                  </a:lnTo>
                  <a:close/>
                </a:path>
                <a:path w="4959350" h="9350375">
                  <a:moveTo>
                    <a:pt x="2771409" y="5929513"/>
                  </a:moveTo>
                  <a:lnTo>
                    <a:pt x="2763064" y="5929654"/>
                  </a:lnTo>
                  <a:lnTo>
                    <a:pt x="2762914" y="5921304"/>
                  </a:lnTo>
                  <a:lnTo>
                    <a:pt x="2771264" y="5921154"/>
                  </a:lnTo>
                  <a:lnTo>
                    <a:pt x="2771409" y="5929513"/>
                  </a:lnTo>
                  <a:close/>
                </a:path>
                <a:path w="4959350" h="9350375">
                  <a:moveTo>
                    <a:pt x="2504669" y="5933678"/>
                  </a:moveTo>
                  <a:lnTo>
                    <a:pt x="2497366" y="5933806"/>
                  </a:lnTo>
                  <a:lnTo>
                    <a:pt x="2497238" y="5926503"/>
                  </a:lnTo>
                  <a:lnTo>
                    <a:pt x="2504541" y="5926375"/>
                  </a:lnTo>
                  <a:lnTo>
                    <a:pt x="2504669" y="5933678"/>
                  </a:lnTo>
                  <a:close/>
                </a:path>
                <a:path w="4959350" h="9350375">
                  <a:moveTo>
                    <a:pt x="2237396" y="5937330"/>
                  </a:moveTo>
                  <a:lnTo>
                    <a:pt x="2232172" y="5937419"/>
                  </a:lnTo>
                  <a:lnTo>
                    <a:pt x="2232082" y="5932195"/>
                  </a:lnTo>
                  <a:lnTo>
                    <a:pt x="2237306" y="5932106"/>
                  </a:lnTo>
                  <a:lnTo>
                    <a:pt x="2237396" y="5937330"/>
                  </a:lnTo>
                  <a:close/>
                </a:path>
                <a:path w="4959350" h="9350375">
                  <a:moveTo>
                    <a:pt x="1970122" y="5940982"/>
                  </a:moveTo>
                  <a:lnTo>
                    <a:pt x="1966987" y="5941037"/>
                  </a:lnTo>
                  <a:lnTo>
                    <a:pt x="1966931" y="5937902"/>
                  </a:lnTo>
                  <a:lnTo>
                    <a:pt x="1970066" y="5937846"/>
                  </a:lnTo>
                  <a:lnTo>
                    <a:pt x="1970122" y="5940982"/>
                  </a:lnTo>
                  <a:close/>
                </a:path>
                <a:path w="4959350" h="9350375">
                  <a:moveTo>
                    <a:pt x="4907074" y="5636142"/>
                  </a:moveTo>
                  <a:lnTo>
                    <a:pt x="4877838" y="5636655"/>
                  </a:lnTo>
                  <a:lnTo>
                    <a:pt x="4877321" y="5607428"/>
                  </a:lnTo>
                  <a:lnTo>
                    <a:pt x="4906557" y="5606915"/>
                  </a:lnTo>
                  <a:lnTo>
                    <a:pt x="4907074" y="5636142"/>
                  </a:lnTo>
                  <a:close/>
                </a:path>
                <a:path w="4959350" h="9350375">
                  <a:moveTo>
                    <a:pt x="4639257" y="5639276"/>
                  </a:moveTo>
                  <a:lnTo>
                    <a:pt x="4613166" y="5639738"/>
                  </a:lnTo>
                  <a:lnTo>
                    <a:pt x="4612708" y="5613637"/>
                  </a:lnTo>
                  <a:lnTo>
                    <a:pt x="4638799" y="5613175"/>
                  </a:lnTo>
                  <a:lnTo>
                    <a:pt x="4639257" y="5639276"/>
                  </a:lnTo>
                  <a:close/>
                </a:path>
                <a:path w="4959350" h="9350375">
                  <a:moveTo>
                    <a:pt x="4371450" y="5642413"/>
                  </a:moveTo>
                  <a:lnTo>
                    <a:pt x="4348493" y="5642822"/>
                  </a:lnTo>
                  <a:lnTo>
                    <a:pt x="4348082" y="5619851"/>
                  </a:lnTo>
                  <a:lnTo>
                    <a:pt x="4371048" y="5619450"/>
                  </a:lnTo>
                  <a:lnTo>
                    <a:pt x="4371450" y="5642413"/>
                  </a:lnTo>
                  <a:close/>
                </a:path>
                <a:path w="4959350" h="9350375">
                  <a:moveTo>
                    <a:pt x="4103651" y="5645559"/>
                  </a:moveTo>
                  <a:lnTo>
                    <a:pt x="4083811" y="5645900"/>
                  </a:lnTo>
                  <a:lnTo>
                    <a:pt x="4083465" y="5626070"/>
                  </a:lnTo>
                  <a:lnTo>
                    <a:pt x="4103300" y="5625715"/>
                  </a:lnTo>
                  <a:lnTo>
                    <a:pt x="4103651" y="5645559"/>
                  </a:lnTo>
                  <a:close/>
                </a:path>
                <a:path w="4959350" h="9350375">
                  <a:moveTo>
                    <a:pt x="3836377" y="5649211"/>
                  </a:moveTo>
                  <a:lnTo>
                    <a:pt x="3818621" y="5649527"/>
                  </a:lnTo>
                  <a:lnTo>
                    <a:pt x="3818304" y="5631771"/>
                  </a:lnTo>
                  <a:lnTo>
                    <a:pt x="3836060" y="5631455"/>
                  </a:lnTo>
                  <a:lnTo>
                    <a:pt x="3836377" y="5649211"/>
                  </a:lnTo>
                  <a:close/>
                </a:path>
                <a:path w="4959350" h="9350375">
                  <a:moveTo>
                    <a:pt x="3569094" y="5652858"/>
                  </a:moveTo>
                  <a:lnTo>
                    <a:pt x="3553441" y="5653136"/>
                  </a:lnTo>
                  <a:lnTo>
                    <a:pt x="3553167" y="5637474"/>
                  </a:lnTo>
                  <a:lnTo>
                    <a:pt x="3568820" y="5637195"/>
                  </a:lnTo>
                  <a:lnTo>
                    <a:pt x="3569094" y="5652858"/>
                  </a:lnTo>
                  <a:close/>
                </a:path>
                <a:path w="4959350" h="9350375">
                  <a:moveTo>
                    <a:pt x="3302355" y="5657020"/>
                  </a:moveTo>
                  <a:lnTo>
                    <a:pt x="3287743" y="5657289"/>
                  </a:lnTo>
                  <a:lnTo>
                    <a:pt x="3287482" y="5642668"/>
                  </a:lnTo>
                  <a:lnTo>
                    <a:pt x="3302103" y="5642407"/>
                  </a:lnTo>
                  <a:lnTo>
                    <a:pt x="3302355" y="5657020"/>
                  </a:lnTo>
                  <a:close/>
                </a:path>
                <a:path w="4959350" h="9350375">
                  <a:moveTo>
                    <a:pt x="3034546" y="5660161"/>
                  </a:moveTo>
                  <a:lnTo>
                    <a:pt x="3023061" y="5660366"/>
                  </a:lnTo>
                  <a:lnTo>
                    <a:pt x="3022864" y="5648886"/>
                  </a:lnTo>
                  <a:lnTo>
                    <a:pt x="3034350" y="5648680"/>
                  </a:lnTo>
                  <a:lnTo>
                    <a:pt x="3034546" y="5660161"/>
                  </a:lnTo>
                  <a:close/>
                </a:path>
                <a:path w="4959350" h="9350375">
                  <a:moveTo>
                    <a:pt x="2767273" y="5663813"/>
                  </a:moveTo>
                  <a:lnTo>
                    <a:pt x="2757875" y="5663985"/>
                  </a:lnTo>
                  <a:lnTo>
                    <a:pt x="2757709" y="5654578"/>
                  </a:lnTo>
                  <a:lnTo>
                    <a:pt x="2767101" y="5654416"/>
                  </a:lnTo>
                  <a:lnTo>
                    <a:pt x="2767273" y="5663813"/>
                  </a:lnTo>
                  <a:close/>
                </a:path>
                <a:path w="4959350" h="9350375">
                  <a:moveTo>
                    <a:pt x="2500533" y="5667977"/>
                  </a:moveTo>
                  <a:lnTo>
                    <a:pt x="2492174" y="5668122"/>
                  </a:lnTo>
                  <a:lnTo>
                    <a:pt x="2492033" y="5659777"/>
                  </a:lnTo>
                  <a:lnTo>
                    <a:pt x="2500383" y="5659627"/>
                  </a:lnTo>
                  <a:lnTo>
                    <a:pt x="2500533" y="5667977"/>
                  </a:lnTo>
                  <a:close/>
                </a:path>
                <a:path w="4959350" h="9350375">
                  <a:moveTo>
                    <a:pt x="2233261" y="5671628"/>
                  </a:moveTo>
                  <a:lnTo>
                    <a:pt x="2226980" y="5671735"/>
                  </a:lnTo>
                  <a:lnTo>
                    <a:pt x="2226873" y="5665479"/>
                  </a:lnTo>
                  <a:lnTo>
                    <a:pt x="2233144" y="5665368"/>
                  </a:lnTo>
                  <a:lnTo>
                    <a:pt x="2233261" y="5671628"/>
                  </a:lnTo>
                  <a:close/>
                </a:path>
                <a:path w="4959350" h="9350375">
                  <a:moveTo>
                    <a:pt x="1965981" y="5675290"/>
                  </a:moveTo>
                  <a:lnTo>
                    <a:pt x="1961804" y="5675358"/>
                  </a:lnTo>
                  <a:lnTo>
                    <a:pt x="1961726" y="5671176"/>
                  </a:lnTo>
                  <a:lnTo>
                    <a:pt x="1965904" y="5671108"/>
                  </a:lnTo>
                  <a:lnTo>
                    <a:pt x="1965981" y="5675290"/>
                  </a:lnTo>
                  <a:close/>
                </a:path>
                <a:path w="4959350" h="9350375">
                  <a:moveTo>
                    <a:pt x="1699224" y="5679445"/>
                  </a:moveTo>
                  <a:lnTo>
                    <a:pt x="1696102" y="5679496"/>
                  </a:lnTo>
                  <a:lnTo>
                    <a:pt x="1696050" y="5676375"/>
                  </a:lnTo>
                  <a:lnTo>
                    <a:pt x="1699172" y="5676324"/>
                  </a:lnTo>
                  <a:lnTo>
                    <a:pt x="1699224" y="5679445"/>
                  </a:lnTo>
                  <a:close/>
                </a:path>
                <a:path w="4959350" h="9350375">
                  <a:moveTo>
                    <a:pt x="4902924" y="5370444"/>
                  </a:moveTo>
                  <a:lnTo>
                    <a:pt x="4872646" y="5370969"/>
                  </a:lnTo>
                  <a:lnTo>
                    <a:pt x="4872116" y="5340700"/>
                  </a:lnTo>
                  <a:lnTo>
                    <a:pt x="4902390" y="5340161"/>
                  </a:lnTo>
                  <a:lnTo>
                    <a:pt x="4902924" y="5370444"/>
                  </a:lnTo>
                  <a:close/>
                </a:path>
                <a:path w="4959350" h="9350375">
                  <a:moveTo>
                    <a:pt x="4635640" y="5374091"/>
                  </a:moveTo>
                  <a:lnTo>
                    <a:pt x="4607460" y="5374587"/>
                  </a:lnTo>
                  <a:lnTo>
                    <a:pt x="4606969" y="5346397"/>
                  </a:lnTo>
                  <a:lnTo>
                    <a:pt x="4635150" y="5345901"/>
                  </a:lnTo>
                  <a:lnTo>
                    <a:pt x="4635640" y="5374091"/>
                  </a:lnTo>
                  <a:close/>
                </a:path>
                <a:path w="4959350" h="9350375">
                  <a:moveTo>
                    <a:pt x="4368367" y="5377743"/>
                  </a:moveTo>
                  <a:lnTo>
                    <a:pt x="4342276" y="5378205"/>
                  </a:lnTo>
                  <a:lnTo>
                    <a:pt x="4341818" y="5352104"/>
                  </a:lnTo>
                  <a:lnTo>
                    <a:pt x="4367909" y="5351642"/>
                  </a:lnTo>
                  <a:lnTo>
                    <a:pt x="4368367" y="5377743"/>
                  </a:lnTo>
                  <a:close/>
                </a:path>
                <a:path w="4959350" h="9350375">
                  <a:moveTo>
                    <a:pt x="4100039" y="5380365"/>
                  </a:moveTo>
                  <a:lnTo>
                    <a:pt x="4078115" y="5380754"/>
                  </a:lnTo>
                  <a:lnTo>
                    <a:pt x="4077726" y="5358831"/>
                  </a:lnTo>
                  <a:lnTo>
                    <a:pt x="4099650" y="5358441"/>
                  </a:lnTo>
                  <a:lnTo>
                    <a:pt x="4100039" y="5380365"/>
                  </a:lnTo>
                  <a:close/>
                </a:path>
                <a:path w="4959350" h="9350375">
                  <a:moveTo>
                    <a:pt x="3832760" y="5384026"/>
                  </a:moveTo>
                  <a:lnTo>
                    <a:pt x="3812921" y="5384367"/>
                  </a:lnTo>
                  <a:lnTo>
                    <a:pt x="3812575" y="5364537"/>
                  </a:lnTo>
                  <a:lnTo>
                    <a:pt x="3832410" y="5364182"/>
                  </a:lnTo>
                  <a:lnTo>
                    <a:pt x="3832760" y="5384026"/>
                  </a:lnTo>
                  <a:close/>
                </a:path>
                <a:path w="4959350" h="9350375">
                  <a:moveTo>
                    <a:pt x="3565477" y="5387673"/>
                  </a:moveTo>
                  <a:lnTo>
                    <a:pt x="3547736" y="5387985"/>
                  </a:lnTo>
                  <a:lnTo>
                    <a:pt x="3547429" y="5370235"/>
                  </a:lnTo>
                  <a:lnTo>
                    <a:pt x="3565170" y="5369922"/>
                  </a:lnTo>
                  <a:lnTo>
                    <a:pt x="3565477" y="5387673"/>
                  </a:lnTo>
                  <a:close/>
                </a:path>
                <a:path w="4959350" h="9350375">
                  <a:moveTo>
                    <a:pt x="3298204" y="5391325"/>
                  </a:moveTo>
                  <a:lnTo>
                    <a:pt x="3282550" y="5391603"/>
                  </a:lnTo>
                  <a:lnTo>
                    <a:pt x="3282277" y="5375940"/>
                  </a:lnTo>
                  <a:lnTo>
                    <a:pt x="3297930" y="5375662"/>
                  </a:lnTo>
                  <a:lnTo>
                    <a:pt x="3298204" y="5391325"/>
                  </a:lnTo>
                  <a:close/>
                </a:path>
                <a:path w="4959350" h="9350375">
                  <a:moveTo>
                    <a:pt x="3030935" y="5394967"/>
                  </a:moveTo>
                  <a:lnTo>
                    <a:pt x="3017361" y="5395207"/>
                  </a:lnTo>
                  <a:lnTo>
                    <a:pt x="3017126" y="5381647"/>
                  </a:lnTo>
                  <a:lnTo>
                    <a:pt x="3030691" y="5381402"/>
                  </a:lnTo>
                  <a:lnTo>
                    <a:pt x="3030935" y="5394967"/>
                  </a:lnTo>
                  <a:close/>
                </a:path>
                <a:path w="4959350" h="9350375">
                  <a:moveTo>
                    <a:pt x="2763132" y="5398121"/>
                  </a:moveTo>
                  <a:lnTo>
                    <a:pt x="2752693" y="5398305"/>
                  </a:lnTo>
                  <a:lnTo>
                    <a:pt x="2752509" y="5387867"/>
                  </a:lnTo>
                  <a:lnTo>
                    <a:pt x="2762948" y="5387683"/>
                  </a:lnTo>
                  <a:lnTo>
                    <a:pt x="2763132" y="5398121"/>
                  </a:lnTo>
                  <a:close/>
                </a:path>
                <a:path w="4959350" h="9350375">
                  <a:moveTo>
                    <a:pt x="2496383" y="5402281"/>
                  </a:moveTo>
                  <a:lnTo>
                    <a:pt x="2486982" y="5402438"/>
                  </a:lnTo>
                  <a:lnTo>
                    <a:pt x="2486820" y="5393046"/>
                  </a:lnTo>
                  <a:lnTo>
                    <a:pt x="2496212" y="5392884"/>
                  </a:lnTo>
                  <a:lnTo>
                    <a:pt x="2496383" y="5402281"/>
                  </a:lnTo>
                  <a:close/>
                </a:path>
                <a:path w="4959350" h="9350375">
                  <a:moveTo>
                    <a:pt x="2229110" y="5405933"/>
                  </a:moveTo>
                  <a:lnTo>
                    <a:pt x="2221807" y="5406061"/>
                  </a:lnTo>
                  <a:lnTo>
                    <a:pt x="2221674" y="5398744"/>
                  </a:lnTo>
                  <a:lnTo>
                    <a:pt x="2228977" y="5398615"/>
                  </a:lnTo>
                  <a:lnTo>
                    <a:pt x="2229110" y="5405933"/>
                  </a:lnTo>
                  <a:close/>
                </a:path>
                <a:path w="4959350" h="9350375">
                  <a:moveTo>
                    <a:pt x="1961826" y="5409579"/>
                  </a:moveTo>
                  <a:lnTo>
                    <a:pt x="1956612" y="5409674"/>
                  </a:lnTo>
                  <a:lnTo>
                    <a:pt x="1956517" y="5404459"/>
                  </a:lnTo>
                  <a:lnTo>
                    <a:pt x="1961732" y="5404364"/>
                  </a:lnTo>
                  <a:lnTo>
                    <a:pt x="1961826" y="5409579"/>
                  </a:lnTo>
                  <a:close/>
                </a:path>
                <a:path w="4959350" h="9350375">
                  <a:moveTo>
                    <a:pt x="1695087" y="5413743"/>
                  </a:moveTo>
                  <a:lnTo>
                    <a:pt x="1690904" y="5413820"/>
                  </a:lnTo>
                  <a:lnTo>
                    <a:pt x="1690836" y="5409643"/>
                  </a:lnTo>
                  <a:lnTo>
                    <a:pt x="1695019" y="5409566"/>
                  </a:lnTo>
                  <a:lnTo>
                    <a:pt x="1695087" y="5413743"/>
                  </a:lnTo>
                  <a:close/>
                </a:path>
                <a:path w="4959350" h="9350375">
                  <a:moveTo>
                    <a:pt x="4899304" y="5105260"/>
                  </a:moveTo>
                  <a:lnTo>
                    <a:pt x="4866947" y="5105824"/>
                  </a:lnTo>
                  <a:lnTo>
                    <a:pt x="4866379" y="5073453"/>
                  </a:lnTo>
                  <a:lnTo>
                    <a:pt x="4898736" y="5072888"/>
                  </a:lnTo>
                  <a:lnTo>
                    <a:pt x="4899304" y="5105260"/>
                  </a:lnTo>
                  <a:close/>
                </a:path>
                <a:path w="4959350" h="9350375">
                  <a:moveTo>
                    <a:pt x="4632026" y="5108897"/>
                  </a:moveTo>
                  <a:lnTo>
                    <a:pt x="4601766" y="5109432"/>
                  </a:lnTo>
                  <a:lnTo>
                    <a:pt x="4601227" y="5079158"/>
                  </a:lnTo>
                  <a:lnTo>
                    <a:pt x="4631496" y="5078628"/>
                  </a:lnTo>
                  <a:lnTo>
                    <a:pt x="4632026" y="5108897"/>
                  </a:lnTo>
                  <a:close/>
                </a:path>
                <a:path w="4959350" h="9350375">
                  <a:moveTo>
                    <a:pt x="4364222" y="5112051"/>
                  </a:moveTo>
                  <a:lnTo>
                    <a:pt x="4337089" y="5112526"/>
                  </a:lnTo>
                  <a:lnTo>
                    <a:pt x="4336610" y="5085378"/>
                  </a:lnTo>
                  <a:lnTo>
                    <a:pt x="4363748" y="5084894"/>
                  </a:lnTo>
                  <a:lnTo>
                    <a:pt x="4364222" y="5112051"/>
                  </a:lnTo>
                  <a:close/>
                </a:path>
                <a:path w="4959350" h="9350375">
                  <a:moveTo>
                    <a:pt x="4096954" y="5115694"/>
                  </a:moveTo>
                  <a:lnTo>
                    <a:pt x="4071900" y="5116129"/>
                  </a:lnTo>
                  <a:lnTo>
                    <a:pt x="4071455" y="5091070"/>
                  </a:lnTo>
                  <a:lnTo>
                    <a:pt x="4096509" y="5090634"/>
                  </a:lnTo>
                  <a:lnTo>
                    <a:pt x="4096954" y="5115694"/>
                  </a:lnTo>
                  <a:close/>
                </a:path>
                <a:path w="4959350" h="9350375">
                  <a:moveTo>
                    <a:pt x="3828612" y="5118320"/>
                  </a:moveTo>
                  <a:lnTo>
                    <a:pt x="3807736" y="5118688"/>
                  </a:lnTo>
                  <a:lnTo>
                    <a:pt x="3807368" y="5097811"/>
                  </a:lnTo>
                  <a:lnTo>
                    <a:pt x="3828245" y="5097443"/>
                  </a:lnTo>
                  <a:lnTo>
                    <a:pt x="3828612" y="5118320"/>
                  </a:lnTo>
                  <a:close/>
                </a:path>
                <a:path w="4959350" h="9350375">
                  <a:moveTo>
                    <a:pt x="3561339" y="5121972"/>
                  </a:moveTo>
                  <a:lnTo>
                    <a:pt x="3542550" y="5122306"/>
                  </a:lnTo>
                  <a:lnTo>
                    <a:pt x="3542217" y="5103518"/>
                  </a:lnTo>
                  <a:lnTo>
                    <a:pt x="3561005" y="5103184"/>
                  </a:lnTo>
                  <a:lnTo>
                    <a:pt x="3561339" y="5121972"/>
                  </a:lnTo>
                  <a:close/>
                </a:path>
                <a:path w="4959350" h="9350375">
                  <a:moveTo>
                    <a:pt x="3294065" y="5125624"/>
                  </a:moveTo>
                  <a:lnTo>
                    <a:pt x="3277356" y="5125919"/>
                  </a:lnTo>
                  <a:lnTo>
                    <a:pt x="3277061" y="5109209"/>
                  </a:lnTo>
                  <a:lnTo>
                    <a:pt x="3293770" y="5108915"/>
                  </a:lnTo>
                  <a:lnTo>
                    <a:pt x="3294065" y="5125624"/>
                  </a:lnTo>
                  <a:close/>
                </a:path>
                <a:path w="4959350" h="9350375">
                  <a:moveTo>
                    <a:pt x="3026792" y="5129276"/>
                  </a:moveTo>
                  <a:lnTo>
                    <a:pt x="3012176" y="5129528"/>
                  </a:lnTo>
                  <a:lnTo>
                    <a:pt x="3011915" y="5114907"/>
                  </a:lnTo>
                  <a:lnTo>
                    <a:pt x="3026531" y="5114655"/>
                  </a:lnTo>
                  <a:lnTo>
                    <a:pt x="3026792" y="5129276"/>
                  </a:lnTo>
                  <a:close/>
                </a:path>
                <a:path w="4959350" h="9350375">
                  <a:moveTo>
                    <a:pt x="2759509" y="5132922"/>
                  </a:moveTo>
                  <a:lnTo>
                    <a:pt x="2746977" y="5133150"/>
                  </a:lnTo>
                  <a:lnTo>
                    <a:pt x="2746759" y="5120623"/>
                  </a:lnTo>
                  <a:lnTo>
                    <a:pt x="2759286" y="5120404"/>
                  </a:lnTo>
                  <a:lnTo>
                    <a:pt x="2759509" y="5132922"/>
                  </a:lnTo>
                  <a:close/>
                </a:path>
                <a:path w="4959350" h="9350375">
                  <a:moveTo>
                    <a:pt x="2492235" y="5136575"/>
                  </a:moveTo>
                  <a:lnTo>
                    <a:pt x="2481797" y="5136759"/>
                  </a:lnTo>
                  <a:lnTo>
                    <a:pt x="2481613" y="5126320"/>
                  </a:lnTo>
                  <a:lnTo>
                    <a:pt x="2492051" y="5126136"/>
                  </a:lnTo>
                  <a:lnTo>
                    <a:pt x="2492235" y="5136575"/>
                  </a:lnTo>
                  <a:close/>
                </a:path>
                <a:path w="4959350" h="9350375">
                  <a:moveTo>
                    <a:pt x="2224957" y="5140236"/>
                  </a:moveTo>
                  <a:lnTo>
                    <a:pt x="2216606" y="5140386"/>
                  </a:lnTo>
                  <a:lnTo>
                    <a:pt x="2216462" y="5132027"/>
                  </a:lnTo>
                  <a:lnTo>
                    <a:pt x="2224812" y="5131877"/>
                  </a:lnTo>
                  <a:lnTo>
                    <a:pt x="2224957" y="5140236"/>
                  </a:lnTo>
                  <a:close/>
                </a:path>
                <a:path w="4959350" h="9350375">
                  <a:moveTo>
                    <a:pt x="1957689" y="5143876"/>
                  </a:moveTo>
                  <a:lnTo>
                    <a:pt x="1951417" y="5143989"/>
                  </a:lnTo>
                  <a:lnTo>
                    <a:pt x="1951316" y="5137724"/>
                  </a:lnTo>
                  <a:lnTo>
                    <a:pt x="1957573" y="5137617"/>
                  </a:lnTo>
                  <a:lnTo>
                    <a:pt x="1957689" y="5143876"/>
                  </a:lnTo>
                  <a:close/>
                </a:path>
                <a:path w="4959350" h="9350375">
                  <a:moveTo>
                    <a:pt x="1690414" y="5147531"/>
                  </a:moveTo>
                  <a:lnTo>
                    <a:pt x="1686232" y="5147607"/>
                  </a:lnTo>
                  <a:lnTo>
                    <a:pt x="1686155" y="5143425"/>
                  </a:lnTo>
                  <a:lnTo>
                    <a:pt x="1690332" y="5143358"/>
                  </a:lnTo>
                  <a:lnTo>
                    <a:pt x="1690414" y="5147531"/>
                  </a:lnTo>
                  <a:close/>
                </a:path>
                <a:path w="4959350" h="9350375">
                  <a:moveTo>
                    <a:pt x="1423670" y="5151704"/>
                  </a:moveTo>
                  <a:lnTo>
                    <a:pt x="1420535" y="5151760"/>
                  </a:lnTo>
                  <a:lnTo>
                    <a:pt x="1420479" y="5148624"/>
                  </a:lnTo>
                  <a:lnTo>
                    <a:pt x="1423614" y="5148569"/>
                  </a:lnTo>
                  <a:lnTo>
                    <a:pt x="1423670" y="5151704"/>
                  </a:lnTo>
                  <a:close/>
                </a:path>
                <a:path w="4959350" h="9350375">
                  <a:moveTo>
                    <a:pt x="4896222" y="4840590"/>
                  </a:moveTo>
                  <a:lnTo>
                    <a:pt x="4860730" y="4841210"/>
                  </a:lnTo>
                  <a:lnTo>
                    <a:pt x="4860101" y="4805712"/>
                  </a:lnTo>
                  <a:lnTo>
                    <a:pt x="4895599" y="4805083"/>
                  </a:lnTo>
                  <a:lnTo>
                    <a:pt x="4896222" y="4840590"/>
                  </a:lnTo>
                  <a:close/>
                </a:path>
                <a:path w="4959350" h="9350375">
                  <a:moveTo>
                    <a:pt x="4627885" y="4843208"/>
                  </a:moveTo>
                  <a:lnTo>
                    <a:pt x="4596570" y="4843759"/>
                  </a:lnTo>
                  <a:lnTo>
                    <a:pt x="4596024" y="4812435"/>
                  </a:lnTo>
                  <a:lnTo>
                    <a:pt x="4627339" y="4811883"/>
                  </a:lnTo>
                  <a:lnTo>
                    <a:pt x="4627885" y="4843208"/>
                  </a:lnTo>
                  <a:close/>
                </a:path>
                <a:path w="4959350" h="9350375">
                  <a:moveTo>
                    <a:pt x="4360612" y="4846860"/>
                  </a:moveTo>
                  <a:lnTo>
                    <a:pt x="4331376" y="4847373"/>
                  </a:lnTo>
                  <a:lnTo>
                    <a:pt x="4330864" y="4818137"/>
                  </a:lnTo>
                  <a:lnTo>
                    <a:pt x="4360099" y="4817624"/>
                  </a:lnTo>
                  <a:lnTo>
                    <a:pt x="4360612" y="4846860"/>
                  </a:lnTo>
                  <a:close/>
                </a:path>
                <a:path w="4959350" h="9350375">
                  <a:moveTo>
                    <a:pt x="4092804" y="4849999"/>
                  </a:moveTo>
                  <a:lnTo>
                    <a:pt x="4066702" y="4850455"/>
                  </a:lnTo>
                  <a:lnTo>
                    <a:pt x="4066245" y="4824354"/>
                  </a:lnTo>
                  <a:lnTo>
                    <a:pt x="4092346" y="4823897"/>
                  </a:lnTo>
                  <a:lnTo>
                    <a:pt x="4092804" y="4849999"/>
                  </a:lnTo>
                  <a:close/>
                </a:path>
                <a:path w="4959350" h="9350375">
                  <a:moveTo>
                    <a:pt x="3825000" y="4853129"/>
                  </a:moveTo>
                  <a:lnTo>
                    <a:pt x="3802029" y="4853539"/>
                  </a:lnTo>
                  <a:lnTo>
                    <a:pt x="3801627" y="4830574"/>
                  </a:lnTo>
                  <a:lnTo>
                    <a:pt x="3824593" y="4830172"/>
                  </a:lnTo>
                  <a:lnTo>
                    <a:pt x="3825000" y="4853129"/>
                  </a:lnTo>
                  <a:close/>
                </a:path>
                <a:path w="4959350" h="9350375">
                  <a:moveTo>
                    <a:pt x="3557187" y="4856277"/>
                  </a:moveTo>
                  <a:lnTo>
                    <a:pt x="3537351" y="4856632"/>
                  </a:lnTo>
                  <a:lnTo>
                    <a:pt x="3537001" y="4836788"/>
                  </a:lnTo>
                  <a:lnTo>
                    <a:pt x="3556841" y="4836447"/>
                  </a:lnTo>
                  <a:lnTo>
                    <a:pt x="3557187" y="4856277"/>
                  </a:lnTo>
                  <a:close/>
                </a:path>
                <a:path w="4959350" h="9350375">
                  <a:moveTo>
                    <a:pt x="3289913" y="4859929"/>
                  </a:moveTo>
                  <a:lnTo>
                    <a:pt x="3272162" y="4860236"/>
                  </a:lnTo>
                  <a:lnTo>
                    <a:pt x="3271855" y="4842486"/>
                  </a:lnTo>
                  <a:lnTo>
                    <a:pt x="3289606" y="4842178"/>
                  </a:lnTo>
                  <a:lnTo>
                    <a:pt x="3289913" y="4859929"/>
                  </a:lnTo>
                  <a:close/>
                </a:path>
                <a:path w="4959350" h="9350375">
                  <a:moveTo>
                    <a:pt x="3022640" y="4863581"/>
                  </a:moveTo>
                  <a:lnTo>
                    <a:pt x="3006978" y="4863855"/>
                  </a:lnTo>
                  <a:lnTo>
                    <a:pt x="3006704" y="4848192"/>
                  </a:lnTo>
                  <a:lnTo>
                    <a:pt x="3022366" y="4847918"/>
                  </a:lnTo>
                  <a:lnTo>
                    <a:pt x="3022640" y="4863581"/>
                  </a:lnTo>
                  <a:close/>
                </a:path>
                <a:path w="4959350" h="9350375">
                  <a:moveTo>
                    <a:pt x="2755357" y="4867228"/>
                  </a:moveTo>
                  <a:lnTo>
                    <a:pt x="2741792" y="4867472"/>
                  </a:lnTo>
                  <a:lnTo>
                    <a:pt x="2741557" y="4853889"/>
                  </a:lnTo>
                  <a:lnTo>
                    <a:pt x="2755117" y="4853654"/>
                  </a:lnTo>
                  <a:lnTo>
                    <a:pt x="2755357" y="4867228"/>
                  </a:lnTo>
                  <a:close/>
                </a:path>
                <a:path w="4959350" h="9350375">
                  <a:moveTo>
                    <a:pt x="2488083" y="4870879"/>
                  </a:moveTo>
                  <a:lnTo>
                    <a:pt x="2476607" y="4871090"/>
                  </a:lnTo>
                  <a:lnTo>
                    <a:pt x="2476401" y="4859604"/>
                  </a:lnTo>
                  <a:lnTo>
                    <a:pt x="2487882" y="4859408"/>
                  </a:lnTo>
                  <a:lnTo>
                    <a:pt x="2488083" y="4870879"/>
                  </a:lnTo>
                  <a:close/>
                </a:path>
                <a:path w="4959350" h="9350375">
                  <a:moveTo>
                    <a:pt x="2220805" y="4874539"/>
                  </a:moveTo>
                  <a:lnTo>
                    <a:pt x="2211422" y="4874708"/>
                  </a:lnTo>
                  <a:lnTo>
                    <a:pt x="2211256" y="4865302"/>
                  </a:lnTo>
                  <a:lnTo>
                    <a:pt x="2220648" y="4865140"/>
                  </a:lnTo>
                  <a:lnTo>
                    <a:pt x="2220805" y="4874539"/>
                  </a:lnTo>
                  <a:close/>
                </a:path>
                <a:path w="4959350" h="9350375">
                  <a:moveTo>
                    <a:pt x="1953545" y="4878188"/>
                  </a:moveTo>
                  <a:lnTo>
                    <a:pt x="1946233" y="4878312"/>
                  </a:lnTo>
                  <a:lnTo>
                    <a:pt x="1946105" y="4871009"/>
                  </a:lnTo>
                  <a:lnTo>
                    <a:pt x="1953417" y="4870885"/>
                  </a:lnTo>
                  <a:lnTo>
                    <a:pt x="1953545" y="4878188"/>
                  </a:lnTo>
                  <a:close/>
                </a:path>
                <a:path w="4959350" h="9350375">
                  <a:moveTo>
                    <a:pt x="1686262" y="4881835"/>
                  </a:moveTo>
                  <a:lnTo>
                    <a:pt x="1681047" y="4881929"/>
                  </a:lnTo>
                  <a:lnTo>
                    <a:pt x="1680957" y="4876705"/>
                  </a:lnTo>
                  <a:lnTo>
                    <a:pt x="1686172" y="4876611"/>
                  </a:lnTo>
                  <a:lnTo>
                    <a:pt x="1686262" y="4881835"/>
                  </a:lnTo>
                  <a:close/>
                </a:path>
                <a:path w="4959350" h="9350375">
                  <a:moveTo>
                    <a:pt x="1419517" y="4886008"/>
                  </a:moveTo>
                  <a:lnTo>
                    <a:pt x="1415340" y="4886076"/>
                  </a:lnTo>
                  <a:lnTo>
                    <a:pt x="1415267" y="4881908"/>
                  </a:lnTo>
                  <a:lnTo>
                    <a:pt x="1419439" y="4881825"/>
                  </a:lnTo>
                  <a:lnTo>
                    <a:pt x="1419517" y="4886008"/>
                  </a:lnTo>
                  <a:close/>
                </a:path>
                <a:path w="4959350" h="9350375">
                  <a:moveTo>
                    <a:pt x="4892078" y="4574877"/>
                  </a:moveTo>
                  <a:lnTo>
                    <a:pt x="4855538" y="4575518"/>
                  </a:lnTo>
                  <a:lnTo>
                    <a:pt x="4854897" y="4538979"/>
                  </a:lnTo>
                  <a:lnTo>
                    <a:pt x="4891437" y="4538338"/>
                  </a:lnTo>
                  <a:lnTo>
                    <a:pt x="4892078" y="4574877"/>
                  </a:lnTo>
                  <a:close/>
                </a:path>
                <a:path w="4959350" h="9350375">
                  <a:moveTo>
                    <a:pt x="4624805" y="4578528"/>
                  </a:moveTo>
                  <a:lnTo>
                    <a:pt x="4590354" y="4579137"/>
                  </a:lnTo>
                  <a:lnTo>
                    <a:pt x="4589741" y="4544695"/>
                  </a:lnTo>
                  <a:lnTo>
                    <a:pt x="4624202" y="4544093"/>
                  </a:lnTo>
                  <a:lnTo>
                    <a:pt x="4624805" y="4578528"/>
                  </a:lnTo>
                  <a:close/>
                </a:path>
                <a:path w="4959350" h="9350375">
                  <a:moveTo>
                    <a:pt x="4356471" y="4581161"/>
                  </a:moveTo>
                  <a:lnTo>
                    <a:pt x="4326189" y="4581695"/>
                  </a:lnTo>
                  <a:lnTo>
                    <a:pt x="4325664" y="4551417"/>
                  </a:lnTo>
                  <a:lnTo>
                    <a:pt x="4355932" y="4550887"/>
                  </a:lnTo>
                  <a:lnTo>
                    <a:pt x="4356471" y="4581161"/>
                  </a:lnTo>
                  <a:close/>
                </a:path>
                <a:path w="4959350" h="9350375">
                  <a:moveTo>
                    <a:pt x="4089193" y="4584822"/>
                  </a:moveTo>
                  <a:lnTo>
                    <a:pt x="4061003" y="4585313"/>
                  </a:lnTo>
                  <a:lnTo>
                    <a:pt x="4060503" y="4557118"/>
                  </a:lnTo>
                  <a:lnTo>
                    <a:pt x="4088692" y="4556627"/>
                  </a:lnTo>
                  <a:lnTo>
                    <a:pt x="4089193" y="4584822"/>
                  </a:lnTo>
                  <a:close/>
                </a:path>
                <a:path w="4959350" h="9350375">
                  <a:moveTo>
                    <a:pt x="3821376" y="4587956"/>
                  </a:moveTo>
                  <a:lnTo>
                    <a:pt x="3796322" y="4588391"/>
                  </a:lnTo>
                  <a:lnTo>
                    <a:pt x="3795886" y="4563337"/>
                  </a:lnTo>
                  <a:lnTo>
                    <a:pt x="3820940" y="4562901"/>
                  </a:lnTo>
                  <a:lnTo>
                    <a:pt x="3821376" y="4587956"/>
                  </a:lnTo>
                  <a:close/>
                </a:path>
                <a:path w="4959350" h="9350375">
                  <a:moveTo>
                    <a:pt x="3553583" y="4591091"/>
                  </a:moveTo>
                  <a:lnTo>
                    <a:pt x="3531650" y="4591475"/>
                  </a:lnTo>
                  <a:lnTo>
                    <a:pt x="3531260" y="4569551"/>
                  </a:lnTo>
                  <a:lnTo>
                    <a:pt x="3553193" y="4569167"/>
                  </a:lnTo>
                  <a:lnTo>
                    <a:pt x="3553583" y="4591091"/>
                  </a:lnTo>
                  <a:close/>
                </a:path>
                <a:path w="4959350" h="9350375">
                  <a:moveTo>
                    <a:pt x="3285765" y="4594225"/>
                  </a:moveTo>
                  <a:lnTo>
                    <a:pt x="3266977" y="4594559"/>
                  </a:lnTo>
                  <a:lnTo>
                    <a:pt x="3266643" y="4575771"/>
                  </a:lnTo>
                  <a:lnTo>
                    <a:pt x="3285441" y="4575442"/>
                  </a:lnTo>
                  <a:lnTo>
                    <a:pt x="3285765" y="4594225"/>
                  </a:lnTo>
                  <a:close/>
                </a:path>
                <a:path w="4959350" h="9350375">
                  <a:moveTo>
                    <a:pt x="3018491" y="4597876"/>
                  </a:moveTo>
                  <a:lnTo>
                    <a:pt x="3001792" y="4598177"/>
                  </a:lnTo>
                  <a:lnTo>
                    <a:pt x="3001496" y="4581467"/>
                  </a:lnTo>
                  <a:lnTo>
                    <a:pt x="3018201" y="4581182"/>
                  </a:lnTo>
                  <a:lnTo>
                    <a:pt x="3018491" y="4597876"/>
                  </a:lnTo>
                  <a:close/>
                </a:path>
                <a:path w="4959350" h="9350375">
                  <a:moveTo>
                    <a:pt x="2751213" y="4601538"/>
                  </a:moveTo>
                  <a:lnTo>
                    <a:pt x="2736598" y="4601790"/>
                  </a:lnTo>
                  <a:lnTo>
                    <a:pt x="2736345" y="4587174"/>
                  </a:lnTo>
                  <a:lnTo>
                    <a:pt x="2750961" y="4586922"/>
                  </a:lnTo>
                  <a:lnTo>
                    <a:pt x="2751213" y="4601538"/>
                  </a:lnTo>
                  <a:close/>
                </a:path>
                <a:path w="4959350" h="9350375">
                  <a:moveTo>
                    <a:pt x="2483940" y="4605190"/>
                  </a:moveTo>
                  <a:lnTo>
                    <a:pt x="2471422" y="4605413"/>
                  </a:lnTo>
                  <a:lnTo>
                    <a:pt x="2471200" y="4592872"/>
                  </a:lnTo>
                  <a:lnTo>
                    <a:pt x="2483727" y="4592654"/>
                  </a:lnTo>
                  <a:lnTo>
                    <a:pt x="2483940" y="4605190"/>
                  </a:lnTo>
                  <a:close/>
                </a:path>
                <a:path w="4959350" h="9350375">
                  <a:moveTo>
                    <a:pt x="2216672" y="4608833"/>
                  </a:moveTo>
                  <a:lnTo>
                    <a:pt x="2206224" y="4609012"/>
                  </a:lnTo>
                  <a:lnTo>
                    <a:pt x="2206040" y="4598573"/>
                  </a:lnTo>
                  <a:lnTo>
                    <a:pt x="2216488" y="4598394"/>
                  </a:lnTo>
                  <a:lnTo>
                    <a:pt x="2216672" y="4608833"/>
                  </a:lnTo>
                  <a:close/>
                </a:path>
                <a:path w="4959350" h="9350375">
                  <a:moveTo>
                    <a:pt x="1949388" y="4612479"/>
                  </a:moveTo>
                  <a:lnTo>
                    <a:pt x="1941038" y="4612629"/>
                  </a:lnTo>
                  <a:lnTo>
                    <a:pt x="1940883" y="4604289"/>
                  </a:lnTo>
                  <a:lnTo>
                    <a:pt x="1949242" y="4604144"/>
                  </a:lnTo>
                  <a:lnTo>
                    <a:pt x="1949388" y="4612479"/>
                  </a:lnTo>
                  <a:close/>
                </a:path>
                <a:path w="4959350" h="9350375">
                  <a:moveTo>
                    <a:pt x="1682110" y="4616141"/>
                  </a:moveTo>
                  <a:lnTo>
                    <a:pt x="1675853" y="4616247"/>
                  </a:lnTo>
                  <a:lnTo>
                    <a:pt x="1675746" y="4609991"/>
                  </a:lnTo>
                  <a:lnTo>
                    <a:pt x="1682008" y="4609875"/>
                  </a:lnTo>
                  <a:lnTo>
                    <a:pt x="1682110" y="4616141"/>
                  </a:lnTo>
                  <a:close/>
                </a:path>
                <a:path w="4959350" h="9350375">
                  <a:moveTo>
                    <a:pt x="1414837" y="4619791"/>
                  </a:moveTo>
                  <a:lnTo>
                    <a:pt x="1410663" y="4619875"/>
                  </a:lnTo>
                  <a:lnTo>
                    <a:pt x="1410586" y="4615693"/>
                  </a:lnTo>
                  <a:lnTo>
                    <a:pt x="1414769" y="4615616"/>
                  </a:lnTo>
                  <a:lnTo>
                    <a:pt x="1414837" y="4619791"/>
                  </a:lnTo>
                  <a:close/>
                </a:path>
                <a:path w="4959350" h="9350375">
                  <a:moveTo>
                    <a:pt x="1148097" y="4623957"/>
                  </a:moveTo>
                  <a:lnTo>
                    <a:pt x="1144961" y="4624012"/>
                  </a:lnTo>
                  <a:lnTo>
                    <a:pt x="1144900" y="4620886"/>
                  </a:lnTo>
                  <a:lnTo>
                    <a:pt x="1148045" y="4620836"/>
                  </a:lnTo>
                  <a:lnTo>
                    <a:pt x="1148097" y="4623957"/>
                  </a:lnTo>
                  <a:close/>
                </a:path>
                <a:path w="4959350" h="9350375">
                  <a:moveTo>
                    <a:pt x="4888461" y="4309693"/>
                  </a:moveTo>
                  <a:lnTo>
                    <a:pt x="4849828" y="4310377"/>
                  </a:lnTo>
                  <a:lnTo>
                    <a:pt x="4849153" y="4271749"/>
                  </a:lnTo>
                  <a:lnTo>
                    <a:pt x="4887786" y="4271065"/>
                  </a:lnTo>
                  <a:lnTo>
                    <a:pt x="4888461" y="4309693"/>
                  </a:lnTo>
                  <a:close/>
                </a:path>
                <a:path w="4959350" h="9350375">
                  <a:moveTo>
                    <a:pt x="4621182" y="4313354"/>
                  </a:moveTo>
                  <a:lnTo>
                    <a:pt x="4584643" y="4313995"/>
                  </a:lnTo>
                  <a:lnTo>
                    <a:pt x="4584001" y="4277456"/>
                  </a:lnTo>
                  <a:lnTo>
                    <a:pt x="4620541" y="4276815"/>
                  </a:lnTo>
                  <a:lnTo>
                    <a:pt x="4621182" y="4313354"/>
                  </a:lnTo>
                  <a:close/>
                </a:path>
                <a:path w="4959350" h="9350375">
                  <a:moveTo>
                    <a:pt x="4352845" y="4315971"/>
                  </a:moveTo>
                  <a:lnTo>
                    <a:pt x="4320488" y="4316536"/>
                  </a:lnTo>
                  <a:lnTo>
                    <a:pt x="4319924" y="4284178"/>
                  </a:lnTo>
                  <a:lnTo>
                    <a:pt x="4352281" y="4283614"/>
                  </a:lnTo>
                  <a:lnTo>
                    <a:pt x="4352845" y="4315971"/>
                  </a:lnTo>
                  <a:close/>
                </a:path>
                <a:path w="4959350" h="9350375">
                  <a:moveTo>
                    <a:pt x="4085037" y="4319110"/>
                  </a:moveTo>
                  <a:lnTo>
                    <a:pt x="4055816" y="4319619"/>
                  </a:lnTo>
                  <a:lnTo>
                    <a:pt x="4055307" y="4290397"/>
                  </a:lnTo>
                  <a:lnTo>
                    <a:pt x="4084529" y="4289889"/>
                  </a:lnTo>
                  <a:lnTo>
                    <a:pt x="4085037" y="4319110"/>
                  </a:lnTo>
                  <a:close/>
                </a:path>
                <a:path w="4959350" h="9350375">
                  <a:moveTo>
                    <a:pt x="3817763" y="4322762"/>
                  </a:moveTo>
                  <a:lnTo>
                    <a:pt x="3790625" y="4323246"/>
                  </a:lnTo>
                  <a:lnTo>
                    <a:pt x="3790146" y="4296098"/>
                  </a:lnTo>
                  <a:lnTo>
                    <a:pt x="3817288" y="4295629"/>
                  </a:lnTo>
                  <a:lnTo>
                    <a:pt x="3817763" y="4322762"/>
                  </a:lnTo>
                  <a:close/>
                </a:path>
                <a:path w="4959350" h="9350375">
                  <a:moveTo>
                    <a:pt x="3549970" y="4325898"/>
                  </a:moveTo>
                  <a:lnTo>
                    <a:pt x="3525949" y="4326316"/>
                  </a:lnTo>
                  <a:lnTo>
                    <a:pt x="3525530" y="4302318"/>
                  </a:lnTo>
                  <a:lnTo>
                    <a:pt x="3549542" y="4301895"/>
                  </a:lnTo>
                  <a:lnTo>
                    <a:pt x="3549970" y="4325898"/>
                  </a:lnTo>
                  <a:close/>
                </a:path>
                <a:path w="4959350" h="9350375">
                  <a:moveTo>
                    <a:pt x="3282157" y="4329046"/>
                  </a:moveTo>
                  <a:lnTo>
                    <a:pt x="3261270" y="4329409"/>
                  </a:lnTo>
                  <a:lnTo>
                    <a:pt x="3260903" y="4308532"/>
                  </a:lnTo>
                  <a:lnTo>
                    <a:pt x="3281789" y="4308169"/>
                  </a:lnTo>
                  <a:lnTo>
                    <a:pt x="3282157" y="4329046"/>
                  </a:lnTo>
                  <a:close/>
                </a:path>
                <a:path w="4959350" h="9350375">
                  <a:moveTo>
                    <a:pt x="3014349" y="4332185"/>
                  </a:moveTo>
                  <a:lnTo>
                    <a:pt x="2996597" y="4332492"/>
                  </a:lnTo>
                  <a:lnTo>
                    <a:pt x="2996290" y="4314742"/>
                  </a:lnTo>
                  <a:lnTo>
                    <a:pt x="3014042" y="4314435"/>
                  </a:lnTo>
                  <a:lnTo>
                    <a:pt x="3014349" y="4332185"/>
                  </a:lnTo>
                  <a:close/>
                </a:path>
                <a:path w="4959350" h="9350375">
                  <a:moveTo>
                    <a:pt x="2747075" y="4335837"/>
                  </a:moveTo>
                  <a:lnTo>
                    <a:pt x="2731413" y="4336111"/>
                  </a:lnTo>
                  <a:lnTo>
                    <a:pt x="2731140" y="4320448"/>
                  </a:lnTo>
                  <a:lnTo>
                    <a:pt x="2746802" y="4320175"/>
                  </a:lnTo>
                  <a:lnTo>
                    <a:pt x="2747075" y="4335837"/>
                  </a:lnTo>
                  <a:close/>
                </a:path>
                <a:path w="4959350" h="9350375">
                  <a:moveTo>
                    <a:pt x="2480327" y="4339996"/>
                  </a:moveTo>
                  <a:lnTo>
                    <a:pt x="2465706" y="4340257"/>
                  </a:lnTo>
                  <a:lnTo>
                    <a:pt x="2465445" y="4325637"/>
                  </a:lnTo>
                  <a:lnTo>
                    <a:pt x="2480066" y="4325376"/>
                  </a:lnTo>
                  <a:lnTo>
                    <a:pt x="2480327" y="4339996"/>
                  </a:lnTo>
                  <a:close/>
                </a:path>
                <a:path w="4959350" h="9350375">
                  <a:moveTo>
                    <a:pt x="2212519" y="4343135"/>
                  </a:moveTo>
                  <a:lnTo>
                    <a:pt x="2201033" y="4343341"/>
                  </a:lnTo>
                  <a:lnTo>
                    <a:pt x="2200828" y="4331855"/>
                  </a:lnTo>
                  <a:lnTo>
                    <a:pt x="2212322" y="4331655"/>
                  </a:lnTo>
                  <a:lnTo>
                    <a:pt x="2212519" y="4343135"/>
                  </a:lnTo>
                  <a:close/>
                </a:path>
                <a:path w="4959350" h="9350375">
                  <a:moveTo>
                    <a:pt x="1945245" y="4346788"/>
                  </a:moveTo>
                  <a:lnTo>
                    <a:pt x="1935853" y="4346950"/>
                  </a:lnTo>
                  <a:lnTo>
                    <a:pt x="1935682" y="4337553"/>
                  </a:lnTo>
                  <a:lnTo>
                    <a:pt x="1945083" y="4337396"/>
                  </a:lnTo>
                  <a:lnTo>
                    <a:pt x="1945245" y="4346788"/>
                  </a:lnTo>
                  <a:close/>
                </a:path>
                <a:path w="4959350" h="9350375">
                  <a:moveTo>
                    <a:pt x="1677972" y="4350440"/>
                  </a:moveTo>
                  <a:lnTo>
                    <a:pt x="1670655" y="4350572"/>
                  </a:lnTo>
                  <a:lnTo>
                    <a:pt x="1670532" y="4343260"/>
                  </a:lnTo>
                  <a:lnTo>
                    <a:pt x="1677848" y="4343127"/>
                  </a:lnTo>
                  <a:lnTo>
                    <a:pt x="1677972" y="4350440"/>
                  </a:lnTo>
                  <a:close/>
                </a:path>
                <a:path w="4959350" h="9350375">
                  <a:moveTo>
                    <a:pt x="1410698" y="4354092"/>
                  </a:moveTo>
                  <a:lnTo>
                    <a:pt x="1405483" y="4354186"/>
                  </a:lnTo>
                  <a:lnTo>
                    <a:pt x="1405389" y="4348971"/>
                  </a:lnTo>
                  <a:lnTo>
                    <a:pt x="1410603" y="4348877"/>
                  </a:lnTo>
                  <a:lnTo>
                    <a:pt x="1410698" y="4354092"/>
                  </a:lnTo>
                  <a:close/>
                </a:path>
                <a:path w="4959350" h="9350375">
                  <a:moveTo>
                    <a:pt x="1143425" y="4357744"/>
                  </a:moveTo>
                  <a:lnTo>
                    <a:pt x="1140280" y="4357794"/>
                  </a:lnTo>
                  <a:lnTo>
                    <a:pt x="1140228" y="4354673"/>
                  </a:lnTo>
                  <a:lnTo>
                    <a:pt x="1143364" y="4354618"/>
                  </a:lnTo>
                  <a:lnTo>
                    <a:pt x="1143425" y="4357744"/>
                  </a:lnTo>
                  <a:close/>
                </a:path>
                <a:path w="4959350" h="9350375">
                  <a:moveTo>
                    <a:pt x="4884846" y="4044509"/>
                  </a:moveTo>
                  <a:lnTo>
                    <a:pt x="4844129" y="4045219"/>
                  </a:lnTo>
                  <a:lnTo>
                    <a:pt x="4843415" y="4004512"/>
                  </a:lnTo>
                  <a:lnTo>
                    <a:pt x="4884137" y="4003793"/>
                  </a:lnTo>
                  <a:lnTo>
                    <a:pt x="4884846" y="4044509"/>
                  </a:lnTo>
                  <a:close/>
                </a:path>
                <a:path w="4959350" h="9350375">
                  <a:moveTo>
                    <a:pt x="4617052" y="4047645"/>
                  </a:moveTo>
                  <a:lnTo>
                    <a:pt x="4579456" y="4048303"/>
                  </a:lnTo>
                  <a:lnTo>
                    <a:pt x="4578798" y="4010731"/>
                  </a:lnTo>
                  <a:lnTo>
                    <a:pt x="4616384" y="4010068"/>
                  </a:lnTo>
                  <a:lnTo>
                    <a:pt x="4617052" y="4047645"/>
                  </a:lnTo>
                  <a:close/>
                </a:path>
                <a:path w="4959350" h="9350375">
                  <a:moveTo>
                    <a:pt x="4349239" y="4050794"/>
                  </a:moveTo>
                  <a:lnTo>
                    <a:pt x="4314778" y="4051396"/>
                  </a:lnTo>
                  <a:lnTo>
                    <a:pt x="4314171" y="4016945"/>
                  </a:lnTo>
                  <a:lnTo>
                    <a:pt x="4348632" y="4016343"/>
                  </a:lnTo>
                  <a:lnTo>
                    <a:pt x="4349239" y="4050794"/>
                  </a:lnTo>
                  <a:close/>
                </a:path>
                <a:path w="4959350" h="9350375">
                  <a:moveTo>
                    <a:pt x="4081422" y="4053928"/>
                  </a:moveTo>
                  <a:lnTo>
                    <a:pt x="4050107" y="4054480"/>
                  </a:lnTo>
                  <a:lnTo>
                    <a:pt x="4049555" y="4023164"/>
                  </a:lnTo>
                  <a:lnTo>
                    <a:pt x="4080870" y="4022612"/>
                  </a:lnTo>
                  <a:lnTo>
                    <a:pt x="4081422" y="4053928"/>
                  </a:lnTo>
                  <a:close/>
                </a:path>
                <a:path w="4959350" h="9350375">
                  <a:moveTo>
                    <a:pt x="3813628" y="4057063"/>
                  </a:moveTo>
                  <a:lnTo>
                    <a:pt x="3785434" y="4057563"/>
                  </a:lnTo>
                  <a:lnTo>
                    <a:pt x="3784938" y="4029383"/>
                  </a:lnTo>
                  <a:lnTo>
                    <a:pt x="3813132" y="4028883"/>
                  </a:lnTo>
                  <a:lnTo>
                    <a:pt x="3813628" y="4057063"/>
                  </a:lnTo>
                  <a:close/>
                </a:path>
                <a:path w="4959350" h="9350375">
                  <a:moveTo>
                    <a:pt x="3546350" y="4060724"/>
                  </a:moveTo>
                  <a:lnTo>
                    <a:pt x="3520249" y="4061181"/>
                  </a:lnTo>
                  <a:lnTo>
                    <a:pt x="3519791" y="4035080"/>
                  </a:lnTo>
                  <a:lnTo>
                    <a:pt x="3545892" y="4034623"/>
                  </a:lnTo>
                  <a:lnTo>
                    <a:pt x="3546350" y="4060724"/>
                  </a:lnTo>
                  <a:close/>
                </a:path>
                <a:path w="4959350" h="9350375">
                  <a:moveTo>
                    <a:pt x="3278013" y="4063341"/>
                  </a:moveTo>
                  <a:lnTo>
                    <a:pt x="3256080" y="4063726"/>
                  </a:lnTo>
                  <a:lnTo>
                    <a:pt x="3255700" y="4041807"/>
                  </a:lnTo>
                  <a:lnTo>
                    <a:pt x="3277623" y="4041418"/>
                  </a:lnTo>
                  <a:lnTo>
                    <a:pt x="3278013" y="4063341"/>
                  </a:lnTo>
                  <a:close/>
                </a:path>
                <a:path w="4959350" h="9350375">
                  <a:moveTo>
                    <a:pt x="3010199" y="4066490"/>
                  </a:moveTo>
                  <a:lnTo>
                    <a:pt x="2991416" y="4066814"/>
                  </a:lnTo>
                  <a:lnTo>
                    <a:pt x="2991088" y="4048017"/>
                  </a:lnTo>
                  <a:lnTo>
                    <a:pt x="3009871" y="4047692"/>
                  </a:lnTo>
                  <a:lnTo>
                    <a:pt x="3010199" y="4066490"/>
                  </a:lnTo>
                  <a:close/>
                </a:path>
                <a:path w="4959350" h="9350375">
                  <a:moveTo>
                    <a:pt x="2742921" y="4070127"/>
                  </a:moveTo>
                  <a:lnTo>
                    <a:pt x="2726221" y="4070427"/>
                  </a:lnTo>
                  <a:lnTo>
                    <a:pt x="2725936" y="4053723"/>
                  </a:lnTo>
                  <a:lnTo>
                    <a:pt x="2742631" y="4053432"/>
                  </a:lnTo>
                  <a:lnTo>
                    <a:pt x="2742921" y="4070127"/>
                  </a:lnTo>
                  <a:close/>
                </a:path>
                <a:path w="4959350" h="9350375">
                  <a:moveTo>
                    <a:pt x="2475648" y="4073779"/>
                  </a:moveTo>
                  <a:lnTo>
                    <a:pt x="2461027" y="4074040"/>
                  </a:lnTo>
                  <a:lnTo>
                    <a:pt x="2460774" y="4059424"/>
                  </a:lnTo>
                  <a:lnTo>
                    <a:pt x="2475395" y="4059163"/>
                  </a:lnTo>
                  <a:lnTo>
                    <a:pt x="2475648" y="4073779"/>
                  </a:lnTo>
                  <a:close/>
                </a:path>
                <a:path w="4959350" h="9350375">
                  <a:moveTo>
                    <a:pt x="2208369" y="4077440"/>
                  </a:moveTo>
                  <a:lnTo>
                    <a:pt x="2195851" y="4077663"/>
                  </a:lnTo>
                  <a:lnTo>
                    <a:pt x="2195633" y="4065136"/>
                  </a:lnTo>
                  <a:lnTo>
                    <a:pt x="2208151" y="4064913"/>
                  </a:lnTo>
                  <a:lnTo>
                    <a:pt x="2208369" y="4077440"/>
                  </a:lnTo>
                  <a:close/>
                </a:path>
                <a:path w="4959350" h="9350375">
                  <a:moveTo>
                    <a:pt x="1941096" y="4081092"/>
                  </a:moveTo>
                  <a:lnTo>
                    <a:pt x="1930657" y="4081276"/>
                  </a:lnTo>
                  <a:lnTo>
                    <a:pt x="1930473" y="4070838"/>
                  </a:lnTo>
                  <a:lnTo>
                    <a:pt x="1940912" y="4070654"/>
                  </a:lnTo>
                  <a:lnTo>
                    <a:pt x="1941096" y="4081092"/>
                  </a:lnTo>
                  <a:close/>
                </a:path>
                <a:path w="4959350" h="9350375">
                  <a:moveTo>
                    <a:pt x="1673822" y="4084745"/>
                  </a:moveTo>
                  <a:lnTo>
                    <a:pt x="1665472" y="4084894"/>
                  </a:lnTo>
                  <a:lnTo>
                    <a:pt x="1665327" y="4076535"/>
                  </a:lnTo>
                  <a:lnTo>
                    <a:pt x="1673672" y="4076395"/>
                  </a:lnTo>
                  <a:lnTo>
                    <a:pt x="1673822" y="4084745"/>
                  </a:lnTo>
                  <a:close/>
                </a:path>
                <a:path w="4959350" h="9350375">
                  <a:moveTo>
                    <a:pt x="1406549" y="4088395"/>
                  </a:moveTo>
                  <a:lnTo>
                    <a:pt x="1400283" y="4088498"/>
                  </a:lnTo>
                  <a:lnTo>
                    <a:pt x="1400176" y="4082242"/>
                  </a:lnTo>
                  <a:lnTo>
                    <a:pt x="1406438" y="4082126"/>
                  </a:lnTo>
                  <a:lnTo>
                    <a:pt x="1406549" y="4088395"/>
                  </a:lnTo>
                  <a:close/>
                </a:path>
                <a:path w="4959350" h="9350375">
                  <a:moveTo>
                    <a:pt x="1139266" y="4092043"/>
                  </a:moveTo>
                  <a:lnTo>
                    <a:pt x="1135107" y="4092121"/>
                  </a:lnTo>
                  <a:lnTo>
                    <a:pt x="1135030" y="4087939"/>
                  </a:lnTo>
                  <a:lnTo>
                    <a:pt x="1139198" y="4087866"/>
                  </a:lnTo>
                  <a:lnTo>
                    <a:pt x="1139266" y="4092043"/>
                  </a:lnTo>
                  <a:close/>
                </a:path>
                <a:path w="4959350" h="9350375">
                  <a:moveTo>
                    <a:pt x="871992" y="4095695"/>
                  </a:moveTo>
                  <a:lnTo>
                    <a:pt x="869912" y="4095734"/>
                  </a:lnTo>
                  <a:lnTo>
                    <a:pt x="869873" y="4093655"/>
                  </a:lnTo>
                  <a:lnTo>
                    <a:pt x="871953" y="4093616"/>
                  </a:lnTo>
                  <a:lnTo>
                    <a:pt x="871992" y="4095695"/>
                  </a:lnTo>
                  <a:close/>
                </a:path>
                <a:path w="4959350" h="9350375">
                  <a:moveTo>
                    <a:pt x="4881227" y="3779325"/>
                  </a:moveTo>
                  <a:lnTo>
                    <a:pt x="4838426" y="3780082"/>
                  </a:lnTo>
                  <a:lnTo>
                    <a:pt x="4837674" y="3737272"/>
                  </a:lnTo>
                  <a:lnTo>
                    <a:pt x="4880475" y="3736514"/>
                  </a:lnTo>
                  <a:lnTo>
                    <a:pt x="4881227" y="3779325"/>
                  </a:lnTo>
                  <a:close/>
                </a:path>
                <a:path w="4959350" h="9350375">
                  <a:moveTo>
                    <a:pt x="4613434" y="3782460"/>
                  </a:moveTo>
                  <a:lnTo>
                    <a:pt x="4573759" y="3783156"/>
                  </a:lnTo>
                  <a:lnTo>
                    <a:pt x="4573057" y="3743491"/>
                  </a:lnTo>
                  <a:lnTo>
                    <a:pt x="4612732" y="3742795"/>
                  </a:lnTo>
                  <a:lnTo>
                    <a:pt x="4613434" y="3782460"/>
                  </a:lnTo>
                  <a:close/>
                </a:path>
                <a:path w="4959350" h="9350375">
                  <a:moveTo>
                    <a:pt x="4345616" y="3785594"/>
                  </a:moveTo>
                  <a:lnTo>
                    <a:pt x="4309087" y="3786240"/>
                  </a:lnTo>
                  <a:lnTo>
                    <a:pt x="4308440" y="3749710"/>
                  </a:lnTo>
                  <a:lnTo>
                    <a:pt x="4344970" y="3749063"/>
                  </a:lnTo>
                  <a:lnTo>
                    <a:pt x="4345616" y="3785594"/>
                  </a:lnTo>
                  <a:close/>
                </a:path>
                <a:path w="4959350" h="9350375">
                  <a:moveTo>
                    <a:pt x="4077818" y="3788739"/>
                  </a:moveTo>
                  <a:lnTo>
                    <a:pt x="4044405" y="3789319"/>
                  </a:lnTo>
                  <a:lnTo>
                    <a:pt x="4043814" y="3755924"/>
                  </a:lnTo>
                  <a:lnTo>
                    <a:pt x="4077232" y="3755334"/>
                  </a:lnTo>
                  <a:lnTo>
                    <a:pt x="4077818" y="3788739"/>
                  </a:lnTo>
                  <a:close/>
                </a:path>
                <a:path w="4959350" h="9350375">
                  <a:moveTo>
                    <a:pt x="3810005" y="3791886"/>
                  </a:moveTo>
                  <a:lnTo>
                    <a:pt x="3779736" y="3792416"/>
                  </a:lnTo>
                  <a:lnTo>
                    <a:pt x="3779197" y="3762143"/>
                  </a:lnTo>
                  <a:lnTo>
                    <a:pt x="3809480" y="3761608"/>
                  </a:lnTo>
                  <a:lnTo>
                    <a:pt x="3810005" y="3791886"/>
                  </a:lnTo>
                  <a:close/>
                </a:path>
                <a:path w="4959350" h="9350375">
                  <a:moveTo>
                    <a:pt x="3542211" y="3795022"/>
                  </a:moveTo>
                  <a:lnTo>
                    <a:pt x="3515055" y="3795496"/>
                  </a:lnTo>
                  <a:lnTo>
                    <a:pt x="3514576" y="3768348"/>
                  </a:lnTo>
                  <a:lnTo>
                    <a:pt x="3541732" y="3767874"/>
                  </a:lnTo>
                  <a:lnTo>
                    <a:pt x="3542211" y="3795022"/>
                  </a:lnTo>
                  <a:close/>
                </a:path>
                <a:path w="4959350" h="9350375">
                  <a:moveTo>
                    <a:pt x="3274394" y="3798156"/>
                  </a:moveTo>
                  <a:lnTo>
                    <a:pt x="3250382" y="3798579"/>
                  </a:lnTo>
                  <a:lnTo>
                    <a:pt x="3249958" y="3774567"/>
                  </a:lnTo>
                  <a:lnTo>
                    <a:pt x="3273971" y="3774144"/>
                  </a:lnTo>
                  <a:lnTo>
                    <a:pt x="3274394" y="3798156"/>
                  </a:lnTo>
                  <a:close/>
                </a:path>
                <a:path w="4959350" h="9350375">
                  <a:moveTo>
                    <a:pt x="3006586" y="3801295"/>
                  </a:moveTo>
                  <a:lnTo>
                    <a:pt x="2985709" y="3801663"/>
                  </a:lnTo>
                  <a:lnTo>
                    <a:pt x="2985341" y="3780786"/>
                  </a:lnTo>
                  <a:lnTo>
                    <a:pt x="3006218" y="3780418"/>
                  </a:lnTo>
                  <a:lnTo>
                    <a:pt x="3006586" y="3801295"/>
                  </a:lnTo>
                  <a:close/>
                </a:path>
                <a:path w="4959350" h="9350375">
                  <a:moveTo>
                    <a:pt x="2738778" y="3804434"/>
                  </a:moveTo>
                  <a:lnTo>
                    <a:pt x="2721026" y="3804741"/>
                  </a:lnTo>
                  <a:lnTo>
                    <a:pt x="2720714" y="3786999"/>
                  </a:lnTo>
                  <a:lnTo>
                    <a:pt x="2738471" y="3786683"/>
                  </a:lnTo>
                  <a:lnTo>
                    <a:pt x="2738778" y="3804434"/>
                  </a:lnTo>
                  <a:close/>
                </a:path>
                <a:path w="4959350" h="9350375">
                  <a:moveTo>
                    <a:pt x="2471504" y="3808086"/>
                  </a:moveTo>
                  <a:lnTo>
                    <a:pt x="2455851" y="3808364"/>
                  </a:lnTo>
                  <a:lnTo>
                    <a:pt x="2455577" y="3792702"/>
                  </a:lnTo>
                  <a:lnTo>
                    <a:pt x="2471231" y="3792423"/>
                  </a:lnTo>
                  <a:lnTo>
                    <a:pt x="2471504" y="3808086"/>
                  </a:lnTo>
                  <a:close/>
                </a:path>
                <a:path w="4959350" h="9350375">
                  <a:moveTo>
                    <a:pt x="2204231" y="3811738"/>
                  </a:moveTo>
                  <a:lnTo>
                    <a:pt x="2190657" y="3811977"/>
                  </a:lnTo>
                  <a:lnTo>
                    <a:pt x="2190417" y="3798404"/>
                  </a:lnTo>
                  <a:lnTo>
                    <a:pt x="2203991" y="3798164"/>
                  </a:lnTo>
                  <a:lnTo>
                    <a:pt x="2204231" y="3811738"/>
                  </a:lnTo>
                  <a:close/>
                </a:path>
                <a:path w="4959350" h="9350375">
                  <a:moveTo>
                    <a:pt x="1936957" y="3815390"/>
                  </a:moveTo>
                  <a:lnTo>
                    <a:pt x="1925472" y="3815595"/>
                  </a:lnTo>
                  <a:lnTo>
                    <a:pt x="1925271" y="3804101"/>
                  </a:lnTo>
                  <a:lnTo>
                    <a:pt x="1936752" y="3803904"/>
                  </a:lnTo>
                  <a:lnTo>
                    <a:pt x="1936957" y="3815390"/>
                  </a:lnTo>
                  <a:close/>
                </a:path>
                <a:path w="4959350" h="9350375">
                  <a:moveTo>
                    <a:pt x="1669674" y="3819036"/>
                  </a:moveTo>
                  <a:lnTo>
                    <a:pt x="1660282" y="3819199"/>
                  </a:lnTo>
                  <a:lnTo>
                    <a:pt x="1660114" y="3809816"/>
                  </a:lnTo>
                  <a:lnTo>
                    <a:pt x="1669512" y="3809644"/>
                  </a:lnTo>
                  <a:lnTo>
                    <a:pt x="1669674" y="3819036"/>
                  </a:lnTo>
                  <a:close/>
                </a:path>
                <a:path w="4959350" h="9350375">
                  <a:moveTo>
                    <a:pt x="1402400" y="3822689"/>
                  </a:moveTo>
                  <a:lnTo>
                    <a:pt x="1395097" y="3822817"/>
                  </a:lnTo>
                  <a:lnTo>
                    <a:pt x="1394969" y="3815514"/>
                  </a:lnTo>
                  <a:lnTo>
                    <a:pt x="1402272" y="3815386"/>
                  </a:lnTo>
                  <a:lnTo>
                    <a:pt x="1402400" y="3822689"/>
                  </a:lnTo>
                  <a:close/>
                </a:path>
                <a:path w="4959350" h="9350375">
                  <a:moveTo>
                    <a:pt x="1135126" y="3826340"/>
                  </a:moveTo>
                  <a:lnTo>
                    <a:pt x="1129912" y="3826435"/>
                  </a:lnTo>
                  <a:lnTo>
                    <a:pt x="1129817" y="3821220"/>
                  </a:lnTo>
                  <a:lnTo>
                    <a:pt x="1135032" y="3821126"/>
                  </a:lnTo>
                  <a:lnTo>
                    <a:pt x="1135126" y="3826340"/>
                  </a:lnTo>
                  <a:close/>
                </a:path>
                <a:path w="4959350" h="9350375">
                  <a:moveTo>
                    <a:pt x="867847" y="3830001"/>
                  </a:moveTo>
                  <a:lnTo>
                    <a:pt x="864712" y="3830057"/>
                  </a:lnTo>
                  <a:lnTo>
                    <a:pt x="864661" y="3826912"/>
                  </a:lnTo>
                  <a:lnTo>
                    <a:pt x="867797" y="3826857"/>
                  </a:lnTo>
                  <a:lnTo>
                    <a:pt x="867847" y="3830001"/>
                  </a:lnTo>
                  <a:close/>
                </a:path>
                <a:path w="4959350" h="9350375">
                  <a:moveTo>
                    <a:pt x="4877623" y="3514135"/>
                  </a:moveTo>
                  <a:lnTo>
                    <a:pt x="4832724" y="3514921"/>
                  </a:lnTo>
                  <a:lnTo>
                    <a:pt x="4831938" y="3470022"/>
                  </a:lnTo>
                  <a:lnTo>
                    <a:pt x="4876837" y="3469236"/>
                  </a:lnTo>
                  <a:lnTo>
                    <a:pt x="4877623" y="3514135"/>
                  </a:lnTo>
                  <a:close/>
                </a:path>
                <a:path w="4959350" h="9350375">
                  <a:moveTo>
                    <a:pt x="4609815" y="3517274"/>
                  </a:moveTo>
                  <a:lnTo>
                    <a:pt x="4568052" y="3518004"/>
                  </a:lnTo>
                  <a:lnTo>
                    <a:pt x="4567321" y="3476241"/>
                  </a:lnTo>
                  <a:lnTo>
                    <a:pt x="4609085" y="3475511"/>
                  </a:lnTo>
                  <a:lnTo>
                    <a:pt x="4609815" y="3517274"/>
                  </a:lnTo>
                  <a:close/>
                </a:path>
                <a:path w="4959350" h="9350375">
                  <a:moveTo>
                    <a:pt x="4341472" y="3519899"/>
                  </a:moveTo>
                  <a:lnTo>
                    <a:pt x="4303901" y="3520559"/>
                  </a:lnTo>
                  <a:lnTo>
                    <a:pt x="4303233" y="3482982"/>
                  </a:lnTo>
                  <a:lnTo>
                    <a:pt x="4340819" y="3482318"/>
                  </a:lnTo>
                  <a:lnTo>
                    <a:pt x="4341472" y="3519899"/>
                  </a:lnTo>
                  <a:close/>
                </a:path>
                <a:path w="4959350" h="9350375">
                  <a:moveTo>
                    <a:pt x="4073664" y="3523041"/>
                  </a:moveTo>
                  <a:lnTo>
                    <a:pt x="4039219" y="3523638"/>
                  </a:lnTo>
                  <a:lnTo>
                    <a:pt x="4038611" y="3489188"/>
                  </a:lnTo>
                  <a:lnTo>
                    <a:pt x="4073062" y="3488580"/>
                  </a:lnTo>
                  <a:lnTo>
                    <a:pt x="4073664" y="3523041"/>
                  </a:lnTo>
                  <a:close/>
                </a:path>
                <a:path w="4959350" h="9350375">
                  <a:moveTo>
                    <a:pt x="3805861" y="3526170"/>
                  </a:moveTo>
                  <a:lnTo>
                    <a:pt x="3774546" y="3526722"/>
                  </a:lnTo>
                  <a:lnTo>
                    <a:pt x="3773995" y="3495406"/>
                  </a:lnTo>
                  <a:lnTo>
                    <a:pt x="3805310" y="3494854"/>
                  </a:lnTo>
                  <a:lnTo>
                    <a:pt x="3805861" y="3526170"/>
                  </a:lnTo>
                  <a:close/>
                </a:path>
                <a:path w="4959350" h="9350375">
                  <a:moveTo>
                    <a:pt x="3538048" y="3529318"/>
                  </a:moveTo>
                  <a:lnTo>
                    <a:pt x="3509867" y="3529814"/>
                  </a:lnTo>
                  <a:lnTo>
                    <a:pt x="3509376" y="3501625"/>
                  </a:lnTo>
                  <a:lnTo>
                    <a:pt x="3537557" y="3501129"/>
                  </a:lnTo>
                  <a:lnTo>
                    <a:pt x="3538048" y="3529318"/>
                  </a:lnTo>
                  <a:close/>
                </a:path>
                <a:path w="4959350" h="9350375">
                  <a:moveTo>
                    <a:pt x="3270774" y="3532970"/>
                  </a:moveTo>
                  <a:lnTo>
                    <a:pt x="3244673" y="3533427"/>
                  </a:lnTo>
                  <a:lnTo>
                    <a:pt x="3244215" y="3507326"/>
                  </a:lnTo>
                  <a:lnTo>
                    <a:pt x="3270317" y="3506869"/>
                  </a:lnTo>
                  <a:lnTo>
                    <a:pt x="3270774" y="3532970"/>
                  </a:lnTo>
                  <a:close/>
                </a:path>
                <a:path w="4959350" h="9350375">
                  <a:moveTo>
                    <a:pt x="3002441" y="3535602"/>
                  </a:moveTo>
                  <a:lnTo>
                    <a:pt x="2980522" y="3535982"/>
                  </a:lnTo>
                  <a:lnTo>
                    <a:pt x="2980133" y="3514058"/>
                  </a:lnTo>
                  <a:lnTo>
                    <a:pt x="3002052" y="3513678"/>
                  </a:lnTo>
                  <a:lnTo>
                    <a:pt x="3002441" y="3535602"/>
                  </a:lnTo>
                  <a:close/>
                </a:path>
                <a:path w="4959350" h="9350375">
                  <a:moveTo>
                    <a:pt x="2734624" y="3538735"/>
                  </a:moveTo>
                  <a:lnTo>
                    <a:pt x="2715841" y="3539060"/>
                  </a:lnTo>
                  <a:lnTo>
                    <a:pt x="2715512" y="3520262"/>
                  </a:lnTo>
                  <a:lnTo>
                    <a:pt x="2734296" y="3519938"/>
                  </a:lnTo>
                  <a:lnTo>
                    <a:pt x="2734624" y="3538735"/>
                  </a:lnTo>
                  <a:close/>
                </a:path>
                <a:path w="4959350" h="9350375">
                  <a:moveTo>
                    <a:pt x="2467350" y="3542387"/>
                  </a:moveTo>
                  <a:lnTo>
                    <a:pt x="2450655" y="3542678"/>
                  </a:lnTo>
                  <a:lnTo>
                    <a:pt x="2450355" y="3525978"/>
                  </a:lnTo>
                  <a:lnTo>
                    <a:pt x="2467064" y="3525683"/>
                  </a:lnTo>
                  <a:lnTo>
                    <a:pt x="2467350" y="3542387"/>
                  </a:lnTo>
                  <a:close/>
                </a:path>
                <a:path w="4959350" h="9350375">
                  <a:moveTo>
                    <a:pt x="2200078" y="3546038"/>
                  </a:moveTo>
                  <a:lnTo>
                    <a:pt x="2185471" y="3546297"/>
                  </a:lnTo>
                  <a:lnTo>
                    <a:pt x="2185210" y="3531676"/>
                  </a:lnTo>
                  <a:lnTo>
                    <a:pt x="2199826" y="3531425"/>
                  </a:lnTo>
                  <a:lnTo>
                    <a:pt x="2200078" y="3546038"/>
                  </a:lnTo>
                  <a:close/>
                </a:path>
                <a:path w="4959350" h="9350375">
                  <a:moveTo>
                    <a:pt x="1932812" y="3549696"/>
                  </a:moveTo>
                  <a:lnTo>
                    <a:pt x="1920276" y="3549909"/>
                  </a:lnTo>
                  <a:lnTo>
                    <a:pt x="1920058" y="3537382"/>
                  </a:lnTo>
                  <a:lnTo>
                    <a:pt x="1932590" y="3537155"/>
                  </a:lnTo>
                  <a:lnTo>
                    <a:pt x="1932812" y="3549696"/>
                  </a:lnTo>
                  <a:close/>
                </a:path>
                <a:path w="4959350" h="9350375">
                  <a:moveTo>
                    <a:pt x="1664995" y="3552831"/>
                  </a:moveTo>
                  <a:lnTo>
                    <a:pt x="1655603" y="3552993"/>
                  </a:lnTo>
                  <a:lnTo>
                    <a:pt x="1655441" y="3543601"/>
                  </a:lnTo>
                  <a:lnTo>
                    <a:pt x="1664838" y="3543429"/>
                  </a:lnTo>
                  <a:lnTo>
                    <a:pt x="1664995" y="3552831"/>
                  </a:lnTo>
                  <a:close/>
                </a:path>
                <a:path w="4959350" h="9350375">
                  <a:moveTo>
                    <a:pt x="1398261" y="3556986"/>
                  </a:moveTo>
                  <a:lnTo>
                    <a:pt x="1389911" y="3557136"/>
                  </a:lnTo>
                  <a:lnTo>
                    <a:pt x="1389761" y="3548786"/>
                  </a:lnTo>
                  <a:lnTo>
                    <a:pt x="1398111" y="3548636"/>
                  </a:lnTo>
                  <a:lnTo>
                    <a:pt x="1398261" y="3556986"/>
                  </a:lnTo>
                  <a:close/>
                </a:path>
                <a:path w="4959350" h="9350375">
                  <a:moveTo>
                    <a:pt x="1130982" y="3560647"/>
                  </a:moveTo>
                  <a:lnTo>
                    <a:pt x="1124711" y="3560757"/>
                  </a:lnTo>
                  <a:lnTo>
                    <a:pt x="1124600" y="3554487"/>
                  </a:lnTo>
                  <a:lnTo>
                    <a:pt x="1130880" y="3554381"/>
                  </a:lnTo>
                  <a:lnTo>
                    <a:pt x="1130982" y="3560647"/>
                  </a:lnTo>
                  <a:close/>
                </a:path>
                <a:path w="4959350" h="9350375">
                  <a:moveTo>
                    <a:pt x="863708" y="3564298"/>
                  </a:moveTo>
                  <a:lnTo>
                    <a:pt x="859526" y="3564376"/>
                  </a:lnTo>
                  <a:lnTo>
                    <a:pt x="859458" y="3560199"/>
                  </a:lnTo>
                  <a:lnTo>
                    <a:pt x="863631" y="3560116"/>
                  </a:lnTo>
                  <a:lnTo>
                    <a:pt x="863708" y="3564298"/>
                  </a:lnTo>
                  <a:close/>
                </a:path>
                <a:path w="4959350" h="9350375">
                  <a:moveTo>
                    <a:pt x="596431" y="3567935"/>
                  </a:moveTo>
                  <a:lnTo>
                    <a:pt x="594337" y="3567979"/>
                  </a:lnTo>
                  <a:lnTo>
                    <a:pt x="594302" y="3565890"/>
                  </a:lnTo>
                  <a:lnTo>
                    <a:pt x="596391" y="3565856"/>
                  </a:lnTo>
                  <a:lnTo>
                    <a:pt x="596431" y="3567935"/>
                  </a:lnTo>
                  <a:close/>
                </a:path>
                <a:path w="4959350" h="9350375">
                  <a:moveTo>
                    <a:pt x="4873469" y="3248436"/>
                  </a:moveTo>
                  <a:lnTo>
                    <a:pt x="4827538" y="3249240"/>
                  </a:lnTo>
                  <a:lnTo>
                    <a:pt x="4826725" y="3203304"/>
                  </a:lnTo>
                  <a:lnTo>
                    <a:pt x="4872656" y="3202500"/>
                  </a:lnTo>
                  <a:lnTo>
                    <a:pt x="4873469" y="3248436"/>
                  </a:lnTo>
                  <a:close/>
                </a:path>
                <a:path w="4959350" h="9350375">
                  <a:moveTo>
                    <a:pt x="4605666" y="3251565"/>
                  </a:moveTo>
                  <a:lnTo>
                    <a:pt x="4562855" y="3252317"/>
                  </a:lnTo>
                  <a:lnTo>
                    <a:pt x="4562107" y="3209522"/>
                  </a:lnTo>
                  <a:lnTo>
                    <a:pt x="4604918" y="3208770"/>
                  </a:lnTo>
                  <a:lnTo>
                    <a:pt x="4605666" y="3251565"/>
                  </a:lnTo>
                  <a:close/>
                </a:path>
                <a:path w="4959350" h="9350375">
                  <a:moveTo>
                    <a:pt x="4337856" y="3254704"/>
                  </a:moveTo>
                  <a:lnTo>
                    <a:pt x="4298182" y="3255401"/>
                  </a:lnTo>
                  <a:lnTo>
                    <a:pt x="4297490" y="3215741"/>
                  </a:lnTo>
                  <a:lnTo>
                    <a:pt x="4337155" y="3215039"/>
                  </a:lnTo>
                  <a:lnTo>
                    <a:pt x="4337856" y="3254704"/>
                  </a:lnTo>
                  <a:close/>
                </a:path>
                <a:path w="4959350" h="9350375">
                  <a:moveTo>
                    <a:pt x="4070044" y="3257853"/>
                  </a:moveTo>
                  <a:lnTo>
                    <a:pt x="4033504" y="3258495"/>
                  </a:lnTo>
                  <a:lnTo>
                    <a:pt x="4032868" y="3221946"/>
                  </a:lnTo>
                  <a:lnTo>
                    <a:pt x="4069408" y="3221304"/>
                  </a:lnTo>
                  <a:lnTo>
                    <a:pt x="4070044" y="3257853"/>
                  </a:lnTo>
                  <a:close/>
                </a:path>
                <a:path w="4959350" h="9350375">
                  <a:moveTo>
                    <a:pt x="3802245" y="3260998"/>
                  </a:moveTo>
                  <a:lnTo>
                    <a:pt x="3768832" y="3261579"/>
                  </a:lnTo>
                  <a:lnTo>
                    <a:pt x="3768242" y="3228160"/>
                  </a:lnTo>
                  <a:lnTo>
                    <a:pt x="3801656" y="3227580"/>
                  </a:lnTo>
                  <a:lnTo>
                    <a:pt x="3802245" y="3260998"/>
                  </a:lnTo>
                  <a:close/>
                </a:path>
                <a:path w="4959350" h="9350375">
                  <a:moveTo>
                    <a:pt x="3533908" y="3263615"/>
                  </a:moveTo>
                  <a:lnTo>
                    <a:pt x="3504672" y="3264128"/>
                  </a:lnTo>
                  <a:lnTo>
                    <a:pt x="3504155" y="3234901"/>
                  </a:lnTo>
                  <a:lnTo>
                    <a:pt x="3533391" y="3234389"/>
                  </a:lnTo>
                  <a:lnTo>
                    <a:pt x="3533908" y="3263615"/>
                  </a:lnTo>
                  <a:close/>
                </a:path>
                <a:path w="4959350" h="9350375">
                  <a:moveTo>
                    <a:pt x="3266636" y="3267266"/>
                  </a:moveTo>
                  <a:lnTo>
                    <a:pt x="3239478" y="3267741"/>
                  </a:lnTo>
                  <a:lnTo>
                    <a:pt x="3239004" y="3240608"/>
                  </a:lnTo>
                  <a:lnTo>
                    <a:pt x="3266152" y="3240129"/>
                  </a:lnTo>
                  <a:lnTo>
                    <a:pt x="3266636" y="3267266"/>
                  </a:lnTo>
                  <a:close/>
                </a:path>
                <a:path w="4959350" h="9350375">
                  <a:moveTo>
                    <a:pt x="2998818" y="3270401"/>
                  </a:moveTo>
                  <a:lnTo>
                    <a:pt x="2974820" y="3270821"/>
                  </a:lnTo>
                  <a:lnTo>
                    <a:pt x="2974391" y="3246817"/>
                  </a:lnTo>
                  <a:lnTo>
                    <a:pt x="2998398" y="3246403"/>
                  </a:lnTo>
                  <a:lnTo>
                    <a:pt x="2998818" y="3270401"/>
                  </a:lnTo>
                  <a:close/>
                </a:path>
                <a:path w="4959350" h="9350375">
                  <a:moveTo>
                    <a:pt x="2730485" y="3273033"/>
                  </a:moveTo>
                  <a:lnTo>
                    <a:pt x="2710654" y="3273379"/>
                  </a:lnTo>
                  <a:lnTo>
                    <a:pt x="2710299" y="3253544"/>
                  </a:lnTo>
                  <a:lnTo>
                    <a:pt x="2730129" y="3253198"/>
                  </a:lnTo>
                  <a:lnTo>
                    <a:pt x="2730485" y="3273033"/>
                  </a:lnTo>
                  <a:close/>
                </a:path>
                <a:path w="4959350" h="9350375">
                  <a:moveTo>
                    <a:pt x="2463211" y="3276685"/>
                  </a:moveTo>
                  <a:lnTo>
                    <a:pt x="2445470" y="3276997"/>
                  </a:lnTo>
                  <a:lnTo>
                    <a:pt x="2445153" y="3259241"/>
                  </a:lnTo>
                  <a:lnTo>
                    <a:pt x="2462894" y="3258929"/>
                  </a:lnTo>
                  <a:lnTo>
                    <a:pt x="2463211" y="3276685"/>
                  </a:lnTo>
                  <a:close/>
                </a:path>
                <a:path w="4959350" h="9350375">
                  <a:moveTo>
                    <a:pt x="2195933" y="3280346"/>
                  </a:moveTo>
                  <a:lnTo>
                    <a:pt x="2180271" y="3280619"/>
                  </a:lnTo>
                  <a:lnTo>
                    <a:pt x="2179997" y="3264957"/>
                  </a:lnTo>
                  <a:lnTo>
                    <a:pt x="2195659" y="3264683"/>
                  </a:lnTo>
                  <a:lnTo>
                    <a:pt x="2195933" y="3280346"/>
                  </a:lnTo>
                  <a:close/>
                </a:path>
                <a:path w="4959350" h="9350375">
                  <a:moveTo>
                    <a:pt x="1928654" y="3283983"/>
                  </a:moveTo>
                  <a:lnTo>
                    <a:pt x="1915081" y="3284223"/>
                  </a:lnTo>
                  <a:lnTo>
                    <a:pt x="1914845" y="3270663"/>
                  </a:lnTo>
                  <a:lnTo>
                    <a:pt x="1928419" y="3270423"/>
                  </a:lnTo>
                  <a:lnTo>
                    <a:pt x="1928654" y="3283983"/>
                  </a:lnTo>
                  <a:close/>
                </a:path>
                <a:path w="4959350" h="9350375">
                  <a:moveTo>
                    <a:pt x="1660856" y="3287127"/>
                  </a:moveTo>
                  <a:lnTo>
                    <a:pt x="1650418" y="3287311"/>
                  </a:lnTo>
                  <a:lnTo>
                    <a:pt x="1650234" y="3276873"/>
                  </a:lnTo>
                  <a:lnTo>
                    <a:pt x="1660672" y="3276689"/>
                  </a:lnTo>
                  <a:lnTo>
                    <a:pt x="1660856" y="3287127"/>
                  </a:lnTo>
                  <a:close/>
                </a:path>
                <a:path w="4959350" h="9350375">
                  <a:moveTo>
                    <a:pt x="1393583" y="3290778"/>
                  </a:moveTo>
                  <a:lnTo>
                    <a:pt x="1385223" y="3290924"/>
                  </a:lnTo>
                  <a:lnTo>
                    <a:pt x="1385082" y="3282579"/>
                  </a:lnTo>
                  <a:lnTo>
                    <a:pt x="1393433" y="3282429"/>
                  </a:lnTo>
                  <a:lnTo>
                    <a:pt x="1393583" y="3290778"/>
                  </a:lnTo>
                  <a:close/>
                </a:path>
                <a:path w="4959350" h="9350375">
                  <a:moveTo>
                    <a:pt x="1126308" y="3294431"/>
                  </a:moveTo>
                  <a:lnTo>
                    <a:pt x="1120028" y="3294537"/>
                  </a:lnTo>
                  <a:lnTo>
                    <a:pt x="1119921" y="3288280"/>
                  </a:lnTo>
                  <a:lnTo>
                    <a:pt x="1126192" y="3288170"/>
                  </a:lnTo>
                  <a:lnTo>
                    <a:pt x="1126308" y="3294431"/>
                  </a:lnTo>
                  <a:close/>
                </a:path>
                <a:path w="4959350" h="9350375">
                  <a:moveTo>
                    <a:pt x="859555" y="3298600"/>
                  </a:moveTo>
                  <a:lnTo>
                    <a:pt x="854331" y="3298689"/>
                  </a:lnTo>
                  <a:lnTo>
                    <a:pt x="854241" y="3293466"/>
                  </a:lnTo>
                  <a:lnTo>
                    <a:pt x="859465" y="3293376"/>
                  </a:lnTo>
                  <a:lnTo>
                    <a:pt x="859555" y="3298600"/>
                  </a:lnTo>
                  <a:close/>
                </a:path>
                <a:path w="4959350" h="9350375">
                  <a:moveTo>
                    <a:pt x="592277" y="3302237"/>
                  </a:moveTo>
                  <a:lnTo>
                    <a:pt x="589151" y="3302298"/>
                  </a:lnTo>
                  <a:lnTo>
                    <a:pt x="589099" y="3299177"/>
                  </a:lnTo>
                  <a:lnTo>
                    <a:pt x="592226" y="3299116"/>
                  </a:lnTo>
                  <a:lnTo>
                    <a:pt x="592277" y="3302237"/>
                  </a:lnTo>
                  <a:close/>
                </a:path>
                <a:path w="4959350" h="9350375">
                  <a:moveTo>
                    <a:pt x="4869855" y="2983241"/>
                  </a:moveTo>
                  <a:lnTo>
                    <a:pt x="4821831" y="2984088"/>
                  </a:lnTo>
                  <a:lnTo>
                    <a:pt x="4820984" y="2936063"/>
                  </a:lnTo>
                  <a:lnTo>
                    <a:pt x="4869003" y="2935226"/>
                  </a:lnTo>
                  <a:lnTo>
                    <a:pt x="4869855" y="2983241"/>
                  </a:lnTo>
                  <a:close/>
                </a:path>
                <a:path w="4959350" h="9350375">
                  <a:moveTo>
                    <a:pt x="4602052" y="2986394"/>
                  </a:moveTo>
                  <a:lnTo>
                    <a:pt x="4557153" y="2987180"/>
                  </a:lnTo>
                  <a:lnTo>
                    <a:pt x="4556367" y="2942281"/>
                  </a:lnTo>
                  <a:lnTo>
                    <a:pt x="4601266" y="2941495"/>
                  </a:lnTo>
                  <a:lnTo>
                    <a:pt x="4602052" y="2986394"/>
                  </a:lnTo>
                  <a:close/>
                </a:path>
                <a:path w="4959350" h="9350375">
                  <a:moveTo>
                    <a:pt x="4333715" y="2989012"/>
                  </a:moveTo>
                  <a:lnTo>
                    <a:pt x="4292999" y="2989721"/>
                  </a:lnTo>
                  <a:lnTo>
                    <a:pt x="4292285" y="2949013"/>
                  </a:lnTo>
                  <a:lnTo>
                    <a:pt x="4332997" y="2948291"/>
                  </a:lnTo>
                  <a:lnTo>
                    <a:pt x="4333715" y="2989012"/>
                  </a:lnTo>
                  <a:close/>
                </a:path>
                <a:path w="4959350" h="9350375">
                  <a:moveTo>
                    <a:pt x="4065897" y="2992145"/>
                  </a:moveTo>
                  <a:lnTo>
                    <a:pt x="4028326" y="2992804"/>
                  </a:lnTo>
                  <a:lnTo>
                    <a:pt x="4027658" y="2955227"/>
                  </a:lnTo>
                  <a:lnTo>
                    <a:pt x="4065244" y="2954564"/>
                  </a:lnTo>
                  <a:lnTo>
                    <a:pt x="4065897" y="2992145"/>
                  </a:lnTo>
                  <a:close/>
                </a:path>
                <a:path w="4959350" h="9350375">
                  <a:moveTo>
                    <a:pt x="3798099" y="2995291"/>
                  </a:moveTo>
                  <a:lnTo>
                    <a:pt x="3763648" y="2995898"/>
                  </a:lnTo>
                  <a:lnTo>
                    <a:pt x="3763041" y="2961448"/>
                  </a:lnTo>
                  <a:lnTo>
                    <a:pt x="3797492" y="2960840"/>
                  </a:lnTo>
                  <a:lnTo>
                    <a:pt x="3798099" y="2995291"/>
                  </a:lnTo>
                  <a:close/>
                </a:path>
                <a:path w="4959350" h="9350375">
                  <a:moveTo>
                    <a:pt x="3530291" y="2998430"/>
                  </a:moveTo>
                  <a:lnTo>
                    <a:pt x="3498975" y="2998982"/>
                  </a:lnTo>
                  <a:lnTo>
                    <a:pt x="3498424" y="2967667"/>
                  </a:lnTo>
                  <a:lnTo>
                    <a:pt x="3529739" y="2967115"/>
                  </a:lnTo>
                  <a:lnTo>
                    <a:pt x="3530291" y="2998430"/>
                  </a:lnTo>
                  <a:close/>
                </a:path>
                <a:path w="4959350" h="9350375">
                  <a:moveTo>
                    <a:pt x="3262482" y="3001570"/>
                  </a:moveTo>
                  <a:lnTo>
                    <a:pt x="3234293" y="3002060"/>
                  </a:lnTo>
                  <a:lnTo>
                    <a:pt x="3233797" y="2973880"/>
                  </a:lnTo>
                  <a:lnTo>
                    <a:pt x="3261986" y="2973389"/>
                  </a:lnTo>
                  <a:lnTo>
                    <a:pt x="3262482" y="3001570"/>
                  </a:lnTo>
                  <a:close/>
                </a:path>
                <a:path w="4959350" h="9350375">
                  <a:moveTo>
                    <a:pt x="2994679" y="3004700"/>
                  </a:moveTo>
                  <a:lnTo>
                    <a:pt x="2969619" y="3005145"/>
                  </a:lnTo>
                  <a:lnTo>
                    <a:pt x="2969183" y="2980090"/>
                  </a:lnTo>
                  <a:lnTo>
                    <a:pt x="2994243" y="2979645"/>
                  </a:lnTo>
                  <a:lnTo>
                    <a:pt x="2994679" y="3004700"/>
                  </a:lnTo>
                  <a:close/>
                </a:path>
                <a:path w="4959350" h="9350375">
                  <a:moveTo>
                    <a:pt x="2726346" y="3007331"/>
                  </a:moveTo>
                  <a:lnTo>
                    <a:pt x="2705469" y="3007699"/>
                  </a:lnTo>
                  <a:lnTo>
                    <a:pt x="2705101" y="2986822"/>
                  </a:lnTo>
                  <a:lnTo>
                    <a:pt x="2725978" y="2986454"/>
                  </a:lnTo>
                  <a:lnTo>
                    <a:pt x="2726346" y="3007331"/>
                  </a:lnTo>
                  <a:close/>
                </a:path>
                <a:path w="4959350" h="9350375">
                  <a:moveTo>
                    <a:pt x="2459067" y="3010992"/>
                  </a:moveTo>
                  <a:lnTo>
                    <a:pt x="2440270" y="3011321"/>
                  </a:lnTo>
                  <a:lnTo>
                    <a:pt x="2439941" y="2992523"/>
                  </a:lnTo>
                  <a:lnTo>
                    <a:pt x="2458739" y="2992194"/>
                  </a:lnTo>
                  <a:lnTo>
                    <a:pt x="2459067" y="3010992"/>
                  </a:lnTo>
                  <a:close/>
                </a:path>
                <a:path w="4959350" h="9350375">
                  <a:moveTo>
                    <a:pt x="2191788" y="3014629"/>
                  </a:moveTo>
                  <a:lnTo>
                    <a:pt x="2175080" y="3014924"/>
                  </a:lnTo>
                  <a:lnTo>
                    <a:pt x="2174780" y="2998223"/>
                  </a:lnTo>
                  <a:lnTo>
                    <a:pt x="2191498" y="2997934"/>
                  </a:lnTo>
                  <a:lnTo>
                    <a:pt x="2191788" y="3014629"/>
                  </a:lnTo>
                  <a:close/>
                </a:path>
                <a:path w="4959350" h="9350375">
                  <a:moveTo>
                    <a:pt x="1924516" y="3018281"/>
                  </a:moveTo>
                  <a:lnTo>
                    <a:pt x="1909895" y="3018542"/>
                  </a:lnTo>
                  <a:lnTo>
                    <a:pt x="1909642" y="3003927"/>
                  </a:lnTo>
                  <a:lnTo>
                    <a:pt x="1924263" y="3003666"/>
                  </a:lnTo>
                  <a:lnTo>
                    <a:pt x="1924516" y="3018281"/>
                  </a:lnTo>
                  <a:close/>
                </a:path>
                <a:path w="4959350" h="9350375">
                  <a:moveTo>
                    <a:pt x="1656708" y="3021420"/>
                  </a:moveTo>
                  <a:lnTo>
                    <a:pt x="1645222" y="3021626"/>
                  </a:lnTo>
                  <a:lnTo>
                    <a:pt x="1645017" y="3010140"/>
                  </a:lnTo>
                  <a:lnTo>
                    <a:pt x="1656503" y="3009935"/>
                  </a:lnTo>
                  <a:lnTo>
                    <a:pt x="1656708" y="3021420"/>
                  </a:lnTo>
                  <a:close/>
                </a:path>
                <a:path w="4959350" h="9350375">
                  <a:moveTo>
                    <a:pt x="1389429" y="3025081"/>
                  </a:moveTo>
                  <a:lnTo>
                    <a:pt x="1380028" y="3025238"/>
                  </a:lnTo>
                  <a:lnTo>
                    <a:pt x="1379866" y="3015847"/>
                  </a:lnTo>
                  <a:lnTo>
                    <a:pt x="1389263" y="3015675"/>
                  </a:lnTo>
                  <a:lnTo>
                    <a:pt x="1389429" y="3025081"/>
                  </a:lnTo>
                  <a:close/>
                </a:path>
                <a:path w="4959350" h="9350375">
                  <a:moveTo>
                    <a:pt x="1122155" y="3028733"/>
                  </a:moveTo>
                  <a:lnTo>
                    <a:pt x="1114843" y="3028856"/>
                  </a:lnTo>
                  <a:lnTo>
                    <a:pt x="1114714" y="3021553"/>
                  </a:lnTo>
                  <a:lnTo>
                    <a:pt x="1122026" y="3021430"/>
                  </a:lnTo>
                  <a:lnTo>
                    <a:pt x="1122155" y="3028733"/>
                  </a:lnTo>
                  <a:close/>
                </a:path>
                <a:path w="4959350" h="9350375">
                  <a:moveTo>
                    <a:pt x="854872" y="3032380"/>
                  </a:moveTo>
                  <a:lnTo>
                    <a:pt x="849657" y="3032474"/>
                  </a:lnTo>
                  <a:lnTo>
                    <a:pt x="849563" y="3027260"/>
                  </a:lnTo>
                  <a:lnTo>
                    <a:pt x="854778" y="3027165"/>
                  </a:lnTo>
                  <a:lnTo>
                    <a:pt x="854872" y="3032380"/>
                  </a:lnTo>
                  <a:close/>
                </a:path>
                <a:path w="4959350" h="9350375">
                  <a:moveTo>
                    <a:pt x="587598" y="3036032"/>
                  </a:moveTo>
                  <a:lnTo>
                    <a:pt x="584472" y="3036093"/>
                  </a:lnTo>
                  <a:lnTo>
                    <a:pt x="584416" y="3032957"/>
                  </a:lnTo>
                  <a:lnTo>
                    <a:pt x="587543" y="3032896"/>
                  </a:lnTo>
                  <a:lnTo>
                    <a:pt x="587598" y="3036032"/>
                  </a:lnTo>
                  <a:close/>
                </a:path>
                <a:path w="4959350" h="9350375">
                  <a:moveTo>
                    <a:pt x="4866245" y="2718060"/>
                  </a:moveTo>
                  <a:lnTo>
                    <a:pt x="4816131" y="2718940"/>
                  </a:lnTo>
                  <a:lnTo>
                    <a:pt x="4815251" y="2668827"/>
                  </a:lnTo>
                  <a:lnTo>
                    <a:pt x="4865364" y="2667947"/>
                  </a:lnTo>
                  <a:lnTo>
                    <a:pt x="4866245" y="2718060"/>
                  </a:lnTo>
                  <a:close/>
                </a:path>
                <a:path w="4959350" h="9350375">
                  <a:moveTo>
                    <a:pt x="4597894" y="2720682"/>
                  </a:moveTo>
                  <a:lnTo>
                    <a:pt x="4551962" y="2721485"/>
                  </a:lnTo>
                  <a:lnTo>
                    <a:pt x="4551154" y="2675563"/>
                  </a:lnTo>
                  <a:lnTo>
                    <a:pt x="4597090" y="2674750"/>
                  </a:lnTo>
                  <a:lnTo>
                    <a:pt x="4597894" y="2720682"/>
                  </a:lnTo>
                  <a:close/>
                </a:path>
                <a:path w="4959350" h="9350375">
                  <a:moveTo>
                    <a:pt x="4330094" y="2723827"/>
                  </a:moveTo>
                  <a:lnTo>
                    <a:pt x="4287299" y="2724575"/>
                  </a:lnTo>
                  <a:lnTo>
                    <a:pt x="4286542" y="2681774"/>
                  </a:lnTo>
                  <a:lnTo>
                    <a:pt x="4329343" y="2681017"/>
                  </a:lnTo>
                  <a:lnTo>
                    <a:pt x="4330094" y="2723827"/>
                  </a:lnTo>
                  <a:close/>
                </a:path>
                <a:path w="4959350" h="9350375">
                  <a:moveTo>
                    <a:pt x="4061757" y="2726445"/>
                  </a:moveTo>
                  <a:lnTo>
                    <a:pt x="4023125" y="2727128"/>
                  </a:lnTo>
                  <a:lnTo>
                    <a:pt x="4022450" y="2688501"/>
                  </a:lnTo>
                  <a:lnTo>
                    <a:pt x="4061078" y="2687826"/>
                  </a:lnTo>
                  <a:lnTo>
                    <a:pt x="4061757" y="2726445"/>
                  </a:lnTo>
                  <a:close/>
                </a:path>
                <a:path w="4959350" h="9350375">
                  <a:moveTo>
                    <a:pt x="3794484" y="2730096"/>
                  </a:moveTo>
                  <a:lnTo>
                    <a:pt x="3757944" y="2730737"/>
                  </a:lnTo>
                  <a:lnTo>
                    <a:pt x="3757298" y="2694207"/>
                  </a:lnTo>
                  <a:lnTo>
                    <a:pt x="3793838" y="2693566"/>
                  </a:lnTo>
                  <a:lnTo>
                    <a:pt x="3794484" y="2730096"/>
                  </a:lnTo>
                  <a:close/>
                </a:path>
                <a:path w="4959350" h="9350375">
                  <a:moveTo>
                    <a:pt x="3526151" y="2732727"/>
                  </a:moveTo>
                  <a:lnTo>
                    <a:pt x="3493780" y="2733295"/>
                  </a:lnTo>
                  <a:lnTo>
                    <a:pt x="3493207" y="2700933"/>
                  </a:lnTo>
                  <a:lnTo>
                    <a:pt x="3525578" y="2700365"/>
                  </a:lnTo>
                  <a:lnTo>
                    <a:pt x="3526151" y="2732727"/>
                  </a:lnTo>
                  <a:close/>
                </a:path>
                <a:path w="4959350" h="9350375">
                  <a:moveTo>
                    <a:pt x="3258334" y="2735862"/>
                  </a:moveTo>
                  <a:lnTo>
                    <a:pt x="3229107" y="2736379"/>
                  </a:lnTo>
                  <a:lnTo>
                    <a:pt x="3228590" y="2707152"/>
                  </a:lnTo>
                  <a:lnTo>
                    <a:pt x="3257816" y="2706635"/>
                  </a:lnTo>
                  <a:lnTo>
                    <a:pt x="3258334" y="2735862"/>
                  </a:lnTo>
                  <a:close/>
                </a:path>
                <a:path w="4959350" h="9350375">
                  <a:moveTo>
                    <a:pt x="2990525" y="2739001"/>
                  </a:moveTo>
                  <a:lnTo>
                    <a:pt x="2964424" y="2739458"/>
                  </a:lnTo>
                  <a:lnTo>
                    <a:pt x="2963961" y="2713367"/>
                  </a:lnTo>
                  <a:lnTo>
                    <a:pt x="2990063" y="2712909"/>
                  </a:lnTo>
                  <a:lnTo>
                    <a:pt x="2990525" y="2739001"/>
                  </a:lnTo>
                  <a:close/>
                </a:path>
                <a:path w="4959350" h="9350375">
                  <a:moveTo>
                    <a:pt x="2722726" y="2742147"/>
                  </a:moveTo>
                  <a:lnTo>
                    <a:pt x="2699752" y="2742542"/>
                  </a:lnTo>
                  <a:lnTo>
                    <a:pt x="2699345" y="2719586"/>
                  </a:lnTo>
                  <a:lnTo>
                    <a:pt x="2722325" y="2719181"/>
                  </a:lnTo>
                  <a:lnTo>
                    <a:pt x="2722726" y="2742147"/>
                  </a:lnTo>
                  <a:close/>
                </a:path>
                <a:path w="4959350" h="9350375">
                  <a:moveTo>
                    <a:pt x="2454385" y="2744772"/>
                  </a:moveTo>
                  <a:lnTo>
                    <a:pt x="2435587" y="2745101"/>
                  </a:lnTo>
                  <a:lnTo>
                    <a:pt x="2435259" y="2726303"/>
                  </a:lnTo>
                  <a:lnTo>
                    <a:pt x="2454057" y="2725974"/>
                  </a:lnTo>
                  <a:lnTo>
                    <a:pt x="2454385" y="2744772"/>
                  </a:lnTo>
                  <a:close/>
                </a:path>
                <a:path w="4959350" h="9350375">
                  <a:moveTo>
                    <a:pt x="2187111" y="2748424"/>
                  </a:moveTo>
                  <a:lnTo>
                    <a:pt x="2170402" y="2748719"/>
                  </a:lnTo>
                  <a:lnTo>
                    <a:pt x="2170107" y="2732010"/>
                  </a:lnTo>
                  <a:lnTo>
                    <a:pt x="2186816" y="2731715"/>
                  </a:lnTo>
                  <a:lnTo>
                    <a:pt x="2187111" y="2748424"/>
                  </a:lnTo>
                  <a:close/>
                </a:path>
                <a:path w="4959350" h="9350375">
                  <a:moveTo>
                    <a:pt x="1919838" y="2752075"/>
                  </a:moveTo>
                  <a:lnTo>
                    <a:pt x="1905222" y="2752328"/>
                  </a:lnTo>
                  <a:lnTo>
                    <a:pt x="1904965" y="2737721"/>
                  </a:lnTo>
                  <a:lnTo>
                    <a:pt x="1919586" y="2737460"/>
                  </a:lnTo>
                  <a:lnTo>
                    <a:pt x="1919838" y="2752075"/>
                  </a:lnTo>
                  <a:close/>
                </a:path>
                <a:path w="4959350" h="9350375">
                  <a:moveTo>
                    <a:pt x="1652554" y="2755723"/>
                  </a:moveTo>
                  <a:lnTo>
                    <a:pt x="1640027" y="2755941"/>
                  </a:lnTo>
                  <a:lnTo>
                    <a:pt x="1639804" y="2743423"/>
                  </a:lnTo>
                  <a:lnTo>
                    <a:pt x="1652336" y="2743196"/>
                  </a:lnTo>
                  <a:lnTo>
                    <a:pt x="1652554" y="2755723"/>
                  </a:lnTo>
                  <a:close/>
                </a:path>
                <a:path w="4959350" h="9350375">
                  <a:moveTo>
                    <a:pt x="1385281" y="2759375"/>
                  </a:moveTo>
                  <a:lnTo>
                    <a:pt x="1374842" y="2759559"/>
                  </a:lnTo>
                  <a:lnTo>
                    <a:pt x="1374658" y="2749120"/>
                  </a:lnTo>
                  <a:lnTo>
                    <a:pt x="1385097" y="2748936"/>
                  </a:lnTo>
                  <a:lnTo>
                    <a:pt x="1385281" y="2759375"/>
                  </a:lnTo>
                  <a:close/>
                </a:path>
                <a:path w="4959350" h="9350375">
                  <a:moveTo>
                    <a:pt x="1118007" y="2763026"/>
                  </a:moveTo>
                  <a:lnTo>
                    <a:pt x="1109656" y="2763177"/>
                  </a:lnTo>
                  <a:lnTo>
                    <a:pt x="1109506" y="2754826"/>
                  </a:lnTo>
                  <a:lnTo>
                    <a:pt x="1117857" y="2754676"/>
                  </a:lnTo>
                  <a:lnTo>
                    <a:pt x="1118007" y="2763026"/>
                  </a:lnTo>
                  <a:close/>
                </a:path>
                <a:path w="4959350" h="9350375">
                  <a:moveTo>
                    <a:pt x="850728" y="2766687"/>
                  </a:moveTo>
                  <a:lnTo>
                    <a:pt x="844471" y="2766794"/>
                  </a:lnTo>
                  <a:lnTo>
                    <a:pt x="844360" y="2760524"/>
                  </a:lnTo>
                  <a:lnTo>
                    <a:pt x="850622" y="2760407"/>
                  </a:lnTo>
                  <a:lnTo>
                    <a:pt x="850728" y="2766687"/>
                  </a:lnTo>
                  <a:close/>
                </a:path>
                <a:path w="4959350" h="9350375">
                  <a:moveTo>
                    <a:pt x="583459" y="2770330"/>
                  </a:moveTo>
                  <a:lnTo>
                    <a:pt x="579282" y="2770397"/>
                  </a:lnTo>
                  <a:lnTo>
                    <a:pt x="579204" y="2766239"/>
                  </a:lnTo>
                  <a:lnTo>
                    <a:pt x="583386" y="2766162"/>
                  </a:lnTo>
                  <a:lnTo>
                    <a:pt x="583459" y="2770330"/>
                  </a:lnTo>
                  <a:close/>
                </a:path>
                <a:path w="4959350" h="9350375">
                  <a:moveTo>
                    <a:pt x="316185" y="2773981"/>
                  </a:moveTo>
                  <a:lnTo>
                    <a:pt x="314096" y="2774015"/>
                  </a:lnTo>
                  <a:lnTo>
                    <a:pt x="314057" y="2771936"/>
                  </a:lnTo>
                  <a:lnTo>
                    <a:pt x="316146" y="2771902"/>
                  </a:lnTo>
                  <a:lnTo>
                    <a:pt x="316185" y="2773981"/>
                  </a:lnTo>
                  <a:close/>
                </a:path>
                <a:path w="4959350" h="9350375">
                  <a:moveTo>
                    <a:pt x="4862621" y="2452862"/>
                  </a:moveTo>
                  <a:lnTo>
                    <a:pt x="4810429" y="2453781"/>
                  </a:lnTo>
                  <a:lnTo>
                    <a:pt x="4809509" y="2401588"/>
                  </a:lnTo>
                  <a:lnTo>
                    <a:pt x="4861702" y="2400669"/>
                  </a:lnTo>
                  <a:lnTo>
                    <a:pt x="4862621" y="2452862"/>
                  </a:lnTo>
                  <a:close/>
                </a:path>
                <a:path w="4959350" h="9350375">
                  <a:moveTo>
                    <a:pt x="4593754" y="2454981"/>
                  </a:moveTo>
                  <a:lnTo>
                    <a:pt x="4546776" y="2455806"/>
                  </a:lnTo>
                  <a:lnTo>
                    <a:pt x="4545951" y="2408828"/>
                  </a:lnTo>
                  <a:lnTo>
                    <a:pt x="4592929" y="2408002"/>
                  </a:lnTo>
                  <a:lnTo>
                    <a:pt x="4593754" y="2454981"/>
                  </a:lnTo>
                  <a:close/>
                </a:path>
                <a:path w="4959350" h="9350375">
                  <a:moveTo>
                    <a:pt x="4325937" y="2458115"/>
                  </a:moveTo>
                  <a:lnTo>
                    <a:pt x="4282103" y="2458890"/>
                  </a:lnTo>
                  <a:lnTo>
                    <a:pt x="4281333" y="2415047"/>
                  </a:lnTo>
                  <a:lnTo>
                    <a:pt x="4325167" y="2414272"/>
                  </a:lnTo>
                  <a:lnTo>
                    <a:pt x="4325937" y="2458115"/>
                  </a:lnTo>
                  <a:close/>
                </a:path>
                <a:path w="4959350" h="9350375">
                  <a:moveTo>
                    <a:pt x="4058138" y="2461260"/>
                  </a:moveTo>
                  <a:lnTo>
                    <a:pt x="4017426" y="2461983"/>
                  </a:lnTo>
                  <a:lnTo>
                    <a:pt x="4016708" y="2421262"/>
                  </a:lnTo>
                  <a:lnTo>
                    <a:pt x="4057424" y="2420553"/>
                  </a:lnTo>
                  <a:lnTo>
                    <a:pt x="4058138" y="2461260"/>
                  </a:lnTo>
                  <a:close/>
                </a:path>
                <a:path w="4959350" h="9350375">
                  <a:moveTo>
                    <a:pt x="3790329" y="2464400"/>
                  </a:moveTo>
                  <a:lnTo>
                    <a:pt x="3752744" y="2465063"/>
                  </a:lnTo>
                  <a:lnTo>
                    <a:pt x="3752090" y="2427482"/>
                  </a:lnTo>
                  <a:lnTo>
                    <a:pt x="3789671" y="2426829"/>
                  </a:lnTo>
                  <a:lnTo>
                    <a:pt x="3790329" y="2464400"/>
                  </a:lnTo>
                  <a:close/>
                </a:path>
                <a:path w="4959350" h="9350375">
                  <a:moveTo>
                    <a:pt x="3521988" y="2467026"/>
                  </a:moveTo>
                  <a:lnTo>
                    <a:pt x="3488583" y="2467611"/>
                  </a:lnTo>
                  <a:lnTo>
                    <a:pt x="3487998" y="2434207"/>
                  </a:lnTo>
                  <a:lnTo>
                    <a:pt x="3521402" y="2433621"/>
                  </a:lnTo>
                  <a:lnTo>
                    <a:pt x="3521988" y="2467026"/>
                  </a:lnTo>
                  <a:close/>
                </a:path>
                <a:path w="4959350" h="9350375">
                  <a:moveTo>
                    <a:pt x="3254189" y="2470171"/>
                  </a:moveTo>
                  <a:lnTo>
                    <a:pt x="3223920" y="2470700"/>
                  </a:lnTo>
                  <a:lnTo>
                    <a:pt x="3223381" y="2440427"/>
                  </a:lnTo>
                  <a:lnTo>
                    <a:pt x="3253664" y="2439893"/>
                  </a:lnTo>
                  <a:lnTo>
                    <a:pt x="3254189" y="2470171"/>
                  </a:lnTo>
                  <a:close/>
                </a:path>
                <a:path w="4959350" h="9350375">
                  <a:moveTo>
                    <a:pt x="2986382" y="2473307"/>
                  </a:moveTo>
                  <a:lnTo>
                    <a:pt x="2959238" y="2473779"/>
                  </a:lnTo>
                  <a:lnTo>
                    <a:pt x="2958764" y="2446646"/>
                  </a:lnTo>
                  <a:lnTo>
                    <a:pt x="2985903" y="2446162"/>
                  </a:lnTo>
                  <a:lnTo>
                    <a:pt x="2986382" y="2473307"/>
                  </a:lnTo>
                  <a:close/>
                </a:path>
                <a:path w="4959350" h="9350375">
                  <a:moveTo>
                    <a:pt x="2718563" y="2476444"/>
                  </a:moveTo>
                  <a:lnTo>
                    <a:pt x="2694565" y="2476864"/>
                  </a:lnTo>
                  <a:lnTo>
                    <a:pt x="2694141" y="2452852"/>
                  </a:lnTo>
                  <a:lnTo>
                    <a:pt x="2718140" y="2452432"/>
                  </a:lnTo>
                  <a:lnTo>
                    <a:pt x="2718563" y="2476444"/>
                  </a:lnTo>
                  <a:close/>
                </a:path>
                <a:path w="4959350" h="9350375">
                  <a:moveTo>
                    <a:pt x="2450230" y="2479076"/>
                  </a:moveTo>
                  <a:lnTo>
                    <a:pt x="2430400" y="2479422"/>
                  </a:lnTo>
                  <a:lnTo>
                    <a:pt x="2430045" y="2459586"/>
                  </a:lnTo>
                  <a:lnTo>
                    <a:pt x="2449889" y="2459236"/>
                  </a:lnTo>
                  <a:lnTo>
                    <a:pt x="2450230" y="2479076"/>
                  </a:lnTo>
                  <a:close/>
                </a:path>
                <a:path w="4959350" h="9350375">
                  <a:moveTo>
                    <a:pt x="2182962" y="2482719"/>
                  </a:moveTo>
                  <a:lnTo>
                    <a:pt x="2165211" y="2483025"/>
                  </a:lnTo>
                  <a:lnTo>
                    <a:pt x="2164898" y="2465284"/>
                  </a:lnTo>
                  <a:lnTo>
                    <a:pt x="2182649" y="2464977"/>
                  </a:lnTo>
                  <a:lnTo>
                    <a:pt x="2182962" y="2482719"/>
                  </a:lnTo>
                  <a:close/>
                </a:path>
                <a:path w="4959350" h="9350375">
                  <a:moveTo>
                    <a:pt x="1915679" y="2486366"/>
                  </a:moveTo>
                  <a:lnTo>
                    <a:pt x="1900026" y="2486644"/>
                  </a:lnTo>
                  <a:lnTo>
                    <a:pt x="1899747" y="2470991"/>
                  </a:lnTo>
                  <a:lnTo>
                    <a:pt x="1915400" y="2470712"/>
                  </a:lnTo>
                  <a:lnTo>
                    <a:pt x="1915679" y="2486366"/>
                  </a:lnTo>
                  <a:close/>
                </a:path>
                <a:path w="4959350" h="9350375">
                  <a:moveTo>
                    <a:pt x="1648400" y="2490026"/>
                  </a:moveTo>
                  <a:lnTo>
                    <a:pt x="1634840" y="2490262"/>
                  </a:lnTo>
                  <a:lnTo>
                    <a:pt x="1634601" y="2476688"/>
                  </a:lnTo>
                  <a:lnTo>
                    <a:pt x="1648160" y="2476452"/>
                  </a:lnTo>
                  <a:lnTo>
                    <a:pt x="1648400" y="2490026"/>
                  </a:lnTo>
                  <a:close/>
                </a:path>
                <a:path w="4959350" h="9350375">
                  <a:moveTo>
                    <a:pt x="1380606" y="2493161"/>
                  </a:moveTo>
                  <a:lnTo>
                    <a:pt x="1370168" y="2493345"/>
                  </a:lnTo>
                  <a:lnTo>
                    <a:pt x="1369984" y="2482907"/>
                  </a:lnTo>
                  <a:lnTo>
                    <a:pt x="1380422" y="2482723"/>
                  </a:lnTo>
                  <a:lnTo>
                    <a:pt x="1380606" y="2493161"/>
                  </a:lnTo>
                  <a:close/>
                </a:path>
                <a:path w="4959350" h="9350375">
                  <a:moveTo>
                    <a:pt x="1113332" y="2496813"/>
                  </a:moveTo>
                  <a:lnTo>
                    <a:pt x="1104973" y="2496958"/>
                  </a:lnTo>
                  <a:lnTo>
                    <a:pt x="1104823" y="2488608"/>
                  </a:lnTo>
                  <a:lnTo>
                    <a:pt x="1113182" y="2488463"/>
                  </a:lnTo>
                  <a:lnTo>
                    <a:pt x="1113332" y="2496813"/>
                  </a:lnTo>
                  <a:close/>
                </a:path>
                <a:path w="4959350" h="9350375">
                  <a:moveTo>
                    <a:pt x="846053" y="2500474"/>
                  </a:moveTo>
                  <a:lnTo>
                    <a:pt x="839787" y="2500576"/>
                  </a:lnTo>
                  <a:lnTo>
                    <a:pt x="839680" y="2494320"/>
                  </a:lnTo>
                  <a:lnTo>
                    <a:pt x="845942" y="2494203"/>
                  </a:lnTo>
                  <a:lnTo>
                    <a:pt x="846053" y="2500474"/>
                  </a:lnTo>
                  <a:close/>
                </a:path>
                <a:path w="4959350" h="9350375">
                  <a:moveTo>
                    <a:pt x="578780" y="2504125"/>
                  </a:moveTo>
                  <a:lnTo>
                    <a:pt x="574602" y="2504194"/>
                  </a:lnTo>
                  <a:lnTo>
                    <a:pt x="574520" y="2500021"/>
                  </a:lnTo>
                  <a:lnTo>
                    <a:pt x="578702" y="2499943"/>
                  </a:lnTo>
                  <a:lnTo>
                    <a:pt x="578780" y="2504125"/>
                  </a:lnTo>
                  <a:close/>
                </a:path>
                <a:path w="4959350" h="9350375">
                  <a:moveTo>
                    <a:pt x="312031" y="2508285"/>
                  </a:moveTo>
                  <a:lnTo>
                    <a:pt x="308895" y="2508341"/>
                  </a:lnTo>
                  <a:lnTo>
                    <a:pt x="308840" y="2505205"/>
                  </a:lnTo>
                  <a:lnTo>
                    <a:pt x="311975" y="2505150"/>
                  </a:lnTo>
                  <a:lnTo>
                    <a:pt x="312031" y="2508285"/>
                  </a:lnTo>
                  <a:close/>
                </a:path>
                <a:path w="4959350" h="9350375">
                  <a:moveTo>
                    <a:pt x="4858468" y="2187169"/>
                  </a:moveTo>
                  <a:lnTo>
                    <a:pt x="4805229" y="2188110"/>
                  </a:lnTo>
                  <a:lnTo>
                    <a:pt x="4804297" y="2134877"/>
                  </a:lnTo>
                  <a:lnTo>
                    <a:pt x="4857536" y="2133935"/>
                  </a:lnTo>
                  <a:lnTo>
                    <a:pt x="4858468" y="2187169"/>
                  </a:lnTo>
                  <a:close/>
                </a:path>
                <a:path w="4959350" h="9350375">
                  <a:moveTo>
                    <a:pt x="4590134" y="2189800"/>
                  </a:moveTo>
                  <a:lnTo>
                    <a:pt x="4541078" y="2190664"/>
                  </a:lnTo>
                  <a:lnTo>
                    <a:pt x="4540209" y="2141593"/>
                  </a:lnTo>
                  <a:lnTo>
                    <a:pt x="4589275" y="2140734"/>
                  </a:lnTo>
                  <a:lnTo>
                    <a:pt x="4590134" y="2189800"/>
                  </a:lnTo>
                  <a:close/>
                </a:path>
                <a:path w="4959350" h="9350375">
                  <a:moveTo>
                    <a:pt x="4321793" y="2192427"/>
                  </a:moveTo>
                  <a:lnTo>
                    <a:pt x="4276903" y="2193218"/>
                  </a:lnTo>
                  <a:lnTo>
                    <a:pt x="4276112" y="2148328"/>
                  </a:lnTo>
                  <a:lnTo>
                    <a:pt x="4321011" y="2147542"/>
                  </a:lnTo>
                  <a:lnTo>
                    <a:pt x="4321793" y="2192427"/>
                  </a:lnTo>
                  <a:close/>
                </a:path>
                <a:path w="4959350" h="9350375">
                  <a:moveTo>
                    <a:pt x="4053984" y="2195566"/>
                  </a:moveTo>
                  <a:lnTo>
                    <a:pt x="4012230" y="2196302"/>
                  </a:lnTo>
                  <a:lnTo>
                    <a:pt x="4011491" y="2154533"/>
                  </a:lnTo>
                  <a:lnTo>
                    <a:pt x="4053254" y="2153803"/>
                  </a:lnTo>
                  <a:lnTo>
                    <a:pt x="4053984" y="2195566"/>
                  </a:lnTo>
                  <a:close/>
                </a:path>
                <a:path w="4959350" h="9350375">
                  <a:moveTo>
                    <a:pt x="3786186" y="2198711"/>
                  </a:moveTo>
                  <a:lnTo>
                    <a:pt x="3747558" y="2199386"/>
                  </a:lnTo>
                  <a:lnTo>
                    <a:pt x="3746873" y="2160753"/>
                  </a:lnTo>
                  <a:lnTo>
                    <a:pt x="3785501" y="2160078"/>
                  </a:lnTo>
                  <a:lnTo>
                    <a:pt x="3786186" y="2198711"/>
                  </a:lnTo>
                  <a:close/>
                </a:path>
                <a:path w="4959350" h="9350375">
                  <a:moveTo>
                    <a:pt x="3518368" y="2201846"/>
                  </a:moveTo>
                  <a:lnTo>
                    <a:pt x="3482876" y="2202465"/>
                  </a:lnTo>
                  <a:lnTo>
                    <a:pt x="3482256" y="2166973"/>
                  </a:lnTo>
                  <a:lnTo>
                    <a:pt x="3517748" y="2166353"/>
                  </a:lnTo>
                  <a:lnTo>
                    <a:pt x="3518368" y="2201846"/>
                  </a:lnTo>
                  <a:close/>
                </a:path>
                <a:path w="4959350" h="9350375">
                  <a:moveTo>
                    <a:pt x="3250036" y="2204475"/>
                  </a:moveTo>
                  <a:lnTo>
                    <a:pt x="3218720" y="2205029"/>
                  </a:lnTo>
                  <a:lnTo>
                    <a:pt x="3218165" y="2173699"/>
                  </a:lnTo>
                  <a:lnTo>
                    <a:pt x="3249490" y="2173152"/>
                  </a:lnTo>
                  <a:lnTo>
                    <a:pt x="3250036" y="2204475"/>
                  </a:lnTo>
                  <a:close/>
                </a:path>
                <a:path w="4959350" h="9350375">
                  <a:moveTo>
                    <a:pt x="2982242" y="2207612"/>
                  </a:moveTo>
                  <a:lnTo>
                    <a:pt x="2954047" y="2208112"/>
                  </a:lnTo>
                  <a:lnTo>
                    <a:pt x="2953547" y="2179918"/>
                  </a:lnTo>
                  <a:lnTo>
                    <a:pt x="2981742" y="2179417"/>
                  </a:lnTo>
                  <a:lnTo>
                    <a:pt x="2982242" y="2207612"/>
                  </a:lnTo>
                  <a:close/>
                </a:path>
                <a:path w="4959350" h="9350375">
                  <a:moveTo>
                    <a:pt x="2714425" y="2210746"/>
                  </a:moveTo>
                  <a:lnTo>
                    <a:pt x="2689365" y="2211191"/>
                  </a:lnTo>
                  <a:lnTo>
                    <a:pt x="2688929" y="2186137"/>
                  </a:lnTo>
                  <a:lnTo>
                    <a:pt x="2713989" y="2185692"/>
                  </a:lnTo>
                  <a:lnTo>
                    <a:pt x="2714425" y="2210746"/>
                  </a:lnTo>
                  <a:close/>
                </a:path>
                <a:path w="4959350" h="9350375">
                  <a:moveTo>
                    <a:pt x="2446088" y="2213363"/>
                  </a:moveTo>
                  <a:lnTo>
                    <a:pt x="2425211" y="2213731"/>
                  </a:lnTo>
                  <a:lnTo>
                    <a:pt x="2424843" y="2192855"/>
                  </a:lnTo>
                  <a:lnTo>
                    <a:pt x="2445720" y="2192487"/>
                  </a:lnTo>
                  <a:lnTo>
                    <a:pt x="2446088" y="2213363"/>
                  </a:lnTo>
                  <a:close/>
                </a:path>
                <a:path w="4959350" h="9350375">
                  <a:moveTo>
                    <a:pt x="2178809" y="2217024"/>
                  </a:moveTo>
                  <a:lnTo>
                    <a:pt x="2160021" y="2217358"/>
                  </a:lnTo>
                  <a:lnTo>
                    <a:pt x="2159686" y="2198569"/>
                  </a:lnTo>
                  <a:lnTo>
                    <a:pt x="2178484" y="2198241"/>
                  </a:lnTo>
                  <a:lnTo>
                    <a:pt x="2178809" y="2217024"/>
                  </a:lnTo>
                  <a:close/>
                </a:path>
                <a:path w="4959350" h="9350375">
                  <a:moveTo>
                    <a:pt x="1911535" y="2220676"/>
                  </a:moveTo>
                  <a:lnTo>
                    <a:pt x="1894840" y="2220966"/>
                  </a:lnTo>
                  <a:lnTo>
                    <a:pt x="1894540" y="2204266"/>
                  </a:lnTo>
                  <a:lnTo>
                    <a:pt x="1911244" y="2203981"/>
                  </a:lnTo>
                  <a:lnTo>
                    <a:pt x="1911535" y="2220676"/>
                  </a:lnTo>
                  <a:close/>
                </a:path>
                <a:path w="4959350" h="9350375">
                  <a:moveTo>
                    <a:pt x="1644261" y="2224328"/>
                  </a:moveTo>
                  <a:lnTo>
                    <a:pt x="1629640" y="2224589"/>
                  </a:lnTo>
                  <a:lnTo>
                    <a:pt x="1629389" y="2209973"/>
                  </a:lnTo>
                  <a:lnTo>
                    <a:pt x="1644009" y="2209712"/>
                  </a:lnTo>
                  <a:lnTo>
                    <a:pt x="1644261" y="2224328"/>
                  </a:lnTo>
                  <a:close/>
                </a:path>
                <a:path w="4959350" h="9350375">
                  <a:moveTo>
                    <a:pt x="1376453" y="2227467"/>
                  </a:moveTo>
                  <a:lnTo>
                    <a:pt x="1364968" y="2227673"/>
                  </a:lnTo>
                  <a:lnTo>
                    <a:pt x="1364762" y="2216187"/>
                  </a:lnTo>
                  <a:lnTo>
                    <a:pt x="1376248" y="2215982"/>
                  </a:lnTo>
                  <a:lnTo>
                    <a:pt x="1376453" y="2227467"/>
                  </a:lnTo>
                  <a:close/>
                </a:path>
                <a:path w="4959350" h="9350375">
                  <a:moveTo>
                    <a:pt x="1109180" y="2231118"/>
                  </a:moveTo>
                  <a:lnTo>
                    <a:pt x="1099788" y="2231281"/>
                  </a:lnTo>
                  <a:lnTo>
                    <a:pt x="1099625" y="2221890"/>
                  </a:lnTo>
                  <a:lnTo>
                    <a:pt x="1109008" y="2221722"/>
                  </a:lnTo>
                  <a:lnTo>
                    <a:pt x="1109180" y="2231118"/>
                  </a:lnTo>
                  <a:close/>
                </a:path>
                <a:path w="4959350" h="9350375">
                  <a:moveTo>
                    <a:pt x="841900" y="2234780"/>
                  </a:moveTo>
                  <a:lnTo>
                    <a:pt x="834597" y="2234909"/>
                  </a:lnTo>
                  <a:lnTo>
                    <a:pt x="834465" y="2227591"/>
                  </a:lnTo>
                  <a:lnTo>
                    <a:pt x="841768" y="2227462"/>
                  </a:lnTo>
                  <a:lnTo>
                    <a:pt x="841900" y="2234780"/>
                  </a:lnTo>
                  <a:close/>
                </a:path>
                <a:path w="4959350" h="9350375">
                  <a:moveTo>
                    <a:pt x="574623" y="2238417"/>
                  </a:moveTo>
                  <a:lnTo>
                    <a:pt x="569408" y="2238512"/>
                  </a:lnTo>
                  <a:lnTo>
                    <a:pt x="569313" y="2233297"/>
                  </a:lnTo>
                  <a:lnTo>
                    <a:pt x="574528" y="2233202"/>
                  </a:lnTo>
                  <a:lnTo>
                    <a:pt x="574623" y="2238417"/>
                  </a:lnTo>
                  <a:close/>
                </a:path>
                <a:path w="4959350" h="9350375">
                  <a:moveTo>
                    <a:pt x="307358" y="2242074"/>
                  </a:moveTo>
                  <a:lnTo>
                    <a:pt x="304223" y="2242130"/>
                  </a:lnTo>
                  <a:lnTo>
                    <a:pt x="304162" y="2239004"/>
                  </a:lnTo>
                  <a:lnTo>
                    <a:pt x="307297" y="2238948"/>
                  </a:lnTo>
                  <a:lnTo>
                    <a:pt x="307358" y="2242074"/>
                  </a:lnTo>
                  <a:close/>
                </a:path>
                <a:path w="4959350" h="9350375">
                  <a:moveTo>
                    <a:pt x="4854868" y="1921993"/>
                  </a:moveTo>
                  <a:lnTo>
                    <a:pt x="4799530" y="1922963"/>
                  </a:lnTo>
                  <a:lnTo>
                    <a:pt x="4798555" y="1867635"/>
                  </a:lnTo>
                  <a:lnTo>
                    <a:pt x="4853893" y="1866665"/>
                  </a:lnTo>
                  <a:lnTo>
                    <a:pt x="4854868" y="1921993"/>
                  </a:lnTo>
                  <a:close/>
                </a:path>
                <a:path w="4959350" h="9350375">
                  <a:moveTo>
                    <a:pt x="4586517" y="1924614"/>
                  </a:moveTo>
                  <a:lnTo>
                    <a:pt x="4535362" y="1925507"/>
                  </a:lnTo>
                  <a:lnTo>
                    <a:pt x="4534464" y="1874361"/>
                  </a:lnTo>
                  <a:lnTo>
                    <a:pt x="4585615" y="1873455"/>
                  </a:lnTo>
                  <a:lnTo>
                    <a:pt x="4586517" y="1924614"/>
                  </a:lnTo>
                  <a:close/>
                </a:path>
                <a:path w="4959350" h="9350375">
                  <a:moveTo>
                    <a:pt x="4317655" y="1926724"/>
                  </a:moveTo>
                  <a:lnTo>
                    <a:pt x="4271723" y="1927528"/>
                  </a:lnTo>
                  <a:lnTo>
                    <a:pt x="4270911" y="1881592"/>
                  </a:lnTo>
                  <a:lnTo>
                    <a:pt x="4316851" y="1880793"/>
                  </a:lnTo>
                  <a:lnTo>
                    <a:pt x="4317655" y="1926724"/>
                  </a:lnTo>
                  <a:close/>
                </a:path>
                <a:path w="4959350" h="9350375">
                  <a:moveTo>
                    <a:pt x="4049846" y="1929864"/>
                  </a:moveTo>
                  <a:lnTo>
                    <a:pt x="4007051" y="1930612"/>
                  </a:lnTo>
                  <a:lnTo>
                    <a:pt x="4006293" y="1887811"/>
                  </a:lnTo>
                  <a:lnTo>
                    <a:pt x="4049089" y="1887063"/>
                  </a:lnTo>
                  <a:lnTo>
                    <a:pt x="4049846" y="1929864"/>
                  </a:lnTo>
                  <a:close/>
                </a:path>
                <a:path w="4959350" h="9350375">
                  <a:moveTo>
                    <a:pt x="3782048" y="1933008"/>
                  </a:moveTo>
                  <a:lnTo>
                    <a:pt x="3742373" y="1933704"/>
                  </a:lnTo>
                  <a:lnTo>
                    <a:pt x="3741677" y="1894030"/>
                  </a:lnTo>
                  <a:lnTo>
                    <a:pt x="3781351" y="1893333"/>
                  </a:lnTo>
                  <a:lnTo>
                    <a:pt x="3782048" y="1933008"/>
                  </a:lnTo>
                  <a:close/>
                </a:path>
                <a:path w="4959350" h="9350375">
                  <a:moveTo>
                    <a:pt x="3514230" y="1936143"/>
                  </a:moveTo>
                  <a:lnTo>
                    <a:pt x="3477690" y="1936784"/>
                  </a:lnTo>
                  <a:lnTo>
                    <a:pt x="3477049" y="1900244"/>
                  </a:lnTo>
                  <a:lnTo>
                    <a:pt x="3513589" y="1899603"/>
                  </a:lnTo>
                  <a:lnTo>
                    <a:pt x="3514230" y="1936143"/>
                  </a:lnTo>
                  <a:close/>
                </a:path>
                <a:path w="4959350" h="9350375">
                  <a:moveTo>
                    <a:pt x="3245893" y="1938760"/>
                  </a:moveTo>
                  <a:lnTo>
                    <a:pt x="3213531" y="1939333"/>
                  </a:lnTo>
                  <a:lnTo>
                    <a:pt x="3212958" y="1906971"/>
                  </a:lnTo>
                  <a:lnTo>
                    <a:pt x="3245329" y="1906403"/>
                  </a:lnTo>
                  <a:lnTo>
                    <a:pt x="3245893" y="1938760"/>
                  </a:lnTo>
                  <a:close/>
                </a:path>
                <a:path w="4959350" h="9350375">
                  <a:moveTo>
                    <a:pt x="2978089" y="1941914"/>
                  </a:moveTo>
                  <a:lnTo>
                    <a:pt x="2948863" y="1942432"/>
                  </a:lnTo>
                  <a:lnTo>
                    <a:pt x="2948350" y="1913196"/>
                  </a:lnTo>
                  <a:lnTo>
                    <a:pt x="2977577" y="1912678"/>
                  </a:lnTo>
                  <a:lnTo>
                    <a:pt x="2978089" y="1941914"/>
                  </a:lnTo>
                  <a:close/>
                </a:path>
                <a:path w="4959350" h="9350375">
                  <a:moveTo>
                    <a:pt x="2710281" y="1945053"/>
                  </a:moveTo>
                  <a:lnTo>
                    <a:pt x="2684179" y="1945511"/>
                  </a:lnTo>
                  <a:lnTo>
                    <a:pt x="2683722" y="1919409"/>
                  </a:lnTo>
                  <a:lnTo>
                    <a:pt x="2709824" y="1918952"/>
                  </a:lnTo>
                  <a:lnTo>
                    <a:pt x="2710281" y="1945053"/>
                  </a:lnTo>
                  <a:close/>
                </a:path>
                <a:path w="4959350" h="9350375">
                  <a:moveTo>
                    <a:pt x="2442472" y="1948192"/>
                  </a:moveTo>
                  <a:lnTo>
                    <a:pt x="2419507" y="1948595"/>
                  </a:lnTo>
                  <a:lnTo>
                    <a:pt x="2419110" y="1925619"/>
                  </a:lnTo>
                  <a:lnTo>
                    <a:pt x="2442066" y="1925212"/>
                  </a:lnTo>
                  <a:lnTo>
                    <a:pt x="2442472" y="1948192"/>
                  </a:lnTo>
                  <a:close/>
                </a:path>
                <a:path w="4959350" h="9350375">
                  <a:moveTo>
                    <a:pt x="2174131" y="1950819"/>
                  </a:moveTo>
                  <a:lnTo>
                    <a:pt x="2155342" y="1951153"/>
                  </a:lnTo>
                  <a:lnTo>
                    <a:pt x="2155013" y="1932355"/>
                  </a:lnTo>
                  <a:lnTo>
                    <a:pt x="2173801" y="1932022"/>
                  </a:lnTo>
                  <a:lnTo>
                    <a:pt x="2174131" y="1950819"/>
                  </a:lnTo>
                  <a:close/>
                </a:path>
                <a:path w="4959350" h="9350375">
                  <a:moveTo>
                    <a:pt x="1906861" y="1954463"/>
                  </a:moveTo>
                  <a:lnTo>
                    <a:pt x="1890152" y="1954757"/>
                  </a:lnTo>
                  <a:lnTo>
                    <a:pt x="1889866" y="1938053"/>
                  </a:lnTo>
                  <a:lnTo>
                    <a:pt x="1906561" y="1937763"/>
                  </a:lnTo>
                  <a:lnTo>
                    <a:pt x="1906861" y="1954463"/>
                  </a:lnTo>
                  <a:close/>
                </a:path>
                <a:path w="4959350" h="9350375">
                  <a:moveTo>
                    <a:pt x="1639588" y="1958114"/>
                  </a:moveTo>
                  <a:lnTo>
                    <a:pt x="1624967" y="1958375"/>
                  </a:lnTo>
                  <a:lnTo>
                    <a:pt x="1624706" y="1943754"/>
                  </a:lnTo>
                  <a:lnTo>
                    <a:pt x="1639327" y="1943493"/>
                  </a:lnTo>
                  <a:lnTo>
                    <a:pt x="1639588" y="1958114"/>
                  </a:lnTo>
                  <a:close/>
                </a:path>
                <a:path w="4959350" h="9350375">
                  <a:moveTo>
                    <a:pt x="1372308" y="1961774"/>
                  </a:moveTo>
                  <a:lnTo>
                    <a:pt x="1359782" y="1961993"/>
                  </a:lnTo>
                  <a:lnTo>
                    <a:pt x="1359569" y="1949456"/>
                  </a:lnTo>
                  <a:lnTo>
                    <a:pt x="1372087" y="1949233"/>
                  </a:lnTo>
                  <a:lnTo>
                    <a:pt x="1372308" y="1961774"/>
                  </a:lnTo>
                  <a:close/>
                </a:path>
                <a:path w="4959350" h="9350375">
                  <a:moveTo>
                    <a:pt x="1104491" y="1964908"/>
                  </a:moveTo>
                  <a:lnTo>
                    <a:pt x="1095109" y="1965076"/>
                  </a:lnTo>
                  <a:lnTo>
                    <a:pt x="1094942" y="1955669"/>
                  </a:lnTo>
                  <a:lnTo>
                    <a:pt x="1104334" y="1955507"/>
                  </a:lnTo>
                  <a:lnTo>
                    <a:pt x="1104491" y="1964908"/>
                  </a:lnTo>
                  <a:close/>
                </a:path>
                <a:path w="4959350" h="9350375">
                  <a:moveTo>
                    <a:pt x="837218" y="1968560"/>
                  </a:moveTo>
                  <a:lnTo>
                    <a:pt x="829915" y="1968689"/>
                  </a:lnTo>
                  <a:lnTo>
                    <a:pt x="829791" y="1961377"/>
                  </a:lnTo>
                  <a:lnTo>
                    <a:pt x="837094" y="1961248"/>
                  </a:lnTo>
                  <a:lnTo>
                    <a:pt x="837218" y="1968560"/>
                  </a:lnTo>
                  <a:close/>
                </a:path>
                <a:path w="4959350" h="9350375">
                  <a:moveTo>
                    <a:pt x="569944" y="1972212"/>
                  </a:moveTo>
                  <a:lnTo>
                    <a:pt x="564729" y="1972307"/>
                  </a:lnTo>
                  <a:lnTo>
                    <a:pt x="564635" y="1967092"/>
                  </a:lnTo>
                  <a:lnTo>
                    <a:pt x="569849" y="1966997"/>
                  </a:lnTo>
                  <a:lnTo>
                    <a:pt x="569944" y="1972212"/>
                  </a:lnTo>
                  <a:close/>
                </a:path>
                <a:path w="4959350" h="9350375">
                  <a:moveTo>
                    <a:pt x="302679" y="1975869"/>
                  </a:moveTo>
                  <a:lnTo>
                    <a:pt x="299544" y="1975925"/>
                  </a:lnTo>
                  <a:lnTo>
                    <a:pt x="299488" y="1972789"/>
                  </a:lnTo>
                  <a:lnTo>
                    <a:pt x="302623" y="1972734"/>
                  </a:lnTo>
                  <a:lnTo>
                    <a:pt x="302679" y="1975869"/>
                  </a:lnTo>
                  <a:close/>
                </a:path>
                <a:path w="4959350" h="9350375">
                  <a:moveTo>
                    <a:pt x="4850709" y="1656282"/>
                  </a:moveTo>
                  <a:lnTo>
                    <a:pt x="4794334" y="1657280"/>
                  </a:lnTo>
                  <a:lnTo>
                    <a:pt x="4793343" y="1600896"/>
                  </a:lnTo>
                  <a:lnTo>
                    <a:pt x="4849712" y="1599908"/>
                  </a:lnTo>
                  <a:lnTo>
                    <a:pt x="4850709" y="1656282"/>
                  </a:lnTo>
                  <a:close/>
                </a:path>
                <a:path w="4959350" h="9350375">
                  <a:moveTo>
                    <a:pt x="4582376" y="1658915"/>
                  </a:moveTo>
                  <a:lnTo>
                    <a:pt x="4530174" y="1659829"/>
                  </a:lnTo>
                  <a:lnTo>
                    <a:pt x="4529255" y="1607636"/>
                  </a:lnTo>
                  <a:lnTo>
                    <a:pt x="4581456" y="1606722"/>
                  </a:lnTo>
                  <a:lnTo>
                    <a:pt x="4582376" y="1658915"/>
                  </a:lnTo>
                  <a:close/>
                </a:path>
                <a:path w="4959350" h="9350375">
                  <a:moveTo>
                    <a:pt x="4314033" y="1661541"/>
                  </a:moveTo>
                  <a:lnTo>
                    <a:pt x="4266018" y="1662393"/>
                  </a:lnTo>
                  <a:lnTo>
                    <a:pt x="4265176" y="1614359"/>
                  </a:lnTo>
                  <a:lnTo>
                    <a:pt x="4313186" y="1613516"/>
                  </a:lnTo>
                  <a:lnTo>
                    <a:pt x="4314033" y="1661541"/>
                  </a:lnTo>
                  <a:close/>
                </a:path>
                <a:path w="4959350" h="9350375">
                  <a:moveTo>
                    <a:pt x="4045696" y="1664158"/>
                  </a:moveTo>
                  <a:lnTo>
                    <a:pt x="4001849" y="1664937"/>
                  </a:lnTo>
                  <a:lnTo>
                    <a:pt x="4001079" y="1621094"/>
                  </a:lnTo>
                  <a:lnTo>
                    <a:pt x="4044922" y="1620324"/>
                  </a:lnTo>
                  <a:lnTo>
                    <a:pt x="4045696" y="1664158"/>
                  </a:lnTo>
                  <a:close/>
                </a:path>
                <a:path w="4959350" h="9350375">
                  <a:moveTo>
                    <a:pt x="3777888" y="1667298"/>
                  </a:moveTo>
                  <a:lnTo>
                    <a:pt x="3737167" y="1668015"/>
                  </a:lnTo>
                  <a:lnTo>
                    <a:pt x="3736458" y="1627299"/>
                  </a:lnTo>
                  <a:lnTo>
                    <a:pt x="3777174" y="1626590"/>
                  </a:lnTo>
                  <a:lnTo>
                    <a:pt x="3777888" y="1667298"/>
                  </a:lnTo>
                  <a:close/>
                </a:path>
                <a:path w="4959350" h="9350375">
                  <a:moveTo>
                    <a:pt x="3510084" y="1670451"/>
                  </a:moveTo>
                  <a:lnTo>
                    <a:pt x="3472498" y="1671115"/>
                  </a:lnTo>
                  <a:lnTo>
                    <a:pt x="3471841" y="1633519"/>
                  </a:lnTo>
                  <a:lnTo>
                    <a:pt x="3509427" y="1632855"/>
                  </a:lnTo>
                  <a:lnTo>
                    <a:pt x="3510084" y="1670451"/>
                  </a:lnTo>
                  <a:close/>
                </a:path>
                <a:path w="4959350" h="9350375">
                  <a:moveTo>
                    <a:pt x="3241738" y="1673064"/>
                  </a:moveTo>
                  <a:lnTo>
                    <a:pt x="3208343" y="1673654"/>
                  </a:lnTo>
                  <a:lnTo>
                    <a:pt x="3207752" y="1640259"/>
                  </a:lnTo>
                  <a:lnTo>
                    <a:pt x="3241148" y="1639668"/>
                  </a:lnTo>
                  <a:lnTo>
                    <a:pt x="3241738" y="1673064"/>
                  </a:lnTo>
                  <a:close/>
                </a:path>
                <a:path w="4959350" h="9350375">
                  <a:moveTo>
                    <a:pt x="2973940" y="1676209"/>
                  </a:moveTo>
                  <a:lnTo>
                    <a:pt x="2943662" y="1676734"/>
                  </a:lnTo>
                  <a:lnTo>
                    <a:pt x="2943132" y="1646465"/>
                  </a:lnTo>
                  <a:lnTo>
                    <a:pt x="2973406" y="1645926"/>
                  </a:lnTo>
                  <a:lnTo>
                    <a:pt x="2973940" y="1676209"/>
                  </a:lnTo>
                  <a:close/>
                </a:path>
                <a:path w="4959350" h="9350375">
                  <a:moveTo>
                    <a:pt x="2706127" y="1679356"/>
                  </a:moveTo>
                  <a:lnTo>
                    <a:pt x="2678993" y="1679831"/>
                  </a:lnTo>
                  <a:lnTo>
                    <a:pt x="2678514" y="1652684"/>
                  </a:lnTo>
                  <a:lnTo>
                    <a:pt x="2705653" y="1652199"/>
                  </a:lnTo>
                  <a:lnTo>
                    <a:pt x="2706127" y="1679356"/>
                  </a:lnTo>
                  <a:close/>
                </a:path>
                <a:path w="4959350" h="9350375">
                  <a:moveTo>
                    <a:pt x="2438324" y="1682487"/>
                  </a:moveTo>
                  <a:lnTo>
                    <a:pt x="2414312" y="1682910"/>
                  </a:lnTo>
                  <a:lnTo>
                    <a:pt x="2413888" y="1658898"/>
                  </a:lnTo>
                  <a:lnTo>
                    <a:pt x="2437900" y="1658474"/>
                  </a:lnTo>
                  <a:lnTo>
                    <a:pt x="2438324" y="1682487"/>
                  </a:lnTo>
                  <a:close/>
                </a:path>
                <a:path w="4959350" h="9350375">
                  <a:moveTo>
                    <a:pt x="2169982" y="1685113"/>
                  </a:moveTo>
                  <a:lnTo>
                    <a:pt x="2150152" y="1685459"/>
                  </a:lnTo>
                  <a:lnTo>
                    <a:pt x="2149806" y="1665629"/>
                  </a:lnTo>
                  <a:lnTo>
                    <a:pt x="2169636" y="1665282"/>
                  </a:lnTo>
                  <a:lnTo>
                    <a:pt x="2169982" y="1685113"/>
                  </a:lnTo>
                  <a:close/>
                </a:path>
                <a:path w="4959350" h="9350375">
                  <a:moveTo>
                    <a:pt x="1902717" y="1688770"/>
                  </a:moveTo>
                  <a:lnTo>
                    <a:pt x="1884967" y="1689077"/>
                  </a:lnTo>
                  <a:lnTo>
                    <a:pt x="1884654" y="1671336"/>
                  </a:lnTo>
                  <a:lnTo>
                    <a:pt x="1902410" y="1671019"/>
                  </a:lnTo>
                  <a:lnTo>
                    <a:pt x="1902717" y="1688770"/>
                  </a:lnTo>
                  <a:close/>
                </a:path>
                <a:path w="4959350" h="9350375">
                  <a:moveTo>
                    <a:pt x="1635443" y="1692422"/>
                  </a:moveTo>
                  <a:lnTo>
                    <a:pt x="1619781" y="1692695"/>
                  </a:lnTo>
                  <a:lnTo>
                    <a:pt x="1619507" y="1677034"/>
                  </a:lnTo>
                  <a:lnTo>
                    <a:pt x="1635170" y="1676760"/>
                  </a:lnTo>
                  <a:lnTo>
                    <a:pt x="1635443" y="1692422"/>
                  </a:lnTo>
                  <a:close/>
                </a:path>
                <a:path w="4959350" h="9350375">
                  <a:moveTo>
                    <a:pt x="1367626" y="1695556"/>
                  </a:moveTo>
                  <a:lnTo>
                    <a:pt x="1355108" y="1695779"/>
                  </a:lnTo>
                  <a:lnTo>
                    <a:pt x="1354890" y="1683253"/>
                  </a:lnTo>
                  <a:lnTo>
                    <a:pt x="1367408" y="1683029"/>
                  </a:lnTo>
                  <a:lnTo>
                    <a:pt x="1367626" y="1695556"/>
                  </a:lnTo>
                  <a:close/>
                </a:path>
                <a:path w="4959350" h="9350375">
                  <a:moveTo>
                    <a:pt x="1100352" y="1699208"/>
                  </a:moveTo>
                  <a:lnTo>
                    <a:pt x="1089914" y="1699392"/>
                  </a:lnTo>
                  <a:lnTo>
                    <a:pt x="1089730" y="1688954"/>
                  </a:lnTo>
                  <a:lnTo>
                    <a:pt x="1100168" y="1688770"/>
                  </a:lnTo>
                  <a:lnTo>
                    <a:pt x="1100352" y="1699208"/>
                  </a:lnTo>
                  <a:close/>
                </a:path>
                <a:path w="4959350" h="9350375">
                  <a:moveTo>
                    <a:pt x="833078" y="1702860"/>
                  </a:moveTo>
                  <a:lnTo>
                    <a:pt x="824719" y="1703005"/>
                  </a:lnTo>
                  <a:lnTo>
                    <a:pt x="824569" y="1694654"/>
                  </a:lnTo>
                  <a:lnTo>
                    <a:pt x="832928" y="1694510"/>
                  </a:lnTo>
                  <a:lnTo>
                    <a:pt x="833078" y="1702860"/>
                  </a:lnTo>
                  <a:close/>
                </a:path>
                <a:path w="4959350" h="9350375">
                  <a:moveTo>
                    <a:pt x="565799" y="1706521"/>
                  </a:moveTo>
                  <a:lnTo>
                    <a:pt x="559543" y="1706628"/>
                  </a:lnTo>
                  <a:lnTo>
                    <a:pt x="559432" y="1700357"/>
                  </a:lnTo>
                  <a:lnTo>
                    <a:pt x="565693" y="1700241"/>
                  </a:lnTo>
                  <a:lnTo>
                    <a:pt x="565799" y="1706521"/>
                  </a:lnTo>
                  <a:close/>
                </a:path>
                <a:path w="4959350" h="9350375">
                  <a:moveTo>
                    <a:pt x="298521" y="1710158"/>
                  </a:moveTo>
                  <a:lnTo>
                    <a:pt x="294344" y="1710226"/>
                  </a:lnTo>
                  <a:lnTo>
                    <a:pt x="294266" y="1706067"/>
                  </a:lnTo>
                  <a:lnTo>
                    <a:pt x="298449" y="1705990"/>
                  </a:lnTo>
                  <a:lnTo>
                    <a:pt x="298521" y="1710158"/>
                  </a:lnTo>
                  <a:close/>
                </a:path>
                <a:path w="4959350" h="9350375">
                  <a:moveTo>
                    <a:pt x="31248" y="1713810"/>
                  </a:moveTo>
                  <a:lnTo>
                    <a:pt x="29168" y="1713849"/>
                  </a:lnTo>
                  <a:lnTo>
                    <a:pt x="29129" y="1711770"/>
                  </a:lnTo>
                  <a:lnTo>
                    <a:pt x="31208" y="1711730"/>
                  </a:lnTo>
                  <a:lnTo>
                    <a:pt x="31248" y="1713810"/>
                  </a:lnTo>
                  <a:close/>
                </a:path>
                <a:path w="4959350" h="9350375">
                  <a:moveTo>
                    <a:pt x="4846565" y="1390594"/>
                  </a:moveTo>
                  <a:lnTo>
                    <a:pt x="4789148" y="1391603"/>
                  </a:lnTo>
                  <a:lnTo>
                    <a:pt x="4788139" y="1334187"/>
                  </a:lnTo>
                  <a:lnTo>
                    <a:pt x="4845556" y="1333177"/>
                  </a:lnTo>
                  <a:lnTo>
                    <a:pt x="4846565" y="1390594"/>
                  </a:lnTo>
                  <a:close/>
                </a:path>
                <a:path w="4959350" h="9350375">
                  <a:moveTo>
                    <a:pt x="4578223" y="1393220"/>
                  </a:moveTo>
                  <a:lnTo>
                    <a:pt x="4524974" y="1394156"/>
                  </a:lnTo>
                  <a:lnTo>
                    <a:pt x="4524039" y="1340907"/>
                  </a:lnTo>
                  <a:lnTo>
                    <a:pt x="4577287" y="1339972"/>
                  </a:lnTo>
                  <a:lnTo>
                    <a:pt x="4578223" y="1393220"/>
                  </a:lnTo>
                  <a:close/>
                </a:path>
                <a:path w="4959350" h="9350375">
                  <a:moveTo>
                    <a:pt x="4309886" y="1395838"/>
                  </a:moveTo>
                  <a:lnTo>
                    <a:pt x="4260820" y="1396696"/>
                  </a:lnTo>
                  <a:lnTo>
                    <a:pt x="4259956" y="1347639"/>
                  </a:lnTo>
                  <a:lnTo>
                    <a:pt x="4309022" y="1346781"/>
                  </a:lnTo>
                  <a:lnTo>
                    <a:pt x="4309886" y="1395838"/>
                  </a:lnTo>
                  <a:close/>
                </a:path>
                <a:path w="4959350" h="9350375">
                  <a:moveTo>
                    <a:pt x="4041544" y="1398464"/>
                  </a:moveTo>
                  <a:lnTo>
                    <a:pt x="3996664" y="1399261"/>
                  </a:lnTo>
                  <a:lnTo>
                    <a:pt x="3995878" y="1354362"/>
                  </a:lnTo>
                  <a:lnTo>
                    <a:pt x="4040753" y="1353574"/>
                  </a:lnTo>
                  <a:lnTo>
                    <a:pt x="4041544" y="1398464"/>
                  </a:lnTo>
                  <a:close/>
                </a:path>
                <a:path w="4959350" h="9350375">
                  <a:moveTo>
                    <a:pt x="3773745" y="1401609"/>
                  </a:moveTo>
                  <a:lnTo>
                    <a:pt x="3731991" y="1402344"/>
                  </a:lnTo>
                  <a:lnTo>
                    <a:pt x="3731261" y="1360581"/>
                  </a:lnTo>
                  <a:lnTo>
                    <a:pt x="3773015" y="1359846"/>
                  </a:lnTo>
                  <a:lnTo>
                    <a:pt x="3773745" y="1401609"/>
                  </a:lnTo>
                  <a:close/>
                </a:path>
                <a:path w="4959350" h="9350375">
                  <a:moveTo>
                    <a:pt x="3505412" y="1404240"/>
                  </a:moveTo>
                  <a:lnTo>
                    <a:pt x="3467816" y="1404898"/>
                  </a:lnTo>
                  <a:lnTo>
                    <a:pt x="3467163" y="1367317"/>
                  </a:lnTo>
                  <a:lnTo>
                    <a:pt x="3504749" y="1366654"/>
                  </a:lnTo>
                  <a:lnTo>
                    <a:pt x="3505412" y="1404240"/>
                  </a:lnTo>
                  <a:close/>
                </a:path>
                <a:path w="4959350" h="9350375">
                  <a:moveTo>
                    <a:pt x="3237595" y="1407375"/>
                  </a:moveTo>
                  <a:lnTo>
                    <a:pt x="3203144" y="1407982"/>
                  </a:lnTo>
                  <a:lnTo>
                    <a:pt x="3202542" y="1373522"/>
                  </a:lnTo>
                  <a:lnTo>
                    <a:pt x="3236993" y="1372914"/>
                  </a:lnTo>
                  <a:lnTo>
                    <a:pt x="3237595" y="1407375"/>
                  </a:lnTo>
                  <a:close/>
                </a:path>
                <a:path w="4959350" h="9350375">
                  <a:moveTo>
                    <a:pt x="2969786" y="1410514"/>
                  </a:moveTo>
                  <a:lnTo>
                    <a:pt x="2938471" y="1411066"/>
                  </a:lnTo>
                  <a:lnTo>
                    <a:pt x="2937925" y="1379741"/>
                  </a:lnTo>
                  <a:lnTo>
                    <a:pt x="2969240" y="1379189"/>
                  </a:lnTo>
                  <a:lnTo>
                    <a:pt x="2969786" y="1410514"/>
                  </a:lnTo>
                  <a:close/>
                </a:path>
                <a:path w="4959350" h="9350375">
                  <a:moveTo>
                    <a:pt x="2701984" y="1413644"/>
                  </a:moveTo>
                  <a:lnTo>
                    <a:pt x="2673789" y="1414144"/>
                  </a:lnTo>
                  <a:lnTo>
                    <a:pt x="2673293" y="1385963"/>
                  </a:lnTo>
                  <a:lnTo>
                    <a:pt x="2701487" y="1385463"/>
                  </a:lnTo>
                  <a:lnTo>
                    <a:pt x="2701984" y="1413644"/>
                  </a:lnTo>
                  <a:close/>
                </a:path>
                <a:path w="4959350" h="9350375">
                  <a:moveTo>
                    <a:pt x="2433651" y="1416275"/>
                  </a:moveTo>
                  <a:lnTo>
                    <a:pt x="2409639" y="1416699"/>
                  </a:lnTo>
                  <a:lnTo>
                    <a:pt x="2409215" y="1392686"/>
                  </a:lnTo>
                  <a:lnTo>
                    <a:pt x="2433227" y="1392263"/>
                  </a:lnTo>
                  <a:lnTo>
                    <a:pt x="2433651" y="1416275"/>
                  </a:lnTo>
                  <a:close/>
                </a:path>
                <a:path w="4959350" h="9350375">
                  <a:moveTo>
                    <a:pt x="2165843" y="1419415"/>
                  </a:moveTo>
                  <a:lnTo>
                    <a:pt x="2144957" y="1419777"/>
                  </a:lnTo>
                  <a:lnTo>
                    <a:pt x="2144589" y="1398901"/>
                  </a:lnTo>
                  <a:lnTo>
                    <a:pt x="2165475" y="1398538"/>
                  </a:lnTo>
                  <a:lnTo>
                    <a:pt x="2165843" y="1419415"/>
                  </a:lnTo>
                  <a:close/>
                </a:path>
                <a:path w="4959350" h="9350375">
                  <a:moveTo>
                    <a:pt x="1898035" y="1422554"/>
                  </a:moveTo>
                  <a:lnTo>
                    <a:pt x="1880284" y="1422861"/>
                  </a:lnTo>
                  <a:lnTo>
                    <a:pt x="1879972" y="1405120"/>
                  </a:lnTo>
                  <a:lnTo>
                    <a:pt x="1897722" y="1404813"/>
                  </a:lnTo>
                  <a:lnTo>
                    <a:pt x="1898035" y="1422554"/>
                  </a:lnTo>
                  <a:close/>
                </a:path>
                <a:path w="4959350" h="9350375">
                  <a:moveTo>
                    <a:pt x="1630761" y="1426206"/>
                  </a:moveTo>
                  <a:lnTo>
                    <a:pt x="1615098" y="1426480"/>
                  </a:lnTo>
                  <a:lnTo>
                    <a:pt x="1614825" y="1410818"/>
                  </a:lnTo>
                  <a:lnTo>
                    <a:pt x="1630488" y="1410544"/>
                  </a:lnTo>
                  <a:lnTo>
                    <a:pt x="1630761" y="1426206"/>
                  </a:lnTo>
                  <a:close/>
                </a:path>
                <a:path w="4959350" h="9350375">
                  <a:moveTo>
                    <a:pt x="1363487" y="1429858"/>
                  </a:moveTo>
                  <a:lnTo>
                    <a:pt x="1349913" y="1430098"/>
                  </a:lnTo>
                  <a:lnTo>
                    <a:pt x="1349674" y="1416524"/>
                  </a:lnTo>
                  <a:lnTo>
                    <a:pt x="1363247" y="1416284"/>
                  </a:lnTo>
                  <a:lnTo>
                    <a:pt x="1363487" y="1429858"/>
                  </a:lnTo>
                  <a:close/>
                </a:path>
                <a:path w="4959350" h="9350375">
                  <a:moveTo>
                    <a:pt x="1095679" y="1432998"/>
                  </a:moveTo>
                  <a:lnTo>
                    <a:pt x="1085231" y="1433176"/>
                  </a:lnTo>
                  <a:lnTo>
                    <a:pt x="1085047" y="1422738"/>
                  </a:lnTo>
                  <a:lnTo>
                    <a:pt x="1095495" y="1422559"/>
                  </a:lnTo>
                  <a:lnTo>
                    <a:pt x="1095679" y="1432998"/>
                  </a:lnTo>
                  <a:close/>
                </a:path>
                <a:path w="4959350" h="9350375">
                  <a:moveTo>
                    <a:pt x="828396" y="1436644"/>
                  </a:moveTo>
                  <a:lnTo>
                    <a:pt x="820046" y="1436794"/>
                  </a:lnTo>
                  <a:lnTo>
                    <a:pt x="819896" y="1428444"/>
                  </a:lnTo>
                  <a:lnTo>
                    <a:pt x="828246" y="1428294"/>
                  </a:lnTo>
                  <a:lnTo>
                    <a:pt x="828396" y="1436644"/>
                  </a:lnTo>
                  <a:close/>
                </a:path>
                <a:path w="4959350" h="9350375">
                  <a:moveTo>
                    <a:pt x="561118" y="1440304"/>
                  </a:moveTo>
                  <a:lnTo>
                    <a:pt x="554861" y="1440412"/>
                  </a:lnTo>
                  <a:lnTo>
                    <a:pt x="554754" y="1434155"/>
                  </a:lnTo>
                  <a:lnTo>
                    <a:pt x="561016" y="1434038"/>
                  </a:lnTo>
                  <a:lnTo>
                    <a:pt x="561118" y="1440304"/>
                  </a:lnTo>
                  <a:close/>
                </a:path>
                <a:path w="4959350" h="9350375">
                  <a:moveTo>
                    <a:pt x="293843" y="1443958"/>
                  </a:moveTo>
                  <a:lnTo>
                    <a:pt x="289666" y="1444025"/>
                  </a:lnTo>
                  <a:lnTo>
                    <a:pt x="289593" y="1439858"/>
                  </a:lnTo>
                  <a:lnTo>
                    <a:pt x="293775" y="1439780"/>
                  </a:lnTo>
                  <a:lnTo>
                    <a:pt x="293843" y="1443958"/>
                  </a:lnTo>
                  <a:close/>
                </a:path>
                <a:path w="4959350" h="9350375">
                  <a:moveTo>
                    <a:pt x="26575" y="1447599"/>
                  </a:moveTo>
                  <a:lnTo>
                    <a:pt x="24486" y="1447633"/>
                  </a:lnTo>
                  <a:lnTo>
                    <a:pt x="24446" y="1445554"/>
                  </a:lnTo>
                  <a:lnTo>
                    <a:pt x="26535" y="1445520"/>
                  </a:lnTo>
                  <a:lnTo>
                    <a:pt x="26575" y="1447599"/>
                  </a:lnTo>
                  <a:close/>
                </a:path>
                <a:path w="4959350" h="9350375">
                  <a:moveTo>
                    <a:pt x="4842411" y="1124899"/>
                  </a:moveTo>
                  <a:lnTo>
                    <a:pt x="4783953" y="1125920"/>
                  </a:lnTo>
                  <a:lnTo>
                    <a:pt x="4782922" y="1067456"/>
                  </a:lnTo>
                  <a:lnTo>
                    <a:pt x="4841380" y="1066435"/>
                  </a:lnTo>
                  <a:lnTo>
                    <a:pt x="4842411" y="1124899"/>
                  </a:lnTo>
                  <a:close/>
                </a:path>
                <a:path w="4959350" h="9350375">
                  <a:moveTo>
                    <a:pt x="4574608" y="1128029"/>
                  </a:moveTo>
                  <a:lnTo>
                    <a:pt x="4519280" y="1129003"/>
                  </a:lnTo>
                  <a:lnTo>
                    <a:pt x="4518305" y="1073675"/>
                  </a:lnTo>
                  <a:lnTo>
                    <a:pt x="4573642" y="1072705"/>
                  </a:lnTo>
                  <a:lnTo>
                    <a:pt x="4574608" y="1128029"/>
                  </a:lnTo>
                  <a:close/>
                </a:path>
                <a:path w="4959350" h="9350375">
                  <a:moveTo>
                    <a:pt x="4305741" y="1130148"/>
                  </a:moveTo>
                  <a:lnTo>
                    <a:pt x="4255627" y="1131028"/>
                  </a:lnTo>
                  <a:lnTo>
                    <a:pt x="4254742" y="1080923"/>
                  </a:lnTo>
                  <a:lnTo>
                    <a:pt x="4304856" y="1080043"/>
                  </a:lnTo>
                  <a:lnTo>
                    <a:pt x="4305741" y="1130148"/>
                  </a:lnTo>
                  <a:close/>
                </a:path>
                <a:path w="4959350" h="9350375">
                  <a:moveTo>
                    <a:pt x="4037399" y="1132774"/>
                  </a:moveTo>
                  <a:lnTo>
                    <a:pt x="3991468" y="1133578"/>
                  </a:lnTo>
                  <a:lnTo>
                    <a:pt x="3990664" y="1087647"/>
                  </a:lnTo>
                  <a:lnTo>
                    <a:pt x="4036595" y="1086843"/>
                  </a:lnTo>
                  <a:lnTo>
                    <a:pt x="4037399" y="1132774"/>
                  </a:lnTo>
                  <a:close/>
                </a:path>
                <a:path w="4959350" h="9350375">
                  <a:moveTo>
                    <a:pt x="3769590" y="1135913"/>
                  </a:moveTo>
                  <a:lnTo>
                    <a:pt x="3726795" y="1136662"/>
                  </a:lnTo>
                  <a:lnTo>
                    <a:pt x="3726037" y="1093861"/>
                  </a:lnTo>
                  <a:lnTo>
                    <a:pt x="3768833" y="1093113"/>
                  </a:lnTo>
                  <a:lnTo>
                    <a:pt x="3769590" y="1135913"/>
                  </a:lnTo>
                  <a:close/>
                </a:path>
                <a:path w="4959350" h="9350375">
                  <a:moveTo>
                    <a:pt x="3501258" y="1138543"/>
                  </a:moveTo>
                  <a:lnTo>
                    <a:pt x="3462629" y="1139219"/>
                  </a:lnTo>
                  <a:lnTo>
                    <a:pt x="3461955" y="1100592"/>
                  </a:lnTo>
                  <a:lnTo>
                    <a:pt x="3500574" y="1099912"/>
                  </a:lnTo>
                  <a:lnTo>
                    <a:pt x="3501258" y="1138543"/>
                  </a:lnTo>
                  <a:close/>
                </a:path>
                <a:path w="4959350" h="9350375">
                  <a:moveTo>
                    <a:pt x="3233454" y="1141674"/>
                  </a:moveTo>
                  <a:lnTo>
                    <a:pt x="3197957" y="1142303"/>
                  </a:lnTo>
                  <a:lnTo>
                    <a:pt x="3197328" y="1106805"/>
                  </a:lnTo>
                  <a:lnTo>
                    <a:pt x="3232834" y="1106181"/>
                  </a:lnTo>
                  <a:lnTo>
                    <a:pt x="3233454" y="1141674"/>
                  </a:lnTo>
                  <a:close/>
                </a:path>
                <a:path w="4959350" h="9350375">
                  <a:moveTo>
                    <a:pt x="2965103" y="1144295"/>
                  </a:moveTo>
                  <a:lnTo>
                    <a:pt x="2933788" y="1144847"/>
                  </a:lnTo>
                  <a:lnTo>
                    <a:pt x="2933236" y="1113532"/>
                  </a:lnTo>
                  <a:lnTo>
                    <a:pt x="2964551" y="1112980"/>
                  </a:lnTo>
                  <a:lnTo>
                    <a:pt x="2965103" y="1144295"/>
                  </a:lnTo>
                  <a:close/>
                </a:path>
                <a:path w="4959350" h="9350375">
                  <a:moveTo>
                    <a:pt x="2697304" y="1147440"/>
                  </a:moveTo>
                  <a:lnTo>
                    <a:pt x="2669109" y="1147941"/>
                  </a:lnTo>
                  <a:lnTo>
                    <a:pt x="2668618" y="1119751"/>
                  </a:lnTo>
                  <a:lnTo>
                    <a:pt x="2696813" y="1119250"/>
                  </a:lnTo>
                  <a:lnTo>
                    <a:pt x="2697304" y="1147440"/>
                  </a:lnTo>
                  <a:close/>
                </a:path>
                <a:path w="4959350" h="9350375">
                  <a:moveTo>
                    <a:pt x="2429496" y="1150580"/>
                  </a:moveTo>
                  <a:lnTo>
                    <a:pt x="2404437" y="1151025"/>
                  </a:lnTo>
                  <a:lnTo>
                    <a:pt x="2403992" y="1125965"/>
                  </a:lnTo>
                  <a:lnTo>
                    <a:pt x="2429051" y="1125520"/>
                  </a:lnTo>
                  <a:lnTo>
                    <a:pt x="2429496" y="1150580"/>
                  </a:lnTo>
                  <a:close/>
                </a:path>
                <a:path w="4959350" h="9350375">
                  <a:moveTo>
                    <a:pt x="2161159" y="1153197"/>
                  </a:moveTo>
                  <a:lnTo>
                    <a:pt x="2140282" y="1153565"/>
                  </a:lnTo>
                  <a:lnTo>
                    <a:pt x="2139914" y="1132688"/>
                  </a:lnTo>
                  <a:lnTo>
                    <a:pt x="2160791" y="1132320"/>
                  </a:lnTo>
                  <a:lnTo>
                    <a:pt x="2161159" y="1153197"/>
                  </a:lnTo>
                  <a:close/>
                </a:path>
                <a:path w="4959350" h="9350375">
                  <a:moveTo>
                    <a:pt x="1893880" y="1156858"/>
                  </a:moveTo>
                  <a:lnTo>
                    <a:pt x="1875082" y="1157186"/>
                  </a:lnTo>
                  <a:lnTo>
                    <a:pt x="1874758" y="1138403"/>
                  </a:lnTo>
                  <a:lnTo>
                    <a:pt x="1893556" y="1138074"/>
                  </a:lnTo>
                  <a:lnTo>
                    <a:pt x="1893880" y="1156858"/>
                  </a:lnTo>
                  <a:close/>
                </a:path>
                <a:path w="4959350" h="9350375">
                  <a:moveTo>
                    <a:pt x="1626606" y="1160510"/>
                  </a:moveTo>
                  <a:lnTo>
                    <a:pt x="1609911" y="1160800"/>
                  </a:lnTo>
                  <a:lnTo>
                    <a:pt x="1609612" y="1144100"/>
                  </a:lnTo>
                  <a:lnTo>
                    <a:pt x="1626306" y="1143809"/>
                  </a:lnTo>
                  <a:lnTo>
                    <a:pt x="1626606" y="1160510"/>
                  </a:lnTo>
                  <a:close/>
                </a:path>
                <a:path w="4959350" h="9350375">
                  <a:moveTo>
                    <a:pt x="1359332" y="1164161"/>
                  </a:moveTo>
                  <a:lnTo>
                    <a:pt x="1344712" y="1164423"/>
                  </a:lnTo>
                  <a:lnTo>
                    <a:pt x="1344451" y="1149802"/>
                  </a:lnTo>
                  <a:lnTo>
                    <a:pt x="1359071" y="1149540"/>
                  </a:lnTo>
                  <a:lnTo>
                    <a:pt x="1359332" y="1164161"/>
                  </a:lnTo>
                  <a:close/>
                </a:path>
                <a:path w="4959350" h="9350375">
                  <a:moveTo>
                    <a:pt x="1091524" y="1167301"/>
                  </a:moveTo>
                  <a:lnTo>
                    <a:pt x="1080039" y="1167506"/>
                  </a:lnTo>
                  <a:lnTo>
                    <a:pt x="1079834" y="1156021"/>
                  </a:lnTo>
                  <a:lnTo>
                    <a:pt x="1091328" y="1155821"/>
                  </a:lnTo>
                  <a:lnTo>
                    <a:pt x="1091524" y="1167301"/>
                  </a:lnTo>
                  <a:close/>
                </a:path>
                <a:path w="4959350" h="9350375">
                  <a:moveTo>
                    <a:pt x="824250" y="1170953"/>
                  </a:moveTo>
                  <a:lnTo>
                    <a:pt x="814859" y="1171115"/>
                  </a:lnTo>
                  <a:lnTo>
                    <a:pt x="814687" y="1161718"/>
                  </a:lnTo>
                  <a:lnTo>
                    <a:pt x="824088" y="1161561"/>
                  </a:lnTo>
                  <a:lnTo>
                    <a:pt x="824250" y="1170953"/>
                  </a:lnTo>
                  <a:close/>
                </a:path>
                <a:path w="4959350" h="9350375">
                  <a:moveTo>
                    <a:pt x="556977" y="1174605"/>
                  </a:moveTo>
                  <a:lnTo>
                    <a:pt x="549659" y="1174738"/>
                  </a:lnTo>
                  <a:lnTo>
                    <a:pt x="549535" y="1167426"/>
                  </a:lnTo>
                  <a:lnTo>
                    <a:pt x="556853" y="1167293"/>
                  </a:lnTo>
                  <a:lnTo>
                    <a:pt x="556977" y="1174605"/>
                  </a:lnTo>
                  <a:close/>
                </a:path>
                <a:path w="4959350" h="9350375">
                  <a:moveTo>
                    <a:pt x="289703" y="1178257"/>
                  </a:moveTo>
                  <a:lnTo>
                    <a:pt x="284479" y="1178346"/>
                  </a:lnTo>
                  <a:lnTo>
                    <a:pt x="284389" y="1173123"/>
                  </a:lnTo>
                  <a:lnTo>
                    <a:pt x="289613" y="1173033"/>
                  </a:lnTo>
                  <a:lnTo>
                    <a:pt x="289703" y="1178257"/>
                  </a:lnTo>
                  <a:close/>
                </a:path>
                <a:path w="4959350" h="9350375">
                  <a:moveTo>
                    <a:pt x="22429" y="1181908"/>
                  </a:moveTo>
                  <a:lnTo>
                    <a:pt x="19284" y="1181959"/>
                  </a:lnTo>
                  <a:lnTo>
                    <a:pt x="19233" y="1178838"/>
                  </a:lnTo>
                  <a:lnTo>
                    <a:pt x="22368" y="1178782"/>
                  </a:lnTo>
                  <a:lnTo>
                    <a:pt x="22429" y="1181908"/>
                  </a:lnTo>
                  <a:close/>
                </a:path>
                <a:path w="4959350" h="9350375">
                  <a:moveTo>
                    <a:pt x="4837728" y="858680"/>
                  </a:moveTo>
                  <a:lnTo>
                    <a:pt x="4779270" y="859700"/>
                  </a:lnTo>
                  <a:lnTo>
                    <a:pt x="4778244" y="801252"/>
                  </a:lnTo>
                  <a:lnTo>
                    <a:pt x="4836707" y="800221"/>
                  </a:lnTo>
                  <a:lnTo>
                    <a:pt x="4837728" y="858680"/>
                  </a:lnTo>
                  <a:close/>
                </a:path>
                <a:path w="4959350" h="9350375">
                  <a:moveTo>
                    <a:pt x="4569929" y="861824"/>
                  </a:moveTo>
                  <a:lnTo>
                    <a:pt x="4514601" y="862799"/>
                  </a:lnTo>
                  <a:lnTo>
                    <a:pt x="4513626" y="807471"/>
                  </a:lnTo>
                  <a:lnTo>
                    <a:pt x="4568955" y="806496"/>
                  </a:lnTo>
                  <a:lnTo>
                    <a:pt x="4569929" y="861824"/>
                  </a:lnTo>
                  <a:close/>
                </a:path>
                <a:path w="4959350" h="9350375">
                  <a:moveTo>
                    <a:pt x="4302121" y="864964"/>
                  </a:moveTo>
                  <a:lnTo>
                    <a:pt x="4249919" y="865878"/>
                  </a:lnTo>
                  <a:lnTo>
                    <a:pt x="4249000" y="813685"/>
                  </a:lnTo>
                  <a:lnTo>
                    <a:pt x="4301202" y="812771"/>
                  </a:lnTo>
                  <a:lnTo>
                    <a:pt x="4302121" y="864964"/>
                  </a:lnTo>
                  <a:close/>
                </a:path>
                <a:path w="4959350" h="9350375">
                  <a:moveTo>
                    <a:pt x="4033245" y="867078"/>
                  </a:moveTo>
                  <a:lnTo>
                    <a:pt x="3986267" y="867903"/>
                  </a:lnTo>
                  <a:lnTo>
                    <a:pt x="3985441" y="820925"/>
                  </a:lnTo>
                  <a:lnTo>
                    <a:pt x="4032420" y="820100"/>
                  </a:lnTo>
                  <a:lnTo>
                    <a:pt x="4033245" y="867078"/>
                  </a:lnTo>
                  <a:close/>
                </a:path>
                <a:path w="4959350" h="9350375">
                  <a:moveTo>
                    <a:pt x="3765452" y="870213"/>
                  </a:moveTo>
                  <a:lnTo>
                    <a:pt x="3721595" y="870987"/>
                  </a:lnTo>
                  <a:lnTo>
                    <a:pt x="3720822" y="827130"/>
                  </a:lnTo>
                  <a:lnTo>
                    <a:pt x="3764673" y="826365"/>
                  </a:lnTo>
                  <a:lnTo>
                    <a:pt x="3765452" y="870213"/>
                  </a:lnTo>
                  <a:close/>
                </a:path>
                <a:path w="4959350" h="9350375">
                  <a:moveTo>
                    <a:pt x="3497115" y="872830"/>
                  </a:moveTo>
                  <a:lnTo>
                    <a:pt x="3457440" y="873526"/>
                  </a:lnTo>
                  <a:lnTo>
                    <a:pt x="3456738" y="833861"/>
                  </a:lnTo>
                  <a:lnTo>
                    <a:pt x="3496413" y="833165"/>
                  </a:lnTo>
                  <a:lnTo>
                    <a:pt x="3497115" y="872830"/>
                  </a:lnTo>
                  <a:close/>
                </a:path>
                <a:path w="4959350" h="9350375">
                  <a:moveTo>
                    <a:pt x="3229301" y="875979"/>
                  </a:moveTo>
                  <a:lnTo>
                    <a:pt x="3192762" y="876620"/>
                  </a:lnTo>
                  <a:lnTo>
                    <a:pt x="3192120" y="840080"/>
                  </a:lnTo>
                  <a:lnTo>
                    <a:pt x="3228660" y="839439"/>
                  </a:lnTo>
                  <a:lnTo>
                    <a:pt x="3229301" y="875979"/>
                  </a:lnTo>
                  <a:close/>
                </a:path>
                <a:path w="4959350" h="9350375">
                  <a:moveTo>
                    <a:pt x="2960964" y="878596"/>
                  </a:moveTo>
                  <a:lnTo>
                    <a:pt x="2928602" y="879169"/>
                  </a:lnTo>
                  <a:lnTo>
                    <a:pt x="2928038" y="846812"/>
                  </a:lnTo>
                  <a:lnTo>
                    <a:pt x="2960400" y="846239"/>
                  </a:lnTo>
                  <a:lnTo>
                    <a:pt x="2960964" y="878596"/>
                  </a:lnTo>
                  <a:close/>
                </a:path>
                <a:path w="4959350" h="9350375">
                  <a:moveTo>
                    <a:pt x="2693156" y="881736"/>
                  </a:moveTo>
                  <a:lnTo>
                    <a:pt x="2663930" y="882253"/>
                  </a:lnTo>
                  <a:lnTo>
                    <a:pt x="2663412" y="853026"/>
                  </a:lnTo>
                  <a:lnTo>
                    <a:pt x="2692638" y="852509"/>
                  </a:lnTo>
                  <a:lnTo>
                    <a:pt x="2693156" y="881736"/>
                  </a:lnTo>
                  <a:close/>
                </a:path>
                <a:path w="4959350" h="9350375">
                  <a:moveTo>
                    <a:pt x="2425352" y="884889"/>
                  </a:moveTo>
                  <a:lnTo>
                    <a:pt x="2399251" y="885347"/>
                  </a:lnTo>
                  <a:lnTo>
                    <a:pt x="2398794" y="859245"/>
                  </a:lnTo>
                  <a:lnTo>
                    <a:pt x="2424896" y="858788"/>
                  </a:lnTo>
                  <a:lnTo>
                    <a:pt x="2425352" y="884889"/>
                  </a:lnTo>
                  <a:close/>
                </a:path>
                <a:path w="4959350" h="9350375">
                  <a:moveTo>
                    <a:pt x="2157015" y="887506"/>
                  </a:moveTo>
                  <a:lnTo>
                    <a:pt x="2135083" y="887891"/>
                  </a:lnTo>
                  <a:lnTo>
                    <a:pt x="2134702" y="865972"/>
                  </a:lnTo>
                  <a:lnTo>
                    <a:pt x="2156626" y="865583"/>
                  </a:lnTo>
                  <a:lnTo>
                    <a:pt x="2157015" y="887506"/>
                  </a:lnTo>
                  <a:close/>
                </a:path>
                <a:path w="4959350" h="9350375">
                  <a:moveTo>
                    <a:pt x="1889207" y="890646"/>
                  </a:moveTo>
                  <a:lnTo>
                    <a:pt x="1870410" y="890975"/>
                  </a:lnTo>
                  <a:lnTo>
                    <a:pt x="1870076" y="872186"/>
                  </a:lnTo>
                  <a:lnTo>
                    <a:pt x="1888873" y="871858"/>
                  </a:lnTo>
                  <a:lnTo>
                    <a:pt x="1889207" y="890646"/>
                  </a:lnTo>
                  <a:close/>
                </a:path>
                <a:path w="4959350" h="9350375">
                  <a:moveTo>
                    <a:pt x="1621924" y="894294"/>
                  </a:moveTo>
                  <a:lnTo>
                    <a:pt x="1605224" y="894593"/>
                  </a:lnTo>
                  <a:lnTo>
                    <a:pt x="1604938" y="877889"/>
                  </a:lnTo>
                  <a:lnTo>
                    <a:pt x="1621633" y="877599"/>
                  </a:lnTo>
                  <a:lnTo>
                    <a:pt x="1621924" y="894294"/>
                  </a:lnTo>
                  <a:close/>
                </a:path>
                <a:path w="4959350" h="9350375">
                  <a:moveTo>
                    <a:pt x="1354650" y="897945"/>
                  </a:moveTo>
                  <a:lnTo>
                    <a:pt x="1340030" y="898206"/>
                  </a:lnTo>
                  <a:lnTo>
                    <a:pt x="1339778" y="883590"/>
                  </a:lnTo>
                  <a:lnTo>
                    <a:pt x="1354399" y="883329"/>
                  </a:lnTo>
                  <a:lnTo>
                    <a:pt x="1354650" y="897945"/>
                  </a:lnTo>
                  <a:close/>
                </a:path>
                <a:path w="4959350" h="9350375">
                  <a:moveTo>
                    <a:pt x="1086851" y="901089"/>
                  </a:moveTo>
                  <a:lnTo>
                    <a:pt x="1075357" y="901290"/>
                  </a:lnTo>
                  <a:lnTo>
                    <a:pt x="1075161" y="889809"/>
                  </a:lnTo>
                  <a:lnTo>
                    <a:pt x="1086646" y="889604"/>
                  </a:lnTo>
                  <a:lnTo>
                    <a:pt x="1086851" y="901089"/>
                  </a:lnTo>
                  <a:close/>
                </a:path>
                <a:path w="4959350" h="9350375">
                  <a:moveTo>
                    <a:pt x="819578" y="904741"/>
                  </a:moveTo>
                  <a:lnTo>
                    <a:pt x="810171" y="904907"/>
                  </a:lnTo>
                  <a:lnTo>
                    <a:pt x="810014" y="895506"/>
                  </a:lnTo>
                  <a:lnTo>
                    <a:pt x="819406" y="895344"/>
                  </a:lnTo>
                  <a:lnTo>
                    <a:pt x="819578" y="904741"/>
                  </a:lnTo>
                  <a:close/>
                </a:path>
                <a:path w="4959350" h="9350375">
                  <a:moveTo>
                    <a:pt x="552304" y="908393"/>
                  </a:moveTo>
                  <a:lnTo>
                    <a:pt x="544986" y="908526"/>
                  </a:lnTo>
                  <a:lnTo>
                    <a:pt x="544853" y="901209"/>
                  </a:lnTo>
                  <a:lnTo>
                    <a:pt x="552171" y="901076"/>
                  </a:lnTo>
                  <a:lnTo>
                    <a:pt x="552304" y="908393"/>
                  </a:lnTo>
                  <a:close/>
                </a:path>
                <a:path w="4959350" h="9350375">
                  <a:moveTo>
                    <a:pt x="285025" y="912054"/>
                  </a:moveTo>
                  <a:lnTo>
                    <a:pt x="279801" y="912144"/>
                  </a:lnTo>
                  <a:lnTo>
                    <a:pt x="279711" y="906920"/>
                  </a:lnTo>
                  <a:lnTo>
                    <a:pt x="284935" y="906830"/>
                  </a:lnTo>
                  <a:lnTo>
                    <a:pt x="285025" y="912054"/>
                  </a:lnTo>
                  <a:close/>
                </a:path>
                <a:path w="4959350" h="9350375">
                  <a:moveTo>
                    <a:pt x="17746" y="915691"/>
                  </a:moveTo>
                  <a:lnTo>
                    <a:pt x="14611" y="915747"/>
                  </a:lnTo>
                  <a:lnTo>
                    <a:pt x="14551" y="912621"/>
                  </a:lnTo>
                  <a:lnTo>
                    <a:pt x="17695" y="912570"/>
                  </a:lnTo>
                  <a:lnTo>
                    <a:pt x="17746" y="915691"/>
                  </a:lnTo>
                  <a:close/>
                </a:path>
                <a:path w="4959350" h="9350375">
                  <a:moveTo>
                    <a:pt x="4833589" y="592986"/>
                  </a:moveTo>
                  <a:lnTo>
                    <a:pt x="4774079" y="594037"/>
                  </a:lnTo>
                  <a:lnTo>
                    <a:pt x="4773036" y="534533"/>
                  </a:lnTo>
                  <a:lnTo>
                    <a:pt x="4832541" y="533490"/>
                  </a:lnTo>
                  <a:lnTo>
                    <a:pt x="4833589" y="592986"/>
                  </a:lnTo>
                  <a:close/>
                </a:path>
                <a:path w="4959350" h="9350375">
                  <a:moveTo>
                    <a:pt x="4565780" y="596123"/>
                  </a:moveTo>
                  <a:lnTo>
                    <a:pt x="4509396" y="597115"/>
                  </a:lnTo>
                  <a:lnTo>
                    <a:pt x="4508414" y="540736"/>
                  </a:lnTo>
                  <a:lnTo>
                    <a:pt x="4564783" y="539748"/>
                  </a:lnTo>
                  <a:lnTo>
                    <a:pt x="4565780" y="596123"/>
                  </a:lnTo>
                  <a:close/>
                </a:path>
                <a:path w="4959350" h="9350375">
                  <a:moveTo>
                    <a:pt x="4297439" y="598750"/>
                  </a:moveTo>
                  <a:lnTo>
                    <a:pt x="4245246" y="599670"/>
                  </a:lnTo>
                  <a:lnTo>
                    <a:pt x="4244327" y="547477"/>
                  </a:lnTo>
                  <a:lnTo>
                    <a:pt x="4296519" y="546558"/>
                  </a:lnTo>
                  <a:lnTo>
                    <a:pt x="4297439" y="598750"/>
                  </a:lnTo>
                  <a:close/>
                </a:path>
                <a:path w="4959350" h="9350375">
                  <a:moveTo>
                    <a:pt x="4028571" y="600869"/>
                  </a:moveTo>
                  <a:lnTo>
                    <a:pt x="3981593" y="601695"/>
                  </a:lnTo>
                  <a:lnTo>
                    <a:pt x="3980768" y="554716"/>
                  </a:lnTo>
                  <a:lnTo>
                    <a:pt x="4027746" y="553891"/>
                  </a:lnTo>
                  <a:lnTo>
                    <a:pt x="4028571" y="600869"/>
                  </a:lnTo>
                  <a:close/>
                </a:path>
                <a:path w="4959350" h="9350375">
                  <a:moveTo>
                    <a:pt x="3760768" y="603999"/>
                  </a:moveTo>
                  <a:lnTo>
                    <a:pt x="3716912" y="604773"/>
                  </a:lnTo>
                  <a:lnTo>
                    <a:pt x="3716142" y="560930"/>
                  </a:lnTo>
                  <a:lnTo>
                    <a:pt x="3759994" y="560165"/>
                  </a:lnTo>
                  <a:lnTo>
                    <a:pt x="3760768" y="603999"/>
                  </a:lnTo>
                  <a:close/>
                </a:path>
                <a:path w="4959350" h="9350375">
                  <a:moveTo>
                    <a:pt x="3492960" y="607138"/>
                  </a:moveTo>
                  <a:lnTo>
                    <a:pt x="3452239" y="607856"/>
                  </a:lnTo>
                  <a:lnTo>
                    <a:pt x="3451530" y="567140"/>
                  </a:lnTo>
                  <a:lnTo>
                    <a:pt x="3492237" y="566426"/>
                  </a:lnTo>
                  <a:lnTo>
                    <a:pt x="3492960" y="607138"/>
                  </a:lnTo>
                  <a:close/>
                </a:path>
                <a:path w="4959350" h="9350375">
                  <a:moveTo>
                    <a:pt x="3224618" y="609765"/>
                  </a:moveTo>
                  <a:lnTo>
                    <a:pt x="3188088" y="610411"/>
                  </a:lnTo>
                  <a:lnTo>
                    <a:pt x="3187441" y="573882"/>
                  </a:lnTo>
                  <a:lnTo>
                    <a:pt x="3223971" y="573235"/>
                  </a:lnTo>
                  <a:lnTo>
                    <a:pt x="3224618" y="609765"/>
                  </a:lnTo>
                  <a:close/>
                </a:path>
                <a:path w="4959350" h="9350375">
                  <a:moveTo>
                    <a:pt x="2956819" y="612909"/>
                  </a:moveTo>
                  <a:lnTo>
                    <a:pt x="2923406" y="613490"/>
                  </a:lnTo>
                  <a:lnTo>
                    <a:pt x="2922815" y="580095"/>
                  </a:lnTo>
                  <a:lnTo>
                    <a:pt x="2956233" y="579505"/>
                  </a:lnTo>
                  <a:lnTo>
                    <a:pt x="2956819" y="612909"/>
                  </a:lnTo>
                  <a:close/>
                </a:path>
                <a:path w="4959350" h="9350375">
                  <a:moveTo>
                    <a:pt x="2688477" y="615536"/>
                  </a:moveTo>
                  <a:lnTo>
                    <a:pt x="2659250" y="616053"/>
                  </a:lnTo>
                  <a:lnTo>
                    <a:pt x="2658737" y="586817"/>
                  </a:lnTo>
                  <a:lnTo>
                    <a:pt x="2687959" y="586309"/>
                  </a:lnTo>
                  <a:lnTo>
                    <a:pt x="2688477" y="615536"/>
                  </a:lnTo>
                  <a:close/>
                </a:path>
                <a:path w="4959350" h="9350375">
                  <a:moveTo>
                    <a:pt x="2420669" y="618675"/>
                  </a:moveTo>
                  <a:lnTo>
                    <a:pt x="2394568" y="619133"/>
                  </a:lnTo>
                  <a:lnTo>
                    <a:pt x="2394111" y="593032"/>
                  </a:lnTo>
                  <a:lnTo>
                    <a:pt x="2420212" y="592574"/>
                  </a:lnTo>
                  <a:lnTo>
                    <a:pt x="2420669" y="618675"/>
                  </a:lnTo>
                  <a:close/>
                </a:path>
                <a:path w="4959350" h="9350375">
                  <a:moveTo>
                    <a:pt x="2152861" y="621815"/>
                  </a:moveTo>
                  <a:lnTo>
                    <a:pt x="2129895" y="622217"/>
                  </a:lnTo>
                  <a:lnTo>
                    <a:pt x="2129494" y="599251"/>
                  </a:lnTo>
                  <a:lnTo>
                    <a:pt x="2152459" y="598849"/>
                  </a:lnTo>
                  <a:lnTo>
                    <a:pt x="2152861" y="621815"/>
                  </a:lnTo>
                  <a:close/>
                </a:path>
                <a:path w="4959350" h="9350375">
                  <a:moveTo>
                    <a:pt x="1884528" y="624446"/>
                  </a:moveTo>
                  <a:lnTo>
                    <a:pt x="1865731" y="624775"/>
                  </a:lnTo>
                  <a:lnTo>
                    <a:pt x="1865402" y="605977"/>
                  </a:lnTo>
                  <a:lnTo>
                    <a:pt x="1884199" y="605649"/>
                  </a:lnTo>
                  <a:lnTo>
                    <a:pt x="1884528" y="624446"/>
                  </a:lnTo>
                  <a:close/>
                </a:path>
                <a:path w="4959350" h="9350375">
                  <a:moveTo>
                    <a:pt x="1617245" y="628094"/>
                  </a:moveTo>
                  <a:lnTo>
                    <a:pt x="1600545" y="628393"/>
                  </a:lnTo>
                  <a:lnTo>
                    <a:pt x="1600255" y="611675"/>
                  </a:lnTo>
                  <a:lnTo>
                    <a:pt x="1616950" y="611385"/>
                  </a:lnTo>
                  <a:lnTo>
                    <a:pt x="1617245" y="628094"/>
                  </a:lnTo>
                  <a:close/>
                </a:path>
                <a:path w="4959350" h="9350375">
                  <a:moveTo>
                    <a:pt x="1349977" y="631735"/>
                  </a:moveTo>
                  <a:lnTo>
                    <a:pt x="1335356" y="631997"/>
                  </a:lnTo>
                  <a:lnTo>
                    <a:pt x="1335095" y="617376"/>
                  </a:lnTo>
                  <a:lnTo>
                    <a:pt x="1349710" y="617124"/>
                  </a:lnTo>
                  <a:lnTo>
                    <a:pt x="1349977" y="631735"/>
                  </a:lnTo>
                  <a:close/>
                </a:path>
                <a:path w="4959350" h="9350375">
                  <a:moveTo>
                    <a:pt x="1082698" y="635397"/>
                  </a:moveTo>
                  <a:lnTo>
                    <a:pt x="1070170" y="635615"/>
                  </a:lnTo>
                  <a:lnTo>
                    <a:pt x="1069952" y="623088"/>
                  </a:lnTo>
                  <a:lnTo>
                    <a:pt x="1082479" y="622870"/>
                  </a:lnTo>
                  <a:lnTo>
                    <a:pt x="1082698" y="635397"/>
                  </a:lnTo>
                  <a:close/>
                </a:path>
                <a:path w="4959350" h="9350375">
                  <a:moveTo>
                    <a:pt x="814895" y="638527"/>
                  </a:moveTo>
                  <a:lnTo>
                    <a:pt x="805498" y="638698"/>
                  </a:lnTo>
                  <a:lnTo>
                    <a:pt x="805332" y="629292"/>
                  </a:lnTo>
                  <a:lnTo>
                    <a:pt x="814733" y="629135"/>
                  </a:lnTo>
                  <a:lnTo>
                    <a:pt x="814895" y="638527"/>
                  </a:lnTo>
                  <a:close/>
                </a:path>
                <a:path w="4959350" h="9350375">
                  <a:moveTo>
                    <a:pt x="547621" y="642178"/>
                  </a:moveTo>
                  <a:lnTo>
                    <a:pt x="540303" y="642311"/>
                  </a:lnTo>
                  <a:lnTo>
                    <a:pt x="540175" y="635008"/>
                  </a:lnTo>
                  <a:lnTo>
                    <a:pt x="547492" y="634875"/>
                  </a:lnTo>
                  <a:lnTo>
                    <a:pt x="547621" y="642178"/>
                  </a:lnTo>
                  <a:close/>
                </a:path>
                <a:path w="4959350" h="9350375">
                  <a:moveTo>
                    <a:pt x="280342" y="645839"/>
                  </a:moveTo>
                  <a:lnTo>
                    <a:pt x="275127" y="645934"/>
                  </a:lnTo>
                  <a:lnTo>
                    <a:pt x="275038" y="640710"/>
                  </a:lnTo>
                  <a:lnTo>
                    <a:pt x="280253" y="640616"/>
                  </a:lnTo>
                  <a:lnTo>
                    <a:pt x="280342" y="645839"/>
                  </a:lnTo>
                  <a:close/>
                </a:path>
                <a:path w="4959350" h="9350375">
                  <a:moveTo>
                    <a:pt x="13068" y="649491"/>
                  </a:moveTo>
                  <a:lnTo>
                    <a:pt x="9933" y="649547"/>
                  </a:lnTo>
                  <a:lnTo>
                    <a:pt x="9877" y="646411"/>
                  </a:lnTo>
                  <a:lnTo>
                    <a:pt x="13013" y="646356"/>
                  </a:lnTo>
                  <a:lnTo>
                    <a:pt x="13068" y="649491"/>
                  </a:lnTo>
                  <a:close/>
                </a:path>
                <a:path w="4959350" h="9350375">
                  <a:moveTo>
                    <a:pt x="4829447" y="327294"/>
                  </a:moveTo>
                  <a:lnTo>
                    <a:pt x="4768895" y="328358"/>
                  </a:lnTo>
                  <a:lnTo>
                    <a:pt x="4767831" y="267806"/>
                  </a:lnTo>
                  <a:lnTo>
                    <a:pt x="4828383" y="266742"/>
                  </a:lnTo>
                  <a:lnTo>
                    <a:pt x="4829447" y="327294"/>
                  </a:lnTo>
                  <a:close/>
                </a:path>
                <a:path w="4959350" h="9350375">
                  <a:moveTo>
                    <a:pt x="4561629" y="330428"/>
                  </a:moveTo>
                  <a:lnTo>
                    <a:pt x="4504213" y="331437"/>
                  </a:lnTo>
                  <a:lnTo>
                    <a:pt x="4503203" y="274021"/>
                  </a:lnTo>
                  <a:lnTo>
                    <a:pt x="4560620" y="273012"/>
                  </a:lnTo>
                  <a:lnTo>
                    <a:pt x="4561629" y="330428"/>
                  </a:lnTo>
                  <a:close/>
                </a:path>
                <a:path w="4959350" h="9350375">
                  <a:moveTo>
                    <a:pt x="4293296" y="333059"/>
                  </a:moveTo>
                  <a:lnTo>
                    <a:pt x="4240062" y="333992"/>
                  </a:lnTo>
                  <a:lnTo>
                    <a:pt x="4239126" y="280743"/>
                  </a:lnTo>
                  <a:lnTo>
                    <a:pt x="4292360" y="279811"/>
                  </a:lnTo>
                  <a:lnTo>
                    <a:pt x="4293296" y="333059"/>
                  </a:lnTo>
                  <a:close/>
                </a:path>
                <a:path w="4959350" h="9350375">
                  <a:moveTo>
                    <a:pt x="4024425" y="335165"/>
                  </a:moveTo>
                  <a:lnTo>
                    <a:pt x="3976409" y="336017"/>
                  </a:lnTo>
                  <a:lnTo>
                    <a:pt x="3975568" y="287982"/>
                  </a:lnTo>
                  <a:lnTo>
                    <a:pt x="4023578" y="287140"/>
                  </a:lnTo>
                  <a:lnTo>
                    <a:pt x="4024425" y="335165"/>
                  </a:lnTo>
                  <a:close/>
                </a:path>
                <a:path w="4959350" h="9350375">
                  <a:moveTo>
                    <a:pt x="3756626" y="338309"/>
                  </a:moveTo>
                  <a:lnTo>
                    <a:pt x="3711728" y="339096"/>
                  </a:lnTo>
                  <a:lnTo>
                    <a:pt x="3710942" y="294197"/>
                  </a:lnTo>
                  <a:lnTo>
                    <a:pt x="3755840" y="293411"/>
                  </a:lnTo>
                  <a:lnTo>
                    <a:pt x="3756626" y="338309"/>
                  </a:lnTo>
                  <a:close/>
                </a:path>
                <a:path w="4959350" h="9350375">
                  <a:moveTo>
                    <a:pt x="3488284" y="340936"/>
                  </a:moveTo>
                  <a:lnTo>
                    <a:pt x="3447563" y="341654"/>
                  </a:lnTo>
                  <a:lnTo>
                    <a:pt x="3446854" y="300938"/>
                  </a:lnTo>
                  <a:lnTo>
                    <a:pt x="3487562" y="300224"/>
                  </a:lnTo>
                  <a:lnTo>
                    <a:pt x="3488284" y="340936"/>
                  </a:lnTo>
                  <a:close/>
                </a:path>
                <a:path w="4959350" h="9350375">
                  <a:moveTo>
                    <a:pt x="3220476" y="344075"/>
                  </a:moveTo>
                  <a:lnTo>
                    <a:pt x="3182890" y="344738"/>
                  </a:lnTo>
                  <a:lnTo>
                    <a:pt x="3182233" y="307143"/>
                  </a:lnTo>
                  <a:lnTo>
                    <a:pt x="3219819" y="306480"/>
                  </a:lnTo>
                  <a:lnTo>
                    <a:pt x="3220476" y="344075"/>
                  </a:lnTo>
                  <a:close/>
                </a:path>
                <a:path w="4959350" h="9350375">
                  <a:moveTo>
                    <a:pt x="2952139" y="346693"/>
                  </a:moveTo>
                  <a:lnTo>
                    <a:pt x="2918730" y="347287"/>
                  </a:lnTo>
                  <a:lnTo>
                    <a:pt x="2918144" y="313883"/>
                  </a:lnTo>
                  <a:lnTo>
                    <a:pt x="2951554" y="313288"/>
                  </a:lnTo>
                  <a:lnTo>
                    <a:pt x="2952139" y="346693"/>
                  </a:lnTo>
                  <a:close/>
                </a:path>
                <a:path w="4959350" h="9350375">
                  <a:moveTo>
                    <a:pt x="2684335" y="349846"/>
                  </a:moveTo>
                  <a:lnTo>
                    <a:pt x="2654058" y="350371"/>
                  </a:lnTo>
                  <a:lnTo>
                    <a:pt x="2653518" y="320097"/>
                  </a:lnTo>
                  <a:lnTo>
                    <a:pt x="2683801" y="319563"/>
                  </a:lnTo>
                  <a:lnTo>
                    <a:pt x="2684335" y="349846"/>
                  </a:lnTo>
                  <a:close/>
                </a:path>
                <a:path w="4959350" h="9350375">
                  <a:moveTo>
                    <a:pt x="2416518" y="352980"/>
                  </a:moveTo>
                  <a:lnTo>
                    <a:pt x="2389385" y="353455"/>
                  </a:lnTo>
                  <a:lnTo>
                    <a:pt x="2388906" y="326308"/>
                  </a:lnTo>
                  <a:lnTo>
                    <a:pt x="2416045" y="325823"/>
                  </a:lnTo>
                  <a:lnTo>
                    <a:pt x="2416518" y="352980"/>
                  </a:lnTo>
                  <a:close/>
                </a:path>
                <a:path w="4959350" h="9350375">
                  <a:moveTo>
                    <a:pt x="2148181" y="355598"/>
                  </a:moveTo>
                  <a:lnTo>
                    <a:pt x="2125224" y="356005"/>
                  </a:lnTo>
                  <a:lnTo>
                    <a:pt x="2124823" y="333039"/>
                  </a:lnTo>
                  <a:lnTo>
                    <a:pt x="2147779" y="332632"/>
                  </a:lnTo>
                  <a:lnTo>
                    <a:pt x="2148181" y="355598"/>
                  </a:lnTo>
                  <a:close/>
                </a:path>
                <a:path w="4959350" h="9350375">
                  <a:moveTo>
                    <a:pt x="1880382" y="358743"/>
                  </a:moveTo>
                  <a:lnTo>
                    <a:pt x="1860547" y="359098"/>
                  </a:lnTo>
                  <a:lnTo>
                    <a:pt x="1860196" y="339253"/>
                  </a:lnTo>
                  <a:lnTo>
                    <a:pt x="1880036" y="338912"/>
                  </a:lnTo>
                  <a:lnTo>
                    <a:pt x="1880382" y="358743"/>
                  </a:lnTo>
                  <a:close/>
                </a:path>
                <a:path w="4959350" h="9350375">
                  <a:moveTo>
                    <a:pt x="1613108" y="362394"/>
                  </a:moveTo>
                  <a:lnTo>
                    <a:pt x="1595357" y="362701"/>
                  </a:lnTo>
                  <a:lnTo>
                    <a:pt x="1595045" y="344960"/>
                  </a:lnTo>
                  <a:lnTo>
                    <a:pt x="1612795" y="344653"/>
                  </a:lnTo>
                  <a:lnTo>
                    <a:pt x="1613108" y="362394"/>
                  </a:lnTo>
                  <a:close/>
                </a:path>
                <a:path w="4959350" h="9350375">
                  <a:moveTo>
                    <a:pt x="1345834" y="366046"/>
                  </a:moveTo>
                  <a:lnTo>
                    <a:pt x="1330171" y="366320"/>
                  </a:lnTo>
                  <a:lnTo>
                    <a:pt x="1329898" y="350658"/>
                  </a:lnTo>
                  <a:lnTo>
                    <a:pt x="1345561" y="350384"/>
                  </a:lnTo>
                  <a:lnTo>
                    <a:pt x="1345834" y="366046"/>
                  </a:lnTo>
                  <a:close/>
                </a:path>
                <a:path w="4959350" h="9350375">
                  <a:moveTo>
                    <a:pt x="1078017" y="369181"/>
                  </a:moveTo>
                  <a:lnTo>
                    <a:pt x="1065499" y="369404"/>
                  </a:lnTo>
                  <a:lnTo>
                    <a:pt x="1065281" y="356877"/>
                  </a:lnTo>
                  <a:lnTo>
                    <a:pt x="1077798" y="356654"/>
                  </a:lnTo>
                  <a:lnTo>
                    <a:pt x="1078017" y="369181"/>
                  </a:lnTo>
                  <a:close/>
                </a:path>
                <a:path w="4959350" h="9350375">
                  <a:moveTo>
                    <a:pt x="810743" y="372833"/>
                  </a:moveTo>
                  <a:lnTo>
                    <a:pt x="800304" y="373017"/>
                  </a:lnTo>
                  <a:lnTo>
                    <a:pt x="800120" y="362578"/>
                  </a:lnTo>
                  <a:lnTo>
                    <a:pt x="810559" y="362394"/>
                  </a:lnTo>
                  <a:lnTo>
                    <a:pt x="810743" y="372833"/>
                  </a:lnTo>
                  <a:close/>
                </a:path>
                <a:path w="4959350" h="9350375">
                  <a:moveTo>
                    <a:pt x="543469" y="376484"/>
                  </a:moveTo>
                  <a:lnTo>
                    <a:pt x="535119" y="376634"/>
                  </a:lnTo>
                  <a:lnTo>
                    <a:pt x="534974" y="368275"/>
                  </a:lnTo>
                  <a:lnTo>
                    <a:pt x="543319" y="368134"/>
                  </a:lnTo>
                  <a:lnTo>
                    <a:pt x="543469" y="376484"/>
                  </a:lnTo>
                  <a:close/>
                </a:path>
                <a:path w="4959350" h="9350375">
                  <a:moveTo>
                    <a:pt x="276191" y="380144"/>
                  </a:moveTo>
                  <a:lnTo>
                    <a:pt x="269934" y="380252"/>
                  </a:lnTo>
                  <a:lnTo>
                    <a:pt x="269818" y="373990"/>
                  </a:lnTo>
                  <a:lnTo>
                    <a:pt x="276089" y="373879"/>
                  </a:lnTo>
                  <a:lnTo>
                    <a:pt x="276191" y="380144"/>
                  </a:lnTo>
                  <a:close/>
                </a:path>
                <a:path w="4959350" h="9350375">
                  <a:moveTo>
                    <a:pt x="8916" y="383797"/>
                  </a:moveTo>
                  <a:lnTo>
                    <a:pt x="4748" y="383870"/>
                  </a:lnTo>
                  <a:lnTo>
                    <a:pt x="4680" y="379693"/>
                  </a:lnTo>
                  <a:lnTo>
                    <a:pt x="8839" y="379614"/>
                  </a:lnTo>
                  <a:lnTo>
                    <a:pt x="8916" y="383797"/>
                  </a:lnTo>
                  <a:close/>
                </a:path>
                <a:path w="4959350" h="9350375">
                  <a:moveTo>
                    <a:pt x="4825294" y="61598"/>
                  </a:moveTo>
                  <a:lnTo>
                    <a:pt x="4763700" y="62675"/>
                  </a:lnTo>
                  <a:lnTo>
                    <a:pt x="4762615" y="1076"/>
                  </a:lnTo>
                  <a:lnTo>
                    <a:pt x="4824208" y="0"/>
                  </a:lnTo>
                  <a:lnTo>
                    <a:pt x="4825294" y="61598"/>
                  </a:lnTo>
                  <a:close/>
                </a:path>
                <a:path w="4959350" h="9350375">
                  <a:moveTo>
                    <a:pt x="4556957" y="64216"/>
                  </a:moveTo>
                  <a:lnTo>
                    <a:pt x="4499540" y="65225"/>
                  </a:lnTo>
                  <a:lnTo>
                    <a:pt x="4498531" y="7808"/>
                  </a:lnTo>
                  <a:lnTo>
                    <a:pt x="4555948" y="6799"/>
                  </a:lnTo>
                  <a:lnTo>
                    <a:pt x="4556957" y="64216"/>
                  </a:lnTo>
                  <a:close/>
                </a:path>
                <a:path w="4959350" h="9350375">
                  <a:moveTo>
                    <a:pt x="4289143" y="67364"/>
                  </a:moveTo>
                  <a:lnTo>
                    <a:pt x="4234862" y="68318"/>
                  </a:lnTo>
                  <a:lnTo>
                    <a:pt x="4233914" y="14028"/>
                  </a:lnTo>
                  <a:lnTo>
                    <a:pt x="4288195" y="13074"/>
                  </a:lnTo>
                  <a:lnTo>
                    <a:pt x="4289143" y="67364"/>
                  </a:lnTo>
                  <a:close/>
                </a:path>
                <a:path w="4959350" h="9350375">
                  <a:moveTo>
                    <a:pt x="4020280" y="69474"/>
                  </a:moveTo>
                  <a:lnTo>
                    <a:pt x="3971215" y="70333"/>
                  </a:lnTo>
                  <a:lnTo>
                    <a:pt x="3970347" y="21261"/>
                  </a:lnTo>
                  <a:lnTo>
                    <a:pt x="4019422" y="20407"/>
                  </a:lnTo>
                  <a:lnTo>
                    <a:pt x="4020280" y="69474"/>
                  </a:lnTo>
                  <a:close/>
                </a:path>
                <a:path w="4959350" h="9350375">
                  <a:moveTo>
                    <a:pt x="3751944" y="72091"/>
                  </a:moveTo>
                  <a:lnTo>
                    <a:pt x="3707054" y="72882"/>
                  </a:lnTo>
                  <a:lnTo>
                    <a:pt x="3706263" y="27993"/>
                  </a:lnTo>
                  <a:lnTo>
                    <a:pt x="3751153" y="27202"/>
                  </a:lnTo>
                  <a:lnTo>
                    <a:pt x="3751944" y="72091"/>
                  </a:lnTo>
                  <a:close/>
                </a:path>
                <a:path w="4959350" h="9350375">
                  <a:moveTo>
                    <a:pt x="3484136" y="75231"/>
                  </a:moveTo>
                  <a:lnTo>
                    <a:pt x="3442381" y="75966"/>
                  </a:lnTo>
                  <a:lnTo>
                    <a:pt x="3441646" y="34212"/>
                  </a:lnTo>
                  <a:lnTo>
                    <a:pt x="3483400" y="33476"/>
                  </a:lnTo>
                  <a:lnTo>
                    <a:pt x="3484136" y="75231"/>
                  </a:lnTo>
                  <a:close/>
                </a:path>
                <a:path w="4959350" h="9350375">
                  <a:moveTo>
                    <a:pt x="3215803" y="77862"/>
                  </a:moveTo>
                  <a:lnTo>
                    <a:pt x="3178207" y="78520"/>
                  </a:lnTo>
                  <a:lnTo>
                    <a:pt x="3177554" y="40939"/>
                  </a:lnTo>
                  <a:lnTo>
                    <a:pt x="3215140" y="40276"/>
                  </a:lnTo>
                  <a:lnTo>
                    <a:pt x="3215803" y="77862"/>
                  </a:lnTo>
                  <a:close/>
                </a:path>
                <a:path w="4959350" h="9350375">
                  <a:moveTo>
                    <a:pt x="2947986" y="80997"/>
                  </a:moveTo>
                  <a:lnTo>
                    <a:pt x="2913549" y="81600"/>
                  </a:lnTo>
                  <a:lnTo>
                    <a:pt x="2912941" y="47150"/>
                  </a:lnTo>
                  <a:lnTo>
                    <a:pt x="2947378" y="46546"/>
                  </a:lnTo>
                  <a:lnTo>
                    <a:pt x="2947986" y="80997"/>
                  </a:lnTo>
                  <a:close/>
                </a:path>
                <a:path w="4959350" h="9350375">
                  <a:moveTo>
                    <a:pt x="2679653" y="83628"/>
                  </a:moveTo>
                  <a:lnTo>
                    <a:pt x="2649375" y="84153"/>
                  </a:lnTo>
                  <a:lnTo>
                    <a:pt x="2648845" y="53885"/>
                  </a:lnTo>
                  <a:lnTo>
                    <a:pt x="2679128" y="53350"/>
                  </a:lnTo>
                  <a:lnTo>
                    <a:pt x="2679653" y="83628"/>
                  </a:lnTo>
                  <a:close/>
                </a:path>
                <a:path w="4959350" h="9350375">
                  <a:moveTo>
                    <a:pt x="2411846" y="86767"/>
                  </a:moveTo>
                  <a:lnTo>
                    <a:pt x="2384703" y="87237"/>
                  </a:lnTo>
                  <a:lnTo>
                    <a:pt x="2384228" y="60104"/>
                  </a:lnTo>
                  <a:lnTo>
                    <a:pt x="2411367" y="59620"/>
                  </a:lnTo>
                  <a:lnTo>
                    <a:pt x="2411846" y="86767"/>
                  </a:lnTo>
                  <a:close/>
                </a:path>
                <a:path w="4959350" h="9350375">
                  <a:moveTo>
                    <a:pt x="2144042" y="89898"/>
                  </a:moveTo>
                  <a:lnTo>
                    <a:pt x="2120030" y="90321"/>
                  </a:lnTo>
                  <a:lnTo>
                    <a:pt x="2119602" y="66318"/>
                  </a:lnTo>
                  <a:lnTo>
                    <a:pt x="2143623" y="65900"/>
                  </a:lnTo>
                  <a:lnTo>
                    <a:pt x="2144042" y="89898"/>
                  </a:lnTo>
                  <a:close/>
                </a:path>
                <a:path w="4959350" h="9350375">
                  <a:moveTo>
                    <a:pt x="1875710" y="92529"/>
                  </a:moveTo>
                  <a:lnTo>
                    <a:pt x="1855866" y="92879"/>
                  </a:lnTo>
                  <a:lnTo>
                    <a:pt x="1855525" y="73040"/>
                  </a:lnTo>
                  <a:lnTo>
                    <a:pt x="1875355" y="72694"/>
                  </a:lnTo>
                  <a:lnTo>
                    <a:pt x="1875710" y="92529"/>
                  </a:lnTo>
                  <a:close/>
                </a:path>
                <a:path w="4959350" h="9350375">
                  <a:moveTo>
                    <a:pt x="1608431" y="96190"/>
                  </a:moveTo>
                  <a:lnTo>
                    <a:pt x="1590680" y="96497"/>
                  </a:lnTo>
                  <a:lnTo>
                    <a:pt x="1590364" y="78741"/>
                  </a:lnTo>
                  <a:lnTo>
                    <a:pt x="1608115" y="78434"/>
                  </a:lnTo>
                  <a:lnTo>
                    <a:pt x="1608431" y="96190"/>
                  </a:lnTo>
                  <a:close/>
                </a:path>
                <a:path w="4959350" h="9350375">
                  <a:moveTo>
                    <a:pt x="1341153" y="99828"/>
                  </a:moveTo>
                  <a:lnTo>
                    <a:pt x="1325500" y="100107"/>
                  </a:lnTo>
                  <a:lnTo>
                    <a:pt x="1325226" y="84445"/>
                  </a:lnTo>
                  <a:lnTo>
                    <a:pt x="1340880" y="84166"/>
                  </a:lnTo>
                  <a:lnTo>
                    <a:pt x="1341153" y="99828"/>
                  </a:lnTo>
                  <a:close/>
                </a:path>
                <a:path w="4959350" h="9350375">
                  <a:moveTo>
                    <a:pt x="1073341" y="102976"/>
                  </a:moveTo>
                  <a:lnTo>
                    <a:pt x="1060822" y="103200"/>
                  </a:lnTo>
                  <a:lnTo>
                    <a:pt x="1060595" y="90668"/>
                  </a:lnTo>
                  <a:lnTo>
                    <a:pt x="1073122" y="90450"/>
                  </a:lnTo>
                  <a:lnTo>
                    <a:pt x="1073341" y="102976"/>
                  </a:lnTo>
                  <a:close/>
                </a:path>
                <a:path w="4959350" h="9350375">
                  <a:moveTo>
                    <a:pt x="806071" y="106619"/>
                  </a:moveTo>
                  <a:lnTo>
                    <a:pt x="795633" y="106803"/>
                  </a:lnTo>
                  <a:lnTo>
                    <a:pt x="795449" y="96365"/>
                  </a:lnTo>
                  <a:lnTo>
                    <a:pt x="805887" y="96181"/>
                  </a:lnTo>
                  <a:lnTo>
                    <a:pt x="806071" y="106619"/>
                  </a:lnTo>
                  <a:close/>
                </a:path>
                <a:path w="4959350" h="9350375">
                  <a:moveTo>
                    <a:pt x="538792" y="110280"/>
                  </a:moveTo>
                  <a:lnTo>
                    <a:pt x="530447" y="110421"/>
                  </a:lnTo>
                  <a:lnTo>
                    <a:pt x="530297" y="102071"/>
                  </a:lnTo>
                  <a:lnTo>
                    <a:pt x="538642" y="101930"/>
                  </a:lnTo>
                  <a:lnTo>
                    <a:pt x="538792" y="110280"/>
                  </a:lnTo>
                  <a:close/>
                </a:path>
                <a:path w="4959350" h="9350375">
                  <a:moveTo>
                    <a:pt x="271518" y="113932"/>
                  </a:moveTo>
                  <a:lnTo>
                    <a:pt x="265253" y="114033"/>
                  </a:lnTo>
                  <a:lnTo>
                    <a:pt x="265146" y="107777"/>
                  </a:lnTo>
                  <a:lnTo>
                    <a:pt x="271402" y="107670"/>
                  </a:lnTo>
                  <a:lnTo>
                    <a:pt x="271518" y="113932"/>
                  </a:lnTo>
                  <a:close/>
                </a:path>
                <a:path w="4959350" h="9350375">
                  <a:moveTo>
                    <a:pt x="4235" y="117579"/>
                  </a:moveTo>
                  <a:lnTo>
                    <a:pt x="77" y="117657"/>
                  </a:lnTo>
                  <a:lnTo>
                    <a:pt x="0" y="113475"/>
                  </a:lnTo>
                  <a:lnTo>
                    <a:pt x="4168" y="113401"/>
                  </a:lnTo>
                  <a:lnTo>
                    <a:pt x="4235" y="117579"/>
                  </a:lnTo>
                  <a:close/>
                </a:path>
              </a:pathLst>
            </a:custGeom>
            <a:solidFill>
              <a:srgbClr val="37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30798" y="6078565"/>
            <a:ext cx="6350878" cy="42085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2451</Words>
  <Application>Microsoft Office PowerPoint</Application>
  <PresentationFormat>Custom</PresentationFormat>
  <Paragraphs>384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Black</vt:lpstr>
      <vt:lpstr>Lucida Sans Unicode</vt:lpstr>
      <vt:lpstr>Palatino Linotype</vt:lpstr>
      <vt:lpstr>Tahoma</vt:lpstr>
      <vt:lpstr>Times New Roman</vt:lpstr>
      <vt:lpstr>Trebuchet MS</vt:lpstr>
      <vt:lpstr>Verdana</vt:lpstr>
      <vt:lpstr>Office Theme</vt:lpstr>
      <vt:lpstr>LearnLoop An AI‑Powered Habit‑Based Learning Platform</vt:lpstr>
      <vt:lpstr>PowerPoint Presentation</vt:lpstr>
      <vt:lpstr>Introduction</vt:lpstr>
      <vt:lpstr>Problem Identification</vt:lpstr>
      <vt:lpstr>Startup Idea : LearnLoop</vt:lpstr>
      <vt:lpstr>PowerPoint Presentation</vt:lpstr>
      <vt:lpstr>Business Model Overview</vt:lpstr>
      <vt:lpstr>Business Model Overview</vt:lpstr>
      <vt:lpstr>Value Proposition Canvas</vt:lpstr>
      <vt:lpstr>Technology Behind LearnLoop</vt:lpstr>
      <vt:lpstr>Assignment &amp; Quiz Automation System</vt:lpstr>
      <vt:lpstr>Mobile &amp; Web Application Framework</vt:lpstr>
      <vt:lpstr>User Journey</vt:lpstr>
      <vt:lpstr>Market Gap and Competitor Study Existing Solutions in the Market: Currently, the learning and upskilling market includes:</vt:lpstr>
      <vt:lpstr>How LearnLoop Fills the Market Gap LearnLoop is designed specifically to solve what existing platforms ignore.</vt:lpstr>
      <vt:lpstr>Future Scope &amp; Scalability Plan</vt:lpstr>
      <vt:lpstr>New Audiences and Markets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Identification</dc:title>
  <dc:creator>Rudrakshipatidar</dc:creator>
  <cp:keywords>DAG9eZBQRHs,BAGKGY3D794,0</cp:keywords>
  <cp:lastModifiedBy>Riddhi Sidana</cp:lastModifiedBy>
  <cp:revision>1</cp:revision>
  <dcterms:created xsi:type="dcterms:W3CDTF">2026-10-26T11:22:13Z</dcterms:created>
  <dcterms:modified xsi:type="dcterms:W3CDTF">2026-10-26T11:26:45Z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2026-01-07T00:00:00Z</vt:filetime>
  </property>
  <property fmtid="{D5CDD505-2E9C-101B-9397-08002B2CF9AE}" pid="3" name="Creator">
    <vt:lpwstr>Canva</vt:lpwstr>
  </property>
  <property fmtid="{D5CDD505-2E9C-101B-9397-08002B2CF9AE}" pid="4" name="LastSaved">
    <vt:filetime>2026-10-26T00:00:00Z</vt:filetime>
  </property>
  <property fmtid="{D5CDD505-2E9C-101B-9397-08002B2CF9AE}" pid="5" name="Producer">
    <vt:lpwstr>Canva</vt:lpwstr>
  </property>
</Properties>
</file>